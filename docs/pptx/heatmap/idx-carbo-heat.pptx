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9deaca43e4abc8c49958eb02b7dc1848154fdf0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620157" y="1937237"/>
              <a:ext cx="2477877" cy="418292"/>
            </a:xfrm>
            <a:prstGeom prst="rect">
              <a:avLst/>
            </a:prstGeom>
            <a:solidFill>
              <a:srgbClr val="BA313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620157" y="4865286"/>
              <a:ext cx="2477877" cy="418292"/>
            </a:xfrm>
            <a:prstGeom prst="rect">
              <a:avLst/>
            </a:prstGeom>
            <a:solidFill>
              <a:srgbClr val="EEC3B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620157" y="2355530"/>
              <a:ext cx="2477877" cy="418292"/>
            </a:xfrm>
            <a:prstGeom prst="rect">
              <a:avLst/>
            </a:prstGeom>
            <a:solidFill>
              <a:srgbClr val="B2182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620157" y="3192115"/>
              <a:ext cx="2477877" cy="418292"/>
            </a:xfrm>
            <a:prstGeom prst="rect">
              <a:avLst/>
            </a:prstGeom>
            <a:solidFill>
              <a:srgbClr val="E2969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620157" y="2773823"/>
              <a:ext cx="2477877" cy="418292"/>
            </a:xfrm>
            <a:prstGeom prst="rect">
              <a:avLst/>
            </a:prstGeom>
            <a:solidFill>
              <a:srgbClr val="BEC8E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620157" y="3610408"/>
              <a:ext cx="2477877" cy="418292"/>
            </a:xfrm>
            <a:prstGeom prst="rect">
              <a:avLst/>
            </a:prstGeom>
            <a:solidFill>
              <a:srgbClr val="EEC2B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620157" y="4446993"/>
              <a:ext cx="2477877" cy="418292"/>
            </a:xfrm>
            <a:prstGeom prst="rect">
              <a:avLst/>
            </a:prstGeom>
            <a:solidFill>
              <a:srgbClr val="F7F3F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620157" y="4028700"/>
              <a:ext cx="2477877" cy="418292"/>
            </a:xfrm>
            <a:prstGeom prst="rect">
              <a:avLst/>
            </a:prstGeom>
            <a:solidFill>
              <a:srgbClr val="C4CDE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142279" y="1937237"/>
              <a:ext cx="2477877" cy="418292"/>
            </a:xfrm>
            <a:prstGeom prst="rect">
              <a:avLst/>
            </a:prstGeom>
            <a:solidFill>
              <a:srgbClr val="C9565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142279" y="4865286"/>
              <a:ext cx="2477877" cy="418292"/>
            </a:xfrm>
            <a:prstGeom prst="rect">
              <a:avLst/>
            </a:prstGeom>
            <a:solidFill>
              <a:srgbClr val="F3D7D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42279" y="2355530"/>
              <a:ext cx="2477877" cy="418292"/>
            </a:xfrm>
            <a:prstGeom prst="rect">
              <a:avLst/>
            </a:prstGeom>
            <a:solidFill>
              <a:srgbClr val="D0686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2279" y="3192115"/>
              <a:ext cx="2477877" cy="418292"/>
            </a:xfrm>
            <a:prstGeom prst="rect">
              <a:avLst/>
            </a:prstGeom>
            <a:solidFill>
              <a:srgbClr val="EBB7B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2279" y="2773823"/>
              <a:ext cx="2477877" cy="418292"/>
            </a:xfrm>
            <a:prstGeom prst="rect">
              <a:avLst/>
            </a:prstGeom>
            <a:solidFill>
              <a:srgbClr val="E2E6E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2279" y="3610408"/>
              <a:ext cx="2477877" cy="418292"/>
            </a:xfrm>
            <a:prstGeom prst="rect">
              <a:avLst/>
            </a:prstGeom>
            <a:solidFill>
              <a:srgbClr val="F1CDC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142279" y="4446993"/>
              <a:ext cx="2477877" cy="418292"/>
            </a:xfrm>
            <a:prstGeom prst="rect">
              <a:avLst/>
            </a:prstGeom>
            <a:solidFill>
              <a:srgbClr val="F5E8E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2279" y="4028700"/>
              <a:ext cx="2477877" cy="418292"/>
            </a:xfrm>
            <a:prstGeom prst="rect">
              <a:avLst/>
            </a:prstGeom>
            <a:solidFill>
              <a:srgbClr val="E1E4E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5716313" y="2048983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↑36%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746442" y="2166060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↓5%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716313" y="4977031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↑13%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746442" y="509410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716313" y="246727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↑35%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746442" y="258435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5716313" y="3303861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↑20%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746442" y="342093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716313" y="2885568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↑11%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5716313" y="300264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↓21%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716313" y="3722153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↑16%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5746442" y="383923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↓7%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746442" y="455873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↑9%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46442" y="467581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↓8%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746442" y="414044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↑8%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716313" y="4257523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↓17%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238435" y="2048983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↑27%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268564" y="2166060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268564" y="497703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↑7%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268564" y="509410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38435" y="246727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↑24%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268564" y="258435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↓1%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238435" y="3303861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↑12%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68564" y="342093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268564" y="288556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↑6%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238435" y="300264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↓10%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268564" y="372215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↑9%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268564" y="383923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↓3%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268564" y="455873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↑5%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268564" y="467581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↓3%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68564" y="414044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↑4%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68564" y="425752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↓8%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0635" y="5030723"/>
              <a:ext cx="101553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088430" y="4612431"/>
              <a:ext cx="73773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257594" y="4194138"/>
              <a:ext cx="56857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38793" y="3775846"/>
              <a:ext cx="48737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3115" y="3357553"/>
              <a:ext cx="129305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088338" y="2939260"/>
              <a:ext cx="73782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83478" y="2520968"/>
              <a:ext cx="104269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979982" y="2102675"/>
              <a:ext cx="84618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60" name="tx60"/>
            <p:cNvSpPr/>
            <p:nvPr/>
          </p:nvSpPr>
          <p:spPr>
            <a:xfrm rot="-1200000">
              <a:off x="2378976" y="5570453"/>
              <a:ext cx="104881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 rot="-1200000">
              <a:off x="4856854" y="5570453"/>
              <a:ext cx="104881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73569" y="2886833"/>
              <a:ext cx="415046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Net 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73569" y="3051425"/>
              <a:ext cx="96140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(over − under)</a:t>
              </a:r>
            </a:p>
          </p:txBody>
        </p:sp>
        <p:pic>
          <p:nvPicPr>
            <p:cNvPr id="64" name="pic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3569" y="3253527"/>
              <a:ext cx="219455" cy="1097280"/>
            </a:xfrm>
            <a:prstGeom prst="rect">
              <a:avLst/>
            </a:prstGeom>
          </p:spPr>
        </p:pic>
        <p:sp>
          <p:nvSpPr>
            <p:cNvPr id="65" name="pl65"/>
            <p:cNvSpPr/>
            <p:nvPr/>
          </p:nvSpPr>
          <p:spPr>
            <a:xfrm>
              <a:off x="7749134" y="413356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749134" y="380216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7749134" y="347076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573569" y="413356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573569" y="380216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573569" y="347076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7868940" y="4089860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868940" y="375845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7868940" y="3427058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1894492" y="1676115"/>
              <a:ext cx="3971787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over/under-dose vs mGFR — indexed GFR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804169" y="5935856"/>
              <a:ext cx="354165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Red = net overdosing vs measured GFR · Blue = net underdosing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2026-05-29T11:37:59Z</dcterms:modified>
  <cp:category/>
</cp:coreProperties>
</file>