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9deaca43e4abc8c49958eb02b7dc1848154fdf0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348769" y="1939663"/>
              <a:ext cx="4542775" cy="442553"/>
            </a:xfrm>
            <a:prstGeom prst="rect">
              <a:avLst/>
            </a:prstGeom>
            <a:solidFill>
              <a:srgbClr val="EDBEB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348769" y="5037535"/>
              <a:ext cx="4542775" cy="442553"/>
            </a:xfrm>
            <a:prstGeom prst="rect">
              <a:avLst/>
            </a:prstGeom>
            <a:solidFill>
              <a:srgbClr val="E0908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348769" y="2382216"/>
              <a:ext cx="4542775" cy="442553"/>
            </a:xfrm>
            <a:prstGeom prst="rect">
              <a:avLst/>
            </a:prstGeom>
            <a:solidFill>
              <a:srgbClr val="B82C3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348769" y="3267323"/>
              <a:ext cx="4542775" cy="442553"/>
            </a:xfrm>
            <a:prstGeom prst="rect">
              <a:avLst/>
            </a:prstGeom>
            <a:solidFill>
              <a:srgbClr val="E9ADA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348769" y="2824770"/>
              <a:ext cx="4542775" cy="442553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348769" y="3709876"/>
              <a:ext cx="4542775" cy="442553"/>
            </a:xfrm>
            <a:prstGeom prst="rect">
              <a:avLst/>
            </a:prstGeom>
            <a:solidFill>
              <a:srgbClr val="E8ACA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348769" y="4594982"/>
              <a:ext cx="4542775" cy="442553"/>
            </a:xfrm>
            <a:prstGeom prst="rect">
              <a:avLst/>
            </a:prstGeom>
            <a:solidFill>
              <a:srgbClr val="F3D8D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48769" y="4152429"/>
              <a:ext cx="4542775" cy="442553"/>
            </a:xfrm>
            <a:prstGeom prst="rect">
              <a:avLst/>
            </a:prstGeom>
            <a:solidFill>
              <a:srgbClr val="8BA1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4507503" y="20635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4507503" y="2180617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↓6%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4477374" y="516141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↑10%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4507503" y="527848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4477374" y="2506092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↑13%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507503" y="262317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↓1%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507503" y="339119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507503" y="350827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4507503" y="294864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↑4%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477374" y="306572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↓16%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507503" y="3833752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507503" y="395082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↓5%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507503" y="471885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↑7%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507503" y="483593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↓6%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507503" y="4276305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↑4%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477374" y="4393382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↓11%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10635" y="5215103"/>
              <a:ext cx="10155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088430" y="4772550"/>
              <a:ext cx="7377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257594" y="4329997"/>
              <a:ext cx="5685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38793" y="3887444"/>
              <a:ext cx="48737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33115" y="3444891"/>
              <a:ext cx="129305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88338" y="3002338"/>
              <a:ext cx="73782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83478" y="2559785"/>
              <a:ext cx="10426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9982" y="2117232"/>
              <a:ext cx="8461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36" name="tx36"/>
            <p:cNvSpPr/>
            <p:nvPr/>
          </p:nvSpPr>
          <p:spPr>
            <a:xfrm rot="-1200000">
              <a:off x="4182026" y="5669921"/>
              <a:ext cx="46716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73569" y="2986301"/>
              <a:ext cx="415046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Net 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73569" y="3150893"/>
              <a:ext cx="96140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(over − under)</a:t>
              </a:r>
            </a:p>
          </p:txBody>
        </p:sp>
        <p:pic>
          <p:nvPicPr>
            <p:cNvPr id="39" name="pic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3569" y="3352995"/>
              <a:ext cx="219455" cy="1097280"/>
            </a:xfrm>
            <a:prstGeom prst="rect">
              <a:avLst/>
            </a:prstGeom>
          </p:spPr>
        </p:pic>
        <p:sp>
          <p:nvSpPr>
            <p:cNvPr id="40" name="pl40"/>
            <p:cNvSpPr/>
            <p:nvPr/>
          </p:nvSpPr>
          <p:spPr>
            <a:xfrm>
              <a:off x="7749134" y="434499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749134" y="412331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749134" y="39016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749134" y="367995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749134" y="345827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573569" y="434499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573569" y="412331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573569" y="39016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573569" y="367995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573569" y="345827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7868940" y="4301288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68940" y="4079607"/>
              <a:ext cx="1083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868940" y="3857927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868940" y="3636247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868940" y="3414567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894492" y="1676115"/>
              <a:ext cx="4098615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 over/under-dose vs mGFR — non-indexed GFR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804169" y="5935856"/>
              <a:ext cx="354165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Red = net overdosing vs measured GFR · Blue = net underdosing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2026-05-29T11:38:01Z</dcterms:modified>
  <cp:category/>
</cp:coreProperties>
</file>