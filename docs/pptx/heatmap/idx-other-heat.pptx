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9deaca43e4abc8c49958eb02b7dc1848154fdf0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620157" y="1938646"/>
              <a:ext cx="2477877" cy="432381"/>
            </a:xfrm>
            <a:prstGeom prst="rect">
              <a:avLst/>
            </a:prstGeom>
            <a:solidFill>
              <a:srgbClr val="F1CFC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620157" y="4965315"/>
              <a:ext cx="2477877" cy="432381"/>
            </a:xfrm>
            <a:prstGeom prst="rect">
              <a:avLst/>
            </a:prstGeom>
            <a:solidFill>
              <a:srgbClr val="F3D7D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620157" y="2371027"/>
              <a:ext cx="2477877" cy="432381"/>
            </a:xfrm>
            <a:prstGeom prst="rect">
              <a:avLst/>
            </a:prstGeom>
            <a:solidFill>
              <a:srgbClr val="E59F9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620157" y="3235790"/>
              <a:ext cx="2477877" cy="432381"/>
            </a:xfrm>
            <a:prstGeom prst="rect">
              <a:avLst/>
            </a:prstGeom>
            <a:solidFill>
              <a:srgbClr val="F4E0D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620157" y="2803409"/>
              <a:ext cx="2477877" cy="432381"/>
            </a:xfrm>
            <a:prstGeom prst="rect">
              <a:avLst/>
            </a:prstGeom>
            <a:solidFill>
              <a:srgbClr val="8DA3C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620157" y="3668171"/>
              <a:ext cx="2477877" cy="432381"/>
            </a:xfrm>
            <a:prstGeom prst="rect">
              <a:avLst/>
            </a:prstGeom>
            <a:solidFill>
              <a:srgbClr val="F4DDD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620157" y="4532934"/>
              <a:ext cx="2477877" cy="432381"/>
            </a:xfrm>
            <a:prstGeom prst="rect">
              <a:avLst/>
            </a:prstGeom>
            <a:solidFill>
              <a:srgbClr val="F4F4F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620157" y="4100553"/>
              <a:ext cx="2477877" cy="432381"/>
            </a:xfrm>
            <a:prstGeom prst="rect">
              <a:avLst/>
            </a:prstGeom>
            <a:solidFill>
              <a:srgbClr val="B2BFD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142279" y="1938646"/>
              <a:ext cx="2477877" cy="432381"/>
            </a:xfrm>
            <a:prstGeom prst="rect">
              <a:avLst/>
            </a:prstGeom>
            <a:solidFill>
              <a:srgbClr val="BF3E41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142279" y="4965315"/>
              <a:ext cx="2477877" cy="432381"/>
            </a:xfrm>
            <a:prstGeom prst="rect">
              <a:avLst/>
            </a:prstGeom>
            <a:solidFill>
              <a:srgbClr val="F5E6E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142279" y="2371027"/>
              <a:ext cx="2477877" cy="432381"/>
            </a:xfrm>
            <a:prstGeom prst="rect">
              <a:avLst/>
            </a:prstGeom>
            <a:solidFill>
              <a:srgbClr val="B2182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142279" y="3235790"/>
              <a:ext cx="2477877" cy="432381"/>
            </a:xfrm>
            <a:prstGeom prst="rect">
              <a:avLst/>
            </a:prstGeom>
            <a:solidFill>
              <a:srgbClr val="DF8E8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142279" y="2803409"/>
              <a:ext cx="2477877" cy="432381"/>
            </a:xfrm>
            <a:prstGeom prst="rect">
              <a:avLst/>
            </a:prstGeom>
            <a:solidFill>
              <a:srgbClr val="EDEFF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142279" y="3668171"/>
              <a:ext cx="2477877" cy="432381"/>
            </a:xfrm>
            <a:prstGeom prst="rect">
              <a:avLst/>
            </a:prstGeom>
            <a:solidFill>
              <a:srgbClr val="F6EFE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2142279" y="4532934"/>
              <a:ext cx="2477877" cy="432381"/>
            </a:xfrm>
            <a:prstGeom prst="rect">
              <a:avLst/>
            </a:prstGeom>
            <a:solidFill>
              <a:srgbClr val="D8DEE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2279" y="4100553"/>
              <a:ext cx="2477877" cy="432381"/>
            </a:xfrm>
            <a:prstGeom prst="rect">
              <a:avLst/>
            </a:prstGeom>
            <a:solidFill>
              <a:srgbClr val="D5DBE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5746442" y="2057436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↑8%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5746442" y="2174514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746442" y="508410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↑6%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746442" y="520118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↓3%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716313" y="2489817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↑10%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746442" y="260689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↓2%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5746442" y="3354580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↑6%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5746442" y="3471657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5746442" y="292219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↑3%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5716313" y="303927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↓14%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746442" y="378696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5746442" y="390403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↓5%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746442" y="4651724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↑5%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46442" y="476880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↓6%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746442" y="421934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↑4%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716313" y="4336420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↓11%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238435" y="205743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↑22%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268564" y="2174514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268564" y="508410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↑8%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268564" y="520118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↓6%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238435" y="2489817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↑23%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268564" y="260689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↓3%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238435" y="3354580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↑15%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68564" y="3471657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238435" y="2922199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↑10%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238435" y="303927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↓11%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268564" y="378696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↑9%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268564" y="390403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↓8%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268564" y="4651724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↑5%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268564" y="476880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↓9%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68564" y="421934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↑7%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38435" y="4336420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↓11%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0635" y="5137798"/>
              <a:ext cx="101553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088430" y="4705416"/>
              <a:ext cx="73773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257594" y="4273035"/>
              <a:ext cx="56857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38793" y="3840654"/>
              <a:ext cx="48737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3115" y="3408272"/>
              <a:ext cx="129305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088338" y="2975891"/>
              <a:ext cx="73782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83478" y="2543510"/>
              <a:ext cx="104269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979982" y="2111129"/>
              <a:ext cx="84618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60" name="tx60"/>
            <p:cNvSpPr/>
            <p:nvPr/>
          </p:nvSpPr>
          <p:spPr>
            <a:xfrm rot="-1200000">
              <a:off x="2706570" y="5628217"/>
              <a:ext cx="71103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1" name="tx61"/>
            <p:cNvSpPr/>
            <p:nvPr/>
          </p:nvSpPr>
          <p:spPr>
            <a:xfrm rot="-1200000">
              <a:off x="5328824" y="5602760"/>
              <a:ext cx="56217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73569" y="2944597"/>
              <a:ext cx="415046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Net 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73569" y="3109189"/>
              <a:ext cx="96140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(over − under)</a:t>
              </a:r>
            </a:p>
          </p:txBody>
        </p:sp>
        <p:pic>
          <p:nvPicPr>
            <p:cNvPr id="64" name="pic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3569" y="3311291"/>
              <a:ext cx="219455" cy="1097280"/>
            </a:xfrm>
            <a:prstGeom prst="rect">
              <a:avLst/>
            </a:prstGeom>
          </p:spPr>
        </p:pic>
        <p:sp>
          <p:nvSpPr>
            <p:cNvPr id="65" name="pl65"/>
            <p:cNvSpPr/>
            <p:nvPr/>
          </p:nvSpPr>
          <p:spPr>
            <a:xfrm>
              <a:off x="7749134" y="439340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7749134" y="412666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7749134" y="385993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7749134" y="359319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7749134" y="332645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7573569" y="439340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7573569" y="412666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573569" y="385993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7573569" y="359319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573569" y="332645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7868940" y="4349697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7868940" y="4082960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7868940" y="3816223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7868940" y="35494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7868940" y="3282748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1894492" y="1676115"/>
              <a:ext cx="5013655" cy="109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 &amp; Melphalan over/under-dose vs mGFR — indexed GFR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04169" y="5935856"/>
              <a:ext cx="354165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Red = net overdosing vs measured GFR · Blue = net underdosing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2026-05-29T11:38:00Z</dcterms:modified>
  <cp:category/>
</cp:coreProperties>
</file>