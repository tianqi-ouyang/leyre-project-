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cbd9531ae6a7995acb5bd3f824f9680a167081b1.png"/>
<Relationship Id="rId3" Type="http://schemas.openxmlformats.org/officeDocument/2006/relationships/image" Target="../media/35c5a0f3b64db60fc5dc9954ccf93d739ec61cec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599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03357" y="2011434"/>
              <a:ext cx="1586467" cy="452820"/>
            </a:xfrm>
            <a:prstGeom prst="rect">
              <a:avLst/>
            </a:prstGeom>
            <a:solidFill>
              <a:srgbClr val="FBE0D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003357" y="5181175"/>
              <a:ext cx="1586467" cy="452820"/>
            </a:xfrm>
            <a:prstGeom prst="rect">
              <a:avLst/>
            </a:prstGeom>
            <a:solidFill>
              <a:srgbClr val="FBE2D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003357" y="2464254"/>
              <a:ext cx="1586467" cy="452820"/>
            </a:xfrm>
            <a:prstGeom prst="rect">
              <a:avLst/>
            </a:prstGeom>
            <a:solidFill>
              <a:srgbClr val="FADBD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03357" y="3369895"/>
              <a:ext cx="1586467" cy="452820"/>
            </a:xfrm>
            <a:prstGeom prst="rect">
              <a:avLst/>
            </a:prstGeom>
            <a:solidFill>
              <a:srgbClr val="FCE4D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003357" y="2917074"/>
              <a:ext cx="1586467" cy="452820"/>
            </a:xfrm>
            <a:prstGeom prst="rect">
              <a:avLst/>
            </a:prstGeom>
            <a:solidFill>
              <a:srgbClr val="FEEDE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003357" y="3822715"/>
              <a:ext cx="1586467" cy="452820"/>
            </a:xfrm>
            <a:prstGeom prst="rect">
              <a:avLst/>
            </a:prstGeom>
            <a:solidFill>
              <a:srgbClr val="FBE1D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003357" y="4728355"/>
              <a:ext cx="1586467" cy="452820"/>
            </a:xfrm>
            <a:prstGeom prst="rect">
              <a:avLst/>
            </a:prstGeom>
            <a:solidFill>
              <a:srgbClr val="FCE6E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003357" y="4275535"/>
              <a:ext cx="1586467" cy="452820"/>
            </a:xfrm>
            <a:prstGeom prst="rect">
              <a:avLst/>
            </a:prstGeom>
            <a:solidFill>
              <a:srgbClr val="FDEBE5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tx13"/>
            <p:cNvSpPr/>
            <p:nvPr/>
          </p:nvSpPr>
          <p:spPr>
            <a:xfrm>
              <a:off x="2684577" y="2197702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2715712" y="536744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2684577" y="2650522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13%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2715712" y="355616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2715712" y="3103342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2684577" y="4008983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2715712" y="491462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2715712" y="446180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850855" y="5367535"/>
              <a:ext cx="93122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105698" y="4914715"/>
              <a:ext cx="67638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260781" y="4461894"/>
              <a:ext cx="52129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335304" y="4009074"/>
              <a:ext cx="44677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96378" y="3556254"/>
              <a:ext cx="11857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1105607" y="3103434"/>
              <a:ext cx="67647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825983" y="2650614"/>
              <a:ext cx="9560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006029" y="2197793"/>
              <a:ext cx="77605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29" name="tx29"/>
            <p:cNvSpPr/>
            <p:nvPr/>
          </p:nvSpPr>
          <p:spPr>
            <a:xfrm rot="-1200000">
              <a:off x="2394810" y="5812752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pic>
          <p:nvPicPr>
            <p:cNvPr id="30" name="pic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7239" y="3274075"/>
              <a:ext cx="219455" cy="1097280"/>
            </a:xfrm>
            <a:prstGeom prst="rect">
              <a:avLst/>
            </a:prstGeom>
          </p:spPr>
        </p:pic>
        <p:sp>
          <p:nvSpPr>
            <p:cNvPr id="31" name="pl31"/>
            <p:cNvSpPr/>
            <p:nvPr/>
          </p:nvSpPr>
          <p:spPr>
            <a:xfrm>
              <a:off x="4132804" y="436952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2804" y="409612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2804" y="382271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132804" y="354930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32804" y="327590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957239" y="436952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957239" y="409612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957239" y="382271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957239" y="354930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957239" y="327590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46284" y="432947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46284" y="40560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46284" y="378266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6284" y="350925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246284" y="323585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844710" y="1739378"/>
              <a:ext cx="10149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47" name="rc47"/>
            <p:cNvSpPr/>
            <p:nvPr/>
          </p:nvSpPr>
          <p:spPr>
            <a:xfrm>
              <a:off x="6048568" y="2011434"/>
              <a:ext cx="1586467" cy="452820"/>
            </a:xfrm>
            <a:prstGeom prst="rect">
              <a:avLst/>
            </a:prstGeom>
            <a:solidFill>
              <a:srgbClr val="EBF0F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6048568" y="5181175"/>
              <a:ext cx="1586467" cy="452820"/>
            </a:xfrm>
            <a:prstGeom prst="rect">
              <a:avLst/>
            </a:prstGeom>
            <a:solidFill>
              <a:srgbClr val="EFF4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6048568" y="2464254"/>
              <a:ext cx="1586467" cy="452820"/>
            </a:xfrm>
            <a:prstGeom prst="rect">
              <a:avLst/>
            </a:prstGeom>
            <a:solidFill>
              <a:srgbClr val="F3F8F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6048568" y="3369895"/>
              <a:ext cx="1586467" cy="452820"/>
            </a:xfrm>
            <a:prstGeom prst="rect">
              <a:avLst/>
            </a:prstGeom>
            <a:solidFill>
              <a:srgbClr val="EEF4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6048568" y="2917074"/>
              <a:ext cx="1586467" cy="452820"/>
            </a:xfrm>
            <a:prstGeom prst="rect">
              <a:avLst/>
            </a:prstGeom>
            <a:solidFill>
              <a:srgbClr val="D2DBE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6048568" y="3822715"/>
              <a:ext cx="1586467" cy="452820"/>
            </a:xfrm>
            <a:prstGeom prst="rect">
              <a:avLst/>
            </a:prstGeom>
            <a:solidFill>
              <a:srgbClr val="EBF0F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6048568" y="4728355"/>
              <a:ext cx="1586467" cy="452820"/>
            </a:xfrm>
            <a:prstGeom prst="rect">
              <a:avLst/>
            </a:prstGeom>
            <a:solidFill>
              <a:srgbClr val="E8EFF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6048568" y="4275535"/>
              <a:ext cx="1586467" cy="452820"/>
            </a:xfrm>
            <a:prstGeom prst="rect">
              <a:avLst/>
            </a:prstGeom>
            <a:solidFill>
              <a:srgbClr val="DBE3F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6760923" y="2197702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6760923" y="536744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760923" y="2650522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760923" y="355616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729788" y="3103342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6760923" y="400898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6760923" y="491462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729788" y="4461803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15%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896066" y="5367535"/>
              <a:ext cx="93122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150909" y="4914715"/>
              <a:ext cx="67638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305992" y="4461894"/>
              <a:ext cx="52129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380515" y="4009074"/>
              <a:ext cx="44677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641589" y="3556254"/>
              <a:ext cx="11857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5150818" y="3103434"/>
              <a:ext cx="67647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4871194" y="2650614"/>
              <a:ext cx="9560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5051240" y="2197793"/>
              <a:ext cx="77605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71" name="tx71"/>
            <p:cNvSpPr/>
            <p:nvPr/>
          </p:nvSpPr>
          <p:spPr>
            <a:xfrm rot="-1200000">
              <a:off x="6440021" y="5812752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pic>
          <p:nvPicPr>
            <p:cNvPr id="72" name="pic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2450" y="3274075"/>
              <a:ext cx="219455" cy="1097280"/>
            </a:xfrm>
            <a:prstGeom prst="rect">
              <a:avLst/>
            </a:prstGeom>
          </p:spPr>
        </p:pic>
        <p:sp>
          <p:nvSpPr>
            <p:cNvPr id="73" name="pl73"/>
            <p:cNvSpPr/>
            <p:nvPr/>
          </p:nvSpPr>
          <p:spPr>
            <a:xfrm>
              <a:off x="8178015" y="436952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178015" y="409612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178015" y="382271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178015" y="354930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178015" y="327590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002450" y="436952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8002450" y="409612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002450" y="382271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8002450" y="354930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8002450" y="327590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8291495" y="432947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8291495" y="40560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8291495" y="378266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8291495" y="350925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8291495" y="3235853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5889921" y="1739378"/>
              <a:ext cx="110825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2026-05-29T11:37:59Z</dcterms:modified>
  <cp:category/>
</cp:coreProperties>
</file>