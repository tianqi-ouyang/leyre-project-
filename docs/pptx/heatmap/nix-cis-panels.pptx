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bd9531ae6a7995acb5bd3f824f9680a167081b1.png"/>
<Relationship Id="rId3" Type="http://schemas.openxmlformats.org/officeDocument/2006/relationships/image" Target="../media/35c5a0f3b64db60fc5dc9954ccf93d739ec61ce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03357" y="2011434"/>
              <a:ext cx="1586467" cy="452820"/>
            </a:xfrm>
            <a:prstGeom prst="rect">
              <a:avLst/>
            </a:prstGeom>
            <a:solidFill>
              <a:srgbClr val="FBE2D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003357" y="5181175"/>
              <a:ext cx="1586467" cy="452820"/>
            </a:xfrm>
            <a:prstGeom prst="rect">
              <a:avLst/>
            </a:prstGeom>
            <a:solidFill>
              <a:srgbClr val="FBE1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003357" y="2464254"/>
              <a:ext cx="1586467" cy="452820"/>
            </a:xfrm>
            <a:prstGeom prst="rect">
              <a:avLst/>
            </a:prstGeom>
            <a:solidFill>
              <a:srgbClr val="FADA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03357" y="3369895"/>
              <a:ext cx="1586467" cy="452820"/>
            </a:xfrm>
            <a:prstGeom prst="rect">
              <a:avLst/>
            </a:prstGeom>
            <a:solidFill>
              <a:srgbClr val="FCE3D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003357" y="2917074"/>
              <a:ext cx="1586467" cy="452820"/>
            </a:xfrm>
            <a:prstGeom prst="rect">
              <a:avLst/>
            </a:prstGeom>
            <a:solidFill>
              <a:srgbClr val="FEED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003357" y="3822715"/>
              <a:ext cx="1586467" cy="452820"/>
            </a:xfrm>
            <a:prstGeom prst="rect">
              <a:avLst/>
            </a:prstGeom>
            <a:solidFill>
              <a:srgbClr val="FBE2D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003357" y="4728355"/>
              <a:ext cx="1586467" cy="452820"/>
            </a:xfrm>
            <a:prstGeom prst="rect">
              <a:avLst/>
            </a:prstGeom>
            <a:solidFill>
              <a:srgbClr val="FCE6E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003357" y="4275535"/>
              <a:ext cx="1586467" cy="452820"/>
            </a:xfrm>
            <a:prstGeom prst="rect">
              <a:avLst/>
            </a:prstGeom>
            <a:solidFill>
              <a:srgbClr val="FDECE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3"/>
            <p:cNvSpPr/>
            <p:nvPr/>
          </p:nvSpPr>
          <p:spPr>
            <a:xfrm>
              <a:off x="2715712" y="21977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2684577" y="5367443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684577" y="2650522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715712" y="355616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715712" y="310334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715712" y="400898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715712" y="491462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715712" y="446180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50855" y="5367535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105698" y="4914715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260781" y="4461894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335304" y="400907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96378" y="3556254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105607" y="3103434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25983" y="2650614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006029" y="2197793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29" name="tx29"/>
            <p:cNvSpPr/>
            <p:nvPr/>
          </p:nvSpPr>
          <p:spPr>
            <a:xfrm rot="-1200000">
              <a:off x="2394810" y="5812752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pic>
          <p:nvPicPr>
            <p:cNvPr id="30" name="pic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239" y="3274075"/>
              <a:ext cx="219455" cy="1097280"/>
            </a:xfrm>
            <a:prstGeom prst="rect">
              <a:avLst/>
            </a:prstGeom>
          </p:spPr>
        </p:pic>
        <p:sp>
          <p:nvSpPr>
            <p:cNvPr id="31" name="pl31"/>
            <p:cNvSpPr/>
            <p:nvPr/>
          </p:nvSpPr>
          <p:spPr>
            <a:xfrm>
              <a:off x="4132804" y="43695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2804" y="40961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2804" y="38227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2804" y="35493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32804" y="32759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957239" y="43695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957239" y="40961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57239" y="38227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957239" y="35493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57239" y="32759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46284" y="43294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46284" y="40560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46284" y="37826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6284" y="35092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246284" y="323585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844710" y="1739378"/>
              <a:ext cx="10149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6048568" y="2011434"/>
              <a:ext cx="1586467" cy="452820"/>
            </a:xfrm>
            <a:prstGeom prst="rect">
              <a:avLst/>
            </a:prstGeom>
            <a:solidFill>
              <a:srgbClr val="ECF2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048568" y="5181175"/>
              <a:ext cx="1586467" cy="452820"/>
            </a:xfrm>
            <a:prstGeom prst="rect">
              <a:avLst/>
            </a:prstGeom>
            <a:solidFill>
              <a:srgbClr val="F1F6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048568" y="2464254"/>
              <a:ext cx="1586467" cy="452820"/>
            </a:xfrm>
            <a:prstGeom prst="rect">
              <a:avLst/>
            </a:prstGeom>
            <a:solidFill>
              <a:srgbClr val="F4F9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048568" y="3369895"/>
              <a:ext cx="1586467" cy="452820"/>
            </a:xfrm>
            <a:prstGeom prst="rect">
              <a:avLst/>
            </a:prstGeom>
            <a:solidFill>
              <a:srgbClr val="EF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048568" y="2917074"/>
              <a:ext cx="1586467" cy="452820"/>
            </a:xfrm>
            <a:prstGeom prst="rect">
              <a:avLst/>
            </a:prstGeom>
            <a:solidFill>
              <a:srgbClr val="D8E1F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048568" y="3822715"/>
              <a:ext cx="1586467" cy="452820"/>
            </a:xfrm>
            <a:prstGeom prst="rect">
              <a:avLst/>
            </a:prstGeom>
            <a:solidFill>
              <a:srgbClr val="EEF3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048568" y="4728355"/>
              <a:ext cx="1586467" cy="452820"/>
            </a:xfrm>
            <a:prstGeom prst="rect">
              <a:avLst/>
            </a:prstGeom>
            <a:solidFill>
              <a:srgbClr val="ECF2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048568" y="4275535"/>
              <a:ext cx="1586467" cy="452820"/>
            </a:xfrm>
            <a:prstGeom prst="rect">
              <a:avLst/>
            </a:prstGeom>
            <a:solidFill>
              <a:srgbClr val="E1E9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6760923" y="21977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760923" y="536744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60923" y="265052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760923" y="355616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729788" y="3103342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760923" y="400898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760923" y="491462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729788" y="4461803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896066" y="5367535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50909" y="4914715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305992" y="4461894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380515" y="400907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641589" y="3556254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150818" y="3103434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871194" y="2650614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051240" y="2197793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71" name="tx71"/>
            <p:cNvSpPr/>
            <p:nvPr/>
          </p:nvSpPr>
          <p:spPr>
            <a:xfrm rot="-1200000">
              <a:off x="6440021" y="5812752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pic>
          <p:nvPicPr>
            <p:cNvPr id="72" name="pic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450" y="3274075"/>
              <a:ext cx="219455" cy="1097280"/>
            </a:xfrm>
            <a:prstGeom prst="rect">
              <a:avLst/>
            </a:prstGeom>
          </p:spPr>
        </p:pic>
        <p:sp>
          <p:nvSpPr>
            <p:cNvPr id="73" name="pl73"/>
            <p:cNvSpPr/>
            <p:nvPr/>
          </p:nvSpPr>
          <p:spPr>
            <a:xfrm>
              <a:off x="8178015" y="43695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178015" y="40961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178015" y="38227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178015" y="35493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178015" y="32759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002450" y="43695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002450" y="40961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002450" y="38227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002450" y="35493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002450" y="32759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8291495" y="43294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8291495" y="40560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8291495" y="37826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8291495" y="35092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8291495" y="323585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889921" y="1739378"/>
              <a:ext cx="110825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2026-05-29T11:38:01Z</dcterms:modified>
  <cp:category/>
</cp:coreProperties>
</file>