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9deaca43e4abc8c49958eb02b7dc1848154fdf0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620157" y="1937237"/>
              <a:ext cx="2477877" cy="418292"/>
            </a:xfrm>
            <a:prstGeom prst="rect">
              <a:avLst/>
            </a:prstGeom>
            <a:solidFill>
              <a:srgbClr val="BB343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620157" y="4865286"/>
              <a:ext cx="2477877" cy="418292"/>
            </a:xfrm>
            <a:prstGeom prst="rect">
              <a:avLst/>
            </a:prstGeom>
            <a:solidFill>
              <a:srgbClr val="EEC3B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620157" y="2355530"/>
              <a:ext cx="2477877" cy="418292"/>
            </a:xfrm>
            <a:prstGeom prst="rect">
              <a:avLst/>
            </a:prstGeom>
            <a:solidFill>
              <a:srgbClr val="B2182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620157" y="3192115"/>
              <a:ext cx="2477877" cy="418292"/>
            </a:xfrm>
            <a:prstGeom prst="rect">
              <a:avLst/>
            </a:prstGeom>
            <a:solidFill>
              <a:srgbClr val="E1958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620157" y="2773823"/>
              <a:ext cx="2477877" cy="418292"/>
            </a:xfrm>
            <a:prstGeom prst="rect">
              <a:avLst/>
            </a:prstGeom>
            <a:solidFill>
              <a:srgbClr val="BCC7E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620157" y="3610408"/>
              <a:ext cx="2477877" cy="418292"/>
            </a:xfrm>
            <a:prstGeom prst="rect">
              <a:avLst/>
            </a:prstGeom>
            <a:solidFill>
              <a:srgbClr val="EFC4C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620157" y="4446993"/>
              <a:ext cx="2477877" cy="418292"/>
            </a:xfrm>
            <a:prstGeom prst="rect">
              <a:avLst/>
            </a:prstGeom>
            <a:solidFill>
              <a:srgbClr val="F7F7F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620157" y="4028700"/>
              <a:ext cx="2477877" cy="418292"/>
            </a:xfrm>
            <a:prstGeom prst="rect">
              <a:avLst/>
            </a:prstGeom>
            <a:solidFill>
              <a:srgbClr val="C1CBE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142279" y="1937237"/>
              <a:ext cx="2477877" cy="418292"/>
            </a:xfrm>
            <a:prstGeom prst="rect">
              <a:avLst/>
            </a:prstGeom>
            <a:solidFill>
              <a:srgbClr val="C9575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142279" y="4865286"/>
              <a:ext cx="2477877" cy="418292"/>
            </a:xfrm>
            <a:prstGeom prst="rect">
              <a:avLst/>
            </a:prstGeom>
            <a:solidFill>
              <a:srgbClr val="F3D9D7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142279" y="2355530"/>
              <a:ext cx="2477877" cy="418292"/>
            </a:xfrm>
            <a:prstGeom prst="rect">
              <a:avLst/>
            </a:prstGeom>
            <a:solidFill>
              <a:srgbClr val="D1686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2279" y="3192115"/>
              <a:ext cx="2477877" cy="418292"/>
            </a:xfrm>
            <a:prstGeom prst="rect">
              <a:avLst/>
            </a:prstGeom>
            <a:solidFill>
              <a:srgbClr val="ECB9B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2279" y="2773823"/>
              <a:ext cx="2477877" cy="418292"/>
            </a:xfrm>
            <a:prstGeom prst="rect">
              <a:avLst/>
            </a:prstGeom>
            <a:solidFill>
              <a:srgbClr val="DFE3E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2279" y="3610408"/>
              <a:ext cx="2477877" cy="418292"/>
            </a:xfrm>
            <a:prstGeom prst="rect">
              <a:avLst/>
            </a:prstGeom>
            <a:solidFill>
              <a:srgbClr val="F1D0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142279" y="4446993"/>
              <a:ext cx="2477877" cy="418292"/>
            </a:xfrm>
            <a:prstGeom prst="rect">
              <a:avLst/>
            </a:prstGeom>
            <a:solidFill>
              <a:srgbClr val="F6EBE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2279" y="4028700"/>
              <a:ext cx="2477877" cy="418292"/>
            </a:xfrm>
            <a:prstGeom prst="rect">
              <a:avLst/>
            </a:prstGeom>
            <a:solidFill>
              <a:srgbClr val="DEE2E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5716313" y="204898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↑35%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746442" y="216606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↓5%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5716313" y="497703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↑13%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746442" y="509410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↓5%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716313" y="2467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↑36%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746442" y="258435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716313" y="330386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↑20%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746442" y="342093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↓4%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716313" y="2885568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↑11%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716313" y="300264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↓21%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716313" y="372215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↑16%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746442" y="383923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↓7%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746442" y="45587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46442" y="467581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↓9%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746442" y="414044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↑8%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716313" y="425752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↓18%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238435" y="2048983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↑27%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268564" y="2166060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268564" y="497703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268564" y="509410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238435" y="246727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↑24%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3268564" y="258435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238435" y="3303861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↑12%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68564" y="342093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↓2%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68564" y="2885568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↑6%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38435" y="3002646"/>
              <a:ext cx="285567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↓10%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268564" y="372215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↑9%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268564" y="3839231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268564" y="4558739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268564" y="467581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↓3%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268564" y="4140446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↑5%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68564" y="4257523"/>
              <a:ext cx="225308" cy="777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262626">
                      <a:alpha val="100000"/>
                    </a:srgbClr>
                  </a:solidFill>
                  <a:latin typeface="Helvetica"/>
                  <a:cs typeface="Helvetica"/>
                </a:rPr>
                <a:t>↓9%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0635" y="5030723"/>
              <a:ext cx="1015532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4-marker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088430" y="4612431"/>
              <a:ext cx="73773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Cr-Cys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257594" y="4194138"/>
              <a:ext cx="56857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Cys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38793" y="3775846"/>
              <a:ext cx="48737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EKFC Cr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33115" y="3357553"/>
              <a:ext cx="129305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Cr-Cys (2021)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88338" y="2939260"/>
              <a:ext cx="737829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Cys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83478" y="2520968"/>
              <a:ext cx="104269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CKD-EPI Cr (2021)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979982" y="2102675"/>
              <a:ext cx="846185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Cockcroft-Gault</a:t>
              </a:r>
            </a:p>
          </p:txBody>
        </p:sp>
        <p:sp>
          <p:nvSpPr>
            <p:cNvPr id="60" name="tx60"/>
            <p:cNvSpPr/>
            <p:nvPr/>
          </p:nvSpPr>
          <p:spPr>
            <a:xfrm rot="-1200000">
              <a:off x="2378976" y="5570453"/>
              <a:ext cx="104881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61" name="tx61"/>
            <p:cNvSpPr/>
            <p:nvPr/>
          </p:nvSpPr>
          <p:spPr>
            <a:xfrm rot="-1200000">
              <a:off x="4856854" y="5570453"/>
              <a:ext cx="104881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7573569" y="2886833"/>
              <a:ext cx="415046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Net 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573569" y="3051425"/>
              <a:ext cx="96140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(over − under)</a:t>
              </a:r>
            </a:p>
          </p:txBody>
        </p:sp>
        <p:pic>
          <p:nvPicPr>
            <p:cNvPr id="64" name="pic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3569" y="3253527"/>
              <a:ext cx="219455" cy="1097280"/>
            </a:xfrm>
            <a:prstGeom prst="rect">
              <a:avLst/>
            </a:prstGeom>
          </p:spPr>
        </p:pic>
        <p:sp>
          <p:nvSpPr>
            <p:cNvPr id="65" name="pl65"/>
            <p:cNvSpPr/>
            <p:nvPr/>
          </p:nvSpPr>
          <p:spPr>
            <a:xfrm>
              <a:off x="7749134" y="413273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749134" y="380216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749134" y="34716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573569" y="413273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573569" y="380216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573569" y="34716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7868940" y="4089025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868940" y="3758459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7868940" y="3427893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894492" y="1676115"/>
              <a:ext cx="4301794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over/under-dose vs mGFR — non-indexed GFR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804169" y="5935856"/>
              <a:ext cx="354165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Red = net overdosing vs measured GFR · Blue = net underdosing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2026-05-29T11:38:00Z</dcterms:modified>
  <cp:category/>
</cp:coreProperties>
</file>