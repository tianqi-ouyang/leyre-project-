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9deaca43e4abc8c49958eb02b7dc1848154fdf05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348769" y="1939663"/>
              <a:ext cx="4542775" cy="442553"/>
            </a:xfrm>
            <a:prstGeom prst="rect">
              <a:avLst/>
            </a:prstGeom>
            <a:solidFill>
              <a:srgbClr val="F0C8C4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348769" y="5037535"/>
              <a:ext cx="4542775" cy="442553"/>
            </a:xfrm>
            <a:prstGeom prst="rect">
              <a:avLst/>
            </a:prstGeom>
            <a:solidFill>
              <a:srgbClr val="ECBAB5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2348769" y="2382216"/>
              <a:ext cx="4542775" cy="442553"/>
            </a:xfrm>
            <a:prstGeom prst="rect">
              <a:avLst/>
            </a:prstGeom>
            <a:solidFill>
              <a:srgbClr val="D36D68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2348769" y="3267323"/>
              <a:ext cx="4542775" cy="442553"/>
            </a:xfrm>
            <a:prstGeom prst="rect">
              <a:avLst/>
            </a:prstGeom>
            <a:solidFill>
              <a:srgbClr val="EFC6C2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348769" y="2824770"/>
              <a:ext cx="4542775" cy="442553"/>
            </a:xfrm>
            <a:prstGeom prst="rect">
              <a:avLst/>
            </a:prstGeom>
            <a:solidFill>
              <a:srgbClr val="2166AC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348769" y="3709876"/>
              <a:ext cx="4542775" cy="442553"/>
            </a:xfrm>
            <a:prstGeom prst="rect">
              <a:avLst/>
            </a:prstGeom>
            <a:solidFill>
              <a:srgbClr val="F1D0CD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348769" y="4594982"/>
              <a:ext cx="4542775" cy="442553"/>
            </a:xfrm>
            <a:prstGeom prst="rect">
              <a:avLst/>
            </a:prstGeom>
            <a:solidFill>
              <a:srgbClr val="F3F4F5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348769" y="4152429"/>
              <a:ext cx="4542775" cy="442553"/>
            </a:xfrm>
            <a:prstGeom prst="rect">
              <a:avLst/>
            </a:prstGeom>
            <a:solidFill>
              <a:srgbClr val="819AC9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tx12"/>
            <p:cNvSpPr/>
            <p:nvPr/>
          </p:nvSpPr>
          <p:spPr>
            <a:xfrm>
              <a:off x="4477374" y="2063539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↑10%</a:t>
              </a:r>
            </a:p>
          </p:txBody>
        </p:sp>
        <p:sp>
          <p:nvSpPr>
            <p:cNvPr id="13" name="tx13"/>
            <p:cNvSpPr/>
            <p:nvPr/>
          </p:nvSpPr>
          <p:spPr>
            <a:xfrm>
              <a:off x="4507503" y="2180617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↓7%</a:t>
              </a:r>
            </a:p>
          </p:txBody>
        </p:sp>
        <p:sp>
          <p:nvSpPr>
            <p:cNvPr id="14" name="tx14"/>
            <p:cNvSpPr/>
            <p:nvPr/>
          </p:nvSpPr>
          <p:spPr>
            <a:xfrm>
              <a:off x="4507503" y="5161411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↑9%</a:t>
              </a:r>
            </a:p>
          </p:txBody>
        </p:sp>
        <p:sp>
          <p:nvSpPr>
            <p:cNvPr id="15" name="tx15"/>
            <p:cNvSpPr/>
            <p:nvPr/>
          </p:nvSpPr>
          <p:spPr>
            <a:xfrm>
              <a:off x="4507503" y="5278488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↓4%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4477374" y="2506092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↑13%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4507503" y="2623170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↓2%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4507503" y="3391198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↑8%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4507503" y="3508276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↓5%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4507503" y="2948645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↑4%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4477374" y="3065723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↓20%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4477374" y="3833752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↑10%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4507503" y="3950829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↓7%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4507503" y="4718858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↑7%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4507503" y="4835935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↓8%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4507503" y="4276305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↑5%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4477374" y="4393382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↓15%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810635" y="5215103"/>
              <a:ext cx="1015532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4-marker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1088430" y="4772550"/>
              <a:ext cx="73773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Cr-Cys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1257594" y="4329997"/>
              <a:ext cx="56857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Cys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338793" y="3887444"/>
              <a:ext cx="487375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Cr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533115" y="3444891"/>
              <a:ext cx="129305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Cr-Cys (2021)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1088338" y="3002338"/>
              <a:ext cx="737829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Cys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83478" y="2559785"/>
              <a:ext cx="104269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Cr (2021)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979982" y="2117232"/>
              <a:ext cx="846185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Cockcroft-Gault</a:t>
              </a:r>
            </a:p>
          </p:txBody>
        </p:sp>
        <p:sp>
          <p:nvSpPr>
            <p:cNvPr id="36" name="tx36"/>
            <p:cNvSpPr/>
            <p:nvPr/>
          </p:nvSpPr>
          <p:spPr>
            <a:xfrm rot="-1200000">
              <a:off x="4182026" y="5669921"/>
              <a:ext cx="467166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7573569" y="2986301"/>
              <a:ext cx="415046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Net %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573569" y="3150893"/>
              <a:ext cx="961400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(over − under)</a:t>
              </a:r>
            </a:p>
          </p:txBody>
        </p:sp>
        <p:pic>
          <p:nvPicPr>
            <p:cNvPr id="39" name="pic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3569" y="3352995"/>
              <a:ext cx="219455" cy="1097280"/>
            </a:xfrm>
            <a:prstGeom prst="rect">
              <a:avLst/>
            </a:prstGeom>
          </p:spPr>
        </p:pic>
        <p:sp>
          <p:nvSpPr>
            <p:cNvPr id="40" name="pl40"/>
            <p:cNvSpPr/>
            <p:nvPr/>
          </p:nvSpPr>
          <p:spPr>
            <a:xfrm>
              <a:off x="7749134" y="4241622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7749134" y="390163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7749134" y="3561649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7573569" y="4241622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7573569" y="390163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7573569" y="3561649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tx46"/>
            <p:cNvSpPr/>
            <p:nvPr/>
          </p:nvSpPr>
          <p:spPr>
            <a:xfrm>
              <a:off x="7868940" y="4197913"/>
              <a:ext cx="17611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7868940" y="3857927"/>
              <a:ext cx="6775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868940" y="3517941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1894492" y="1676115"/>
              <a:ext cx="3768608" cy="109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 over/under-dose vs mGFR — indexed GFR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804169" y="5935856"/>
              <a:ext cx="354165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Red = net overdosing vs measured GFR · Blue = net underdosing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2026-05-29T11:37:59Z</dcterms:modified>
  <cp:category/>
</cp:coreProperties>
</file>