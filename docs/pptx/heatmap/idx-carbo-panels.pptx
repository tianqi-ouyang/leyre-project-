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cbd9531ae6a7995acb5bd3f824f9680a167081b1.png"/>
<Relationship Id="rId3" Type="http://schemas.openxmlformats.org/officeDocument/2006/relationships/image" Target="../media/35c5a0f3b64db60fc5dc9954ccf93d739ec61cec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796591" y="2009209"/>
              <a:ext cx="865346" cy="430565"/>
            </a:xfrm>
            <a:prstGeom prst="rect">
              <a:avLst/>
            </a:prstGeom>
            <a:solidFill>
              <a:srgbClr val="EDADA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796591" y="5023169"/>
              <a:ext cx="865346" cy="430565"/>
            </a:xfrm>
            <a:prstGeom prst="rect">
              <a:avLst/>
            </a:prstGeom>
            <a:solidFill>
              <a:srgbClr val="FADB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796591" y="2439774"/>
              <a:ext cx="865346" cy="430565"/>
            </a:xfrm>
            <a:prstGeom prst="rect">
              <a:avLst/>
            </a:prstGeom>
            <a:solidFill>
              <a:srgbClr val="EDADA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796591" y="3300906"/>
              <a:ext cx="865346" cy="430565"/>
            </a:xfrm>
            <a:prstGeom prst="rect">
              <a:avLst/>
            </a:prstGeom>
            <a:solidFill>
              <a:srgbClr val="F6CDC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796591" y="2870340"/>
              <a:ext cx="865346" cy="430565"/>
            </a:xfrm>
            <a:prstGeom prst="rect">
              <a:avLst/>
            </a:prstGeom>
            <a:solidFill>
              <a:srgbClr val="FBDFD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796591" y="3731472"/>
              <a:ext cx="865346" cy="430565"/>
            </a:xfrm>
            <a:prstGeom prst="rect">
              <a:avLst/>
            </a:prstGeom>
            <a:solidFill>
              <a:srgbClr val="F8D5C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796591" y="4592604"/>
              <a:ext cx="865346" cy="430565"/>
            </a:xfrm>
            <a:prstGeom prst="rect">
              <a:avLst/>
            </a:prstGeom>
            <a:solidFill>
              <a:srgbClr val="FCE3D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796591" y="4162038"/>
              <a:ext cx="865346" cy="430565"/>
            </a:xfrm>
            <a:prstGeom prst="rect">
              <a:avLst/>
            </a:prstGeom>
            <a:solidFill>
              <a:srgbClr val="FCE4D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931245" y="2009209"/>
              <a:ext cx="865346" cy="430565"/>
            </a:xfrm>
            <a:prstGeom prst="rect">
              <a:avLst/>
            </a:prstGeom>
            <a:solidFill>
              <a:srgbClr val="F2BDB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931245" y="5023169"/>
              <a:ext cx="865346" cy="430565"/>
            </a:xfrm>
            <a:prstGeom prst="rect">
              <a:avLst/>
            </a:prstGeom>
            <a:solidFill>
              <a:srgbClr val="FCE7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931245" y="2439774"/>
              <a:ext cx="865346" cy="430565"/>
            </a:xfrm>
            <a:prstGeom prst="rect">
              <a:avLst/>
            </a:prstGeom>
            <a:solidFill>
              <a:srgbClr val="F4C3B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931245" y="3300906"/>
              <a:ext cx="865346" cy="430565"/>
            </a:xfrm>
            <a:prstGeom prst="rect">
              <a:avLst/>
            </a:prstGeom>
            <a:solidFill>
              <a:srgbClr val="FADDD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931245" y="2870340"/>
              <a:ext cx="865346" cy="430565"/>
            </a:xfrm>
            <a:prstGeom prst="rect">
              <a:avLst/>
            </a:prstGeom>
            <a:solidFill>
              <a:srgbClr val="FDE9E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931245" y="3731472"/>
              <a:ext cx="865346" cy="430565"/>
            </a:xfrm>
            <a:prstGeom prst="rect">
              <a:avLst/>
            </a:prstGeom>
            <a:solidFill>
              <a:srgbClr val="FBE2D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931245" y="4592604"/>
              <a:ext cx="865346" cy="430565"/>
            </a:xfrm>
            <a:prstGeom prst="rect">
              <a:avLst/>
            </a:prstGeom>
            <a:solidFill>
              <a:srgbClr val="FDEBE5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31245" y="4162038"/>
              <a:ext cx="865346" cy="430565"/>
            </a:xfrm>
            <a:prstGeom prst="rect">
              <a:avLst/>
            </a:prstGeom>
            <a:solidFill>
              <a:srgbClr val="FDECE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3117250" y="218434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36%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7250" y="5198310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7250" y="2614915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35%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17250" y="347604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3117250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11%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117250" y="3906613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16%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148385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148385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251904" y="218434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27%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283039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251904" y="2614915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24%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1904" y="3476047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12%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283039" y="3045481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6%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283039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9%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283039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283039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50855" y="5198402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05698" y="4767836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260781" y="433727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335304" y="390670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6378" y="3476138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05607" y="3045572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25983" y="2615007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06029" y="218444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45" name="tx45"/>
            <p:cNvSpPr/>
            <p:nvPr/>
          </p:nvSpPr>
          <p:spPr>
            <a:xfrm rot="-1200000">
              <a:off x="1444674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46" name="tx46"/>
            <p:cNvSpPr/>
            <p:nvPr/>
          </p:nvSpPr>
          <p:spPr>
            <a:xfrm rot="-1200000">
              <a:off x="2310020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pic>
          <p:nvPicPr>
            <p:cNvPr id="47" name="pic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7239" y="3182832"/>
              <a:ext cx="219455" cy="1097280"/>
            </a:xfrm>
            <a:prstGeom prst="rect">
              <a:avLst/>
            </a:prstGeom>
          </p:spPr>
        </p:pic>
        <p:sp>
          <p:nvSpPr>
            <p:cNvPr id="48" name="pl48"/>
            <p:cNvSpPr/>
            <p:nvPr/>
          </p:nvSpPr>
          <p:spPr>
            <a:xfrm>
              <a:off x="4132804" y="427828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32804" y="40048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32804" y="3731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32804" y="3458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132804" y="3184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957239" y="427828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57239" y="40048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57239" y="3731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957239" y="3458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957239" y="3184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4246284" y="423823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46284" y="396482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246284" y="369142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246284" y="341801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46284" y="31446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844710" y="1739378"/>
              <a:ext cx="10149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6841802" y="2009209"/>
              <a:ext cx="865346" cy="430565"/>
            </a:xfrm>
            <a:prstGeom prst="rect">
              <a:avLst/>
            </a:prstGeom>
            <a:solidFill>
              <a:srgbClr val="EEF3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841802" y="5023169"/>
              <a:ext cx="865346" cy="430565"/>
            </a:xfrm>
            <a:prstGeom prst="rect">
              <a:avLst/>
            </a:prstGeom>
            <a:solidFill>
              <a:srgbClr val="EEF4F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841802" y="2439774"/>
              <a:ext cx="865346" cy="430565"/>
            </a:xfrm>
            <a:prstGeom prst="rect">
              <a:avLst/>
            </a:prstGeom>
            <a:solidFill>
              <a:srgbClr val="F3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841802" y="3300906"/>
              <a:ext cx="865346" cy="430565"/>
            </a:xfrm>
            <a:prstGeom prst="rect">
              <a:avLst/>
            </a:prstGeom>
            <a:solidFill>
              <a:srgbClr val="F0F5FC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841802" y="2870340"/>
              <a:ext cx="865346" cy="430565"/>
            </a:xfrm>
            <a:prstGeom prst="rect">
              <a:avLst/>
            </a:prstGeom>
            <a:solidFill>
              <a:srgbClr val="D0DA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6841802" y="3731472"/>
              <a:ext cx="865346" cy="430565"/>
            </a:xfrm>
            <a:prstGeom prst="rect">
              <a:avLst/>
            </a:prstGeom>
            <a:solidFill>
              <a:srgbClr val="E9EFF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841802" y="4592604"/>
              <a:ext cx="865346" cy="430565"/>
            </a:xfrm>
            <a:prstGeom prst="rect">
              <a:avLst/>
            </a:prstGeom>
            <a:solidFill>
              <a:srgbClr val="E7EE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6841802" y="4162038"/>
              <a:ext cx="865346" cy="430565"/>
            </a:xfrm>
            <a:prstGeom prst="rect">
              <a:avLst/>
            </a:prstGeom>
            <a:solidFill>
              <a:srgbClr val="D7E0F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976456" y="2009209"/>
              <a:ext cx="865346" cy="430565"/>
            </a:xfrm>
            <a:prstGeom prst="rect">
              <a:avLst/>
            </a:prstGeom>
            <a:solidFill>
              <a:srgbClr val="F4F8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5976456" y="5023169"/>
              <a:ext cx="865346" cy="430565"/>
            </a:xfrm>
            <a:prstGeom prst="rect">
              <a:avLst/>
            </a:prstGeom>
            <a:solidFill>
              <a:srgbClr val="F4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5976456" y="2439774"/>
              <a:ext cx="865346" cy="430565"/>
            </a:xfrm>
            <a:prstGeom prst="rect">
              <a:avLst/>
            </a:prstGeom>
            <a:solidFill>
              <a:srgbClr val="F4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5976456" y="3300906"/>
              <a:ext cx="865346" cy="430565"/>
            </a:xfrm>
            <a:prstGeom prst="rect">
              <a:avLst/>
            </a:prstGeom>
            <a:solidFill>
              <a:srgbClr val="F4F9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5976456" y="2870340"/>
              <a:ext cx="865346" cy="430565"/>
            </a:xfrm>
            <a:prstGeom prst="rect">
              <a:avLst/>
            </a:prstGeom>
            <a:solidFill>
              <a:srgbClr val="E5ECF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5976456" y="3731472"/>
              <a:ext cx="865346" cy="430565"/>
            </a:xfrm>
            <a:prstGeom prst="rect">
              <a:avLst/>
            </a:prstGeom>
            <a:solidFill>
              <a:srgbClr val="F2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5976456" y="4592604"/>
              <a:ext cx="865346" cy="430565"/>
            </a:xfrm>
            <a:prstGeom prst="rect">
              <a:avLst/>
            </a:prstGeom>
            <a:solidFill>
              <a:srgbClr val="F2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5976456" y="4162038"/>
              <a:ext cx="865346" cy="430565"/>
            </a:xfrm>
            <a:prstGeom prst="rect">
              <a:avLst/>
            </a:prstGeom>
            <a:solidFill>
              <a:srgbClr val="E7ED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7193596" y="218434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5%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193596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193596" y="261491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193596" y="347604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4%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162461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21%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193596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7%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193596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162461" y="4337179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17%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328250" y="218434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328250" y="5198310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328250" y="2614915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1%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6328250" y="3476047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2%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6297115" y="3045481"/>
              <a:ext cx="224028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328250" y="3906613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328250" y="4767744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3%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328250" y="4337179"/>
              <a:ext cx="161757" cy="80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8%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96066" y="5198402"/>
              <a:ext cx="931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5150909" y="4767836"/>
              <a:ext cx="67638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5305992" y="4337270"/>
              <a:ext cx="52129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380515" y="3906704"/>
              <a:ext cx="44677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641589" y="3476138"/>
              <a:ext cx="11857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150818" y="3045572"/>
              <a:ext cx="67647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871194" y="2615007"/>
              <a:ext cx="9560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051240" y="2184441"/>
              <a:ext cx="77605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104" name="tx104"/>
            <p:cNvSpPr/>
            <p:nvPr/>
          </p:nvSpPr>
          <p:spPr>
            <a:xfrm rot="-1200000">
              <a:off x="5489884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105" name="tx105"/>
            <p:cNvSpPr/>
            <p:nvPr/>
          </p:nvSpPr>
          <p:spPr>
            <a:xfrm rot="-1200000">
              <a:off x="6355231" y="5721510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pic>
          <p:nvPicPr>
            <p:cNvPr id="106" name="pic10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2450" y="3182832"/>
              <a:ext cx="219455" cy="1097280"/>
            </a:xfrm>
            <a:prstGeom prst="rect">
              <a:avLst/>
            </a:prstGeom>
          </p:spPr>
        </p:pic>
        <p:sp>
          <p:nvSpPr>
            <p:cNvPr id="107" name="pl107"/>
            <p:cNvSpPr/>
            <p:nvPr/>
          </p:nvSpPr>
          <p:spPr>
            <a:xfrm>
              <a:off x="8178015" y="427828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78015" y="40048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78015" y="373147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8015" y="345806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78015" y="31846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002450" y="427828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002450" y="40048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002450" y="373147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002450" y="345806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002450" y="31846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8291495" y="423823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8291495" y="396482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8291495" y="369142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8291495" y="341801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8291495" y="314461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889921" y="1739378"/>
              <a:ext cx="110825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2026-05-29T11:37:59Z</dcterms:modified>
  <cp:category/>
</cp:coreProperties>
</file>