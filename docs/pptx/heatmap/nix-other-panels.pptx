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96591" y="2010500"/>
              <a:ext cx="865346" cy="443483"/>
            </a:xfrm>
            <a:prstGeom prst="rect">
              <a:avLst/>
            </a:prstGeom>
            <a:solidFill>
              <a:srgbClr val="FCE7E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796591" y="5114886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796591" y="2453984"/>
              <a:ext cx="865346" cy="443483"/>
            </a:xfrm>
            <a:prstGeom prst="rect">
              <a:avLst/>
            </a:prstGeom>
            <a:solidFill>
              <a:srgbClr val="FB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96591" y="3340951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796591" y="2897468"/>
              <a:ext cx="865346" cy="443483"/>
            </a:xfrm>
            <a:prstGeom prst="rect">
              <a:avLst/>
            </a:prstGeom>
            <a:solidFill>
              <a:srgbClr val="FEF0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96591" y="3784435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96591" y="4671402"/>
              <a:ext cx="865346" cy="443483"/>
            </a:xfrm>
            <a:prstGeom prst="rect">
              <a:avLst/>
            </a:prstGeom>
            <a:solidFill>
              <a:srgbClr val="FDEBE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796591" y="4227919"/>
              <a:ext cx="865346" cy="443483"/>
            </a:xfrm>
            <a:prstGeom prst="rect">
              <a:avLst/>
            </a:prstGeom>
            <a:solidFill>
              <a:srgbClr val="FEEFE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1245" y="2010500"/>
              <a:ext cx="865346" cy="443483"/>
            </a:xfrm>
            <a:prstGeom prst="rect">
              <a:avLst/>
            </a:prstGeom>
            <a:solidFill>
              <a:srgbClr val="F7CEC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31245" y="5114886"/>
              <a:ext cx="865346" cy="443483"/>
            </a:xfrm>
            <a:prstGeom prst="rect">
              <a:avLst/>
            </a:prstGeom>
            <a:solidFill>
              <a:srgbClr val="FCE3D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931245" y="2453984"/>
              <a:ext cx="865346" cy="443483"/>
            </a:xfrm>
            <a:prstGeom prst="rect">
              <a:avLst/>
            </a:prstGeom>
            <a:solidFill>
              <a:srgbClr val="F6CDC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931245" y="3340951"/>
              <a:ext cx="865346" cy="443483"/>
            </a:xfrm>
            <a:prstGeom prst="rect">
              <a:avLst/>
            </a:prstGeom>
            <a:solidFill>
              <a:srgbClr val="FADB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931245" y="2897468"/>
              <a:ext cx="865346" cy="443483"/>
            </a:xfrm>
            <a:prstGeom prst="rect">
              <a:avLst/>
            </a:prstGeom>
            <a:solidFill>
              <a:srgbClr val="FCE5D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931245" y="3784435"/>
              <a:ext cx="865346" cy="443483"/>
            </a:xfrm>
            <a:prstGeom prst="rect">
              <a:avLst/>
            </a:prstGeom>
            <a:solidFill>
              <a:srgbClr val="FB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931245" y="4671402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31245" y="4227919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148385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48385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7250" y="2635584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48385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48385" y="307906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48385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48385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148385" y="4409518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51904" y="2192100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283039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251904" y="2635584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19%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1904" y="352255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83039" y="307906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251904" y="3966035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83039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283039" y="4409518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0855" y="5296577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05698" y="4853093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60781" y="440961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335304" y="3966126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6378" y="3522642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05607" y="3079159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5983" y="2635675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06029" y="219219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45" name="tx45"/>
            <p:cNvSpPr/>
            <p:nvPr/>
          </p:nvSpPr>
          <p:spPr>
            <a:xfrm rot="-1200000">
              <a:off x="1745042" y="5774473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46" name="tx46"/>
            <p:cNvSpPr/>
            <p:nvPr/>
          </p:nvSpPr>
          <p:spPr>
            <a:xfrm rot="-1200000">
              <a:off x="2742791" y="5751126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235795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4132804" y="43312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32804" y="40578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32804" y="37844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2804" y="351102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32804" y="32376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957239" y="43312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57239" y="40578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239" y="37844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957239" y="351102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239" y="32376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4246284" y="42911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46284" y="401779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46284" y="374438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46284" y="34709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46284" y="319757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6841802" y="2010500"/>
              <a:ext cx="865346" cy="443483"/>
            </a:xfrm>
            <a:prstGeom prst="rect">
              <a:avLst/>
            </a:prstGeom>
            <a:solidFill>
              <a:srgbClr val="F0F5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41802" y="5114886"/>
              <a:ext cx="865346" cy="443483"/>
            </a:xfrm>
            <a:prstGeom prst="rect">
              <a:avLst/>
            </a:prstGeom>
            <a:solidFill>
              <a:srgbClr val="F2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41802" y="2453984"/>
              <a:ext cx="865346" cy="443483"/>
            </a:xfrm>
            <a:prstGeom prst="rect">
              <a:avLst/>
            </a:prstGeom>
            <a:solidFill>
              <a:srgbClr val="F5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841802" y="3340951"/>
              <a:ext cx="865346" cy="443483"/>
            </a:xfrm>
            <a:prstGeom prst="rect">
              <a:avLst/>
            </a:prstGeom>
            <a:solidFill>
              <a:srgbClr val="F1F6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841802" y="2897468"/>
              <a:ext cx="865346" cy="443483"/>
            </a:xfrm>
            <a:prstGeom prst="rect">
              <a:avLst/>
            </a:prstGeom>
            <a:solidFill>
              <a:srgbClr val="DFE7F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841802" y="3784435"/>
              <a:ext cx="865346" cy="443483"/>
            </a:xfrm>
            <a:prstGeom prst="rect">
              <a:avLst/>
            </a:prstGeom>
            <a:solidFill>
              <a:srgbClr val="F0F5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841802" y="4671402"/>
              <a:ext cx="865346" cy="443483"/>
            </a:xfrm>
            <a:prstGeom prst="rect">
              <a:avLst/>
            </a:prstGeom>
            <a:solidFill>
              <a:srgbClr val="EFF4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841802" y="4227919"/>
              <a:ext cx="865346" cy="443483"/>
            </a:xfrm>
            <a:prstGeom prst="rect">
              <a:avLst/>
            </a:prstGeom>
            <a:solidFill>
              <a:srgbClr val="E7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976456" y="2010500"/>
              <a:ext cx="865346" cy="443483"/>
            </a:xfrm>
            <a:prstGeom prst="rect">
              <a:avLst/>
            </a:prstGeom>
            <a:solidFill>
              <a:srgbClr val="EF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976456" y="5114886"/>
              <a:ext cx="865346" cy="443483"/>
            </a:xfrm>
            <a:prstGeom prst="rect">
              <a:avLst/>
            </a:prstGeom>
            <a:solidFill>
              <a:srgbClr val="E9EF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976456" y="2453984"/>
              <a:ext cx="865346" cy="443483"/>
            </a:xfrm>
            <a:prstGeom prst="rect">
              <a:avLst/>
            </a:prstGeom>
            <a:solidFill>
              <a:srgbClr val="F1F6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976456" y="3340951"/>
              <a:ext cx="865346" cy="443483"/>
            </a:xfrm>
            <a:prstGeom prst="rect">
              <a:avLst/>
            </a:prstGeom>
            <a:solidFill>
              <a:srgbClr val="EE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976456" y="2897468"/>
              <a:ext cx="865346" cy="443483"/>
            </a:xfrm>
            <a:prstGeom prst="rect">
              <a:avLst/>
            </a:prstGeom>
            <a:solidFill>
              <a:srgbClr val="E2E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976456" y="3784435"/>
              <a:ext cx="865346" cy="443483"/>
            </a:xfrm>
            <a:prstGeom prst="rect">
              <a:avLst/>
            </a:prstGeom>
            <a:solidFill>
              <a:srgbClr val="E8EE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976456" y="4671402"/>
              <a:ext cx="865346" cy="443483"/>
            </a:xfrm>
            <a:prstGeom prst="rect">
              <a:avLst/>
            </a:prstGeom>
            <a:solidFill>
              <a:srgbClr val="E6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976456" y="4227919"/>
              <a:ext cx="865346" cy="443483"/>
            </a:xfrm>
            <a:prstGeom prst="rect">
              <a:avLst/>
            </a:prstGeom>
            <a:solidFill>
              <a:srgbClr val="E2E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193596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193596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193596" y="263558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193596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162461" y="307906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193596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193596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193596" y="4409518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28250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328250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328250" y="263558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328250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297115" y="307906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328250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328250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297115" y="4409518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96066" y="5296577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150909" y="4853093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305992" y="440961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380515" y="3966126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641589" y="3522642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150818" y="3079159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871194" y="2635675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051240" y="219219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1200000">
              <a:off x="5790253" y="5774473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105" name="tx105"/>
            <p:cNvSpPr/>
            <p:nvPr/>
          </p:nvSpPr>
          <p:spPr>
            <a:xfrm rot="-1200000">
              <a:off x="6788002" y="5751126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pic>
          <p:nvPicPr>
            <p:cNvPr id="106" name="pic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235795"/>
              <a:ext cx="219455" cy="1097280"/>
            </a:xfrm>
            <a:prstGeom prst="rect">
              <a:avLst/>
            </a:prstGeom>
          </p:spPr>
        </p:pic>
        <p:sp>
          <p:nvSpPr>
            <p:cNvPr id="107" name="pl107"/>
            <p:cNvSpPr/>
            <p:nvPr/>
          </p:nvSpPr>
          <p:spPr>
            <a:xfrm>
              <a:off x="8178015" y="43312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78015" y="40578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78015" y="37844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8015" y="351102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78015" y="32376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002450" y="43312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02450" y="40578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002450" y="37844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02450" y="351102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002450" y="32376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8291495" y="42911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8291495" y="401779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291495" y="374438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291495" y="34709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291495" y="319757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2026-05-29T11:38:01Z</dcterms:modified>
  <cp:category/>
</cp:coreProperties>
</file>