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33136"/>
              <a:ext cx="6145984" cy="563183"/>
            </a:xfrm>
            <a:custGeom>
              <a:avLst/>
              <a:pathLst>
                <a:path w="6145984" h="563183">
                  <a:moveTo>
                    <a:pt x="0" y="357261"/>
                  </a:moveTo>
                  <a:lnTo>
                    <a:pt x="94192" y="366160"/>
                  </a:lnTo>
                  <a:lnTo>
                    <a:pt x="244656" y="378844"/>
                  </a:lnTo>
                  <a:lnTo>
                    <a:pt x="395120" y="389978"/>
                  </a:lnTo>
                  <a:lnTo>
                    <a:pt x="545584" y="399567"/>
                  </a:lnTo>
                  <a:lnTo>
                    <a:pt x="696048" y="407650"/>
                  </a:lnTo>
                  <a:lnTo>
                    <a:pt x="846512" y="414317"/>
                  </a:lnTo>
                  <a:lnTo>
                    <a:pt x="996976" y="419716"/>
                  </a:lnTo>
                  <a:lnTo>
                    <a:pt x="1147440" y="424041"/>
                  </a:lnTo>
                  <a:lnTo>
                    <a:pt x="1297904" y="427502"/>
                  </a:lnTo>
                  <a:lnTo>
                    <a:pt x="1448369" y="430278"/>
                  </a:lnTo>
                  <a:lnTo>
                    <a:pt x="1598833" y="432586"/>
                  </a:lnTo>
                  <a:lnTo>
                    <a:pt x="1749297" y="434349"/>
                  </a:lnTo>
                  <a:lnTo>
                    <a:pt x="1899761" y="435429"/>
                  </a:lnTo>
                  <a:lnTo>
                    <a:pt x="2050225" y="435911"/>
                  </a:lnTo>
                  <a:lnTo>
                    <a:pt x="2200689" y="436080"/>
                  </a:lnTo>
                  <a:lnTo>
                    <a:pt x="2351153" y="435122"/>
                  </a:lnTo>
                  <a:lnTo>
                    <a:pt x="2501617" y="433401"/>
                  </a:lnTo>
                  <a:lnTo>
                    <a:pt x="2652081" y="431515"/>
                  </a:lnTo>
                  <a:lnTo>
                    <a:pt x="2802545" y="428107"/>
                  </a:lnTo>
                  <a:lnTo>
                    <a:pt x="2953009" y="423710"/>
                  </a:lnTo>
                  <a:lnTo>
                    <a:pt x="3103473" y="421690"/>
                  </a:lnTo>
                  <a:lnTo>
                    <a:pt x="3253937" y="421895"/>
                  </a:lnTo>
                  <a:lnTo>
                    <a:pt x="3404401" y="420201"/>
                  </a:lnTo>
                  <a:lnTo>
                    <a:pt x="3554865" y="414726"/>
                  </a:lnTo>
                  <a:lnTo>
                    <a:pt x="3705329" y="408725"/>
                  </a:lnTo>
                  <a:lnTo>
                    <a:pt x="3855793" y="401292"/>
                  </a:lnTo>
                  <a:lnTo>
                    <a:pt x="4006257" y="389473"/>
                  </a:lnTo>
                  <a:lnTo>
                    <a:pt x="4156721" y="373480"/>
                  </a:lnTo>
                  <a:lnTo>
                    <a:pt x="4307185" y="354949"/>
                  </a:lnTo>
                  <a:lnTo>
                    <a:pt x="4457649" y="333898"/>
                  </a:lnTo>
                  <a:lnTo>
                    <a:pt x="4608114" y="310587"/>
                  </a:lnTo>
                  <a:lnTo>
                    <a:pt x="4758578" y="285556"/>
                  </a:lnTo>
                  <a:lnTo>
                    <a:pt x="4909042" y="259183"/>
                  </a:lnTo>
                  <a:lnTo>
                    <a:pt x="5059506" y="231626"/>
                  </a:lnTo>
                  <a:lnTo>
                    <a:pt x="5209970" y="202979"/>
                  </a:lnTo>
                  <a:lnTo>
                    <a:pt x="5360434" y="173280"/>
                  </a:lnTo>
                  <a:lnTo>
                    <a:pt x="5510898" y="142527"/>
                  </a:lnTo>
                  <a:lnTo>
                    <a:pt x="5661362" y="110691"/>
                  </a:lnTo>
                  <a:lnTo>
                    <a:pt x="5811826" y="77719"/>
                  </a:lnTo>
                  <a:lnTo>
                    <a:pt x="5962290" y="43551"/>
                  </a:lnTo>
                  <a:lnTo>
                    <a:pt x="6112754" y="8119"/>
                  </a:lnTo>
                  <a:lnTo>
                    <a:pt x="6145984" y="0"/>
                  </a:lnTo>
                  <a:lnTo>
                    <a:pt x="6145984" y="157124"/>
                  </a:lnTo>
                  <a:lnTo>
                    <a:pt x="6112754" y="162859"/>
                  </a:lnTo>
                  <a:lnTo>
                    <a:pt x="5962290" y="188476"/>
                  </a:lnTo>
                  <a:lnTo>
                    <a:pt x="5811826" y="213671"/>
                  </a:lnTo>
                  <a:lnTo>
                    <a:pt x="5661362" y="238375"/>
                  </a:lnTo>
                  <a:lnTo>
                    <a:pt x="5510898" y="262525"/>
                  </a:lnTo>
                  <a:lnTo>
                    <a:pt x="5360434" y="286068"/>
                  </a:lnTo>
                  <a:lnTo>
                    <a:pt x="5209970" y="308973"/>
                  </a:lnTo>
                  <a:lnTo>
                    <a:pt x="5059506" y="331236"/>
                  </a:lnTo>
                  <a:lnTo>
                    <a:pt x="4909042" y="352895"/>
                  </a:lnTo>
                  <a:lnTo>
                    <a:pt x="4758578" y="374042"/>
                  </a:lnTo>
                  <a:lnTo>
                    <a:pt x="4608114" y="394834"/>
                  </a:lnTo>
                  <a:lnTo>
                    <a:pt x="4457649" y="414948"/>
                  </a:lnTo>
                  <a:lnTo>
                    <a:pt x="4307185" y="433635"/>
                  </a:lnTo>
                  <a:lnTo>
                    <a:pt x="4156721" y="450962"/>
                  </a:lnTo>
                  <a:lnTo>
                    <a:pt x="4006257" y="466774"/>
                  </a:lnTo>
                  <a:lnTo>
                    <a:pt x="3855793" y="478279"/>
                  </a:lnTo>
                  <a:lnTo>
                    <a:pt x="3705329" y="486033"/>
                  </a:lnTo>
                  <a:lnTo>
                    <a:pt x="3554865" y="493213"/>
                  </a:lnTo>
                  <a:lnTo>
                    <a:pt x="3404401" y="498481"/>
                  </a:lnTo>
                  <a:lnTo>
                    <a:pt x="3253937" y="499929"/>
                  </a:lnTo>
                  <a:lnTo>
                    <a:pt x="3103473" y="501267"/>
                  </a:lnTo>
                  <a:lnTo>
                    <a:pt x="2953009" y="503918"/>
                  </a:lnTo>
                  <a:lnTo>
                    <a:pt x="2802545" y="506394"/>
                  </a:lnTo>
                  <a:lnTo>
                    <a:pt x="2652081" y="509225"/>
                  </a:lnTo>
                  <a:lnTo>
                    <a:pt x="2501617" y="511645"/>
                  </a:lnTo>
                  <a:lnTo>
                    <a:pt x="2351153" y="512193"/>
                  </a:lnTo>
                  <a:lnTo>
                    <a:pt x="2200689" y="512573"/>
                  </a:lnTo>
                  <a:lnTo>
                    <a:pt x="2050225" y="513050"/>
                  </a:lnTo>
                  <a:lnTo>
                    <a:pt x="1899761" y="512830"/>
                  </a:lnTo>
                  <a:lnTo>
                    <a:pt x="1749297" y="512592"/>
                  </a:lnTo>
                  <a:lnTo>
                    <a:pt x="1598833" y="512607"/>
                  </a:lnTo>
                  <a:lnTo>
                    <a:pt x="1448369" y="512912"/>
                  </a:lnTo>
                  <a:lnTo>
                    <a:pt x="1297904" y="513600"/>
                  </a:lnTo>
                  <a:lnTo>
                    <a:pt x="1147440" y="514951"/>
                  </a:lnTo>
                  <a:lnTo>
                    <a:pt x="996976" y="517129"/>
                  </a:lnTo>
                  <a:lnTo>
                    <a:pt x="846512" y="520326"/>
                  </a:lnTo>
                  <a:lnTo>
                    <a:pt x="696048" y="524720"/>
                  </a:lnTo>
                  <a:lnTo>
                    <a:pt x="545584" y="530443"/>
                  </a:lnTo>
                  <a:lnTo>
                    <a:pt x="395120" y="537568"/>
                  </a:lnTo>
                  <a:lnTo>
                    <a:pt x="244656" y="546119"/>
                  </a:lnTo>
                  <a:lnTo>
                    <a:pt x="94192" y="556083"/>
                  </a:lnTo>
                  <a:lnTo>
                    <a:pt x="0" y="5631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33136"/>
              <a:ext cx="6145984" cy="436080"/>
            </a:xfrm>
            <a:custGeom>
              <a:avLst/>
              <a:pathLst>
                <a:path w="6145984" h="436080">
                  <a:moveTo>
                    <a:pt x="0" y="357261"/>
                  </a:moveTo>
                  <a:lnTo>
                    <a:pt x="94192" y="366160"/>
                  </a:lnTo>
                  <a:lnTo>
                    <a:pt x="244656" y="378844"/>
                  </a:lnTo>
                  <a:lnTo>
                    <a:pt x="395120" y="389978"/>
                  </a:lnTo>
                  <a:lnTo>
                    <a:pt x="545584" y="399567"/>
                  </a:lnTo>
                  <a:lnTo>
                    <a:pt x="696048" y="407650"/>
                  </a:lnTo>
                  <a:lnTo>
                    <a:pt x="846512" y="414317"/>
                  </a:lnTo>
                  <a:lnTo>
                    <a:pt x="996976" y="419716"/>
                  </a:lnTo>
                  <a:lnTo>
                    <a:pt x="1147440" y="424041"/>
                  </a:lnTo>
                  <a:lnTo>
                    <a:pt x="1297904" y="427502"/>
                  </a:lnTo>
                  <a:lnTo>
                    <a:pt x="1448369" y="430278"/>
                  </a:lnTo>
                  <a:lnTo>
                    <a:pt x="1598833" y="432586"/>
                  </a:lnTo>
                  <a:lnTo>
                    <a:pt x="1749297" y="434349"/>
                  </a:lnTo>
                  <a:lnTo>
                    <a:pt x="1899761" y="435429"/>
                  </a:lnTo>
                  <a:lnTo>
                    <a:pt x="2050225" y="435911"/>
                  </a:lnTo>
                  <a:lnTo>
                    <a:pt x="2200689" y="436080"/>
                  </a:lnTo>
                  <a:lnTo>
                    <a:pt x="2351153" y="435122"/>
                  </a:lnTo>
                  <a:lnTo>
                    <a:pt x="2501617" y="433401"/>
                  </a:lnTo>
                  <a:lnTo>
                    <a:pt x="2652081" y="431515"/>
                  </a:lnTo>
                  <a:lnTo>
                    <a:pt x="2802545" y="428107"/>
                  </a:lnTo>
                  <a:lnTo>
                    <a:pt x="2953009" y="423710"/>
                  </a:lnTo>
                  <a:lnTo>
                    <a:pt x="3103473" y="421690"/>
                  </a:lnTo>
                  <a:lnTo>
                    <a:pt x="3253937" y="421895"/>
                  </a:lnTo>
                  <a:lnTo>
                    <a:pt x="3404401" y="420201"/>
                  </a:lnTo>
                  <a:lnTo>
                    <a:pt x="3554865" y="414726"/>
                  </a:lnTo>
                  <a:lnTo>
                    <a:pt x="3705329" y="408725"/>
                  </a:lnTo>
                  <a:lnTo>
                    <a:pt x="3855793" y="401292"/>
                  </a:lnTo>
                  <a:lnTo>
                    <a:pt x="4006257" y="389473"/>
                  </a:lnTo>
                  <a:lnTo>
                    <a:pt x="4156721" y="373480"/>
                  </a:lnTo>
                  <a:lnTo>
                    <a:pt x="4307185" y="354949"/>
                  </a:lnTo>
                  <a:lnTo>
                    <a:pt x="4457649" y="333898"/>
                  </a:lnTo>
                  <a:lnTo>
                    <a:pt x="4608114" y="310587"/>
                  </a:lnTo>
                  <a:lnTo>
                    <a:pt x="4758578" y="285556"/>
                  </a:lnTo>
                  <a:lnTo>
                    <a:pt x="4909042" y="259183"/>
                  </a:lnTo>
                  <a:lnTo>
                    <a:pt x="5059506" y="231626"/>
                  </a:lnTo>
                  <a:lnTo>
                    <a:pt x="5209970" y="202979"/>
                  </a:lnTo>
                  <a:lnTo>
                    <a:pt x="5360434" y="173280"/>
                  </a:lnTo>
                  <a:lnTo>
                    <a:pt x="5510898" y="142527"/>
                  </a:lnTo>
                  <a:lnTo>
                    <a:pt x="5661362" y="110691"/>
                  </a:lnTo>
                  <a:lnTo>
                    <a:pt x="5811826" y="77719"/>
                  </a:lnTo>
                  <a:lnTo>
                    <a:pt x="5962290" y="43551"/>
                  </a:lnTo>
                  <a:lnTo>
                    <a:pt x="6112754" y="811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90261"/>
              <a:ext cx="6145984" cy="406059"/>
            </a:xfrm>
            <a:custGeom>
              <a:avLst/>
              <a:pathLst>
                <a:path w="6145984" h="406059">
                  <a:moveTo>
                    <a:pt x="6145984" y="0"/>
                  </a:moveTo>
                  <a:lnTo>
                    <a:pt x="6112754" y="5735"/>
                  </a:lnTo>
                  <a:lnTo>
                    <a:pt x="5962290" y="31352"/>
                  </a:lnTo>
                  <a:lnTo>
                    <a:pt x="5811826" y="56547"/>
                  </a:lnTo>
                  <a:lnTo>
                    <a:pt x="5661362" y="81251"/>
                  </a:lnTo>
                  <a:lnTo>
                    <a:pt x="5510898" y="105400"/>
                  </a:lnTo>
                  <a:lnTo>
                    <a:pt x="5360434" y="128943"/>
                  </a:lnTo>
                  <a:lnTo>
                    <a:pt x="5209970" y="151848"/>
                  </a:lnTo>
                  <a:lnTo>
                    <a:pt x="5059506" y="174112"/>
                  </a:lnTo>
                  <a:lnTo>
                    <a:pt x="4909042" y="195771"/>
                  </a:lnTo>
                  <a:lnTo>
                    <a:pt x="4758578" y="216917"/>
                  </a:lnTo>
                  <a:lnTo>
                    <a:pt x="4608114" y="237709"/>
                  </a:lnTo>
                  <a:lnTo>
                    <a:pt x="4457649" y="257824"/>
                  </a:lnTo>
                  <a:lnTo>
                    <a:pt x="4307185" y="276510"/>
                  </a:lnTo>
                  <a:lnTo>
                    <a:pt x="4156721" y="293837"/>
                  </a:lnTo>
                  <a:lnTo>
                    <a:pt x="4006257" y="309650"/>
                  </a:lnTo>
                  <a:lnTo>
                    <a:pt x="3855793" y="321155"/>
                  </a:lnTo>
                  <a:lnTo>
                    <a:pt x="3705329" y="328908"/>
                  </a:lnTo>
                  <a:lnTo>
                    <a:pt x="3554865" y="336088"/>
                  </a:lnTo>
                  <a:lnTo>
                    <a:pt x="3404401" y="341357"/>
                  </a:lnTo>
                  <a:lnTo>
                    <a:pt x="3253937" y="342804"/>
                  </a:lnTo>
                  <a:lnTo>
                    <a:pt x="3103473" y="344143"/>
                  </a:lnTo>
                  <a:lnTo>
                    <a:pt x="2953009" y="346793"/>
                  </a:lnTo>
                  <a:lnTo>
                    <a:pt x="2802545" y="349269"/>
                  </a:lnTo>
                  <a:lnTo>
                    <a:pt x="2652081" y="352100"/>
                  </a:lnTo>
                  <a:lnTo>
                    <a:pt x="2501617" y="354521"/>
                  </a:lnTo>
                  <a:lnTo>
                    <a:pt x="2351153" y="355069"/>
                  </a:lnTo>
                  <a:lnTo>
                    <a:pt x="2200689" y="355449"/>
                  </a:lnTo>
                  <a:lnTo>
                    <a:pt x="2050225" y="355925"/>
                  </a:lnTo>
                  <a:lnTo>
                    <a:pt x="1899761" y="355706"/>
                  </a:lnTo>
                  <a:lnTo>
                    <a:pt x="1749297" y="355467"/>
                  </a:lnTo>
                  <a:lnTo>
                    <a:pt x="1598833" y="355483"/>
                  </a:lnTo>
                  <a:lnTo>
                    <a:pt x="1448369" y="355787"/>
                  </a:lnTo>
                  <a:lnTo>
                    <a:pt x="1297904" y="356476"/>
                  </a:lnTo>
                  <a:lnTo>
                    <a:pt x="1147440" y="357827"/>
                  </a:lnTo>
                  <a:lnTo>
                    <a:pt x="996976" y="360004"/>
                  </a:lnTo>
                  <a:lnTo>
                    <a:pt x="846512" y="363201"/>
                  </a:lnTo>
                  <a:lnTo>
                    <a:pt x="696048" y="367595"/>
                  </a:lnTo>
                  <a:lnTo>
                    <a:pt x="545584" y="373318"/>
                  </a:lnTo>
                  <a:lnTo>
                    <a:pt x="395120" y="380444"/>
                  </a:lnTo>
                  <a:lnTo>
                    <a:pt x="244656" y="388995"/>
                  </a:lnTo>
                  <a:lnTo>
                    <a:pt x="94192" y="398958"/>
                  </a:lnTo>
                  <a:lnTo>
                    <a:pt x="0" y="4060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11699"/>
              <a:ext cx="6145984" cy="395918"/>
            </a:xfrm>
            <a:custGeom>
              <a:avLst/>
              <a:pathLst>
                <a:path w="6145984" h="395918">
                  <a:moveTo>
                    <a:pt x="0" y="381660"/>
                  </a:moveTo>
                  <a:lnTo>
                    <a:pt x="94192" y="382559"/>
                  </a:lnTo>
                  <a:lnTo>
                    <a:pt x="244656" y="383919"/>
                  </a:lnTo>
                  <a:lnTo>
                    <a:pt x="395120" y="385211"/>
                  </a:lnTo>
                  <a:lnTo>
                    <a:pt x="545584" y="386443"/>
                  </a:lnTo>
                  <a:lnTo>
                    <a:pt x="696048" y="387623"/>
                  </a:lnTo>
                  <a:lnTo>
                    <a:pt x="846512" y="388759"/>
                  </a:lnTo>
                  <a:lnTo>
                    <a:pt x="996976" y="389860"/>
                  </a:lnTo>
                  <a:lnTo>
                    <a:pt x="1147440" y="390934"/>
                  </a:lnTo>
                  <a:lnTo>
                    <a:pt x="1297904" y="391989"/>
                  </a:lnTo>
                  <a:lnTo>
                    <a:pt x="1448369" y="393033"/>
                  </a:lnTo>
                  <a:lnTo>
                    <a:pt x="1598833" y="394034"/>
                  </a:lnTo>
                  <a:lnTo>
                    <a:pt x="1749297" y="394908"/>
                  </a:lnTo>
                  <a:lnTo>
                    <a:pt x="1899761" y="395567"/>
                  </a:lnTo>
                  <a:lnTo>
                    <a:pt x="2050225" y="395918"/>
                  </a:lnTo>
                  <a:lnTo>
                    <a:pt x="2200689" y="395765"/>
                  </a:lnTo>
                  <a:lnTo>
                    <a:pt x="2351153" y="395095"/>
                  </a:lnTo>
                  <a:lnTo>
                    <a:pt x="2501617" y="393961"/>
                  </a:lnTo>
                  <a:lnTo>
                    <a:pt x="2652081" y="391808"/>
                  </a:lnTo>
                  <a:lnTo>
                    <a:pt x="2802545" y="388688"/>
                  </a:lnTo>
                  <a:lnTo>
                    <a:pt x="2953009" y="385252"/>
                  </a:lnTo>
                  <a:lnTo>
                    <a:pt x="3103473" y="382917"/>
                  </a:lnTo>
                  <a:lnTo>
                    <a:pt x="3253937" y="382350"/>
                  </a:lnTo>
                  <a:lnTo>
                    <a:pt x="3404401" y="380779"/>
                  </a:lnTo>
                  <a:lnTo>
                    <a:pt x="3554865" y="375407"/>
                  </a:lnTo>
                  <a:lnTo>
                    <a:pt x="3705329" y="368817"/>
                  </a:lnTo>
                  <a:lnTo>
                    <a:pt x="3855793" y="361223"/>
                  </a:lnTo>
                  <a:lnTo>
                    <a:pt x="4006257" y="349561"/>
                  </a:lnTo>
                  <a:lnTo>
                    <a:pt x="4156721" y="333659"/>
                  </a:lnTo>
                  <a:lnTo>
                    <a:pt x="4307185" y="315730"/>
                  </a:lnTo>
                  <a:lnTo>
                    <a:pt x="4457649" y="295861"/>
                  </a:lnTo>
                  <a:lnTo>
                    <a:pt x="4608114" y="274148"/>
                  </a:lnTo>
                  <a:lnTo>
                    <a:pt x="4758578" y="251237"/>
                  </a:lnTo>
                  <a:lnTo>
                    <a:pt x="4909042" y="227477"/>
                  </a:lnTo>
                  <a:lnTo>
                    <a:pt x="5059506" y="202869"/>
                  </a:lnTo>
                  <a:lnTo>
                    <a:pt x="5209970" y="177414"/>
                  </a:lnTo>
                  <a:lnTo>
                    <a:pt x="5360434" y="151112"/>
                  </a:lnTo>
                  <a:lnTo>
                    <a:pt x="5510898" y="123964"/>
                  </a:lnTo>
                  <a:lnTo>
                    <a:pt x="5661362" y="95971"/>
                  </a:lnTo>
                  <a:lnTo>
                    <a:pt x="5811826" y="67133"/>
                  </a:lnTo>
                  <a:lnTo>
                    <a:pt x="5962290" y="37452"/>
                  </a:lnTo>
                  <a:lnTo>
                    <a:pt x="6112754" y="692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651313"/>
              <a:ext cx="6145984" cy="679216"/>
            </a:xfrm>
            <a:custGeom>
              <a:avLst/>
              <a:pathLst>
                <a:path w="6145984" h="679216">
                  <a:moveTo>
                    <a:pt x="0" y="416368"/>
                  </a:moveTo>
                  <a:lnTo>
                    <a:pt x="94192" y="427422"/>
                  </a:lnTo>
                  <a:lnTo>
                    <a:pt x="244656" y="442879"/>
                  </a:lnTo>
                  <a:lnTo>
                    <a:pt x="395120" y="456106"/>
                  </a:lnTo>
                  <a:lnTo>
                    <a:pt x="545584" y="467104"/>
                  </a:lnTo>
                  <a:lnTo>
                    <a:pt x="696048" y="475918"/>
                  </a:lnTo>
                  <a:lnTo>
                    <a:pt x="846512" y="482656"/>
                  </a:lnTo>
                  <a:lnTo>
                    <a:pt x="996976" y="487503"/>
                  </a:lnTo>
                  <a:lnTo>
                    <a:pt x="1147440" y="490702"/>
                  </a:lnTo>
                  <a:lnTo>
                    <a:pt x="1297904" y="492513"/>
                  </a:lnTo>
                  <a:lnTo>
                    <a:pt x="1448369" y="493157"/>
                  </a:lnTo>
                  <a:lnTo>
                    <a:pt x="1598833" y="492785"/>
                  </a:lnTo>
                  <a:lnTo>
                    <a:pt x="1749297" y="491409"/>
                  </a:lnTo>
                  <a:lnTo>
                    <a:pt x="1899761" y="489081"/>
                  </a:lnTo>
                  <a:lnTo>
                    <a:pt x="2050225" y="486063"/>
                  </a:lnTo>
                  <a:lnTo>
                    <a:pt x="2200689" y="481859"/>
                  </a:lnTo>
                  <a:lnTo>
                    <a:pt x="2351153" y="475972"/>
                  </a:lnTo>
                  <a:lnTo>
                    <a:pt x="2501617" y="469974"/>
                  </a:lnTo>
                  <a:lnTo>
                    <a:pt x="2652081" y="463436"/>
                  </a:lnTo>
                  <a:lnTo>
                    <a:pt x="2802545" y="454586"/>
                  </a:lnTo>
                  <a:lnTo>
                    <a:pt x="2953009" y="445888"/>
                  </a:lnTo>
                  <a:lnTo>
                    <a:pt x="3103473" y="443125"/>
                  </a:lnTo>
                  <a:lnTo>
                    <a:pt x="3253937" y="445446"/>
                  </a:lnTo>
                  <a:lnTo>
                    <a:pt x="3404401" y="445999"/>
                  </a:lnTo>
                  <a:lnTo>
                    <a:pt x="3554865" y="440829"/>
                  </a:lnTo>
                  <a:lnTo>
                    <a:pt x="3705329" y="434993"/>
                  </a:lnTo>
                  <a:lnTo>
                    <a:pt x="3855793" y="427867"/>
                  </a:lnTo>
                  <a:lnTo>
                    <a:pt x="4006257" y="414957"/>
                  </a:lnTo>
                  <a:lnTo>
                    <a:pt x="4156721" y="396560"/>
                  </a:lnTo>
                  <a:lnTo>
                    <a:pt x="4307185" y="375438"/>
                  </a:lnTo>
                  <a:lnTo>
                    <a:pt x="4457649" y="351751"/>
                  </a:lnTo>
                  <a:lnTo>
                    <a:pt x="4608114" y="325955"/>
                  </a:lnTo>
                  <a:lnTo>
                    <a:pt x="4758578" y="298604"/>
                  </a:lnTo>
                  <a:lnTo>
                    <a:pt x="4909042" y="270046"/>
                  </a:lnTo>
                  <a:lnTo>
                    <a:pt x="5059506" y="240483"/>
                  </a:lnTo>
                  <a:lnTo>
                    <a:pt x="5209970" y="210029"/>
                  </a:lnTo>
                  <a:lnTo>
                    <a:pt x="5360434" y="178729"/>
                  </a:lnTo>
                  <a:lnTo>
                    <a:pt x="5510898" y="146576"/>
                  </a:lnTo>
                  <a:lnTo>
                    <a:pt x="5661362" y="113528"/>
                  </a:lnTo>
                  <a:lnTo>
                    <a:pt x="5811826" y="79517"/>
                  </a:lnTo>
                  <a:lnTo>
                    <a:pt x="5962290" y="44459"/>
                  </a:lnTo>
                  <a:lnTo>
                    <a:pt x="6112754" y="8264"/>
                  </a:lnTo>
                  <a:lnTo>
                    <a:pt x="6145984" y="0"/>
                  </a:lnTo>
                  <a:lnTo>
                    <a:pt x="6145984" y="200561"/>
                  </a:lnTo>
                  <a:lnTo>
                    <a:pt x="6112754" y="205782"/>
                  </a:lnTo>
                  <a:lnTo>
                    <a:pt x="5962290" y="229449"/>
                  </a:lnTo>
                  <a:lnTo>
                    <a:pt x="5811826" y="253053"/>
                  </a:lnTo>
                  <a:lnTo>
                    <a:pt x="5661362" y="276511"/>
                  </a:lnTo>
                  <a:lnTo>
                    <a:pt x="5510898" y="299747"/>
                  </a:lnTo>
                  <a:lnTo>
                    <a:pt x="5360434" y="322697"/>
                  </a:lnTo>
                  <a:lnTo>
                    <a:pt x="5209970" y="345325"/>
                  </a:lnTo>
                  <a:lnTo>
                    <a:pt x="5059506" y="367631"/>
                  </a:lnTo>
                  <a:lnTo>
                    <a:pt x="4909042" y="389666"/>
                  </a:lnTo>
                  <a:lnTo>
                    <a:pt x="4758578" y="411551"/>
                  </a:lnTo>
                  <a:lnTo>
                    <a:pt x="4608114" y="433492"/>
                  </a:lnTo>
                  <a:lnTo>
                    <a:pt x="4457649" y="455207"/>
                  </a:lnTo>
                  <a:lnTo>
                    <a:pt x="4307185" y="475877"/>
                  </a:lnTo>
                  <a:lnTo>
                    <a:pt x="4156721" y="495461"/>
                  </a:lnTo>
                  <a:lnTo>
                    <a:pt x="4006257" y="513628"/>
                  </a:lnTo>
                  <a:lnTo>
                    <a:pt x="3855793" y="526138"/>
                  </a:lnTo>
                  <a:lnTo>
                    <a:pt x="3705329" y="533673"/>
                  </a:lnTo>
                  <a:lnTo>
                    <a:pt x="3554865" y="541014"/>
                  </a:lnTo>
                  <a:lnTo>
                    <a:pt x="3404401" y="545920"/>
                  </a:lnTo>
                  <a:lnTo>
                    <a:pt x="3253937" y="545052"/>
                  </a:lnTo>
                  <a:lnTo>
                    <a:pt x="3103473" y="544701"/>
                  </a:lnTo>
                  <a:lnTo>
                    <a:pt x="2953009" y="548269"/>
                  </a:lnTo>
                  <a:lnTo>
                    <a:pt x="2802545" y="554515"/>
                  </a:lnTo>
                  <a:lnTo>
                    <a:pt x="2652081" y="562629"/>
                  </a:lnTo>
                  <a:lnTo>
                    <a:pt x="2501617" y="569848"/>
                  </a:lnTo>
                  <a:lnTo>
                    <a:pt x="2351153" y="574349"/>
                  </a:lnTo>
                  <a:lnTo>
                    <a:pt x="2200689" y="579498"/>
                  </a:lnTo>
                  <a:lnTo>
                    <a:pt x="2050225" y="584527"/>
                  </a:lnTo>
                  <a:lnTo>
                    <a:pt x="1899761" y="587880"/>
                  </a:lnTo>
                  <a:lnTo>
                    <a:pt x="1749297" y="591282"/>
                  </a:lnTo>
                  <a:lnTo>
                    <a:pt x="1598833" y="594928"/>
                  </a:lnTo>
                  <a:lnTo>
                    <a:pt x="1448369" y="598634"/>
                  </a:lnTo>
                  <a:lnTo>
                    <a:pt x="1297904" y="602413"/>
                  </a:lnTo>
                  <a:lnTo>
                    <a:pt x="1147440" y="606744"/>
                  </a:lnTo>
                  <a:lnTo>
                    <a:pt x="996976" y="611846"/>
                  </a:lnTo>
                  <a:lnTo>
                    <a:pt x="846512" y="617971"/>
                  </a:lnTo>
                  <a:lnTo>
                    <a:pt x="696048" y="625351"/>
                  </a:lnTo>
                  <a:lnTo>
                    <a:pt x="545584" y="634160"/>
                  </a:lnTo>
                  <a:lnTo>
                    <a:pt x="395120" y="644497"/>
                  </a:lnTo>
                  <a:lnTo>
                    <a:pt x="244656" y="656397"/>
                  </a:lnTo>
                  <a:lnTo>
                    <a:pt x="94192" y="669848"/>
                  </a:lnTo>
                  <a:lnTo>
                    <a:pt x="0" y="67921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51313"/>
              <a:ext cx="6145984" cy="493157"/>
            </a:xfrm>
            <a:custGeom>
              <a:avLst/>
              <a:pathLst>
                <a:path w="6145984" h="493157">
                  <a:moveTo>
                    <a:pt x="0" y="416368"/>
                  </a:moveTo>
                  <a:lnTo>
                    <a:pt x="94192" y="427422"/>
                  </a:lnTo>
                  <a:lnTo>
                    <a:pt x="244656" y="442879"/>
                  </a:lnTo>
                  <a:lnTo>
                    <a:pt x="395120" y="456106"/>
                  </a:lnTo>
                  <a:lnTo>
                    <a:pt x="545584" y="467104"/>
                  </a:lnTo>
                  <a:lnTo>
                    <a:pt x="696048" y="475918"/>
                  </a:lnTo>
                  <a:lnTo>
                    <a:pt x="846512" y="482656"/>
                  </a:lnTo>
                  <a:lnTo>
                    <a:pt x="996976" y="487503"/>
                  </a:lnTo>
                  <a:lnTo>
                    <a:pt x="1147440" y="490702"/>
                  </a:lnTo>
                  <a:lnTo>
                    <a:pt x="1297904" y="492513"/>
                  </a:lnTo>
                  <a:lnTo>
                    <a:pt x="1448369" y="493157"/>
                  </a:lnTo>
                  <a:lnTo>
                    <a:pt x="1598833" y="492785"/>
                  </a:lnTo>
                  <a:lnTo>
                    <a:pt x="1749297" y="491409"/>
                  </a:lnTo>
                  <a:lnTo>
                    <a:pt x="1899761" y="489081"/>
                  </a:lnTo>
                  <a:lnTo>
                    <a:pt x="2050225" y="486063"/>
                  </a:lnTo>
                  <a:lnTo>
                    <a:pt x="2200689" y="481859"/>
                  </a:lnTo>
                  <a:lnTo>
                    <a:pt x="2351153" y="475972"/>
                  </a:lnTo>
                  <a:lnTo>
                    <a:pt x="2501617" y="469974"/>
                  </a:lnTo>
                  <a:lnTo>
                    <a:pt x="2652081" y="463436"/>
                  </a:lnTo>
                  <a:lnTo>
                    <a:pt x="2802545" y="454586"/>
                  </a:lnTo>
                  <a:lnTo>
                    <a:pt x="2953009" y="445888"/>
                  </a:lnTo>
                  <a:lnTo>
                    <a:pt x="3103473" y="443125"/>
                  </a:lnTo>
                  <a:lnTo>
                    <a:pt x="3253937" y="445446"/>
                  </a:lnTo>
                  <a:lnTo>
                    <a:pt x="3404401" y="445999"/>
                  </a:lnTo>
                  <a:lnTo>
                    <a:pt x="3554865" y="440829"/>
                  </a:lnTo>
                  <a:lnTo>
                    <a:pt x="3705329" y="434993"/>
                  </a:lnTo>
                  <a:lnTo>
                    <a:pt x="3855793" y="427867"/>
                  </a:lnTo>
                  <a:lnTo>
                    <a:pt x="4006257" y="414957"/>
                  </a:lnTo>
                  <a:lnTo>
                    <a:pt x="4156721" y="396560"/>
                  </a:lnTo>
                  <a:lnTo>
                    <a:pt x="4307185" y="375438"/>
                  </a:lnTo>
                  <a:lnTo>
                    <a:pt x="4457649" y="351751"/>
                  </a:lnTo>
                  <a:lnTo>
                    <a:pt x="4608114" y="325955"/>
                  </a:lnTo>
                  <a:lnTo>
                    <a:pt x="4758578" y="298604"/>
                  </a:lnTo>
                  <a:lnTo>
                    <a:pt x="4909042" y="270046"/>
                  </a:lnTo>
                  <a:lnTo>
                    <a:pt x="5059506" y="240483"/>
                  </a:lnTo>
                  <a:lnTo>
                    <a:pt x="5209970" y="210029"/>
                  </a:lnTo>
                  <a:lnTo>
                    <a:pt x="5360434" y="178729"/>
                  </a:lnTo>
                  <a:lnTo>
                    <a:pt x="5510898" y="146576"/>
                  </a:lnTo>
                  <a:lnTo>
                    <a:pt x="5661362" y="113528"/>
                  </a:lnTo>
                  <a:lnTo>
                    <a:pt x="5811826" y="79517"/>
                  </a:lnTo>
                  <a:lnTo>
                    <a:pt x="5962290" y="44459"/>
                  </a:lnTo>
                  <a:lnTo>
                    <a:pt x="6112754" y="82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51874"/>
              <a:ext cx="6145984" cy="478655"/>
            </a:xfrm>
            <a:custGeom>
              <a:avLst/>
              <a:pathLst>
                <a:path w="6145984" h="478655">
                  <a:moveTo>
                    <a:pt x="6145984" y="0"/>
                  </a:moveTo>
                  <a:lnTo>
                    <a:pt x="6112754" y="5221"/>
                  </a:lnTo>
                  <a:lnTo>
                    <a:pt x="5962290" y="28887"/>
                  </a:lnTo>
                  <a:lnTo>
                    <a:pt x="5811826" y="52492"/>
                  </a:lnTo>
                  <a:lnTo>
                    <a:pt x="5661362" y="75950"/>
                  </a:lnTo>
                  <a:lnTo>
                    <a:pt x="5510898" y="99185"/>
                  </a:lnTo>
                  <a:lnTo>
                    <a:pt x="5360434" y="122135"/>
                  </a:lnTo>
                  <a:lnTo>
                    <a:pt x="5209970" y="144763"/>
                  </a:lnTo>
                  <a:lnTo>
                    <a:pt x="5059506" y="167069"/>
                  </a:lnTo>
                  <a:lnTo>
                    <a:pt x="4909042" y="189105"/>
                  </a:lnTo>
                  <a:lnTo>
                    <a:pt x="4758578" y="210990"/>
                  </a:lnTo>
                  <a:lnTo>
                    <a:pt x="4608114" y="232931"/>
                  </a:lnTo>
                  <a:lnTo>
                    <a:pt x="4457649" y="254645"/>
                  </a:lnTo>
                  <a:lnTo>
                    <a:pt x="4307185" y="275316"/>
                  </a:lnTo>
                  <a:lnTo>
                    <a:pt x="4156721" y="294900"/>
                  </a:lnTo>
                  <a:lnTo>
                    <a:pt x="4006257" y="313067"/>
                  </a:lnTo>
                  <a:lnTo>
                    <a:pt x="3855793" y="325576"/>
                  </a:lnTo>
                  <a:lnTo>
                    <a:pt x="3705329" y="333112"/>
                  </a:lnTo>
                  <a:lnTo>
                    <a:pt x="3554865" y="340453"/>
                  </a:lnTo>
                  <a:lnTo>
                    <a:pt x="3404401" y="345359"/>
                  </a:lnTo>
                  <a:lnTo>
                    <a:pt x="3253937" y="344491"/>
                  </a:lnTo>
                  <a:lnTo>
                    <a:pt x="3103473" y="344140"/>
                  </a:lnTo>
                  <a:lnTo>
                    <a:pt x="2953009" y="347707"/>
                  </a:lnTo>
                  <a:lnTo>
                    <a:pt x="2802545" y="353954"/>
                  </a:lnTo>
                  <a:lnTo>
                    <a:pt x="2652081" y="362067"/>
                  </a:lnTo>
                  <a:lnTo>
                    <a:pt x="2501617" y="369287"/>
                  </a:lnTo>
                  <a:lnTo>
                    <a:pt x="2351153" y="373788"/>
                  </a:lnTo>
                  <a:lnTo>
                    <a:pt x="2200689" y="378937"/>
                  </a:lnTo>
                  <a:lnTo>
                    <a:pt x="2050225" y="383966"/>
                  </a:lnTo>
                  <a:lnTo>
                    <a:pt x="1899761" y="387318"/>
                  </a:lnTo>
                  <a:lnTo>
                    <a:pt x="1749297" y="390721"/>
                  </a:lnTo>
                  <a:lnTo>
                    <a:pt x="1598833" y="394367"/>
                  </a:lnTo>
                  <a:lnTo>
                    <a:pt x="1448369" y="398073"/>
                  </a:lnTo>
                  <a:lnTo>
                    <a:pt x="1297904" y="401851"/>
                  </a:lnTo>
                  <a:lnTo>
                    <a:pt x="1147440" y="406182"/>
                  </a:lnTo>
                  <a:lnTo>
                    <a:pt x="996976" y="411285"/>
                  </a:lnTo>
                  <a:lnTo>
                    <a:pt x="846512" y="417410"/>
                  </a:lnTo>
                  <a:lnTo>
                    <a:pt x="696048" y="424790"/>
                  </a:lnTo>
                  <a:lnTo>
                    <a:pt x="545584" y="433599"/>
                  </a:lnTo>
                  <a:lnTo>
                    <a:pt x="395120" y="443936"/>
                  </a:lnTo>
                  <a:lnTo>
                    <a:pt x="244656" y="455835"/>
                  </a:lnTo>
                  <a:lnTo>
                    <a:pt x="94192" y="469287"/>
                  </a:lnTo>
                  <a:lnTo>
                    <a:pt x="0" y="4786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751594"/>
              <a:ext cx="6145984" cy="450354"/>
            </a:xfrm>
            <a:custGeom>
              <a:avLst/>
              <a:pathLst>
                <a:path w="6145984" h="450354">
                  <a:moveTo>
                    <a:pt x="0" y="447512"/>
                  </a:moveTo>
                  <a:lnTo>
                    <a:pt x="94192" y="448354"/>
                  </a:lnTo>
                  <a:lnTo>
                    <a:pt x="244656" y="449357"/>
                  </a:lnTo>
                  <a:lnTo>
                    <a:pt x="395120" y="450021"/>
                  </a:lnTo>
                  <a:lnTo>
                    <a:pt x="545584" y="450352"/>
                  </a:lnTo>
                  <a:lnTo>
                    <a:pt x="696048" y="450354"/>
                  </a:lnTo>
                  <a:lnTo>
                    <a:pt x="846512" y="450033"/>
                  </a:lnTo>
                  <a:lnTo>
                    <a:pt x="996976" y="449394"/>
                  </a:lnTo>
                  <a:lnTo>
                    <a:pt x="1147440" y="448442"/>
                  </a:lnTo>
                  <a:lnTo>
                    <a:pt x="1297904" y="447182"/>
                  </a:lnTo>
                  <a:lnTo>
                    <a:pt x="1448369" y="445615"/>
                  </a:lnTo>
                  <a:lnTo>
                    <a:pt x="1598833" y="443576"/>
                  </a:lnTo>
                  <a:lnTo>
                    <a:pt x="1749297" y="441065"/>
                  </a:lnTo>
                  <a:lnTo>
                    <a:pt x="1899761" y="438200"/>
                  </a:lnTo>
                  <a:lnTo>
                    <a:pt x="2050225" y="435014"/>
                  </a:lnTo>
                  <a:lnTo>
                    <a:pt x="2200689" y="430398"/>
                  </a:lnTo>
                  <a:lnTo>
                    <a:pt x="2351153" y="424880"/>
                  </a:lnTo>
                  <a:lnTo>
                    <a:pt x="2501617" y="419630"/>
                  </a:lnTo>
                  <a:lnTo>
                    <a:pt x="2652081" y="412752"/>
                  </a:lnTo>
                  <a:lnTo>
                    <a:pt x="2802545" y="404270"/>
                  </a:lnTo>
                  <a:lnTo>
                    <a:pt x="2953009" y="396798"/>
                  </a:lnTo>
                  <a:lnTo>
                    <a:pt x="3103473" y="393632"/>
                  </a:lnTo>
                  <a:lnTo>
                    <a:pt x="3253937" y="394968"/>
                  </a:lnTo>
                  <a:lnTo>
                    <a:pt x="3404401" y="395679"/>
                  </a:lnTo>
                  <a:lnTo>
                    <a:pt x="3554865" y="390641"/>
                  </a:lnTo>
                  <a:lnTo>
                    <a:pt x="3705329" y="384052"/>
                  </a:lnTo>
                  <a:lnTo>
                    <a:pt x="3855793" y="376722"/>
                  </a:lnTo>
                  <a:lnTo>
                    <a:pt x="4006257" y="364012"/>
                  </a:lnTo>
                  <a:lnTo>
                    <a:pt x="4156721" y="345730"/>
                  </a:lnTo>
                  <a:lnTo>
                    <a:pt x="4307185" y="325377"/>
                  </a:lnTo>
                  <a:lnTo>
                    <a:pt x="4457649" y="303198"/>
                  </a:lnTo>
                  <a:lnTo>
                    <a:pt x="4608114" y="279443"/>
                  </a:lnTo>
                  <a:lnTo>
                    <a:pt x="4758578" y="254797"/>
                  </a:lnTo>
                  <a:lnTo>
                    <a:pt x="4909042" y="229575"/>
                  </a:lnTo>
                  <a:lnTo>
                    <a:pt x="5059506" y="203776"/>
                  </a:lnTo>
                  <a:lnTo>
                    <a:pt x="5209970" y="177396"/>
                  </a:lnTo>
                  <a:lnTo>
                    <a:pt x="5360434" y="150432"/>
                  </a:lnTo>
                  <a:lnTo>
                    <a:pt x="5510898" y="122881"/>
                  </a:lnTo>
                  <a:lnTo>
                    <a:pt x="5661362" y="94739"/>
                  </a:lnTo>
                  <a:lnTo>
                    <a:pt x="5811826" y="66004"/>
                  </a:lnTo>
                  <a:lnTo>
                    <a:pt x="5962290" y="36673"/>
                  </a:lnTo>
                  <a:lnTo>
                    <a:pt x="6112754" y="674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918274"/>
              <a:ext cx="6145984" cy="393675"/>
            </a:xfrm>
            <a:custGeom>
              <a:avLst/>
              <a:pathLst>
                <a:path w="6145984" h="393675">
                  <a:moveTo>
                    <a:pt x="0" y="188227"/>
                  </a:moveTo>
                  <a:lnTo>
                    <a:pt x="94192" y="195921"/>
                  </a:lnTo>
                  <a:lnTo>
                    <a:pt x="244656" y="206675"/>
                  </a:lnTo>
                  <a:lnTo>
                    <a:pt x="395120" y="215869"/>
                  </a:lnTo>
                  <a:lnTo>
                    <a:pt x="545584" y="223497"/>
                  </a:lnTo>
                  <a:lnTo>
                    <a:pt x="696048" y="229592"/>
                  </a:lnTo>
                  <a:lnTo>
                    <a:pt x="846512" y="234234"/>
                  </a:lnTo>
                  <a:lnTo>
                    <a:pt x="996976" y="237565"/>
                  </a:lnTo>
                  <a:lnTo>
                    <a:pt x="1147440" y="239770"/>
                  </a:lnTo>
                  <a:lnTo>
                    <a:pt x="1297904" y="241049"/>
                  </a:lnTo>
                  <a:lnTo>
                    <a:pt x="1448369" y="241574"/>
                  </a:lnTo>
                  <a:lnTo>
                    <a:pt x="1598833" y="241542"/>
                  </a:lnTo>
                  <a:lnTo>
                    <a:pt x="1749297" y="240967"/>
                  </a:lnTo>
                  <a:lnTo>
                    <a:pt x="1899761" y="239837"/>
                  </a:lnTo>
                  <a:lnTo>
                    <a:pt x="2050225" y="238411"/>
                  </a:lnTo>
                  <a:lnTo>
                    <a:pt x="2200689" y="237740"/>
                  </a:lnTo>
                  <a:lnTo>
                    <a:pt x="2351153" y="236576"/>
                  </a:lnTo>
                  <a:lnTo>
                    <a:pt x="2501617" y="234446"/>
                  </a:lnTo>
                  <a:lnTo>
                    <a:pt x="2652081" y="233945"/>
                  </a:lnTo>
                  <a:lnTo>
                    <a:pt x="2802545" y="233504"/>
                  </a:lnTo>
                  <a:lnTo>
                    <a:pt x="2953009" y="230875"/>
                  </a:lnTo>
                  <a:lnTo>
                    <a:pt x="3103473" y="226606"/>
                  </a:lnTo>
                  <a:lnTo>
                    <a:pt x="3253937" y="221102"/>
                  </a:lnTo>
                  <a:lnTo>
                    <a:pt x="3404401" y="214025"/>
                  </a:lnTo>
                  <a:lnTo>
                    <a:pt x="3554865" y="207244"/>
                  </a:lnTo>
                  <a:lnTo>
                    <a:pt x="3705329" y="201576"/>
                  </a:lnTo>
                  <a:lnTo>
                    <a:pt x="3855793" y="195010"/>
                  </a:lnTo>
                  <a:lnTo>
                    <a:pt x="4006257" y="186787"/>
                  </a:lnTo>
                  <a:lnTo>
                    <a:pt x="4156721" y="177160"/>
                  </a:lnTo>
                  <a:lnTo>
                    <a:pt x="4307185" y="166197"/>
                  </a:lnTo>
                  <a:lnTo>
                    <a:pt x="4457649" y="154024"/>
                  </a:lnTo>
                  <a:lnTo>
                    <a:pt x="4608114" y="141004"/>
                  </a:lnTo>
                  <a:lnTo>
                    <a:pt x="4758578" y="127492"/>
                  </a:lnTo>
                  <a:lnTo>
                    <a:pt x="4909042" y="113724"/>
                  </a:lnTo>
                  <a:lnTo>
                    <a:pt x="5059506" y="99864"/>
                  </a:lnTo>
                  <a:lnTo>
                    <a:pt x="5209970" y="86008"/>
                  </a:lnTo>
                  <a:lnTo>
                    <a:pt x="5360434" y="72200"/>
                  </a:lnTo>
                  <a:lnTo>
                    <a:pt x="5510898" y="58442"/>
                  </a:lnTo>
                  <a:lnTo>
                    <a:pt x="5661362" y="44707"/>
                  </a:lnTo>
                  <a:lnTo>
                    <a:pt x="5811826" y="30950"/>
                  </a:lnTo>
                  <a:lnTo>
                    <a:pt x="5962290" y="17113"/>
                  </a:lnTo>
                  <a:lnTo>
                    <a:pt x="6112754" y="3133"/>
                  </a:lnTo>
                  <a:lnTo>
                    <a:pt x="6145984" y="0"/>
                  </a:lnTo>
                  <a:lnTo>
                    <a:pt x="6145984" y="156762"/>
                  </a:lnTo>
                  <a:lnTo>
                    <a:pt x="6112754" y="157517"/>
                  </a:lnTo>
                  <a:lnTo>
                    <a:pt x="5962290" y="161704"/>
                  </a:lnTo>
                  <a:lnTo>
                    <a:pt x="5811826" y="166589"/>
                  </a:lnTo>
                  <a:lnTo>
                    <a:pt x="5661362" y="172098"/>
                  </a:lnTo>
                  <a:lnTo>
                    <a:pt x="5510898" y="178163"/>
                  </a:lnTo>
                  <a:lnTo>
                    <a:pt x="5360434" y="184728"/>
                  </a:lnTo>
                  <a:lnTo>
                    <a:pt x="5209970" y="191758"/>
                  </a:lnTo>
                  <a:lnTo>
                    <a:pt x="5059506" y="199245"/>
                  </a:lnTo>
                  <a:lnTo>
                    <a:pt x="4909042" y="207221"/>
                  </a:lnTo>
                  <a:lnTo>
                    <a:pt x="4758578" y="215774"/>
                  </a:lnTo>
                  <a:lnTo>
                    <a:pt x="4608114" y="225057"/>
                  </a:lnTo>
                  <a:lnTo>
                    <a:pt x="4457649" y="234888"/>
                  </a:lnTo>
                  <a:lnTo>
                    <a:pt x="4307185" y="244702"/>
                  </a:lnTo>
                  <a:lnTo>
                    <a:pt x="4156721" y="254463"/>
                  </a:lnTo>
                  <a:lnTo>
                    <a:pt x="4006257" y="263910"/>
                  </a:lnTo>
                  <a:lnTo>
                    <a:pt x="3855793" y="271820"/>
                  </a:lnTo>
                  <a:lnTo>
                    <a:pt x="3705329" y="278707"/>
                  </a:lnTo>
                  <a:lnTo>
                    <a:pt x="3554865" y="285551"/>
                  </a:lnTo>
                  <a:lnTo>
                    <a:pt x="3404401" y="292125"/>
                  </a:lnTo>
                  <a:lnTo>
                    <a:pt x="3253937" y="298957"/>
                  </a:lnTo>
                  <a:lnTo>
                    <a:pt x="3103473" y="306000"/>
                  </a:lnTo>
                  <a:lnTo>
                    <a:pt x="2953009" y="310897"/>
                  </a:lnTo>
                  <a:lnTo>
                    <a:pt x="2802545" y="311611"/>
                  </a:lnTo>
                  <a:lnTo>
                    <a:pt x="2652081" y="311476"/>
                  </a:lnTo>
                  <a:lnTo>
                    <a:pt x="2501617" y="312509"/>
                  </a:lnTo>
                  <a:lnTo>
                    <a:pt x="2351153" y="313469"/>
                  </a:lnTo>
                  <a:lnTo>
                    <a:pt x="2200689" y="314057"/>
                  </a:lnTo>
                  <a:lnTo>
                    <a:pt x="2050225" y="315373"/>
                  </a:lnTo>
                  <a:lnTo>
                    <a:pt x="1899761" y="317060"/>
                  </a:lnTo>
                  <a:lnTo>
                    <a:pt x="1749297" y="319030"/>
                  </a:lnTo>
                  <a:lnTo>
                    <a:pt x="1598833" y="321379"/>
                  </a:lnTo>
                  <a:lnTo>
                    <a:pt x="1448369" y="324018"/>
                  </a:lnTo>
                  <a:lnTo>
                    <a:pt x="1297904" y="326950"/>
                  </a:lnTo>
                  <a:lnTo>
                    <a:pt x="1147440" y="330471"/>
                  </a:lnTo>
                  <a:lnTo>
                    <a:pt x="996976" y="334754"/>
                  </a:lnTo>
                  <a:lnTo>
                    <a:pt x="846512" y="339999"/>
                  </a:lnTo>
                  <a:lnTo>
                    <a:pt x="696048" y="346392"/>
                  </a:lnTo>
                  <a:lnTo>
                    <a:pt x="545584" y="354071"/>
                  </a:lnTo>
                  <a:lnTo>
                    <a:pt x="395120" y="363119"/>
                  </a:lnTo>
                  <a:lnTo>
                    <a:pt x="244656" y="373565"/>
                  </a:lnTo>
                  <a:lnTo>
                    <a:pt x="94192" y="385406"/>
                  </a:lnTo>
                  <a:lnTo>
                    <a:pt x="0" y="39367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18274"/>
              <a:ext cx="6145984" cy="241574"/>
            </a:xfrm>
            <a:custGeom>
              <a:avLst/>
              <a:pathLst>
                <a:path w="6145984" h="241574">
                  <a:moveTo>
                    <a:pt x="0" y="188227"/>
                  </a:moveTo>
                  <a:lnTo>
                    <a:pt x="94192" y="195921"/>
                  </a:lnTo>
                  <a:lnTo>
                    <a:pt x="244656" y="206675"/>
                  </a:lnTo>
                  <a:lnTo>
                    <a:pt x="395120" y="215869"/>
                  </a:lnTo>
                  <a:lnTo>
                    <a:pt x="545584" y="223497"/>
                  </a:lnTo>
                  <a:lnTo>
                    <a:pt x="696048" y="229592"/>
                  </a:lnTo>
                  <a:lnTo>
                    <a:pt x="846512" y="234234"/>
                  </a:lnTo>
                  <a:lnTo>
                    <a:pt x="996976" y="237565"/>
                  </a:lnTo>
                  <a:lnTo>
                    <a:pt x="1147440" y="239770"/>
                  </a:lnTo>
                  <a:lnTo>
                    <a:pt x="1297904" y="241049"/>
                  </a:lnTo>
                  <a:lnTo>
                    <a:pt x="1448369" y="241574"/>
                  </a:lnTo>
                  <a:lnTo>
                    <a:pt x="1598833" y="241542"/>
                  </a:lnTo>
                  <a:lnTo>
                    <a:pt x="1749297" y="240967"/>
                  </a:lnTo>
                  <a:lnTo>
                    <a:pt x="1899761" y="239837"/>
                  </a:lnTo>
                  <a:lnTo>
                    <a:pt x="2050225" y="238411"/>
                  </a:lnTo>
                  <a:lnTo>
                    <a:pt x="2200689" y="237740"/>
                  </a:lnTo>
                  <a:lnTo>
                    <a:pt x="2351153" y="236576"/>
                  </a:lnTo>
                  <a:lnTo>
                    <a:pt x="2501617" y="234446"/>
                  </a:lnTo>
                  <a:lnTo>
                    <a:pt x="2652081" y="233945"/>
                  </a:lnTo>
                  <a:lnTo>
                    <a:pt x="2802545" y="233504"/>
                  </a:lnTo>
                  <a:lnTo>
                    <a:pt x="2953009" y="230875"/>
                  </a:lnTo>
                  <a:lnTo>
                    <a:pt x="3103473" y="226606"/>
                  </a:lnTo>
                  <a:lnTo>
                    <a:pt x="3253937" y="221102"/>
                  </a:lnTo>
                  <a:lnTo>
                    <a:pt x="3404401" y="214025"/>
                  </a:lnTo>
                  <a:lnTo>
                    <a:pt x="3554865" y="207244"/>
                  </a:lnTo>
                  <a:lnTo>
                    <a:pt x="3705329" y="201576"/>
                  </a:lnTo>
                  <a:lnTo>
                    <a:pt x="3855793" y="195010"/>
                  </a:lnTo>
                  <a:lnTo>
                    <a:pt x="4006257" y="186787"/>
                  </a:lnTo>
                  <a:lnTo>
                    <a:pt x="4156721" y="177160"/>
                  </a:lnTo>
                  <a:lnTo>
                    <a:pt x="4307185" y="166197"/>
                  </a:lnTo>
                  <a:lnTo>
                    <a:pt x="4457649" y="154024"/>
                  </a:lnTo>
                  <a:lnTo>
                    <a:pt x="4608114" y="141004"/>
                  </a:lnTo>
                  <a:lnTo>
                    <a:pt x="4758578" y="127492"/>
                  </a:lnTo>
                  <a:lnTo>
                    <a:pt x="4909042" y="113724"/>
                  </a:lnTo>
                  <a:lnTo>
                    <a:pt x="5059506" y="99864"/>
                  </a:lnTo>
                  <a:lnTo>
                    <a:pt x="5209970" y="86008"/>
                  </a:lnTo>
                  <a:lnTo>
                    <a:pt x="5360434" y="72200"/>
                  </a:lnTo>
                  <a:lnTo>
                    <a:pt x="5510898" y="58442"/>
                  </a:lnTo>
                  <a:lnTo>
                    <a:pt x="5661362" y="44707"/>
                  </a:lnTo>
                  <a:lnTo>
                    <a:pt x="5811826" y="30950"/>
                  </a:lnTo>
                  <a:lnTo>
                    <a:pt x="5962290" y="17113"/>
                  </a:lnTo>
                  <a:lnTo>
                    <a:pt x="6112754" y="313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75037"/>
              <a:ext cx="6145984" cy="236912"/>
            </a:xfrm>
            <a:custGeom>
              <a:avLst/>
              <a:pathLst>
                <a:path w="6145984" h="236912">
                  <a:moveTo>
                    <a:pt x="6145984" y="0"/>
                  </a:moveTo>
                  <a:lnTo>
                    <a:pt x="6112754" y="754"/>
                  </a:lnTo>
                  <a:lnTo>
                    <a:pt x="5962290" y="4941"/>
                  </a:lnTo>
                  <a:lnTo>
                    <a:pt x="5811826" y="9826"/>
                  </a:lnTo>
                  <a:lnTo>
                    <a:pt x="5661362" y="15335"/>
                  </a:lnTo>
                  <a:lnTo>
                    <a:pt x="5510898" y="21400"/>
                  </a:lnTo>
                  <a:lnTo>
                    <a:pt x="5360434" y="27965"/>
                  </a:lnTo>
                  <a:lnTo>
                    <a:pt x="5209970" y="34995"/>
                  </a:lnTo>
                  <a:lnTo>
                    <a:pt x="5059506" y="42482"/>
                  </a:lnTo>
                  <a:lnTo>
                    <a:pt x="4909042" y="50458"/>
                  </a:lnTo>
                  <a:lnTo>
                    <a:pt x="4758578" y="59011"/>
                  </a:lnTo>
                  <a:lnTo>
                    <a:pt x="4608114" y="68294"/>
                  </a:lnTo>
                  <a:lnTo>
                    <a:pt x="4457649" y="78125"/>
                  </a:lnTo>
                  <a:lnTo>
                    <a:pt x="4307185" y="87939"/>
                  </a:lnTo>
                  <a:lnTo>
                    <a:pt x="4156721" y="97700"/>
                  </a:lnTo>
                  <a:lnTo>
                    <a:pt x="4006257" y="107147"/>
                  </a:lnTo>
                  <a:lnTo>
                    <a:pt x="3855793" y="115057"/>
                  </a:lnTo>
                  <a:lnTo>
                    <a:pt x="3705329" y="121944"/>
                  </a:lnTo>
                  <a:lnTo>
                    <a:pt x="3554865" y="128788"/>
                  </a:lnTo>
                  <a:lnTo>
                    <a:pt x="3404401" y="135362"/>
                  </a:lnTo>
                  <a:lnTo>
                    <a:pt x="3253937" y="142194"/>
                  </a:lnTo>
                  <a:lnTo>
                    <a:pt x="3103473" y="149237"/>
                  </a:lnTo>
                  <a:lnTo>
                    <a:pt x="2953009" y="154135"/>
                  </a:lnTo>
                  <a:lnTo>
                    <a:pt x="2802545" y="154848"/>
                  </a:lnTo>
                  <a:lnTo>
                    <a:pt x="2652081" y="154713"/>
                  </a:lnTo>
                  <a:lnTo>
                    <a:pt x="2501617" y="155746"/>
                  </a:lnTo>
                  <a:lnTo>
                    <a:pt x="2351153" y="156707"/>
                  </a:lnTo>
                  <a:lnTo>
                    <a:pt x="2200689" y="157294"/>
                  </a:lnTo>
                  <a:lnTo>
                    <a:pt x="2050225" y="158610"/>
                  </a:lnTo>
                  <a:lnTo>
                    <a:pt x="1899761" y="160297"/>
                  </a:lnTo>
                  <a:lnTo>
                    <a:pt x="1749297" y="162267"/>
                  </a:lnTo>
                  <a:lnTo>
                    <a:pt x="1598833" y="164617"/>
                  </a:lnTo>
                  <a:lnTo>
                    <a:pt x="1448369" y="167255"/>
                  </a:lnTo>
                  <a:lnTo>
                    <a:pt x="1297904" y="170187"/>
                  </a:lnTo>
                  <a:lnTo>
                    <a:pt x="1147440" y="173708"/>
                  </a:lnTo>
                  <a:lnTo>
                    <a:pt x="996976" y="177991"/>
                  </a:lnTo>
                  <a:lnTo>
                    <a:pt x="846512" y="183236"/>
                  </a:lnTo>
                  <a:lnTo>
                    <a:pt x="696048" y="189629"/>
                  </a:lnTo>
                  <a:lnTo>
                    <a:pt x="545584" y="197308"/>
                  </a:lnTo>
                  <a:lnTo>
                    <a:pt x="395120" y="206356"/>
                  </a:lnTo>
                  <a:lnTo>
                    <a:pt x="244656" y="216802"/>
                  </a:lnTo>
                  <a:lnTo>
                    <a:pt x="94192" y="228643"/>
                  </a:lnTo>
                  <a:lnTo>
                    <a:pt x="0" y="2369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96655"/>
              <a:ext cx="6145984" cy="212569"/>
            </a:xfrm>
            <a:custGeom>
              <a:avLst/>
              <a:pathLst>
                <a:path w="6145984" h="212569">
                  <a:moveTo>
                    <a:pt x="0" y="212569"/>
                  </a:moveTo>
                  <a:lnTo>
                    <a:pt x="94192" y="212282"/>
                  </a:lnTo>
                  <a:lnTo>
                    <a:pt x="244656" y="211739"/>
                  </a:lnTo>
                  <a:lnTo>
                    <a:pt x="395120" y="211112"/>
                  </a:lnTo>
                  <a:lnTo>
                    <a:pt x="545584" y="210403"/>
                  </a:lnTo>
                  <a:lnTo>
                    <a:pt x="696048" y="209610"/>
                  </a:lnTo>
                  <a:lnTo>
                    <a:pt x="846512" y="208735"/>
                  </a:lnTo>
                  <a:lnTo>
                    <a:pt x="996976" y="207778"/>
                  </a:lnTo>
                  <a:lnTo>
                    <a:pt x="1147440" y="206739"/>
                  </a:lnTo>
                  <a:lnTo>
                    <a:pt x="1297904" y="205618"/>
                  </a:lnTo>
                  <a:lnTo>
                    <a:pt x="1448369" y="204415"/>
                  </a:lnTo>
                  <a:lnTo>
                    <a:pt x="1598833" y="203080"/>
                  </a:lnTo>
                  <a:lnTo>
                    <a:pt x="1749297" y="201617"/>
                  </a:lnTo>
                  <a:lnTo>
                    <a:pt x="1899761" y="200067"/>
                  </a:lnTo>
                  <a:lnTo>
                    <a:pt x="2050225" y="198510"/>
                  </a:lnTo>
                  <a:lnTo>
                    <a:pt x="2200689" y="197517"/>
                  </a:lnTo>
                  <a:lnTo>
                    <a:pt x="2351153" y="196641"/>
                  </a:lnTo>
                  <a:lnTo>
                    <a:pt x="2501617" y="195096"/>
                  </a:lnTo>
                  <a:lnTo>
                    <a:pt x="2652081" y="194329"/>
                  </a:lnTo>
                  <a:lnTo>
                    <a:pt x="2802545" y="194176"/>
                  </a:lnTo>
                  <a:lnTo>
                    <a:pt x="2953009" y="192505"/>
                  </a:lnTo>
                  <a:lnTo>
                    <a:pt x="3103473" y="187921"/>
                  </a:lnTo>
                  <a:lnTo>
                    <a:pt x="3253937" y="181648"/>
                  </a:lnTo>
                  <a:lnTo>
                    <a:pt x="3404401" y="174694"/>
                  </a:lnTo>
                  <a:lnTo>
                    <a:pt x="3554865" y="168016"/>
                  </a:lnTo>
                  <a:lnTo>
                    <a:pt x="3705329" y="161760"/>
                  </a:lnTo>
                  <a:lnTo>
                    <a:pt x="3855793" y="155033"/>
                  </a:lnTo>
                  <a:lnTo>
                    <a:pt x="4006257" y="146967"/>
                  </a:lnTo>
                  <a:lnTo>
                    <a:pt x="4156721" y="137430"/>
                  </a:lnTo>
                  <a:lnTo>
                    <a:pt x="4307185" y="127068"/>
                  </a:lnTo>
                  <a:lnTo>
                    <a:pt x="4457649" y="116075"/>
                  </a:lnTo>
                  <a:lnTo>
                    <a:pt x="4608114" y="104649"/>
                  </a:lnTo>
                  <a:lnTo>
                    <a:pt x="4758578" y="93251"/>
                  </a:lnTo>
                  <a:lnTo>
                    <a:pt x="4909042" y="82091"/>
                  </a:lnTo>
                  <a:lnTo>
                    <a:pt x="5059506" y="71173"/>
                  </a:lnTo>
                  <a:lnTo>
                    <a:pt x="5209970" y="60502"/>
                  </a:lnTo>
                  <a:lnTo>
                    <a:pt x="5360434" y="50083"/>
                  </a:lnTo>
                  <a:lnTo>
                    <a:pt x="5510898" y="39921"/>
                  </a:lnTo>
                  <a:lnTo>
                    <a:pt x="5661362" y="30021"/>
                  </a:lnTo>
                  <a:lnTo>
                    <a:pt x="5811826" y="20388"/>
                  </a:lnTo>
                  <a:lnTo>
                    <a:pt x="5962290" y="11027"/>
                  </a:lnTo>
                  <a:lnTo>
                    <a:pt x="6112754" y="194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87745"/>
              <a:ext cx="6145984" cy="401350"/>
            </a:xfrm>
            <a:custGeom>
              <a:avLst/>
              <a:pathLst>
                <a:path w="6145984" h="401350">
                  <a:moveTo>
                    <a:pt x="0" y="179283"/>
                  </a:moveTo>
                  <a:lnTo>
                    <a:pt x="94192" y="190339"/>
                  </a:lnTo>
                  <a:lnTo>
                    <a:pt x="244656" y="206047"/>
                  </a:lnTo>
                  <a:lnTo>
                    <a:pt x="395120" y="219786"/>
                  </a:lnTo>
                  <a:lnTo>
                    <a:pt x="545584" y="231563"/>
                  </a:lnTo>
                  <a:lnTo>
                    <a:pt x="696048" y="241422"/>
                  </a:lnTo>
                  <a:lnTo>
                    <a:pt x="846512" y="249463"/>
                  </a:lnTo>
                  <a:lnTo>
                    <a:pt x="996976" y="255848"/>
                  </a:lnTo>
                  <a:lnTo>
                    <a:pt x="1147440" y="260790"/>
                  </a:lnTo>
                  <a:lnTo>
                    <a:pt x="1297904" y="264517"/>
                  </a:lnTo>
                  <a:lnTo>
                    <a:pt x="1448369" y="267222"/>
                  </a:lnTo>
                  <a:lnTo>
                    <a:pt x="1598833" y="269065"/>
                  </a:lnTo>
                  <a:lnTo>
                    <a:pt x="1749297" y="269949"/>
                  </a:lnTo>
                  <a:lnTo>
                    <a:pt x="1899761" y="269761"/>
                  </a:lnTo>
                  <a:lnTo>
                    <a:pt x="2050225" y="268577"/>
                  </a:lnTo>
                  <a:lnTo>
                    <a:pt x="2200689" y="266053"/>
                  </a:lnTo>
                  <a:lnTo>
                    <a:pt x="2351153" y="261776"/>
                  </a:lnTo>
                  <a:lnTo>
                    <a:pt x="2501617" y="257031"/>
                  </a:lnTo>
                  <a:lnTo>
                    <a:pt x="2652081" y="254174"/>
                  </a:lnTo>
                  <a:lnTo>
                    <a:pt x="2802545" y="251024"/>
                  </a:lnTo>
                  <a:lnTo>
                    <a:pt x="2953009" y="246003"/>
                  </a:lnTo>
                  <a:lnTo>
                    <a:pt x="3103473" y="239996"/>
                  </a:lnTo>
                  <a:lnTo>
                    <a:pt x="3253937" y="232719"/>
                  </a:lnTo>
                  <a:lnTo>
                    <a:pt x="3404401" y="224162"/>
                  </a:lnTo>
                  <a:lnTo>
                    <a:pt x="3554865" y="216735"/>
                  </a:lnTo>
                  <a:lnTo>
                    <a:pt x="3705329" y="210754"/>
                  </a:lnTo>
                  <a:lnTo>
                    <a:pt x="3855793" y="204257"/>
                  </a:lnTo>
                  <a:lnTo>
                    <a:pt x="4006257" y="197341"/>
                  </a:lnTo>
                  <a:lnTo>
                    <a:pt x="4156721" y="190329"/>
                  </a:lnTo>
                  <a:lnTo>
                    <a:pt x="4307185" y="182488"/>
                  </a:lnTo>
                  <a:lnTo>
                    <a:pt x="4457649" y="173705"/>
                  </a:lnTo>
                  <a:lnTo>
                    <a:pt x="4608114" y="164109"/>
                  </a:lnTo>
                  <a:lnTo>
                    <a:pt x="4758578" y="153257"/>
                  </a:lnTo>
                  <a:lnTo>
                    <a:pt x="4909042" y="141018"/>
                  </a:lnTo>
                  <a:lnTo>
                    <a:pt x="5059506" y="127585"/>
                  </a:lnTo>
                  <a:lnTo>
                    <a:pt x="5209970" y="113083"/>
                  </a:lnTo>
                  <a:lnTo>
                    <a:pt x="5360434" y="97577"/>
                  </a:lnTo>
                  <a:lnTo>
                    <a:pt x="5510898" y="81087"/>
                  </a:lnTo>
                  <a:lnTo>
                    <a:pt x="5661362" y="63603"/>
                  </a:lnTo>
                  <a:lnTo>
                    <a:pt x="5811826" y="45096"/>
                  </a:lnTo>
                  <a:lnTo>
                    <a:pt x="5962290" y="25521"/>
                  </a:lnTo>
                  <a:lnTo>
                    <a:pt x="6112754" y="4828"/>
                  </a:lnTo>
                  <a:lnTo>
                    <a:pt x="6145984" y="0"/>
                  </a:lnTo>
                  <a:lnTo>
                    <a:pt x="6145984" y="169443"/>
                  </a:lnTo>
                  <a:lnTo>
                    <a:pt x="6112754" y="171700"/>
                  </a:lnTo>
                  <a:lnTo>
                    <a:pt x="5962290" y="181808"/>
                  </a:lnTo>
                  <a:lnTo>
                    <a:pt x="5811826" y="191707"/>
                  </a:lnTo>
                  <a:lnTo>
                    <a:pt x="5661362" y="201299"/>
                  </a:lnTo>
                  <a:lnTo>
                    <a:pt x="5510898" y="210492"/>
                  </a:lnTo>
                  <a:lnTo>
                    <a:pt x="5360434" y="219207"/>
                  </a:lnTo>
                  <a:lnTo>
                    <a:pt x="5209970" y="227387"/>
                  </a:lnTo>
                  <a:lnTo>
                    <a:pt x="5059506" y="235005"/>
                  </a:lnTo>
                  <a:lnTo>
                    <a:pt x="4909042" y="242078"/>
                  </a:lnTo>
                  <a:lnTo>
                    <a:pt x="4758578" y="248680"/>
                  </a:lnTo>
                  <a:lnTo>
                    <a:pt x="4608114" y="254961"/>
                  </a:lnTo>
                  <a:lnTo>
                    <a:pt x="4457649" y="261109"/>
                  </a:lnTo>
                  <a:lnTo>
                    <a:pt x="4307185" y="267343"/>
                  </a:lnTo>
                  <a:lnTo>
                    <a:pt x="4156721" y="273885"/>
                  </a:lnTo>
                  <a:lnTo>
                    <a:pt x="4006257" y="280703"/>
                  </a:lnTo>
                  <a:lnTo>
                    <a:pt x="3855793" y="287280"/>
                  </a:lnTo>
                  <a:lnTo>
                    <a:pt x="3705329" y="294123"/>
                  </a:lnTo>
                  <a:lnTo>
                    <a:pt x="3554865" y="301375"/>
                  </a:lnTo>
                  <a:lnTo>
                    <a:pt x="3404401" y="308580"/>
                  </a:lnTo>
                  <a:lnTo>
                    <a:pt x="3253937" y="316872"/>
                  </a:lnTo>
                  <a:lnTo>
                    <a:pt x="3103473" y="325812"/>
                  </a:lnTo>
                  <a:lnTo>
                    <a:pt x="2953009" y="332499"/>
                  </a:lnTo>
                  <a:lnTo>
                    <a:pt x="2802545" y="335448"/>
                  </a:lnTo>
                  <a:lnTo>
                    <a:pt x="2652081" y="337976"/>
                  </a:lnTo>
                  <a:lnTo>
                    <a:pt x="2501617" y="341409"/>
                  </a:lnTo>
                  <a:lnTo>
                    <a:pt x="2351153" y="344890"/>
                  </a:lnTo>
                  <a:lnTo>
                    <a:pt x="2200689" y="348543"/>
                  </a:lnTo>
                  <a:lnTo>
                    <a:pt x="2050225" y="351763"/>
                  </a:lnTo>
                  <a:lnTo>
                    <a:pt x="1899761" y="353231"/>
                  </a:lnTo>
                  <a:lnTo>
                    <a:pt x="1749297" y="354327"/>
                  </a:lnTo>
                  <a:lnTo>
                    <a:pt x="1598833" y="355360"/>
                  </a:lnTo>
                  <a:lnTo>
                    <a:pt x="1448369" y="356334"/>
                  </a:lnTo>
                  <a:lnTo>
                    <a:pt x="1297904" y="357365"/>
                  </a:lnTo>
                  <a:lnTo>
                    <a:pt x="1147440" y="358828"/>
                  </a:lnTo>
                  <a:lnTo>
                    <a:pt x="996976" y="360899"/>
                  </a:lnTo>
                  <a:lnTo>
                    <a:pt x="846512" y="363783"/>
                  </a:lnTo>
                  <a:lnTo>
                    <a:pt x="696048" y="367670"/>
                  </a:lnTo>
                  <a:lnTo>
                    <a:pt x="545584" y="372699"/>
                  </a:lnTo>
                  <a:lnTo>
                    <a:pt x="395120" y="378947"/>
                  </a:lnTo>
                  <a:lnTo>
                    <a:pt x="244656" y="386437"/>
                  </a:lnTo>
                  <a:lnTo>
                    <a:pt x="94192" y="395151"/>
                  </a:lnTo>
                  <a:lnTo>
                    <a:pt x="0" y="40135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87745"/>
              <a:ext cx="6145984" cy="269949"/>
            </a:xfrm>
            <a:custGeom>
              <a:avLst/>
              <a:pathLst>
                <a:path w="6145984" h="269949">
                  <a:moveTo>
                    <a:pt x="0" y="179283"/>
                  </a:moveTo>
                  <a:lnTo>
                    <a:pt x="94192" y="190339"/>
                  </a:lnTo>
                  <a:lnTo>
                    <a:pt x="244656" y="206047"/>
                  </a:lnTo>
                  <a:lnTo>
                    <a:pt x="395120" y="219786"/>
                  </a:lnTo>
                  <a:lnTo>
                    <a:pt x="545584" y="231563"/>
                  </a:lnTo>
                  <a:lnTo>
                    <a:pt x="696048" y="241422"/>
                  </a:lnTo>
                  <a:lnTo>
                    <a:pt x="846512" y="249463"/>
                  </a:lnTo>
                  <a:lnTo>
                    <a:pt x="996976" y="255848"/>
                  </a:lnTo>
                  <a:lnTo>
                    <a:pt x="1147440" y="260790"/>
                  </a:lnTo>
                  <a:lnTo>
                    <a:pt x="1297904" y="264517"/>
                  </a:lnTo>
                  <a:lnTo>
                    <a:pt x="1448369" y="267222"/>
                  </a:lnTo>
                  <a:lnTo>
                    <a:pt x="1598833" y="269065"/>
                  </a:lnTo>
                  <a:lnTo>
                    <a:pt x="1749297" y="269949"/>
                  </a:lnTo>
                  <a:lnTo>
                    <a:pt x="1899761" y="269761"/>
                  </a:lnTo>
                  <a:lnTo>
                    <a:pt x="2050225" y="268577"/>
                  </a:lnTo>
                  <a:lnTo>
                    <a:pt x="2200689" y="266053"/>
                  </a:lnTo>
                  <a:lnTo>
                    <a:pt x="2351153" y="261776"/>
                  </a:lnTo>
                  <a:lnTo>
                    <a:pt x="2501617" y="257031"/>
                  </a:lnTo>
                  <a:lnTo>
                    <a:pt x="2652081" y="254174"/>
                  </a:lnTo>
                  <a:lnTo>
                    <a:pt x="2802545" y="251024"/>
                  </a:lnTo>
                  <a:lnTo>
                    <a:pt x="2953009" y="246003"/>
                  </a:lnTo>
                  <a:lnTo>
                    <a:pt x="3103473" y="239996"/>
                  </a:lnTo>
                  <a:lnTo>
                    <a:pt x="3253937" y="232719"/>
                  </a:lnTo>
                  <a:lnTo>
                    <a:pt x="3404401" y="224162"/>
                  </a:lnTo>
                  <a:lnTo>
                    <a:pt x="3554865" y="216735"/>
                  </a:lnTo>
                  <a:lnTo>
                    <a:pt x="3705329" y="210754"/>
                  </a:lnTo>
                  <a:lnTo>
                    <a:pt x="3855793" y="204257"/>
                  </a:lnTo>
                  <a:lnTo>
                    <a:pt x="4006257" y="197341"/>
                  </a:lnTo>
                  <a:lnTo>
                    <a:pt x="4156721" y="190329"/>
                  </a:lnTo>
                  <a:lnTo>
                    <a:pt x="4307185" y="182488"/>
                  </a:lnTo>
                  <a:lnTo>
                    <a:pt x="4457649" y="173705"/>
                  </a:lnTo>
                  <a:lnTo>
                    <a:pt x="4608114" y="164109"/>
                  </a:lnTo>
                  <a:lnTo>
                    <a:pt x="4758578" y="153257"/>
                  </a:lnTo>
                  <a:lnTo>
                    <a:pt x="4909042" y="141018"/>
                  </a:lnTo>
                  <a:lnTo>
                    <a:pt x="5059506" y="127585"/>
                  </a:lnTo>
                  <a:lnTo>
                    <a:pt x="5209970" y="113083"/>
                  </a:lnTo>
                  <a:lnTo>
                    <a:pt x="5360434" y="97577"/>
                  </a:lnTo>
                  <a:lnTo>
                    <a:pt x="5510898" y="81087"/>
                  </a:lnTo>
                  <a:lnTo>
                    <a:pt x="5661362" y="63603"/>
                  </a:lnTo>
                  <a:lnTo>
                    <a:pt x="5811826" y="45096"/>
                  </a:lnTo>
                  <a:lnTo>
                    <a:pt x="5962290" y="25521"/>
                  </a:lnTo>
                  <a:lnTo>
                    <a:pt x="6112754" y="482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57188"/>
              <a:ext cx="6145984" cy="231906"/>
            </a:xfrm>
            <a:custGeom>
              <a:avLst/>
              <a:pathLst>
                <a:path w="6145984" h="231906">
                  <a:moveTo>
                    <a:pt x="6145984" y="0"/>
                  </a:moveTo>
                  <a:lnTo>
                    <a:pt x="6112754" y="2256"/>
                  </a:lnTo>
                  <a:lnTo>
                    <a:pt x="5962290" y="12365"/>
                  </a:lnTo>
                  <a:lnTo>
                    <a:pt x="5811826" y="22263"/>
                  </a:lnTo>
                  <a:lnTo>
                    <a:pt x="5661362" y="31855"/>
                  </a:lnTo>
                  <a:lnTo>
                    <a:pt x="5510898" y="41049"/>
                  </a:lnTo>
                  <a:lnTo>
                    <a:pt x="5360434" y="49764"/>
                  </a:lnTo>
                  <a:lnTo>
                    <a:pt x="5209970" y="57944"/>
                  </a:lnTo>
                  <a:lnTo>
                    <a:pt x="5059506" y="65562"/>
                  </a:lnTo>
                  <a:lnTo>
                    <a:pt x="4909042" y="72635"/>
                  </a:lnTo>
                  <a:lnTo>
                    <a:pt x="4758578" y="79237"/>
                  </a:lnTo>
                  <a:lnTo>
                    <a:pt x="4608114" y="85518"/>
                  </a:lnTo>
                  <a:lnTo>
                    <a:pt x="4457649" y="91666"/>
                  </a:lnTo>
                  <a:lnTo>
                    <a:pt x="4307185" y="97900"/>
                  </a:lnTo>
                  <a:lnTo>
                    <a:pt x="4156721" y="104442"/>
                  </a:lnTo>
                  <a:lnTo>
                    <a:pt x="4006257" y="111260"/>
                  </a:lnTo>
                  <a:lnTo>
                    <a:pt x="3855793" y="117837"/>
                  </a:lnTo>
                  <a:lnTo>
                    <a:pt x="3705329" y="124680"/>
                  </a:lnTo>
                  <a:lnTo>
                    <a:pt x="3554865" y="131932"/>
                  </a:lnTo>
                  <a:lnTo>
                    <a:pt x="3404401" y="139137"/>
                  </a:lnTo>
                  <a:lnTo>
                    <a:pt x="3253937" y="147428"/>
                  </a:lnTo>
                  <a:lnTo>
                    <a:pt x="3103473" y="156368"/>
                  </a:lnTo>
                  <a:lnTo>
                    <a:pt x="2953009" y="163056"/>
                  </a:lnTo>
                  <a:lnTo>
                    <a:pt x="2802545" y="166005"/>
                  </a:lnTo>
                  <a:lnTo>
                    <a:pt x="2652081" y="168533"/>
                  </a:lnTo>
                  <a:lnTo>
                    <a:pt x="2501617" y="171966"/>
                  </a:lnTo>
                  <a:lnTo>
                    <a:pt x="2351153" y="175446"/>
                  </a:lnTo>
                  <a:lnTo>
                    <a:pt x="2200689" y="179100"/>
                  </a:lnTo>
                  <a:lnTo>
                    <a:pt x="2050225" y="182320"/>
                  </a:lnTo>
                  <a:lnTo>
                    <a:pt x="1899761" y="183788"/>
                  </a:lnTo>
                  <a:lnTo>
                    <a:pt x="1749297" y="184884"/>
                  </a:lnTo>
                  <a:lnTo>
                    <a:pt x="1598833" y="185917"/>
                  </a:lnTo>
                  <a:lnTo>
                    <a:pt x="1448369" y="186891"/>
                  </a:lnTo>
                  <a:lnTo>
                    <a:pt x="1297904" y="187922"/>
                  </a:lnTo>
                  <a:lnTo>
                    <a:pt x="1147440" y="189385"/>
                  </a:lnTo>
                  <a:lnTo>
                    <a:pt x="996976" y="191456"/>
                  </a:lnTo>
                  <a:lnTo>
                    <a:pt x="846512" y="194340"/>
                  </a:lnTo>
                  <a:lnTo>
                    <a:pt x="696048" y="198227"/>
                  </a:lnTo>
                  <a:lnTo>
                    <a:pt x="545584" y="203256"/>
                  </a:lnTo>
                  <a:lnTo>
                    <a:pt x="395120" y="209504"/>
                  </a:lnTo>
                  <a:lnTo>
                    <a:pt x="244656" y="216993"/>
                  </a:lnTo>
                  <a:lnTo>
                    <a:pt x="94192" y="225708"/>
                  </a:lnTo>
                  <a:lnTo>
                    <a:pt x="0" y="2319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72467"/>
              <a:ext cx="6145984" cy="227491"/>
            </a:xfrm>
            <a:custGeom>
              <a:avLst/>
              <a:pathLst>
                <a:path w="6145984" h="227491">
                  <a:moveTo>
                    <a:pt x="0" y="205595"/>
                  </a:moveTo>
                  <a:lnTo>
                    <a:pt x="94192" y="208024"/>
                  </a:lnTo>
                  <a:lnTo>
                    <a:pt x="244656" y="211520"/>
                  </a:lnTo>
                  <a:lnTo>
                    <a:pt x="395120" y="214645"/>
                  </a:lnTo>
                  <a:lnTo>
                    <a:pt x="545584" y="217409"/>
                  </a:lnTo>
                  <a:lnTo>
                    <a:pt x="696048" y="219824"/>
                  </a:lnTo>
                  <a:lnTo>
                    <a:pt x="846512" y="221901"/>
                  </a:lnTo>
                  <a:lnTo>
                    <a:pt x="996976" y="223652"/>
                  </a:lnTo>
                  <a:lnTo>
                    <a:pt x="1147440" y="225088"/>
                  </a:lnTo>
                  <a:lnTo>
                    <a:pt x="1297904" y="226219"/>
                  </a:lnTo>
                  <a:lnTo>
                    <a:pt x="1448369" y="227057"/>
                  </a:lnTo>
                  <a:lnTo>
                    <a:pt x="1598833" y="227491"/>
                  </a:lnTo>
                  <a:lnTo>
                    <a:pt x="1749297" y="227416"/>
                  </a:lnTo>
                  <a:lnTo>
                    <a:pt x="1899761" y="226775"/>
                  </a:lnTo>
                  <a:lnTo>
                    <a:pt x="2050225" y="225448"/>
                  </a:lnTo>
                  <a:lnTo>
                    <a:pt x="2200689" y="222577"/>
                  </a:lnTo>
                  <a:lnTo>
                    <a:pt x="2351153" y="218611"/>
                  </a:lnTo>
                  <a:lnTo>
                    <a:pt x="2501617" y="214499"/>
                  </a:lnTo>
                  <a:lnTo>
                    <a:pt x="2652081" y="211354"/>
                  </a:lnTo>
                  <a:lnTo>
                    <a:pt x="2802545" y="208514"/>
                  </a:lnTo>
                  <a:lnTo>
                    <a:pt x="2953009" y="204529"/>
                  </a:lnTo>
                  <a:lnTo>
                    <a:pt x="3103473" y="198182"/>
                  </a:lnTo>
                  <a:lnTo>
                    <a:pt x="3253937" y="190074"/>
                  </a:lnTo>
                  <a:lnTo>
                    <a:pt x="3404401" y="181650"/>
                  </a:lnTo>
                  <a:lnTo>
                    <a:pt x="3554865" y="174334"/>
                  </a:lnTo>
                  <a:lnTo>
                    <a:pt x="3705329" y="167717"/>
                  </a:lnTo>
                  <a:lnTo>
                    <a:pt x="3855793" y="161047"/>
                  </a:lnTo>
                  <a:lnTo>
                    <a:pt x="4006257" y="154300"/>
                  </a:lnTo>
                  <a:lnTo>
                    <a:pt x="4156721" y="147386"/>
                  </a:lnTo>
                  <a:lnTo>
                    <a:pt x="4307185" y="140194"/>
                  </a:lnTo>
                  <a:lnTo>
                    <a:pt x="4457649" y="132685"/>
                  </a:lnTo>
                  <a:lnTo>
                    <a:pt x="4608114" y="124813"/>
                  </a:lnTo>
                  <a:lnTo>
                    <a:pt x="4758578" y="116247"/>
                  </a:lnTo>
                  <a:lnTo>
                    <a:pt x="4909042" y="106826"/>
                  </a:lnTo>
                  <a:lnTo>
                    <a:pt x="5059506" y="96574"/>
                  </a:lnTo>
                  <a:lnTo>
                    <a:pt x="5209970" y="85514"/>
                  </a:lnTo>
                  <a:lnTo>
                    <a:pt x="5360434" y="73670"/>
                  </a:lnTo>
                  <a:lnTo>
                    <a:pt x="5510898" y="61068"/>
                  </a:lnTo>
                  <a:lnTo>
                    <a:pt x="5661362" y="47729"/>
                  </a:lnTo>
                  <a:lnTo>
                    <a:pt x="5811826" y="33680"/>
                  </a:lnTo>
                  <a:lnTo>
                    <a:pt x="5962290" y="18943"/>
                  </a:lnTo>
                  <a:lnTo>
                    <a:pt x="6112754" y="354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971116"/>
              <a:ext cx="6145984" cy="303129"/>
            </a:xfrm>
            <a:custGeom>
              <a:avLst/>
              <a:pathLst>
                <a:path w="6145984" h="303129">
                  <a:moveTo>
                    <a:pt x="0" y="109363"/>
                  </a:moveTo>
                  <a:lnTo>
                    <a:pt x="94192" y="119170"/>
                  </a:lnTo>
                  <a:lnTo>
                    <a:pt x="244656" y="133154"/>
                  </a:lnTo>
                  <a:lnTo>
                    <a:pt x="395120" y="145447"/>
                  </a:lnTo>
                  <a:lnTo>
                    <a:pt x="545584" y="156055"/>
                  </a:lnTo>
                  <a:lnTo>
                    <a:pt x="696048" y="165019"/>
                  </a:lnTo>
                  <a:lnTo>
                    <a:pt x="846512" y="172430"/>
                  </a:lnTo>
                  <a:lnTo>
                    <a:pt x="996976" y="178429"/>
                  </a:lnTo>
                  <a:lnTo>
                    <a:pt x="1147440" y="183205"/>
                  </a:lnTo>
                  <a:lnTo>
                    <a:pt x="1297904" y="186957"/>
                  </a:lnTo>
                  <a:lnTo>
                    <a:pt x="1448369" y="189861"/>
                  </a:lnTo>
                  <a:lnTo>
                    <a:pt x="1598833" y="192094"/>
                  </a:lnTo>
                  <a:lnTo>
                    <a:pt x="1749297" y="193539"/>
                  </a:lnTo>
                  <a:lnTo>
                    <a:pt x="1899761" y="194018"/>
                  </a:lnTo>
                  <a:lnTo>
                    <a:pt x="2050225" y="193508"/>
                  </a:lnTo>
                  <a:lnTo>
                    <a:pt x="2200689" y="191494"/>
                  </a:lnTo>
                  <a:lnTo>
                    <a:pt x="2351153" y="187795"/>
                  </a:lnTo>
                  <a:lnTo>
                    <a:pt x="2501617" y="183827"/>
                  </a:lnTo>
                  <a:lnTo>
                    <a:pt x="2652081" y="180669"/>
                  </a:lnTo>
                  <a:lnTo>
                    <a:pt x="2802545" y="176618"/>
                  </a:lnTo>
                  <a:lnTo>
                    <a:pt x="2953009" y="171718"/>
                  </a:lnTo>
                  <a:lnTo>
                    <a:pt x="3103473" y="167572"/>
                  </a:lnTo>
                  <a:lnTo>
                    <a:pt x="3253937" y="163042"/>
                  </a:lnTo>
                  <a:lnTo>
                    <a:pt x="3404401" y="157716"/>
                  </a:lnTo>
                  <a:lnTo>
                    <a:pt x="3554865" y="153366"/>
                  </a:lnTo>
                  <a:lnTo>
                    <a:pt x="3705329" y="151105"/>
                  </a:lnTo>
                  <a:lnTo>
                    <a:pt x="3855793" y="148741"/>
                  </a:lnTo>
                  <a:lnTo>
                    <a:pt x="4006257" y="144893"/>
                  </a:lnTo>
                  <a:lnTo>
                    <a:pt x="4156721" y="139686"/>
                  </a:lnTo>
                  <a:lnTo>
                    <a:pt x="4307185" y="133378"/>
                  </a:lnTo>
                  <a:lnTo>
                    <a:pt x="4457649" y="125791"/>
                  </a:lnTo>
                  <a:lnTo>
                    <a:pt x="4608114" y="116975"/>
                  </a:lnTo>
                  <a:lnTo>
                    <a:pt x="4758578" y="107264"/>
                  </a:lnTo>
                  <a:lnTo>
                    <a:pt x="4909042" y="96981"/>
                  </a:lnTo>
                  <a:lnTo>
                    <a:pt x="5059506" y="86286"/>
                  </a:lnTo>
                  <a:lnTo>
                    <a:pt x="5209970" y="75273"/>
                  </a:lnTo>
                  <a:lnTo>
                    <a:pt x="5360434" y="63989"/>
                  </a:lnTo>
                  <a:lnTo>
                    <a:pt x="5510898" y="52441"/>
                  </a:lnTo>
                  <a:lnTo>
                    <a:pt x="5661362" y="40608"/>
                  </a:lnTo>
                  <a:lnTo>
                    <a:pt x="5811826" y="28452"/>
                  </a:lnTo>
                  <a:lnTo>
                    <a:pt x="5962290" y="15924"/>
                  </a:lnTo>
                  <a:lnTo>
                    <a:pt x="6112754" y="2968"/>
                  </a:lnTo>
                  <a:lnTo>
                    <a:pt x="6145984" y="0"/>
                  </a:lnTo>
                  <a:lnTo>
                    <a:pt x="6145984" y="147849"/>
                  </a:lnTo>
                  <a:lnTo>
                    <a:pt x="6112754" y="148573"/>
                  </a:lnTo>
                  <a:lnTo>
                    <a:pt x="5962290" y="152294"/>
                  </a:lnTo>
                  <a:lnTo>
                    <a:pt x="5811826" y="156379"/>
                  </a:lnTo>
                  <a:lnTo>
                    <a:pt x="5661362" y="160755"/>
                  </a:lnTo>
                  <a:lnTo>
                    <a:pt x="5510898" y="165355"/>
                  </a:lnTo>
                  <a:lnTo>
                    <a:pt x="5360434" y="170119"/>
                  </a:lnTo>
                  <a:lnTo>
                    <a:pt x="5209970" y="175010"/>
                  </a:lnTo>
                  <a:lnTo>
                    <a:pt x="5059506" y="180016"/>
                  </a:lnTo>
                  <a:lnTo>
                    <a:pt x="4909042" y="185162"/>
                  </a:lnTo>
                  <a:lnTo>
                    <a:pt x="4758578" y="190527"/>
                  </a:lnTo>
                  <a:lnTo>
                    <a:pt x="4608114" y="196249"/>
                  </a:lnTo>
                  <a:lnTo>
                    <a:pt x="4457649" y="202057"/>
                  </a:lnTo>
                  <a:lnTo>
                    <a:pt x="4307185" y="207419"/>
                  </a:lnTo>
                  <a:lnTo>
                    <a:pt x="4156721" y="212594"/>
                  </a:lnTo>
                  <a:lnTo>
                    <a:pt x="4006257" y="217631"/>
                  </a:lnTo>
                  <a:lnTo>
                    <a:pt x="3855793" y="221184"/>
                  </a:lnTo>
                  <a:lnTo>
                    <a:pt x="3705329" y="223849"/>
                  </a:lnTo>
                  <a:lnTo>
                    <a:pt x="3554865" y="227220"/>
                  </a:lnTo>
                  <a:lnTo>
                    <a:pt x="3404401" y="231376"/>
                  </a:lnTo>
                  <a:lnTo>
                    <a:pt x="3253937" y="236470"/>
                  </a:lnTo>
                  <a:lnTo>
                    <a:pt x="3103473" y="242452"/>
                  </a:lnTo>
                  <a:lnTo>
                    <a:pt x="2953009" y="247191"/>
                  </a:lnTo>
                  <a:lnTo>
                    <a:pt x="2802545" y="250284"/>
                  </a:lnTo>
                  <a:lnTo>
                    <a:pt x="2652081" y="253791"/>
                  </a:lnTo>
                  <a:lnTo>
                    <a:pt x="2501617" y="257452"/>
                  </a:lnTo>
                  <a:lnTo>
                    <a:pt x="2351153" y="260316"/>
                  </a:lnTo>
                  <a:lnTo>
                    <a:pt x="2200689" y="263472"/>
                  </a:lnTo>
                  <a:lnTo>
                    <a:pt x="2050225" y="266094"/>
                  </a:lnTo>
                  <a:lnTo>
                    <a:pt x="1899761" y="266850"/>
                  </a:lnTo>
                  <a:lnTo>
                    <a:pt x="1749297" y="267163"/>
                  </a:lnTo>
                  <a:lnTo>
                    <a:pt x="1598833" y="267392"/>
                  </a:lnTo>
                  <a:lnTo>
                    <a:pt x="1448369" y="267616"/>
                  </a:lnTo>
                  <a:lnTo>
                    <a:pt x="1297904" y="267973"/>
                  </a:lnTo>
                  <a:lnTo>
                    <a:pt x="1147440" y="268748"/>
                  </a:lnTo>
                  <a:lnTo>
                    <a:pt x="996976" y="270092"/>
                  </a:lnTo>
                  <a:lnTo>
                    <a:pt x="846512" y="272181"/>
                  </a:lnTo>
                  <a:lnTo>
                    <a:pt x="696048" y="275179"/>
                  </a:lnTo>
                  <a:lnTo>
                    <a:pt x="545584" y="279205"/>
                  </a:lnTo>
                  <a:lnTo>
                    <a:pt x="395120" y="284324"/>
                  </a:lnTo>
                  <a:lnTo>
                    <a:pt x="244656" y="290555"/>
                  </a:lnTo>
                  <a:lnTo>
                    <a:pt x="94192" y="297881"/>
                  </a:lnTo>
                  <a:lnTo>
                    <a:pt x="0" y="30312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71116"/>
              <a:ext cx="6145984" cy="194018"/>
            </a:xfrm>
            <a:custGeom>
              <a:avLst/>
              <a:pathLst>
                <a:path w="6145984" h="194018">
                  <a:moveTo>
                    <a:pt x="0" y="109363"/>
                  </a:moveTo>
                  <a:lnTo>
                    <a:pt x="94192" y="119170"/>
                  </a:lnTo>
                  <a:lnTo>
                    <a:pt x="244656" y="133154"/>
                  </a:lnTo>
                  <a:lnTo>
                    <a:pt x="395120" y="145447"/>
                  </a:lnTo>
                  <a:lnTo>
                    <a:pt x="545584" y="156055"/>
                  </a:lnTo>
                  <a:lnTo>
                    <a:pt x="696048" y="165019"/>
                  </a:lnTo>
                  <a:lnTo>
                    <a:pt x="846512" y="172430"/>
                  </a:lnTo>
                  <a:lnTo>
                    <a:pt x="996976" y="178429"/>
                  </a:lnTo>
                  <a:lnTo>
                    <a:pt x="1147440" y="183205"/>
                  </a:lnTo>
                  <a:lnTo>
                    <a:pt x="1297904" y="186957"/>
                  </a:lnTo>
                  <a:lnTo>
                    <a:pt x="1448369" y="189861"/>
                  </a:lnTo>
                  <a:lnTo>
                    <a:pt x="1598833" y="192094"/>
                  </a:lnTo>
                  <a:lnTo>
                    <a:pt x="1749297" y="193539"/>
                  </a:lnTo>
                  <a:lnTo>
                    <a:pt x="1899761" y="194018"/>
                  </a:lnTo>
                  <a:lnTo>
                    <a:pt x="2050225" y="193508"/>
                  </a:lnTo>
                  <a:lnTo>
                    <a:pt x="2200689" y="191494"/>
                  </a:lnTo>
                  <a:lnTo>
                    <a:pt x="2351153" y="187795"/>
                  </a:lnTo>
                  <a:lnTo>
                    <a:pt x="2501617" y="183827"/>
                  </a:lnTo>
                  <a:lnTo>
                    <a:pt x="2652081" y="180669"/>
                  </a:lnTo>
                  <a:lnTo>
                    <a:pt x="2802545" y="176618"/>
                  </a:lnTo>
                  <a:lnTo>
                    <a:pt x="2953009" y="171718"/>
                  </a:lnTo>
                  <a:lnTo>
                    <a:pt x="3103473" y="167572"/>
                  </a:lnTo>
                  <a:lnTo>
                    <a:pt x="3253937" y="163042"/>
                  </a:lnTo>
                  <a:lnTo>
                    <a:pt x="3404401" y="157716"/>
                  </a:lnTo>
                  <a:lnTo>
                    <a:pt x="3554865" y="153366"/>
                  </a:lnTo>
                  <a:lnTo>
                    <a:pt x="3705329" y="151105"/>
                  </a:lnTo>
                  <a:lnTo>
                    <a:pt x="3855793" y="148741"/>
                  </a:lnTo>
                  <a:lnTo>
                    <a:pt x="4006257" y="144893"/>
                  </a:lnTo>
                  <a:lnTo>
                    <a:pt x="4156721" y="139686"/>
                  </a:lnTo>
                  <a:lnTo>
                    <a:pt x="4307185" y="133378"/>
                  </a:lnTo>
                  <a:lnTo>
                    <a:pt x="4457649" y="125791"/>
                  </a:lnTo>
                  <a:lnTo>
                    <a:pt x="4608114" y="116975"/>
                  </a:lnTo>
                  <a:lnTo>
                    <a:pt x="4758578" y="107264"/>
                  </a:lnTo>
                  <a:lnTo>
                    <a:pt x="4909042" y="96981"/>
                  </a:lnTo>
                  <a:lnTo>
                    <a:pt x="5059506" y="86286"/>
                  </a:lnTo>
                  <a:lnTo>
                    <a:pt x="5209970" y="75273"/>
                  </a:lnTo>
                  <a:lnTo>
                    <a:pt x="5360434" y="63989"/>
                  </a:lnTo>
                  <a:lnTo>
                    <a:pt x="5510898" y="52441"/>
                  </a:lnTo>
                  <a:lnTo>
                    <a:pt x="5661362" y="40608"/>
                  </a:lnTo>
                  <a:lnTo>
                    <a:pt x="5811826" y="28452"/>
                  </a:lnTo>
                  <a:lnTo>
                    <a:pt x="5962290" y="15924"/>
                  </a:lnTo>
                  <a:lnTo>
                    <a:pt x="6112754" y="29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18965"/>
              <a:ext cx="6145984" cy="155280"/>
            </a:xfrm>
            <a:custGeom>
              <a:avLst/>
              <a:pathLst>
                <a:path w="6145984" h="155280">
                  <a:moveTo>
                    <a:pt x="6145984" y="0"/>
                  </a:moveTo>
                  <a:lnTo>
                    <a:pt x="6112754" y="724"/>
                  </a:lnTo>
                  <a:lnTo>
                    <a:pt x="5962290" y="4444"/>
                  </a:lnTo>
                  <a:lnTo>
                    <a:pt x="5811826" y="8529"/>
                  </a:lnTo>
                  <a:lnTo>
                    <a:pt x="5661362" y="12906"/>
                  </a:lnTo>
                  <a:lnTo>
                    <a:pt x="5510898" y="17505"/>
                  </a:lnTo>
                  <a:lnTo>
                    <a:pt x="5360434" y="22270"/>
                  </a:lnTo>
                  <a:lnTo>
                    <a:pt x="5209970" y="27161"/>
                  </a:lnTo>
                  <a:lnTo>
                    <a:pt x="5059506" y="32166"/>
                  </a:lnTo>
                  <a:lnTo>
                    <a:pt x="4909042" y="37313"/>
                  </a:lnTo>
                  <a:lnTo>
                    <a:pt x="4758578" y="42677"/>
                  </a:lnTo>
                  <a:lnTo>
                    <a:pt x="4608114" y="48400"/>
                  </a:lnTo>
                  <a:lnTo>
                    <a:pt x="4457649" y="54208"/>
                  </a:lnTo>
                  <a:lnTo>
                    <a:pt x="4307185" y="59570"/>
                  </a:lnTo>
                  <a:lnTo>
                    <a:pt x="4156721" y="64744"/>
                  </a:lnTo>
                  <a:lnTo>
                    <a:pt x="4006257" y="69782"/>
                  </a:lnTo>
                  <a:lnTo>
                    <a:pt x="3855793" y="73334"/>
                  </a:lnTo>
                  <a:lnTo>
                    <a:pt x="3705329" y="76000"/>
                  </a:lnTo>
                  <a:lnTo>
                    <a:pt x="3554865" y="79370"/>
                  </a:lnTo>
                  <a:lnTo>
                    <a:pt x="3404401" y="83527"/>
                  </a:lnTo>
                  <a:lnTo>
                    <a:pt x="3253937" y="88620"/>
                  </a:lnTo>
                  <a:lnTo>
                    <a:pt x="3103473" y="94602"/>
                  </a:lnTo>
                  <a:lnTo>
                    <a:pt x="2953009" y="99341"/>
                  </a:lnTo>
                  <a:lnTo>
                    <a:pt x="2802545" y="102434"/>
                  </a:lnTo>
                  <a:lnTo>
                    <a:pt x="2652081" y="105942"/>
                  </a:lnTo>
                  <a:lnTo>
                    <a:pt x="2501617" y="109602"/>
                  </a:lnTo>
                  <a:lnTo>
                    <a:pt x="2351153" y="112467"/>
                  </a:lnTo>
                  <a:lnTo>
                    <a:pt x="2200689" y="115623"/>
                  </a:lnTo>
                  <a:lnTo>
                    <a:pt x="2050225" y="118244"/>
                  </a:lnTo>
                  <a:lnTo>
                    <a:pt x="1899761" y="119001"/>
                  </a:lnTo>
                  <a:lnTo>
                    <a:pt x="1749297" y="119314"/>
                  </a:lnTo>
                  <a:lnTo>
                    <a:pt x="1598833" y="119542"/>
                  </a:lnTo>
                  <a:lnTo>
                    <a:pt x="1448369" y="119767"/>
                  </a:lnTo>
                  <a:lnTo>
                    <a:pt x="1297904" y="120124"/>
                  </a:lnTo>
                  <a:lnTo>
                    <a:pt x="1147440" y="120899"/>
                  </a:lnTo>
                  <a:lnTo>
                    <a:pt x="996976" y="122242"/>
                  </a:lnTo>
                  <a:lnTo>
                    <a:pt x="846512" y="124331"/>
                  </a:lnTo>
                  <a:lnTo>
                    <a:pt x="696048" y="127329"/>
                  </a:lnTo>
                  <a:lnTo>
                    <a:pt x="545584" y="131355"/>
                  </a:lnTo>
                  <a:lnTo>
                    <a:pt x="395120" y="136475"/>
                  </a:lnTo>
                  <a:lnTo>
                    <a:pt x="244656" y="142706"/>
                  </a:lnTo>
                  <a:lnTo>
                    <a:pt x="94192" y="150031"/>
                  </a:lnTo>
                  <a:lnTo>
                    <a:pt x="0" y="1552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45040"/>
              <a:ext cx="6145984" cy="156509"/>
            </a:xfrm>
            <a:custGeom>
              <a:avLst/>
              <a:pathLst>
                <a:path w="6145984" h="156509">
                  <a:moveTo>
                    <a:pt x="0" y="132322"/>
                  </a:moveTo>
                  <a:lnTo>
                    <a:pt x="94192" y="134600"/>
                  </a:lnTo>
                  <a:lnTo>
                    <a:pt x="244656" y="137930"/>
                  </a:lnTo>
                  <a:lnTo>
                    <a:pt x="395120" y="140961"/>
                  </a:lnTo>
                  <a:lnTo>
                    <a:pt x="545584" y="143705"/>
                  </a:lnTo>
                  <a:lnTo>
                    <a:pt x="696048" y="146174"/>
                  </a:lnTo>
                  <a:lnTo>
                    <a:pt x="846512" y="148380"/>
                  </a:lnTo>
                  <a:lnTo>
                    <a:pt x="996976" y="150336"/>
                  </a:lnTo>
                  <a:lnTo>
                    <a:pt x="1147440" y="152052"/>
                  </a:lnTo>
                  <a:lnTo>
                    <a:pt x="1297904" y="153541"/>
                  </a:lnTo>
                  <a:lnTo>
                    <a:pt x="1448369" y="154814"/>
                  </a:lnTo>
                  <a:lnTo>
                    <a:pt x="1598833" y="155818"/>
                  </a:lnTo>
                  <a:lnTo>
                    <a:pt x="1749297" y="156426"/>
                  </a:lnTo>
                  <a:lnTo>
                    <a:pt x="1899761" y="156509"/>
                  </a:lnTo>
                  <a:lnTo>
                    <a:pt x="2050225" y="155876"/>
                  </a:lnTo>
                  <a:lnTo>
                    <a:pt x="2200689" y="153559"/>
                  </a:lnTo>
                  <a:lnTo>
                    <a:pt x="2351153" y="150131"/>
                  </a:lnTo>
                  <a:lnTo>
                    <a:pt x="2501617" y="146714"/>
                  </a:lnTo>
                  <a:lnTo>
                    <a:pt x="2652081" y="143305"/>
                  </a:lnTo>
                  <a:lnTo>
                    <a:pt x="2802545" y="139526"/>
                  </a:lnTo>
                  <a:lnTo>
                    <a:pt x="2953009" y="135529"/>
                  </a:lnTo>
                  <a:lnTo>
                    <a:pt x="3103473" y="131087"/>
                  </a:lnTo>
                  <a:lnTo>
                    <a:pt x="3253937" y="125831"/>
                  </a:lnTo>
                  <a:lnTo>
                    <a:pt x="3404401" y="120621"/>
                  </a:lnTo>
                  <a:lnTo>
                    <a:pt x="3554865" y="116368"/>
                  </a:lnTo>
                  <a:lnTo>
                    <a:pt x="3705329" y="113552"/>
                  </a:lnTo>
                  <a:lnTo>
                    <a:pt x="3855793" y="111038"/>
                  </a:lnTo>
                  <a:lnTo>
                    <a:pt x="4006257" y="107337"/>
                  </a:lnTo>
                  <a:lnTo>
                    <a:pt x="4156721" y="102215"/>
                  </a:lnTo>
                  <a:lnTo>
                    <a:pt x="4307185" y="96474"/>
                  </a:lnTo>
                  <a:lnTo>
                    <a:pt x="4457649" y="89999"/>
                  </a:lnTo>
                  <a:lnTo>
                    <a:pt x="4608114" y="82688"/>
                  </a:lnTo>
                  <a:lnTo>
                    <a:pt x="4758578" y="74971"/>
                  </a:lnTo>
                  <a:lnTo>
                    <a:pt x="4909042" y="67147"/>
                  </a:lnTo>
                  <a:lnTo>
                    <a:pt x="5059506" y="59226"/>
                  </a:lnTo>
                  <a:lnTo>
                    <a:pt x="5209970" y="51217"/>
                  </a:lnTo>
                  <a:lnTo>
                    <a:pt x="5360434" y="43129"/>
                  </a:lnTo>
                  <a:lnTo>
                    <a:pt x="5510898" y="34973"/>
                  </a:lnTo>
                  <a:lnTo>
                    <a:pt x="5661362" y="26757"/>
                  </a:lnTo>
                  <a:lnTo>
                    <a:pt x="5811826" y="18491"/>
                  </a:lnTo>
                  <a:lnTo>
                    <a:pt x="5962290" y="10184"/>
                  </a:lnTo>
                  <a:lnTo>
                    <a:pt x="6112754" y="184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40867"/>
              <a:ext cx="6145984" cy="710954"/>
            </a:xfrm>
            <a:custGeom>
              <a:avLst/>
              <a:pathLst>
                <a:path w="6145984" h="710954">
                  <a:moveTo>
                    <a:pt x="0" y="417191"/>
                  </a:moveTo>
                  <a:lnTo>
                    <a:pt x="94192" y="428924"/>
                  </a:lnTo>
                  <a:lnTo>
                    <a:pt x="244656" y="445081"/>
                  </a:lnTo>
                  <a:lnTo>
                    <a:pt x="395120" y="458618"/>
                  </a:lnTo>
                  <a:lnTo>
                    <a:pt x="545584" y="469529"/>
                  </a:lnTo>
                  <a:lnTo>
                    <a:pt x="696048" y="477858"/>
                  </a:lnTo>
                  <a:lnTo>
                    <a:pt x="846512" y="483725"/>
                  </a:lnTo>
                  <a:lnTo>
                    <a:pt x="996976" y="487329"/>
                  </a:lnTo>
                  <a:lnTo>
                    <a:pt x="1147440" y="488936"/>
                  </a:lnTo>
                  <a:lnTo>
                    <a:pt x="1297904" y="488835"/>
                  </a:lnTo>
                  <a:lnTo>
                    <a:pt x="1448369" y="487264"/>
                  </a:lnTo>
                  <a:lnTo>
                    <a:pt x="1598833" y="484291"/>
                  </a:lnTo>
                  <a:lnTo>
                    <a:pt x="1749297" y="480019"/>
                  </a:lnTo>
                  <a:lnTo>
                    <a:pt x="1899761" y="474691"/>
                  </a:lnTo>
                  <a:lnTo>
                    <a:pt x="2050225" y="468721"/>
                  </a:lnTo>
                  <a:lnTo>
                    <a:pt x="2200689" y="460781"/>
                  </a:lnTo>
                  <a:lnTo>
                    <a:pt x="2351153" y="450807"/>
                  </a:lnTo>
                  <a:lnTo>
                    <a:pt x="2501617" y="441550"/>
                  </a:lnTo>
                  <a:lnTo>
                    <a:pt x="2652081" y="432056"/>
                  </a:lnTo>
                  <a:lnTo>
                    <a:pt x="2802545" y="420104"/>
                  </a:lnTo>
                  <a:lnTo>
                    <a:pt x="2953009" y="409180"/>
                  </a:lnTo>
                  <a:lnTo>
                    <a:pt x="3103473" y="406183"/>
                  </a:lnTo>
                  <a:lnTo>
                    <a:pt x="3253937" y="409733"/>
                  </a:lnTo>
                  <a:lnTo>
                    <a:pt x="3404401" y="412008"/>
                  </a:lnTo>
                  <a:lnTo>
                    <a:pt x="3554865" y="408445"/>
                  </a:lnTo>
                  <a:lnTo>
                    <a:pt x="3705329" y="404845"/>
                  </a:lnTo>
                  <a:lnTo>
                    <a:pt x="3855793" y="400511"/>
                  </a:lnTo>
                  <a:lnTo>
                    <a:pt x="4006257" y="390236"/>
                  </a:lnTo>
                  <a:lnTo>
                    <a:pt x="4156721" y="374366"/>
                  </a:lnTo>
                  <a:lnTo>
                    <a:pt x="4307185" y="355977"/>
                  </a:lnTo>
                  <a:lnTo>
                    <a:pt x="4457649" y="334989"/>
                  </a:lnTo>
                  <a:lnTo>
                    <a:pt x="4608114" y="311661"/>
                  </a:lnTo>
                  <a:lnTo>
                    <a:pt x="4758578" y="286504"/>
                  </a:lnTo>
                  <a:lnTo>
                    <a:pt x="4909042" y="259937"/>
                  </a:lnTo>
                  <a:lnTo>
                    <a:pt x="5059506" y="232185"/>
                  </a:lnTo>
                  <a:lnTo>
                    <a:pt x="5209970" y="203379"/>
                  </a:lnTo>
                  <a:lnTo>
                    <a:pt x="5360434" y="173571"/>
                  </a:lnTo>
                  <a:lnTo>
                    <a:pt x="5510898" y="142756"/>
                  </a:lnTo>
                  <a:lnTo>
                    <a:pt x="5661362" y="110889"/>
                  </a:lnTo>
                  <a:lnTo>
                    <a:pt x="5811826" y="77896"/>
                  </a:lnTo>
                  <a:lnTo>
                    <a:pt x="5962290" y="43685"/>
                  </a:lnTo>
                  <a:lnTo>
                    <a:pt x="6112754" y="8158"/>
                  </a:lnTo>
                  <a:lnTo>
                    <a:pt x="6145984" y="0"/>
                  </a:lnTo>
                  <a:lnTo>
                    <a:pt x="6145984" y="224149"/>
                  </a:lnTo>
                  <a:lnTo>
                    <a:pt x="6112754" y="228907"/>
                  </a:lnTo>
                  <a:lnTo>
                    <a:pt x="5962290" y="250431"/>
                  </a:lnTo>
                  <a:lnTo>
                    <a:pt x="5811826" y="271841"/>
                  </a:lnTo>
                  <a:lnTo>
                    <a:pt x="5661362" y="293041"/>
                  </a:lnTo>
                  <a:lnTo>
                    <a:pt x="5510898" y="313941"/>
                  </a:lnTo>
                  <a:lnTo>
                    <a:pt x="5360434" y="334471"/>
                  </a:lnTo>
                  <a:lnTo>
                    <a:pt x="5209970" y="354587"/>
                  </a:lnTo>
                  <a:lnTo>
                    <a:pt x="5059506" y="374287"/>
                  </a:lnTo>
                  <a:lnTo>
                    <a:pt x="4909042" y="393625"/>
                  </a:lnTo>
                  <a:lnTo>
                    <a:pt x="4758578" y="412736"/>
                  </a:lnTo>
                  <a:lnTo>
                    <a:pt x="4608114" y="431846"/>
                  </a:lnTo>
                  <a:lnTo>
                    <a:pt x="4457649" y="450613"/>
                  </a:lnTo>
                  <a:lnTo>
                    <a:pt x="4307185" y="468229"/>
                  </a:lnTo>
                  <a:lnTo>
                    <a:pt x="4156721" y="484900"/>
                  </a:lnTo>
                  <a:lnTo>
                    <a:pt x="4006257" y="500513"/>
                  </a:lnTo>
                  <a:lnTo>
                    <a:pt x="3855793" y="510340"/>
                  </a:lnTo>
                  <a:lnTo>
                    <a:pt x="3705329" y="515131"/>
                  </a:lnTo>
                  <a:lnTo>
                    <a:pt x="3554865" y="520413"/>
                  </a:lnTo>
                  <a:lnTo>
                    <a:pt x="3404401" y="523681"/>
                  </a:lnTo>
                  <a:lnTo>
                    <a:pt x="3253937" y="521055"/>
                  </a:lnTo>
                  <a:lnTo>
                    <a:pt x="3103473" y="519706"/>
                  </a:lnTo>
                  <a:lnTo>
                    <a:pt x="2953009" y="523602"/>
                  </a:lnTo>
                  <a:lnTo>
                    <a:pt x="2802545" y="531786"/>
                  </a:lnTo>
                  <a:lnTo>
                    <a:pt x="2652081" y="542915"/>
                  </a:lnTo>
                  <a:lnTo>
                    <a:pt x="2501617" y="553170"/>
                  </a:lnTo>
                  <a:lnTo>
                    <a:pt x="2351153" y="560755"/>
                  </a:lnTo>
                  <a:lnTo>
                    <a:pt x="2200689" y="569904"/>
                  </a:lnTo>
                  <a:lnTo>
                    <a:pt x="2050225" y="578766"/>
                  </a:lnTo>
                  <a:lnTo>
                    <a:pt x="1899761" y="585110"/>
                  </a:lnTo>
                  <a:lnTo>
                    <a:pt x="1749297" y="591639"/>
                  </a:lnTo>
                  <a:lnTo>
                    <a:pt x="1598833" y="598447"/>
                  </a:lnTo>
                  <a:lnTo>
                    <a:pt x="1448369" y="605147"/>
                  </a:lnTo>
                  <a:lnTo>
                    <a:pt x="1297904" y="611661"/>
                  </a:lnTo>
                  <a:lnTo>
                    <a:pt x="1147440" y="618626"/>
                  </a:lnTo>
                  <a:lnTo>
                    <a:pt x="996976" y="626296"/>
                  </a:lnTo>
                  <a:lnTo>
                    <a:pt x="846512" y="634954"/>
                  </a:lnTo>
                  <a:lnTo>
                    <a:pt x="696048" y="644867"/>
                  </a:lnTo>
                  <a:lnTo>
                    <a:pt x="545584" y="656232"/>
                  </a:lnTo>
                  <a:lnTo>
                    <a:pt x="395120" y="669166"/>
                  </a:lnTo>
                  <a:lnTo>
                    <a:pt x="244656" y="683712"/>
                  </a:lnTo>
                  <a:lnTo>
                    <a:pt x="94192" y="699862"/>
                  </a:lnTo>
                  <a:lnTo>
                    <a:pt x="0" y="71095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40867"/>
              <a:ext cx="6145984" cy="488936"/>
            </a:xfrm>
            <a:custGeom>
              <a:avLst/>
              <a:pathLst>
                <a:path w="6145984" h="488936">
                  <a:moveTo>
                    <a:pt x="0" y="417191"/>
                  </a:moveTo>
                  <a:lnTo>
                    <a:pt x="94192" y="428924"/>
                  </a:lnTo>
                  <a:lnTo>
                    <a:pt x="244656" y="445081"/>
                  </a:lnTo>
                  <a:lnTo>
                    <a:pt x="395120" y="458618"/>
                  </a:lnTo>
                  <a:lnTo>
                    <a:pt x="545584" y="469529"/>
                  </a:lnTo>
                  <a:lnTo>
                    <a:pt x="696048" y="477858"/>
                  </a:lnTo>
                  <a:lnTo>
                    <a:pt x="846512" y="483725"/>
                  </a:lnTo>
                  <a:lnTo>
                    <a:pt x="996976" y="487329"/>
                  </a:lnTo>
                  <a:lnTo>
                    <a:pt x="1147440" y="488936"/>
                  </a:lnTo>
                  <a:lnTo>
                    <a:pt x="1297904" y="488835"/>
                  </a:lnTo>
                  <a:lnTo>
                    <a:pt x="1448369" y="487264"/>
                  </a:lnTo>
                  <a:lnTo>
                    <a:pt x="1598833" y="484291"/>
                  </a:lnTo>
                  <a:lnTo>
                    <a:pt x="1749297" y="480019"/>
                  </a:lnTo>
                  <a:lnTo>
                    <a:pt x="1899761" y="474691"/>
                  </a:lnTo>
                  <a:lnTo>
                    <a:pt x="2050225" y="468721"/>
                  </a:lnTo>
                  <a:lnTo>
                    <a:pt x="2200689" y="460781"/>
                  </a:lnTo>
                  <a:lnTo>
                    <a:pt x="2351153" y="450807"/>
                  </a:lnTo>
                  <a:lnTo>
                    <a:pt x="2501617" y="441550"/>
                  </a:lnTo>
                  <a:lnTo>
                    <a:pt x="2652081" y="432056"/>
                  </a:lnTo>
                  <a:lnTo>
                    <a:pt x="2802545" y="420104"/>
                  </a:lnTo>
                  <a:lnTo>
                    <a:pt x="2953009" y="409180"/>
                  </a:lnTo>
                  <a:lnTo>
                    <a:pt x="3103473" y="406183"/>
                  </a:lnTo>
                  <a:lnTo>
                    <a:pt x="3253937" y="409733"/>
                  </a:lnTo>
                  <a:lnTo>
                    <a:pt x="3404401" y="412008"/>
                  </a:lnTo>
                  <a:lnTo>
                    <a:pt x="3554865" y="408445"/>
                  </a:lnTo>
                  <a:lnTo>
                    <a:pt x="3705329" y="404845"/>
                  </a:lnTo>
                  <a:lnTo>
                    <a:pt x="3855793" y="400511"/>
                  </a:lnTo>
                  <a:lnTo>
                    <a:pt x="4006257" y="390236"/>
                  </a:lnTo>
                  <a:lnTo>
                    <a:pt x="4156721" y="374366"/>
                  </a:lnTo>
                  <a:lnTo>
                    <a:pt x="4307185" y="355977"/>
                  </a:lnTo>
                  <a:lnTo>
                    <a:pt x="4457649" y="334989"/>
                  </a:lnTo>
                  <a:lnTo>
                    <a:pt x="4608114" y="311661"/>
                  </a:lnTo>
                  <a:lnTo>
                    <a:pt x="4758578" y="286504"/>
                  </a:lnTo>
                  <a:lnTo>
                    <a:pt x="4909042" y="259937"/>
                  </a:lnTo>
                  <a:lnTo>
                    <a:pt x="5059506" y="232185"/>
                  </a:lnTo>
                  <a:lnTo>
                    <a:pt x="5209970" y="203379"/>
                  </a:lnTo>
                  <a:lnTo>
                    <a:pt x="5360434" y="173571"/>
                  </a:lnTo>
                  <a:lnTo>
                    <a:pt x="5510898" y="142756"/>
                  </a:lnTo>
                  <a:lnTo>
                    <a:pt x="5661362" y="110889"/>
                  </a:lnTo>
                  <a:lnTo>
                    <a:pt x="5811826" y="77896"/>
                  </a:lnTo>
                  <a:lnTo>
                    <a:pt x="5962290" y="43685"/>
                  </a:lnTo>
                  <a:lnTo>
                    <a:pt x="6112754" y="81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65017"/>
              <a:ext cx="6145984" cy="486804"/>
            </a:xfrm>
            <a:custGeom>
              <a:avLst/>
              <a:pathLst>
                <a:path w="6145984" h="486804">
                  <a:moveTo>
                    <a:pt x="6145984" y="0"/>
                  </a:moveTo>
                  <a:lnTo>
                    <a:pt x="6112754" y="4757"/>
                  </a:lnTo>
                  <a:lnTo>
                    <a:pt x="5962290" y="26281"/>
                  </a:lnTo>
                  <a:lnTo>
                    <a:pt x="5811826" y="47692"/>
                  </a:lnTo>
                  <a:lnTo>
                    <a:pt x="5661362" y="68891"/>
                  </a:lnTo>
                  <a:lnTo>
                    <a:pt x="5510898" y="89792"/>
                  </a:lnTo>
                  <a:lnTo>
                    <a:pt x="5360434" y="110321"/>
                  </a:lnTo>
                  <a:lnTo>
                    <a:pt x="5209970" y="130437"/>
                  </a:lnTo>
                  <a:lnTo>
                    <a:pt x="5059506" y="150137"/>
                  </a:lnTo>
                  <a:lnTo>
                    <a:pt x="4909042" y="169475"/>
                  </a:lnTo>
                  <a:lnTo>
                    <a:pt x="4758578" y="188586"/>
                  </a:lnTo>
                  <a:lnTo>
                    <a:pt x="4608114" y="207696"/>
                  </a:lnTo>
                  <a:lnTo>
                    <a:pt x="4457649" y="226463"/>
                  </a:lnTo>
                  <a:lnTo>
                    <a:pt x="4307185" y="244079"/>
                  </a:lnTo>
                  <a:lnTo>
                    <a:pt x="4156721" y="260750"/>
                  </a:lnTo>
                  <a:lnTo>
                    <a:pt x="4006257" y="276363"/>
                  </a:lnTo>
                  <a:lnTo>
                    <a:pt x="3855793" y="286190"/>
                  </a:lnTo>
                  <a:lnTo>
                    <a:pt x="3705329" y="290981"/>
                  </a:lnTo>
                  <a:lnTo>
                    <a:pt x="3554865" y="296263"/>
                  </a:lnTo>
                  <a:lnTo>
                    <a:pt x="3404401" y="299531"/>
                  </a:lnTo>
                  <a:lnTo>
                    <a:pt x="3253937" y="296905"/>
                  </a:lnTo>
                  <a:lnTo>
                    <a:pt x="3103473" y="295556"/>
                  </a:lnTo>
                  <a:lnTo>
                    <a:pt x="2953009" y="299452"/>
                  </a:lnTo>
                  <a:lnTo>
                    <a:pt x="2802545" y="307636"/>
                  </a:lnTo>
                  <a:lnTo>
                    <a:pt x="2652081" y="318765"/>
                  </a:lnTo>
                  <a:lnTo>
                    <a:pt x="2501617" y="329021"/>
                  </a:lnTo>
                  <a:lnTo>
                    <a:pt x="2351153" y="336605"/>
                  </a:lnTo>
                  <a:lnTo>
                    <a:pt x="2200689" y="345755"/>
                  </a:lnTo>
                  <a:lnTo>
                    <a:pt x="2050225" y="354616"/>
                  </a:lnTo>
                  <a:lnTo>
                    <a:pt x="1899761" y="360960"/>
                  </a:lnTo>
                  <a:lnTo>
                    <a:pt x="1749297" y="367489"/>
                  </a:lnTo>
                  <a:lnTo>
                    <a:pt x="1598833" y="374298"/>
                  </a:lnTo>
                  <a:lnTo>
                    <a:pt x="1448369" y="380997"/>
                  </a:lnTo>
                  <a:lnTo>
                    <a:pt x="1297904" y="387511"/>
                  </a:lnTo>
                  <a:lnTo>
                    <a:pt x="1147440" y="394477"/>
                  </a:lnTo>
                  <a:lnTo>
                    <a:pt x="996976" y="402146"/>
                  </a:lnTo>
                  <a:lnTo>
                    <a:pt x="846512" y="410804"/>
                  </a:lnTo>
                  <a:lnTo>
                    <a:pt x="696048" y="420717"/>
                  </a:lnTo>
                  <a:lnTo>
                    <a:pt x="545584" y="432082"/>
                  </a:lnTo>
                  <a:lnTo>
                    <a:pt x="395120" y="445016"/>
                  </a:lnTo>
                  <a:lnTo>
                    <a:pt x="244656" y="459562"/>
                  </a:lnTo>
                  <a:lnTo>
                    <a:pt x="94192" y="475712"/>
                  </a:lnTo>
                  <a:lnTo>
                    <a:pt x="0" y="4868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52942"/>
              <a:ext cx="6145984" cy="452322"/>
            </a:xfrm>
            <a:custGeom>
              <a:avLst/>
              <a:pathLst>
                <a:path w="6145984" h="452322">
                  <a:moveTo>
                    <a:pt x="0" y="451997"/>
                  </a:moveTo>
                  <a:lnTo>
                    <a:pt x="94192" y="452318"/>
                  </a:lnTo>
                  <a:lnTo>
                    <a:pt x="244656" y="452322"/>
                  </a:lnTo>
                  <a:lnTo>
                    <a:pt x="395120" y="451817"/>
                  </a:lnTo>
                  <a:lnTo>
                    <a:pt x="545584" y="450805"/>
                  </a:lnTo>
                  <a:lnTo>
                    <a:pt x="696048" y="449288"/>
                  </a:lnTo>
                  <a:lnTo>
                    <a:pt x="846512" y="447265"/>
                  </a:lnTo>
                  <a:lnTo>
                    <a:pt x="996976" y="444737"/>
                  </a:lnTo>
                  <a:lnTo>
                    <a:pt x="1147440" y="441706"/>
                  </a:lnTo>
                  <a:lnTo>
                    <a:pt x="1297904" y="438173"/>
                  </a:lnTo>
                  <a:lnTo>
                    <a:pt x="1448369" y="434130"/>
                  </a:lnTo>
                  <a:lnTo>
                    <a:pt x="1598833" y="429294"/>
                  </a:lnTo>
                  <a:lnTo>
                    <a:pt x="1749297" y="423754"/>
                  </a:lnTo>
                  <a:lnTo>
                    <a:pt x="1899761" y="417826"/>
                  </a:lnTo>
                  <a:lnTo>
                    <a:pt x="2050225" y="411669"/>
                  </a:lnTo>
                  <a:lnTo>
                    <a:pt x="2200689" y="403268"/>
                  </a:lnTo>
                  <a:lnTo>
                    <a:pt x="2351153" y="393706"/>
                  </a:lnTo>
                  <a:lnTo>
                    <a:pt x="2501617" y="385285"/>
                  </a:lnTo>
                  <a:lnTo>
                    <a:pt x="2652081" y="375410"/>
                  </a:lnTo>
                  <a:lnTo>
                    <a:pt x="2802545" y="363870"/>
                  </a:lnTo>
                  <a:lnTo>
                    <a:pt x="2953009" y="354316"/>
                  </a:lnTo>
                  <a:lnTo>
                    <a:pt x="3103473" y="350869"/>
                  </a:lnTo>
                  <a:lnTo>
                    <a:pt x="3253937" y="353319"/>
                  </a:lnTo>
                  <a:lnTo>
                    <a:pt x="3404401" y="355770"/>
                  </a:lnTo>
                  <a:lnTo>
                    <a:pt x="3554865" y="352354"/>
                  </a:lnTo>
                  <a:lnTo>
                    <a:pt x="3705329" y="347913"/>
                  </a:lnTo>
                  <a:lnTo>
                    <a:pt x="3855793" y="343350"/>
                  </a:lnTo>
                  <a:lnTo>
                    <a:pt x="4006257" y="333300"/>
                  </a:lnTo>
                  <a:lnTo>
                    <a:pt x="4156721" y="317558"/>
                  </a:lnTo>
                  <a:lnTo>
                    <a:pt x="4307185" y="300028"/>
                  </a:lnTo>
                  <a:lnTo>
                    <a:pt x="4457649" y="280726"/>
                  </a:lnTo>
                  <a:lnTo>
                    <a:pt x="4608114" y="259679"/>
                  </a:lnTo>
                  <a:lnTo>
                    <a:pt x="4758578" y="237545"/>
                  </a:lnTo>
                  <a:lnTo>
                    <a:pt x="4909042" y="214706"/>
                  </a:lnTo>
                  <a:lnTo>
                    <a:pt x="5059506" y="191161"/>
                  </a:lnTo>
                  <a:lnTo>
                    <a:pt x="5209970" y="166908"/>
                  </a:lnTo>
                  <a:lnTo>
                    <a:pt x="5360434" y="141946"/>
                  </a:lnTo>
                  <a:lnTo>
                    <a:pt x="5510898" y="116274"/>
                  </a:lnTo>
                  <a:lnTo>
                    <a:pt x="5661362" y="89890"/>
                  </a:lnTo>
                  <a:lnTo>
                    <a:pt x="5811826" y="62794"/>
                  </a:lnTo>
                  <a:lnTo>
                    <a:pt x="5962290" y="34983"/>
                  </a:lnTo>
                  <a:lnTo>
                    <a:pt x="6112754" y="645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093793"/>
              <a:ext cx="6145984" cy="1300482"/>
            </a:xfrm>
            <a:custGeom>
              <a:avLst/>
              <a:pathLst>
                <a:path w="6145984" h="1300482">
                  <a:moveTo>
                    <a:pt x="0" y="892012"/>
                  </a:moveTo>
                  <a:lnTo>
                    <a:pt x="94192" y="912141"/>
                  </a:lnTo>
                  <a:lnTo>
                    <a:pt x="244656" y="939610"/>
                  </a:lnTo>
                  <a:lnTo>
                    <a:pt x="395120" y="962347"/>
                  </a:lnTo>
                  <a:lnTo>
                    <a:pt x="545584" y="980352"/>
                  </a:lnTo>
                  <a:lnTo>
                    <a:pt x="696048" y="993701"/>
                  </a:lnTo>
                  <a:lnTo>
                    <a:pt x="846512" y="1002582"/>
                  </a:lnTo>
                  <a:lnTo>
                    <a:pt x="996976" y="1007303"/>
                  </a:lnTo>
                  <a:lnTo>
                    <a:pt x="1147440" y="1008274"/>
                  </a:lnTo>
                  <a:lnTo>
                    <a:pt x="1297904" y="1005936"/>
                  </a:lnTo>
                  <a:lnTo>
                    <a:pt x="1448369" y="1000656"/>
                  </a:lnTo>
                  <a:lnTo>
                    <a:pt x="1598833" y="992499"/>
                  </a:lnTo>
                  <a:lnTo>
                    <a:pt x="1749297" y="981500"/>
                  </a:lnTo>
                  <a:lnTo>
                    <a:pt x="1899761" y="967899"/>
                  </a:lnTo>
                  <a:lnTo>
                    <a:pt x="2050225" y="952239"/>
                  </a:lnTo>
                  <a:lnTo>
                    <a:pt x="2200689" y="933091"/>
                  </a:lnTo>
                  <a:lnTo>
                    <a:pt x="2351153" y="909970"/>
                  </a:lnTo>
                  <a:lnTo>
                    <a:pt x="2501617" y="886248"/>
                  </a:lnTo>
                  <a:lnTo>
                    <a:pt x="2652081" y="860163"/>
                  </a:lnTo>
                  <a:lnTo>
                    <a:pt x="2802545" y="828744"/>
                  </a:lnTo>
                  <a:lnTo>
                    <a:pt x="2953009" y="797610"/>
                  </a:lnTo>
                  <a:lnTo>
                    <a:pt x="3103473" y="775029"/>
                  </a:lnTo>
                  <a:lnTo>
                    <a:pt x="3253937" y="756284"/>
                  </a:lnTo>
                  <a:lnTo>
                    <a:pt x="3404401" y="735355"/>
                  </a:lnTo>
                  <a:lnTo>
                    <a:pt x="3554865" y="711280"/>
                  </a:lnTo>
                  <a:lnTo>
                    <a:pt x="3705329" y="688553"/>
                  </a:lnTo>
                  <a:lnTo>
                    <a:pt x="3855793" y="664827"/>
                  </a:lnTo>
                  <a:lnTo>
                    <a:pt x="4006257" y="636638"/>
                  </a:lnTo>
                  <a:lnTo>
                    <a:pt x="4156721" y="604475"/>
                  </a:lnTo>
                  <a:lnTo>
                    <a:pt x="4307185" y="569913"/>
                  </a:lnTo>
                  <a:lnTo>
                    <a:pt x="4457649" y="533366"/>
                  </a:lnTo>
                  <a:lnTo>
                    <a:pt x="4608114" y="495719"/>
                  </a:lnTo>
                  <a:lnTo>
                    <a:pt x="4758578" y="456242"/>
                  </a:lnTo>
                  <a:lnTo>
                    <a:pt x="4909042" y="414493"/>
                  </a:lnTo>
                  <a:lnTo>
                    <a:pt x="5059506" y="370789"/>
                  </a:lnTo>
                  <a:lnTo>
                    <a:pt x="5209970" y="325299"/>
                  </a:lnTo>
                  <a:lnTo>
                    <a:pt x="5360434" y="278081"/>
                  </a:lnTo>
                  <a:lnTo>
                    <a:pt x="5510898" y="229103"/>
                  </a:lnTo>
                  <a:lnTo>
                    <a:pt x="5661362" y="178272"/>
                  </a:lnTo>
                  <a:lnTo>
                    <a:pt x="5811826" y="125454"/>
                  </a:lnTo>
                  <a:lnTo>
                    <a:pt x="5962290" y="70489"/>
                  </a:lnTo>
                  <a:lnTo>
                    <a:pt x="6112754" y="13202"/>
                  </a:lnTo>
                  <a:lnTo>
                    <a:pt x="6145984" y="0"/>
                  </a:lnTo>
                  <a:lnTo>
                    <a:pt x="6145984" y="337188"/>
                  </a:lnTo>
                  <a:lnTo>
                    <a:pt x="6112754" y="345274"/>
                  </a:lnTo>
                  <a:lnTo>
                    <a:pt x="5962290" y="381496"/>
                  </a:lnTo>
                  <a:lnTo>
                    <a:pt x="5811826" y="417206"/>
                  </a:lnTo>
                  <a:lnTo>
                    <a:pt x="5661362" y="452283"/>
                  </a:lnTo>
                  <a:lnTo>
                    <a:pt x="5510898" y="486616"/>
                  </a:lnTo>
                  <a:lnTo>
                    <a:pt x="5360434" y="520123"/>
                  </a:lnTo>
                  <a:lnTo>
                    <a:pt x="5209970" y="552761"/>
                  </a:lnTo>
                  <a:lnTo>
                    <a:pt x="5059506" y="584551"/>
                  </a:lnTo>
                  <a:lnTo>
                    <a:pt x="4909042" y="615600"/>
                  </a:lnTo>
                  <a:lnTo>
                    <a:pt x="4758578" y="646132"/>
                  </a:lnTo>
                  <a:lnTo>
                    <a:pt x="4608114" y="676512"/>
                  </a:lnTo>
                  <a:lnTo>
                    <a:pt x="4457649" y="707299"/>
                  </a:lnTo>
                  <a:lnTo>
                    <a:pt x="4307185" y="738774"/>
                  </a:lnTo>
                  <a:lnTo>
                    <a:pt x="4156721" y="770749"/>
                  </a:lnTo>
                  <a:lnTo>
                    <a:pt x="4006257" y="802527"/>
                  </a:lnTo>
                  <a:lnTo>
                    <a:pt x="3855793" y="830042"/>
                  </a:lnTo>
                  <a:lnTo>
                    <a:pt x="3705329" y="854456"/>
                  </a:lnTo>
                  <a:lnTo>
                    <a:pt x="3554865" y="879713"/>
                  </a:lnTo>
                  <a:lnTo>
                    <a:pt x="3404401" y="903345"/>
                  </a:lnTo>
                  <a:lnTo>
                    <a:pt x="3253937" y="923745"/>
                  </a:lnTo>
                  <a:lnTo>
                    <a:pt x="3103473" y="945801"/>
                  </a:lnTo>
                  <a:lnTo>
                    <a:pt x="2953009" y="969734"/>
                  </a:lnTo>
                  <a:lnTo>
                    <a:pt x="2802545" y="996747"/>
                  </a:lnTo>
                  <a:lnTo>
                    <a:pt x="2652081" y="1026927"/>
                  </a:lnTo>
                  <a:lnTo>
                    <a:pt x="2501617" y="1054159"/>
                  </a:lnTo>
                  <a:lnTo>
                    <a:pt x="2351153" y="1075364"/>
                  </a:lnTo>
                  <a:lnTo>
                    <a:pt x="2200689" y="1097245"/>
                  </a:lnTo>
                  <a:lnTo>
                    <a:pt x="2050225" y="1117779"/>
                  </a:lnTo>
                  <a:lnTo>
                    <a:pt x="1899761" y="1134002"/>
                  </a:lnTo>
                  <a:lnTo>
                    <a:pt x="1749297" y="1149410"/>
                  </a:lnTo>
                  <a:lnTo>
                    <a:pt x="1598833" y="1164224"/>
                  </a:lnTo>
                  <a:lnTo>
                    <a:pt x="1448369" y="1177987"/>
                  </a:lnTo>
                  <a:lnTo>
                    <a:pt x="1297904" y="1190702"/>
                  </a:lnTo>
                  <a:lnTo>
                    <a:pt x="1147440" y="1203366"/>
                  </a:lnTo>
                  <a:lnTo>
                    <a:pt x="996976" y="1216350"/>
                  </a:lnTo>
                  <a:lnTo>
                    <a:pt x="846512" y="1230076"/>
                  </a:lnTo>
                  <a:lnTo>
                    <a:pt x="696048" y="1244932"/>
                  </a:lnTo>
                  <a:lnTo>
                    <a:pt x="545584" y="1261209"/>
                  </a:lnTo>
                  <a:lnTo>
                    <a:pt x="395120" y="1279073"/>
                  </a:lnTo>
                  <a:lnTo>
                    <a:pt x="244656" y="1298581"/>
                  </a:lnTo>
                  <a:lnTo>
                    <a:pt x="231125" y="13004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093793"/>
              <a:ext cx="6145984" cy="1008274"/>
            </a:xfrm>
            <a:custGeom>
              <a:avLst/>
              <a:pathLst>
                <a:path w="6145984" h="1008274">
                  <a:moveTo>
                    <a:pt x="0" y="892012"/>
                  </a:moveTo>
                  <a:lnTo>
                    <a:pt x="94192" y="912141"/>
                  </a:lnTo>
                  <a:lnTo>
                    <a:pt x="244656" y="939610"/>
                  </a:lnTo>
                  <a:lnTo>
                    <a:pt x="395120" y="962347"/>
                  </a:lnTo>
                  <a:lnTo>
                    <a:pt x="545584" y="980352"/>
                  </a:lnTo>
                  <a:lnTo>
                    <a:pt x="696048" y="993701"/>
                  </a:lnTo>
                  <a:lnTo>
                    <a:pt x="846512" y="1002582"/>
                  </a:lnTo>
                  <a:lnTo>
                    <a:pt x="996976" y="1007303"/>
                  </a:lnTo>
                  <a:lnTo>
                    <a:pt x="1147440" y="1008274"/>
                  </a:lnTo>
                  <a:lnTo>
                    <a:pt x="1297904" y="1005936"/>
                  </a:lnTo>
                  <a:lnTo>
                    <a:pt x="1448369" y="1000656"/>
                  </a:lnTo>
                  <a:lnTo>
                    <a:pt x="1598833" y="992499"/>
                  </a:lnTo>
                  <a:lnTo>
                    <a:pt x="1749297" y="981500"/>
                  </a:lnTo>
                  <a:lnTo>
                    <a:pt x="1899761" y="967899"/>
                  </a:lnTo>
                  <a:lnTo>
                    <a:pt x="2050225" y="952239"/>
                  </a:lnTo>
                  <a:lnTo>
                    <a:pt x="2200689" y="933091"/>
                  </a:lnTo>
                  <a:lnTo>
                    <a:pt x="2351153" y="909970"/>
                  </a:lnTo>
                  <a:lnTo>
                    <a:pt x="2501617" y="886248"/>
                  </a:lnTo>
                  <a:lnTo>
                    <a:pt x="2652081" y="860163"/>
                  </a:lnTo>
                  <a:lnTo>
                    <a:pt x="2802545" y="828744"/>
                  </a:lnTo>
                  <a:lnTo>
                    <a:pt x="2953009" y="797610"/>
                  </a:lnTo>
                  <a:lnTo>
                    <a:pt x="3103473" y="775029"/>
                  </a:lnTo>
                  <a:lnTo>
                    <a:pt x="3253937" y="756284"/>
                  </a:lnTo>
                  <a:lnTo>
                    <a:pt x="3404401" y="735355"/>
                  </a:lnTo>
                  <a:lnTo>
                    <a:pt x="3554865" y="711280"/>
                  </a:lnTo>
                  <a:lnTo>
                    <a:pt x="3705329" y="688553"/>
                  </a:lnTo>
                  <a:lnTo>
                    <a:pt x="3855793" y="664827"/>
                  </a:lnTo>
                  <a:lnTo>
                    <a:pt x="4006257" y="636638"/>
                  </a:lnTo>
                  <a:lnTo>
                    <a:pt x="4156721" y="604475"/>
                  </a:lnTo>
                  <a:lnTo>
                    <a:pt x="4307185" y="569913"/>
                  </a:lnTo>
                  <a:lnTo>
                    <a:pt x="4457649" y="533366"/>
                  </a:lnTo>
                  <a:lnTo>
                    <a:pt x="4608114" y="495719"/>
                  </a:lnTo>
                  <a:lnTo>
                    <a:pt x="4758578" y="456242"/>
                  </a:lnTo>
                  <a:lnTo>
                    <a:pt x="4909042" y="414493"/>
                  </a:lnTo>
                  <a:lnTo>
                    <a:pt x="5059506" y="370789"/>
                  </a:lnTo>
                  <a:lnTo>
                    <a:pt x="5209970" y="325299"/>
                  </a:lnTo>
                  <a:lnTo>
                    <a:pt x="5360434" y="278081"/>
                  </a:lnTo>
                  <a:lnTo>
                    <a:pt x="5510898" y="229103"/>
                  </a:lnTo>
                  <a:lnTo>
                    <a:pt x="5661362" y="178272"/>
                  </a:lnTo>
                  <a:lnTo>
                    <a:pt x="5811826" y="125454"/>
                  </a:lnTo>
                  <a:lnTo>
                    <a:pt x="5962290" y="70489"/>
                  </a:lnTo>
                  <a:lnTo>
                    <a:pt x="6112754" y="132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3001" y="4430981"/>
              <a:ext cx="5914859" cy="963294"/>
            </a:xfrm>
            <a:custGeom>
              <a:avLst/>
              <a:pathLst>
                <a:path w="5914859" h="963294">
                  <a:moveTo>
                    <a:pt x="5914859" y="0"/>
                  </a:moveTo>
                  <a:lnTo>
                    <a:pt x="5881628" y="8085"/>
                  </a:lnTo>
                  <a:lnTo>
                    <a:pt x="5731164" y="44308"/>
                  </a:lnTo>
                  <a:lnTo>
                    <a:pt x="5580700" y="80018"/>
                  </a:lnTo>
                  <a:lnTo>
                    <a:pt x="5430236" y="115095"/>
                  </a:lnTo>
                  <a:lnTo>
                    <a:pt x="5279772" y="149428"/>
                  </a:lnTo>
                  <a:lnTo>
                    <a:pt x="5129308" y="182935"/>
                  </a:lnTo>
                  <a:lnTo>
                    <a:pt x="4978844" y="215573"/>
                  </a:lnTo>
                  <a:lnTo>
                    <a:pt x="4828380" y="247363"/>
                  </a:lnTo>
                  <a:lnTo>
                    <a:pt x="4677916" y="278412"/>
                  </a:lnTo>
                  <a:lnTo>
                    <a:pt x="4527452" y="308944"/>
                  </a:lnTo>
                  <a:lnTo>
                    <a:pt x="4376988" y="339324"/>
                  </a:lnTo>
                  <a:lnTo>
                    <a:pt x="4226524" y="370110"/>
                  </a:lnTo>
                  <a:lnTo>
                    <a:pt x="4076060" y="401585"/>
                  </a:lnTo>
                  <a:lnTo>
                    <a:pt x="3925596" y="433561"/>
                  </a:lnTo>
                  <a:lnTo>
                    <a:pt x="3775132" y="465339"/>
                  </a:lnTo>
                  <a:lnTo>
                    <a:pt x="3624668" y="492853"/>
                  </a:lnTo>
                  <a:lnTo>
                    <a:pt x="3474204" y="517268"/>
                  </a:lnTo>
                  <a:lnTo>
                    <a:pt x="3323740" y="542525"/>
                  </a:lnTo>
                  <a:lnTo>
                    <a:pt x="3173275" y="566156"/>
                  </a:lnTo>
                  <a:lnTo>
                    <a:pt x="3022811" y="586557"/>
                  </a:lnTo>
                  <a:lnTo>
                    <a:pt x="2872347" y="608613"/>
                  </a:lnTo>
                  <a:lnTo>
                    <a:pt x="2721883" y="632546"/>
                  </a:lnTo>
                  <a:lnTo>
                    <a:pt x="2571419" y="659559"/>
                  </a:lnTo>
                  <a:lnTo>
                    <a:pt x="2420955" y="689739"/>
                  </a:lnTo>
                  <a:lnTo>
                    <a:pt x="2270491" y="716970"/>
                  </a:lnTo>
                  <a:lnTo>
                    <a:pt x="2120027" y="738176"/>
                  </a:lnTo>
                  <a:lnTo>
                    <a:pt x="1969563" y="760056"/>
                  </a:lnTo>
                  <a:lnTo>
                    <a:pt x="1819099" y="780591"/>
                  </a:lnTo>
                  <a:lnTo>
                    <a:pt x="1668635" y="796814"/>
                  </a:lnTo>
                  <a:lnTo>
                    <a:pt x="1518171" y="812222"/>
                  </a:lnTo>
                  <a:lnTo>
                    <a:pt x="1367707" y="827036"/>
                  </a:lnTo>
                  <a:lnTo>
                    <a:pt x="1217243" y="840798"/>
                  </a:lnTo>
                  <a:lnTo>
                    <a:pt x="1066779" y="853514"/>
                  </a:lnTo>
                  <a:lnTo>
                    <a:pt x="916315" y="866178"/>
                  </a:lnTo>
                  <a:lnTo>
                    <a:pt x="765851" y="879162"/>
                  </a:lnTo>
                  <a:lnTo>
                    <a:pt x="615387" y="892888"/>
                  </a:lnTo>
                  <a:lnTo>
                    <a:pt x="464923" y="907744"/>
                  </a:lnTo>
                  <a:lnTo>
                    <a:pt x="314459" y="924021"/>
                  </a:lnTo>
                  <a:lnTo>
                    <a:pt x="163994" y="941885"/>
                  </a:lnTo>
                  <a:lnTo>
                    <a:pt x="13530" y="961393"/>
                  </a:lnTo>
                  <a:lnTo>
                    <a:pt x="0" y="963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262387"/>
              <a:ext cx="6145984" cy="952186"/>
            </a:xfrm>
            <a:custGeom>
              <a:avLst/>
              <a:pathLst>
                <a:path w="6145984" h="952186">
                  <a:moveTo>
                    <a:pt x="0" y="944371"/>
                  </a:moveTo>
                  <a:lnTo>
                    <a:pt x="94192" y="947333"/>
                  </a:lnTo>
                  <a:lnTo>
                    <a:pt x="244656" y="950502"/>
                  </a:lnTo>
                  <a:lnTo>
                    <a:pt x="395120" y="952116"/>
                  </a:lnTo>
                  <a:lnTo>
                    <a:pt x="545584" y="952186"/>
                  </a:lnTo>
                  <a:lnTo>
                    <a:pt x="696048" y="950723"/>
                  </a:lnTo>
                  <a:lnTo>
                    <a:pt x="846512" y="947735"/>
                  </a:lnTo>
                  <a:lnTo>
                    <a:pt x="996976" y="943232"/>
                  </a:lnTo>
                  <a:lnTo>
                    <a:pt x="1147440" y="937226"/>
                  </a:lnTo>
                  <a:lnTo>
                    <a:pt x="1297904" y="929725"/>
                  </a:lnTo>
                  <a:lnTo>
                    <a:pt x="1448369" y="920727"/>
                  </a:lnTo>
                  <a:lnTo>
                    <a:pt x="1598833" y="909768"/>
                  </a:lnTo>
                  <a:lnTo>
                    <a:pt x="1749297" y="896861"/>
                  </a:lnTo>
                  <a:lnTo>
                    <a:pt x="1899761" y="882356"/>
                  </a:lnTo>
                  <a:lnTo>
                    <a:pt x="2050225" y="866415"/>
                  </a:lnTo>
                  <a:lnTo>
                    <a:pt x="2200689" y="846574"/>
                  </a:lnTo>
                  <a:lnTo>
                    <a:pt x="2351153" y="824073"/>
                  </a:lnTo>
                  <a:lnTo>
                    <a:pt x="2501617" y="801609"/>
                  </a:lnTo>
                  <a:lnTo>
                    <a:pt x="2652081" y="774951"/>
                  </a:lnTo>
                  <a:lnTo>
                    <a:pt x="2802545" y="744151"/>
                  </a:lnTo>
                  <a:lnTo>
                    <a:pt x="2953009" y="715078"/>
                  </a:lnTo>
                  <a:lnTo>
                    <a:pt x="3103473" y="691821"/>
                  </a:lnTo>
                  <a:lnTo>
                    <a:pt x="3253937" y="671420"/>
                  </a:lnTo>
                  <a:lnTo>
                    <a:pt x="3404401" y="650756"/>
                  </a:lnTo>
                  <a:lnTo>
                    <a:pt x="3554865" y="626903"/>
                  </a:lnTo>
                  <a:lnTo>
                    <a:pt x="3705329" y="602911"/>
                  </a:lnTo>
                  <a:lnTo>
                    <a:pt x="3855793" y="578840"/>
                  </a:lnTo>
                  <a:lnTo>
                    <a:pt x="4006257" y="550989"/>
                  </a:lnTo>
                  <a:lnTo>
                    <a:pt x="4156721" y="519018"/>
                  </a:lnTo>
                  <a:lnTo>
                    <a:pt x="4307185" y="485749"/>
                  </a:lnTo>
                  <a:lnTo>
                    <a:pt x="4457649" y="451738"/>
                  </a:lnTo>
                  <a:lnTo>
                    <a:pt x="4608114" y="417521"/>
                  </a:lnTo>
                  <a:lnTo>
                    <a:pt x="4758578" y="382593"/>
                  </a:lnTo>
                  <a:lnTo>
                    <a:pt x="4909042" y="346453"/>
                  </a:lnTo>
                  <a:lnTo>
                    <a:pt x="5059506" y="309076"/>
                  </a:lnTo>
                  <a:lnTo>
                    <a:pt x="5209970" y="270436"/>
                  </a:lnTo>
                  <a:lnTo>
                    <a:pt x="5360434" y="230508"/>
                  </a:lnTo>
                  <a:lnTo>
                    <a:pt x="5510898" y="189265"/>
                  </a:lnTo>
                  <a:lnTo>
                    <a:pt x="5661362" y="146683"/>
                  </a:lnTo>
                  <a:lnTo>
                    <a:pt x="5811826" y="102736"/>
                  </a:lnTo>
                  <a:lnTo>
                    <a:pt x="5962290" y="57398"/>
                  </a:lnTo>
                  <a:lnTo>
                    <a:pt x="6112754" y="1064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38570"/>
              <a:ext cx="6145984" cy="755705"/>
            </a:xfrm>
            <a:custGeom>
              <a:avLst/>
              <a:pathLst>
                <a:path w="6145984" h="755705">
                  <a:moveTo>
                    <a:pt x="0" y="389542"/>
                  </a:moveTo>
                  <a:lnTo>
                    <a:pt x="94192" y="399067"/>
                  </a:lnTo>
                  <a:lnTo>
                    <a:pt x="244656" y="411502"/>
                  </a:lnTo>
                  <a:lnTo>
                    <a:pt x="395120" y="421100"/>
                  </a:lnTo>
                  <a:lnTo>
                    <a:pt x="545584" y="427840"/>
                  </a:lnTo>
                  <a:lnTo>
                    <a:pt x="696048" y="431769"/>
                  </a:lnTo>
                  <a:lnTo>
                    <a:pt x="846512" y="433021"/>
                  </a:lnTo>
                  <a:lnTo>
                    <a:pt x="996976" y="431837"/>
                  </a:lnTo>
                  <a:lnTo>
                    <a:pt x="1147440" y="428540"/>
                  </a:lnTo>
                  <a:lnTo>
                    <a:pt x="1297904" y="423478"/>
                  </a:lnTo>
                  <a:lnTo>
                    <a:pt x="1448369" y="416945"/>
                  </a:lnTo>
                  <a:lnTo>
                    <a:pt x="1598833" y="409204"/>
                  </a:lnTo>
                  <a:lnTo>
                    <a:pt x="1749297" y="400453"/>
                  </a:lnTo>
                  <a:lnTo>
                    <a:pt x="1899761" y="390959"/>
                  </a:lnTo>
                  <a:lnTo>
                    <a:pt x="2050225" y="381393"/>
                  </a:lnTo>
                  <a:lnTo>
                    <a:pt x="2200689" y="372677"/>
                  </a:lnTo>
                  <a:lnTo>
                    <a:pt x="2351153" y="363225"/>
                  </a:lnTo>
                  <a:lnTo>
                    <a:pt x="2501617" y="353495"/>
                  </a:lnTo>
                  <a:lnTo>
                    <a:pt x="2652081" y="346716"/>
                  </a:lnTo>
                  <a:lnTo>
                    <a:pt x="2802545" y="339969"/>
                  </a:lnTo>
                  <a:lnTo>
                    <a:pt x="2953009" y="331287"/>
                  </a:lnTo>
                  <a:lnTo>
                    <a:pt x="3103473" y="322479"/>
                  </a:lnTo>
                  <a:lnTo>
                    <a:pt x="3253937" y="312552"/>
                  </a:lnTo>
                  <a:lnTo>
                    <a:pt x="3404401" y="301285"/>
                  </a:lnTo>
                  <a:lnTo>
                    <a:pt x="3554865" y="292536"/>
                  </a:lnTo>
                  <a:lnTo>
                    <a:pt x="3705329" y="287680"/>
                  </a:lnTo>
                  <a:lnTo>
                    <a:pt x="3855793" y="282837"/>
                  </a:lnTo>
                  <a:lnTo>
                    <a:pt x="4006257" y="276592"/>
                  </a:lnTo>
                  <a:lnTo>
                    <a:pt x="4156721" y="269364"/>
                  </a:lnTo>
                  <a:lnTo>
                    <a:pt x="4307185" y="261018"/>
                  </a:lnTo>
                  <a:lnTo>
                    <a:pt x="4457649" y="251397"/>
                  </a:lnTo>
                  <a:lnTo>
                    <a:pt x="4608114" y="240738"/>
                  </a:lnTo>
                  <a:lnTo>
                    <a:pt x="4758578" y="227928"/>
                  </a:lnTo>
                  <a:lnTo>
                    <a:pt x="4909042" y="212484"/>
                  </a:lnTo>
                  <a:lnTo>
                    <a:pt x="5059506" y="194685"/>
                  </a:lnTo>
                  <a:lnTo>
                    <a:pt x="5209970" y="174689"/>
                  </a:lnTo>
                  <a:lnTo>
                    <a:pt x="5360434" y="152559"/>
                  </a:lnTo>
                  <a:lnTo>
                    <a:pt x="5510898" y="128284"/>
                  </a:lnTo>
                  <a:lnTo>
                    <a:pt x="5661362" y="101803"/>
                  </a:lnTo>
                  <a:lnTo>
                    <a:pt x="5811826" y="73017"/>
                  </a:lnTo>
                  <a:lnTo>
                    <a:pt x="5962290" y="41809"/>
                  </a:lnTo>
                  <a:lnTo>
                    <a:pt x="6112754" y="8048"/>
                  </a:lnTo>
                  <a:lnTo>
                    <a:pt x="6145984" y="0"/>
                  </a:lnTo>
                  <a:lnTo>
                    <a:pt x="6145984" y="282006"/>
                  </a:lnTo>
                  <a:lnTo>
                    <a:pt x="6112754" y="285775"/>
                  </a:lnTo>
                  <a:lnTo>
                    <a:pt x="5962290" y="301919"/>
                  </a:lnTo>
                  <a:lnTo>
                    <a:pt x="5811826" y="317024"/>
                  </a:lnTo>
                  <a:lnTo>
                    <a:pt x="5661362" y="330971"/>
                  </a:lnTo>
                  <a:lnTo>
                    <a:pt x="5510898" y="343655"/>
                  </a:lnTo>
                  <a:lnTo>
                    <a:pt x="5360434" y="354990"/>
                  </a:lnTo>
                  <a:lnTo>
                    <a:pt x="5209970" y="364926"/>
                  </a:lnTo>
                  <a:lnTo>
                    <a:pt x="5059506" y="373465"/>
                  </a:lnTo>
                  <a:lnTo>
                    <a:pt x="4909042" y="380680"/>
                  </a:lnTo>
                  <a:lnTo>
                    <a:pt x="4758578" y="386742"/>
                  </a:lnTo>
                  <a:lnTo>
                    <a:pt x="4608114" y="391944"/>
                  </a:lnTo>
                  <a:lnTo>
                    <a:pt x="4457649" y="396865"/>
                  </a:lnTo>
                  <a:lnTo>
                    <a:pt x="4307185" y="402244"/>
                  </a:lnTo>
                  <a:lnTo>
                    <a:pt x="4156721" y="408427"/>
                  </a:lnTo>
                  <a:lnTo>
                    <a:pt x="4006257" y="415333"/>
                  </a:lnTo>
                  <a:lnTo>
                    <a:pt x="3855793" y="421014"/>
                  </a:lnTo>
                  <a:lnTo>
                    <a:pt x="3705329" y="426433"/>
                  </a:lnTo>
                  <a:lnTo>
                    <a:pt x="3554865" y="433404"/>
                  </a:lnTo>
                  <a:lnTo>
                    <a:pt x="3404401" y="441783"/>
                  </a:lnTo>
                  <a:lnTo>
                    <a:pt x="3253937" y="452608"/>
                  </a:lnTo>
                  <a:lnTo>
                    <a:pt x="3103473" y="465304"/>
                  </a:lnTo>
                  <a:lnTo>
                    <a:pt x="2953009" y="475243"/>
                  </a:lnTo>
                  <a:lnTo>
                    <a:pt x="2802545" y="480479"/>
                  </a:lnTo>
                  <a:lnTo>
                    <a:pt x="2652081" y="486190"/>
                  </a:lnTo>
                  <a:lnTo>
                    <a:pt x="2501617" y="493927"/>
                  </a:lnTo>
                  <a:lnTo>
                    <a:pt x="2351153" y="501552"/>
                  </a:lnTo>
                  <a:lnTo>
                    <a:pt x="2200689" y="509967"/>
                  </a:lnTo>
                  <a:lnTo>
                    <a:pt x="2050225" y="519842"/>
                  </a:lnTo>
                  <a:lnTo>
                    <a:pt x="1899761" y="529879"/>
                  </a:lnTo>
                  <a:lnTo>
                    <a:pt x="1749297" y="540884"/>
                  </a:lnTo>
                  <a:lnTo>
                    <a:pt x="1598833" y="552826"/>
                  </a:lnTo>
                  <a:lnTo>
                    <a:pt x="1448369" y="565256"/>
                  </a:lnTo>
                  <a:lnTo>
                    <a:pt x="1297904" y="578008"/>
                  </a:lnTo>
                  <a:lnTo>
                    <a:pt x="1147440" y="591705"/>
                  </a:lnTo>
                  <a:lnTo>
                    <a:pt x="996976" y="606674"/>
                  </a:lnTo>
                  <a:lnTo>
                    <a:pt x="846512" y="623285"/>
                  </a:lnTo>
                  <a:lnTo>
                    <a:pt x="696048" y="641885"/>
                  </a:lnTo>
                  <a:lnTo>
                    <a:pt x="545584" y="662735"/>
                  </a:lnTo>
                  <a:lnTo>
                    <a:pt x="395120" y="685993"/>
                  </a:lnTo>
                  <a:lnTo>
                    <a:pt x="244656" y="711727"/>
                  </a:lnTo>
                  <a:lnTo>
                    <a:pt x="94192" y="739939"/>
                  </a:lnTo>
                  <a:lnTo>
                    <a:pt x="16810" y="7557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38570"/>
              <a:ext cx="6145984" cy="433021"/>
            </a:xfrm>
            <a:custGeom>
              <a:avLst/>
              <a:pathLst>
                <a:path w="6145984" h="433021">
                  <a:moveTo>
                    <a:pt x="0" y="389542"/>
                  </a:moveTo>
                  <a:lnTo>
                    <a:pt x="94192" y="399067"/>
                  </a:lnTo>
                  <a:lnTo>
                    <a:pt x="244656" y="411502"/>
                  </a:lnTo>
                  <a:lnTo>
                    <a:pt x="395120" y="421100"/>
                  </a:lnTo>
                  <a:lnTo>
                    <a:pt x="545584" y="427840"/>
                  </a:lnTo>
                  <a:lnTo>
                    <a:pt x="696048" y="431769"/>
                  </a:lnTo>
                  <a:lnTo>
                    <a:pt x="846512" y="433021"/>
                  </a:lnTo>
                  <a:lnTo>
                    <a:pt x="996976" y="431837"/>
                  </a:lnTo>
                  <a:lnTo>
                    <a:pt x="1147440" y="428540"/>
                  </a:lnTo>
                  <a:lnTo>
                    <a:pt x="1297904" y="423478"/>
                  </a:lnTo>
                  <a:lnTo>
                    <a:pt x="1448369" y="416945"/>
                  </a:lnTo>
                  <a:lnTo>
                    <a:pt x="1598833" y="409204"/>
                  </a:lnTo>
                  <a:lnTo>
                    <a:pt x="1749297" y="400453"/>
                  </a:lnTo>
                  <a:lnTo>
                    <a:pt x="1899761" y="390959"/>
                  </a:lnTo>
                  <a:lnTo>
                    <a:pt x="2050225" y="381393"/>
                  </a:lnTo>
                  <a:lnTo>
                    <a:pt x="2200689" y="372677"/>
                  </a:lnTo>
                  <a:lnTo>
                    <a:pt x="2351153" y="363225"/>
                  </a:lnTo>
                  <a:lnTo>
                    <a:pt x="2501617" y="353495"/>
                  </a:lnTo>
                  <a:lnTo>
                    <a:pt x="2652081" y="346716"/>
                  </a:lnTo>
                  <a:lnTo>
                    <a:pt x="2802545" y="339969"/>
                  </a:lnTo>
                  <a:lnTo>
                    <a:pt x="2953009" y="331287"/>
                  </a:lnTo>
                  <a:lnTo>
                    <a:pt x="3103473" y="322479"/>
                  </a:lnTo>
                  <a:lnTo>
                    <a:pt x="3253937" y="312552"/>
                  </a:lnTo>
                  <a:lnTo>
                    <a:pt x="3404401" y="301285"/>
                  </a:lnTo>
                  <a:lnTo>
                    <a:pt x="3554865" y="292536"/>
                  </a:lnTo>
                  <a:lnTo>
                    <a:pt x="3705329" y="287680"/>
                  </a:lnTo>
                  <a:lnTo>
                    <a:pt x="3855793" y="282837"/>
                  </a:lnTo>
                  <a:lnTo>
                    <a:pt x="4006257" y="276592"/>
                  </a:lnTo>
                  <a:lnTo>
                    <a:pt x="4156721" y="269364"/>
                  </a:lnTo>
                  <a:lnTo>
                    <a:pt x="4307185" y="261018"/>
                  </a:lnTo>
                  <a:lnTo>
                    <a:pt x="4457649" y="251397"/>
                  </a:lnTo>
                  <a:lnTo>
                    <a:pt x="4608114" y="240738"/>
                  </a:lnTo>
                  <a:lnTo>
                    <a:pt x="4758578" y="227928"/>
                  </a:lnTo>
                  <a:lnTo>
                    <a:pt x="4909042" y="212484"/>
                  </a:lnTo>
                  <a:lnTo>
                    <a:pt x="5059506" y="194685"/>
                  </a:lnTo>
                  <a:lnTo>
                    <a:pt x="5209970" y="174689"/>
                  </a:lnTo>
                  <a:lnTo>
                    <a:pt x="5360434" y="152559"/>
                  </a:lnTo>
                  <a:lnTo>
                    <a:pt x="5510898" y="128284"/>
                  </a:lnTo>
                  <a:lnTo>
                    <a:pt x="5661362" y="101803"/>
                  </a:lnTo>
                  <a:lnTo>
                    <a:pt x="5811826" y="73017"/>
                  </a:lnTo>
                  <a:lnTo>
                    <a:pt x="5962290" y="41809"/>
                  </a:lnTo>
                  <a:lnTo>
                    <a:pt x="6112754" y="804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58686" y="4920577"/>
              <a:ext cx="6129174" cy="473698"/>
            </a:xfrm>
            <a:custGeom>
              <a:avLst/>
              <a:pathLst>
                <a:path w="6129174" h="473698">
                  <a:moveTo>
                    <a:pt x="6129174" y="0"/>
                  </a:moveTo>
                  <a:lnTo>
                    <a:pt x="6095943" y="3769"/>
                  </a:lnTo>
                  <a:lnTo>
                    <a:pt x="5945479" y="19913"/>
                  </a:lnTo>
                  <a:lnTo>
                    <a:pt x="5795015" y="35017"/>
                  </a:lnTo>
                  <a:lnTo>
                    <a:pt x="5644551" y="48964"/>
                  </a:lnTo>
                  <a:lnTo>
                    <a:pt x="5494087" y="61648"/>
                  </a:lnTo>
                  <a:lnTo>
                    <a:pt x="5343623" y="72984"/>
                  </a:lnTo>
                  <a:lnTo>
                    <a:pt x="5193159" y="82919"/>
                  </a:lnTo>
                  <a:lnTo>
                    <a:pt x="5042695" y="91458"/>
                  </a:lnTo>
                  <a:lnTo>
                    <a:pt x="4892231" y="98673"/>
                  </a:lnTo>
                  <a:lnTo>
                    <a:pt x="4741767" y="104736"/>
                  </a:lnTo>
                  <a:lnTo>
                    <a:pt x="4591303" y="109937"/>
                  </a:lnTo>
                  <a:lnTo>
                    <a:pt x="4440839" y="114858"/>
                  </a:lnTo>
                  <a:lnTo>
                    <a:pt x="4290375" y="120237"/>
                  </a:lnTo>
                  <a:lnTo>
                    <a:pt x="4139911" y="126420"/>
                  </a:lnTo>
                  <a:lnTo>
                    <a:pt x="3989447" y="133326"/>
                  </a:lnTo>
                  <a:lnTo>
                    <a:pt x="3838983" y="139007"/>
                  </a:lnTo>
                  <a:lnTo>
                    <a:pt x="3688519" y="144426"/>
                  </a:lnTo>
                  <a:lnTo>
                    <a:pt x="3538055" y="151398"/>
                  </a:lnTo>
                  <a:lnTo>
                    <a:pt x="3387590" y="159776"/>
                  </a:lnTo>
                  <a:lnTo>
                    <a:pt x="3237126" y="170601"/>
                  </a:lnTo>
                  <a:lnTo>
                    <a:pt x="3086662" y="183297"/>
                  </a:lnTo>
                  <a:lnTo>
                    <a:pt x="2936198" y="193236"/>
                  </a:lnTo>
                  <a:lnTo>
                    <a:pt x="2785734" y="198472"/>
                  </a:lnTo>
                  <a:lnTo>
                    <a:pt x="2635270" y="204183"/>
                  </a:lnTo>
                  <a:lnTo>
                    <a:pt x="2484806" y="211920"/>
                  </a:lnTo>
                  <a:lnTo>
                    <a:pt x="2334342" y="219545"/>
                  </a:lnTo>
                  <a:lnTo>
                    <a:pt x="2183878" y="227960"/>
                  </a:lnTo>
                  <a:lnTo>
                    <a:pt x="2033414" y="237836"/>
                  </a:lnTo>
                  <a:lnTo>
                    <a:pt x="1882950" y="247872"/>
                  </a:lnTo>
                  <a:lnTo>
                    <a:pt x="1732486" y="258877"/>
                  </a:lnTo>
                  <a:lnTo>
                    <a:pt x="1582022" y="270819"/>
                  </a:lnTo>
                  <a:lnTo>
                    <a:pt x="1431558" y="283249"/>
                  </a:lnTo>
                  <a:lnTo>
                    <a:pt x="1281094" y="296001"/>
                  </a:lnTo>
                  <a:lnTo>
                    <a:pt x="1130630" y="309698"/>
                  </a:lnTo>
                  <a:lnTo>
                    <a:pt x="980166" y="324667"/>
                  </a:lnTo>
                  <a:lnTo>
                    <a:pt x="829702" y="341279"/>
                  </a:lnTo>
                  <a:lnTo>
                    <a:pt x="679238" y="359878"/>
                  </a:lnTo>
                  <a:lnTo>
                    <a:pt x="528774" y="380728"/>
                  </a:lnTo>
                  <a:lnTo>
                    <a:pt x="378310" y="403986"/>
                  </a:lnTo>
                  <a:lnTo>
                    <a:pt x="227845" y="429720"/>
                  </a:lnTo>
                  <a:lnTo>
                    <a:pt x="77381" y="457932"/>
                  </a:lnTo>
                  <a:lnTo>
                    <a:pt x="0" y="473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79573"/>
              <a:ext cx="6145984" cy="433332"/>
            </a:xfrm>
            <a:custGeom>
              <a:avLst/>
              <a:pathLst>
                <a:path w="6145984" h="433332">
                  <a:moveTo>
                    <a:pt x="0" y="433332"/>
                  </a:moveTo>
                  <a:lnTo>
                    <a:pt x="94192" y="428500"/>
                  </a:lnTo>
                  <a:lnTo>
                    <a:pt x="244656" y="420611"/>
                  </a:lnTo>
                  <a:lnTo>
                    <a:pt x="395120" y="412543"/>
                  </a:lnTo>
                  <a:lnTo>
                    <a:pt x="545584" y="404284"/>
                  </a:lnTo>
                  <a:lnTo>
                    <a:pt x="696048" y="395823"/>
                  </a:lnTo>
                  <a:lnTo>
                    <a:pt x="846512" y="387150"/>
                  </a:lnTo>
                  <a:lnTo>
                    <a:pt x="996976" y="378252"/>
                  </a:lnTo>
                  <a:lnTo>
                    <a:pt x="1147440" y="369119"/>
                  </a:lnTo>
                  <a:lnTo>
                    <a:pt x="1297904" y="359740"/>
                  </a:lnTo>
                  <a:lnTo>
                    <a:pt x="1448369" y="350097"/>
                  </a:lnTo>
                  <a:lnTo>
                    <a:pt x="1598833" y="340012"/>
                  </a:lnTo>
                  <a:lnTo>
                    <a:pt x="1749297" y="329665"/>
                  </a:lnTo>
                  <a:lnTo>
                    <a:pt x="1899761" y="319416"/>
                  </a:lnTo>
                  <a:lnTo>
                    <a:pt x="2050225" y="309614"/>
                  </a:lnTo>
                  <a:lnTo>
                    <a:pt x="2200689" y="300318"/>
                  </a:lnTo>
                  <a:lnTo>
                    <a:pt x="2351153" y="291385"/>
                  </a:lnTo>
                  <a:lnTo>
                    <a:pt x="2501617" y="282707"/>
                  </a:lnTo>
                  <a:lnTo>
                    <a:pt x="2652081" y="275450"/>
                  </a:lnTo>
                  <a:lnTo>
                    <a:pt x="2802545" y="269221"/>
                  </a:lnTo>
                  <a:lnTo>
                    <a:pt x="2953009" y="262261"/>
                  </a:lnTo>
                  <a:lnTo>
                    <a:pt x="3103473" y="252888"/>
                  </a:lnTo>
                  <a:lnTo>
                    <a:pt x="3253937" y="241577"/>
                  </a:lnTo>
                  <a:lnTo>
                    <a:pt x="3404401" y="230531"/>
                  </a:lnTo>
                  <a:lnTo>
                    <a:pt x="3554865" y="221967"/>
                  </a:lnTo>
                  <a:lnTo>
                    <a:pt x="3705329" y="216053"/>
                  </a:lnTo>
                  <a:lnTo>
                    <a:pt x="3855793" y="210922"/>
                  </a:lnTo>
                  <a:lnTo>
                    <a:pt x="4006257" y="204959"/>
                  </a:lnTo>
                  <a:lnTo>
                    <a:pt x="4156721" y="197892"/>
                  </a:lnTo>
                  <a:lnTo>
                    <a:pt x="4307185" y="190628"/>
                  </a:lnTo>
                  <a:lnTo>
                    <a:pt x="4457649" y="183128"/>
                  </a:lnTo>
                  <a:lnTo>
                    <a:pt x="4608114" y="175338"/>
                  </a:lnTo>
                  <a:lnTo>
                    <a:pt x="4758578" y="166332"/>
                  </a:lnTo>
                  <a:lnTo>
                    <a:pt x="4909042" y="155578"/>
                  </a:lnTo>
                  <a:lnTo>
                    <a:pt x="5059506" y="143071"/>
                  </a:lnTo>
                  <a:lnTo>
                    <a:pt x="5209970" y="128804"/>
                  </a:lnTo>
                  <a:lnTo>
                    <a:pt x="5360434" y="112771"/>
                  </a:lnTo>
                  <a:lnTo>
                    <a:pt x="5510898" y="94966"/>
                  </a:lnTo>
                  <a:lnTo>
                    <a:pt x="5661362" y="75384"/>
                  </a:lnTo>
                  <a:lnTo>
                    <a:pt x="5811826" y="54017"/>
                  </a:lnTo>
                  <a:lnTo>
                    <a:pt x="5962290" y="30861"/>
                  </a:lnTo>
                  <a:lnTo>
                    <a:pt x="6112754" y="590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76673"/>
              <a:ext cx="6145984" cy="681414"/>
            </a:xfrm>
            <a:custGeom>
              <a:avLst/>
              <a:pathLst>
                <a:path w="6145984" h="681414">
                  <a:moveTo>
                    <a:pt x="0" y="322405"/>
                  </a:moveTo>
                  <a:lnTo>
                    <a:pt x="94192" y="334428"/>
                  </a:lnTo>
                  <a:lnTo>
                    <a:pt x="244656" y="350620"/>
                  </a:lnTo>
                  <a:lnTo>
                    <a:pt x="395120" y="363752"/>
                  </a:lnTo>
                  <a:lnTo>
                    <a:pt x="545584" y="373812"/>
                  </a:lnTo>
                  <a:lnTo>
                    <a:pt x="696048" y="380856"/>
                  </a:lnTo>
                  <a:lnTo>
                    <a:pt x="846512" y="385024"/>
                  </a:lnTo>
                  <a:lnTo>
                    <a:pt x="996976" y="386558"/>
                  </a:lnTo>
                  <a:lnTo>
                    <a:pt x="1147440" y="385781"/>
                  </a:lnTo>
                  <a:lnTo>
                    <a:pt x="1297904" y="383043"/>
                  </a:lnTo>
                  <a:lnTo>
                    <a:pt x="1448369" y="378624"/>
                  </a:lnTo>
                  <a:lnTo>
                    <a:pt x="1598833" y="372388"/>
                  </a:lnTo>
                  <a:lnTo>
                    <a:pt x="1749297" y="364524"/>
                  </a:lnTo>
                  <a:lnTo>
                    <a:pt x="1899761" y="355570"/>
                  </a:lnTo>
                  <a:lnTo>
                    <a:pt x="2050225" y="346244"/>
                  </a:lnTo>
                  <a:lnTo>
                    <a:pt x="2200689" y="334614"/>
                  </a:lnTo>
                  <a:lnTo>
                    <a:pt x="2351153" y="320728"/>
                  </a:lnTo>
                  <a:lnTo>
                    <a:pt x="2501617" y="308313"/>
                  </a:lnTo>
                  <a:lnTo>
                    <a:pt x="2652081" y="297888"/>
                  </a:lnTo>
                  <a:lnTo>
                    <a:pt x="2802545" y="286095"/>
                  </a:lnTo>
                  <a:lnTo>
                    <a:pt x="2953009" y="274859"/>
                  </a:lnTo>
                  <a:lnTo>
                    <a:pt x="3103473" y="268671"/>
                  </a:lnTo>
                  <a:lnTo>
                    <a:pt x="3253937" y="264688"/>
                  </a:lnTo>
                  <a:lnTo>
                    <a:pt x="3404401" y="260515"/>
                  </a:lnTo>
                  <a:lnTo>
                    <a:pt x="3554865" y="257839"/>
                  </a:lnTo>
                  <a:lnTo>
                    <a:pt x="3705329" y="259799"/>
                  </a:lnTo>
                  <a:lnTo>
                    <a:pt x="3855793" y="262840"/>
                  </a:lnTo>
                  <a:lnTo>
                    <a:pt x="4006257" y="263495"/>
                  </a:lnTo>
                  <a:lnTo>
                    <a:pt x="4156721" y="262323"/>
                  </a:lnTo>
                  <a:lnTo>
                    <a:pt x="4307185" y="260602"/>
                  </a:lnTo>
                  <a:lnTo>
                    <a:pt x="4457649" y="257590"/>
                  </a:lnTo>
                  <a:lnTo>
                    <a:pt x="4608114" y="252927"/>
                  </a:lnTo>
                  <a:lnTo>
                    <a:pt x="4758578" y="244909"/>
                  </a:lnTo>
                  <a:lnTo>
                    <a:pt x="4909042" y="232913"/>
                  </a:lnTo>
                  <a:lnTo>
                    <a:pt x="5059506" y="217232"/>
                  </a:lnTo>
                  <a:lnTo>
                    <a:pt x="5209970" y="198040"/>
                  </a:lnTo>
                  <a:lnTo>
                    <a:pt x="5360434" y="175418"/>
                  </a:lnTo>
                  <a:lnTo>
                    <a:pt x="5510898" y="149375"/>
                  </a:lnTo>
                  <a:lnTo>
                    <a:pt x="5661362" y="119873"/>
                  </a:lnTo>
                  <a:lnTo>
                    <a:pt x="5811826" y="86837"/>
                  </a:lnTo>
                  <a:lnTo>
                    <a:pt x="5962290" y="50171"/>
                  </a:lnTo>
                  <a:lnTo>
                    <a:pt x="6112754" y="9770"/>
                  </a:lnTo>
                  <a:lnTo>
                    <a:pt x="6145984" y="0"/>
                  </a:lnTo>
                  <a:lnTo>
                    <a:pt x="6145984" y="273934"/>
                  </a:lnTo>
                  <a:lnTo>
                    <a:pt x="6112754" y="279548"/>
                  </a:lnTo>
                  <a:lnTo>
                    <a:pt x="5962290" y="302836"/>
                  </a:lnTo>
                  <a:lnTo>
                    <a:pt x="5811826" y="323859"/>
                  </a:lnTo>
                  <a:lnTo>
                    <a:pt x="5661362" y="342482"/>
                  </a:lnTo>
                  <a:lnTo>
                    <a:pt x="5510898" y="358582"/>
                  </a:lnTo>
                  <a:lnTo>
                    <a:pt x="5360434" y="372055"/>
                  </a:lnTo>
                  <a:lnTo>
                    <a:pt x="5209970" y="382832"/>
                  </a:lnTo>
                  <a:lnTo>
                    <a:pt x="5059506" y="390895"/>
                  </a:lnTo>
                  <a:lnTo>
                    <a:pt x="4909042" y="396294"/>
                  </a:lnTo>
                  <a:lnTo>
                    <a:pt x="4758578" y="399177"/>
                  </a:lnTo>
                  <a:lnTo>
                    <a:pt x="4608114" y="399805"/>
                  </a:lnTo>
                  <a:lnTo>
                    <a:pt x="4457649" y="398894"/>
                  </a:lnTo>
                  <a:lnTo>
                    <a:pt x="4307185" y="397785"/>
                  </a:lnTo>
                  <a:lnTo>
                    <a:pt x="4156721" y="397406"/>
                  </a:lnTo>
                  <a:lnTo>
                    <a:pt x="4006257" y="398264"/>
                  </a:lnTo>
                  <a:lnTo>
                    <a:pt x="3855793" y="397062"/>
                  </a:lnTo>
                  <a:lnTo>
                    <a:pt x="3705329" y="394579"/>
                  </a:lnTo>
                  <a:lnTo>
                    <a:pt x="3554865" y="394676"/>
                  </a:lnTo>
                  <a:lnTo>
                    <a:pt x="3404401" y="396992"/>
                  </a:lnTo>
                  <a:lnTo>
                    <a:pt x="3253937" y="400735"/>
                  </a:lnTo>
                  <a:lnTo>
                    <a:pt x="3103473" y="407407"/>
                  </a:lnTo>
                  <a:lnTo>
                    <a:pt x="2953009" y="414695"/>
                  </a:lnTo>
                  <a:lnTo>
                    <a:pt x="2802545" y="422582"/>
                  </a:lnTo>
                  <a:lnTo>
                    <a:pt x="2652081" y="433369"/>
                  </a:lnTo>
                  <a:lnTo>
                    <a:pt x="2501617" y="444725"/>
                  </a:lnTo>
                  <a:lnTo>
                    <a:pt x="2351153" y="455096"/>
                  </a:lnTo>
                  <a:lnTo>
                    <a:pt x="2200689" y="467974"/>
                  </a:lnTo>
                  <a:lnTo>
                    <a:pt x="2050225" y="480730"/>
                  </a:lnTo>
                  <a:lnTo>
                    <a:pt x="1899761" y="490514"/>
                  </a:lnTo>
                  <a:lnTo>
                    <a:pt x="1749297" y="500935"/>
                  </a:lnTo>
                  <a:lnTo>
                    <a:pt x="1598833" y="511899"/>
                  </a:lnTo>
                  <a:lnTo>
                    <a:pt x="1448369" y="522689"/>
                  </a:lnTo>
                  <a:lnTo>
                    <a:pt x="1297904" y="533149"/>
                  </a:lnTo>
                  <a:lnTo>
                    <a:pt x="1147440" y="544276"/>
                  </a:lnTo>
                  <a:lnTo>
                    <a:pt x="996976" y="556390"/>
                  </a:lnTo>
                  <a:lnTo>
                    <a:pt x="846512" y="569842"/>
                  </a:lnTo>
                  <a:lnTo>
                    <a:pt x="696048" y="584959"/>
                  </a:lnTo>
                  <a:lnTo>
                    <a:pt x="545584" y="601984"/>
                  </a:lnTo>
                  <a:lnTo>
                    <a:pt x="395120" y="621063"/>
                  </a:lnTo>
                  <a:lnTo>
                    <a:pt x="244656" y="642252"/>
                  </a:lnTo>
                  <a:lnTo>
                    <a:pt x="94192" y="665544"/>
                  </a:lnTo>
                  <a:lnTo>
                    <a:pt x="0" y="68141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76673"/>
              <a:ext cx="6145984" cy="386558"/>
            </a:xfrm>
            <a:custGeom>
              <a:avLst/>
              <a:pathLst>
                <a:path w="6145984" h="386558">
                  <a:moveTo>
                    <a:pt x="0" y="322405"/>
                  </a:moveTo>
                  <a:lnTo>
                    <a:pt x="94192" y="334428"/>
                  </a:lnTo>
                  <a:lnTo>
                    <a:pt x="244656" y="350620"/>
                  </a:lnTo>
                  <a:lnTo>
                    <a:pt x="395120" y="363752"/>
                  </a:lnTo>
                  <a:lnTo>
                    <a:pt x="545584" y="373812"/>
                  </a:lnTo>
                  <a:lnTo>
                    <a:pt x="696048" y="380856"/>
                  </a:lnTo>
                  <a:lnTo>
                    <a:pt x="846512" y="385024"/>
                  </a:lnTo>
                  <a:lnTo>
                    <a:pt x="996976" y="386558"/>
                  </a:lnTo>
                  <a:lnTo>
                    <a:pt x="1147440" y="385781"/>
                  </a:lnTo>
                  <a:lnTo>
                    <a:pt x="1297904" y="383043"/>
                  </a:lnTo>
                  <a:lnTo>
                    <a:pt x="1448369" y="378624"/>
                  </a:lnTo>
                  <a:lnTo>
                    <a:pt x="1598833" y="372388"/>
                  </a:lnTo>
                  <a:lnTo>
                    <a:pt x="1749297" y="364524"/>
                  </a:lnTo>
                  <a:lnTo>
                    <a:pt x="1899761" y="355570"/>
                  </a:lnTo>
                  <a:lnTo>
                    <a:pt x="2050225" y="346244"/>
                  </a:lnTo>
                  <a:lnTo>
                    <a:pt x="2200689" y="334614"/>
                  </a:lnTo>
                  <a:lnTo>
                    <a:pt x="2351153" y="320728"/>
                  </a:lnTo>
                  <a:lnTo>
                    <a:pt x="2501617" y="308313"/>
                  </a:lnTo>
                  <a:lnTo>
                    <a:pt x="2652081" y="297888"/>
                  </a:lnTo>
                  <a:lnTo>
                    <a:pt x="2802545" y="286095"/>
                  </a:lnTo>
                  <a:lnTo>
                    <a:pt x="2953009" y="274859"/>
                  </a:lnTo>
                  <a:lnTo>
                    <a:pt x="3103473" y="268671"/>
                  </a:lnTo>
                  <a:lnTo>
                    <a:pt x="3253937" y="264688"/>
                  </a:lnTo>
                  <a:lnTo>
                    <a:pt x="3404401" y="260515"/>
                  </a:lnTo>
                  <a:lnTo>
                    <a:pt x="3554865" y="257839"/>
                  </a:lnTo>
                  <a:lnTo>
                    <a:pt x="3705329" y="259799"/>
                  </a:lnTo>
                  <a:lnTo>
                    <a:pt x="3855793" y="262840"/>
                  </a:lnTo>
                  <a:lnTo>
                    <a:pt x="4006257" y="263495"/>
                  </a:lnTo>
                  <a:lnTo>
                    <a:pt x="4156721" y="262323"/>
                  </a:lnTo>
                  <a:lnTo>
                    <a:pt x="4307185" y="260602"/>
                  </a:lnTo>
                  <a:lnTo>
                    <a:pt x="4457649" y="257590"/>
                  </a:lnTo>
                  <a:lnTo>
                    <a:pt x="4608114" y="252927"/>
                  </a:lnTo>
                  <a:lnTo>
                    <a:pt x="4758578" y="244909"/>
                  </a:lnTo>
                  <a:lnTo>
                    <a:pt x="4909042" y="232913"/>
                  </a:lnTo>
                  <a:lnTo>
                    <a:pt x="5059506" y="217232"/>
                  </a:lnTo>
                  <a:lnTo>
                    <a:pt x="5209970" y="198040"/>
                  </a:lnTo>
                  <a:lnTo>
                    <a:pt x="5360434" y="175418"/>
                  </a:lnTo>
                  <a:lnTo>
                    <a:pt x="5510898" y="149375"/>
                  </a:lnTo>
                  <a:lnTo>
                    <a:pt x="5661362" y="119873"/>
                  </a:lnTo>
                  <a:lnTo>
                    <a:pt x="5811826" y="86837"/>
                  </a:lnTo>
                  <a:lnTo>
                    <a:pt x="5962290" y="50171"/>
                  </a:lnTo>
                  <a:lnTo>
                    <a:pt x="6112754" y="977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50608"/>
              <a:ext cx="6145984" cy="407480"/>
            </a:xfrm>
            <a:custGeom>
              <a:avLst/>
              <a:pathLst>
                <a:path w="6145984" h="407480">
                  <a:moveTo>
                    <a:pt x="6145984" y="0"/>
                  </a:moveTo>
                  <a:lnTo>
                    <a:pt x="6112754" y="5613"/>
                  </a:lnTo>
                  <a:lnTo>
                    <a:pt x="5962290" y="28901"/>
                  </a:lnTo>
                  <a:lnTo>
                    <a:pt x="5811826" y="49924"/>
                  </a:lnTo>
                  <a:lnTo>
                    <a:pt x="5661362" y="68547"/>
                  </a:lnTo>
                  <a:lnTo>
                    <a:pt x="5510898" y="84647"/>
                  </a:lnTo>
                  <a:lnTo>
                    <a:pt x="5360434" y="98120"/>
                  </a:lnTo>
                  <a:lnTo>
                    <a:pt x="5209970" y="108897"/>
                  </a:lnTo>
                  <a:lnTo>
                    <a:pt x="5059506" y="116960"/>
                  </a:lnTo>
                  <a:lnTo>
                    <a:pt x="4909042" y="122359"/>
                  </a:lnTo>
                  <a:lnTo>
                    <a:pt x="4758578" y="125242"/>
                  </a:lnTo>
                  <a:lnTo>
                    <a:pt x="4608114" y="125870"/>
                  </a:lnTo>
                  <a:lnTo>
                    <a:pt x="4457649" y="124960"/>
                  </a:lnTo>
                  <a:lnTo>
                    <a:pt x="4307185" y="123851"/>
                  </a:lnTo>
                  <a:lnTo>
                    <a:pt x="4156721" y="123471"/>
                  </a:lnTo>
                  <a:lnTo>
                    <a:pt x="4006257" y="124329"/>
                  </a:lnTo>
                  <a:lnTo>
                    <a:pt x="3855793" y="123128"/>
                  </a:lnTo>
                  <a:lnTo>
                    <a:pt x="3705329" y="120645"/>
                  </a:lnTo>
                  <a:lnTo>
                    <a:pt x="3554865" y="120741"/>
                  </a:lnTo>
                  <a:lnTo>
                    <a:pt x="3404401" y="123057"/>
                  </a:lnTo>
                  <a:lnTo>
                    <a:pt x="3253937" y="126800"/>
                  </a:lnTo>
                  <a:lnTo>
                    <a:pt x="3103473" y="133472"/>
                  </a:lnTo>
                  <a:lnTo>
                    <a:pt x="2953009" y="140760"/>
                  </a:lnTo>
                  <a:lnTo>
                    <a:pt x="2802545" y="148647"/>
                  </a:lnTo>
                  <a:lnTo>
                    <a:pt x="2652081" y="159434"/>
                  </a:lnTo>
                  <a:lnTo>
                    <a:pt x="2501617" y="170790"/>
                  </a:lnTo>
                  <a:lnTo>
                    <a:pt x="2351153" y="181161"/>
                  </a:lnTo>
                  <a:lnTo>
                    <a:pt x="2200689" y="194040"/>
                  </a:lnTo>
                  <a:lnTo>
                    <a:pt x="2050225" y="206796"/>
                  </a:lnTo>
                  <a:lnTo>
                    <a:pt x="1899761" y="216579"/>
                  </a:lnTo>
                  <a:lnTo>
                    <a:pt x="1749297" y="227000"/>
                  </a:lnTo>
                  <a:lnTo>
                    <a:pt x="1598833" y="237964"/>
                  </a:lnTo>
                  <a:lnTo>
                    <a:pt x="1448369" y="248755"/>
                  </a:lnTo>
                  <a:lnTo>
                    <a:pt x="1297904" y="259214"/>
                  </a:lnTo>
                  <a:lnTo>
                    <a:pt x="1147440" y="270342"/>
                  </a:lnTo>
                  <a:lnTo>
                    <a:pt x="996976" y="282456"/>
                  </a:lnTo>
                  <a:lnTo>
                    <a:pt x="846512" y="295907"/>
                  </a:lnTo>
                  <a:lnTo>
                    <a:pt x="696048" y="311024"/>
                  </a:lnTo>
                  <a:lnTo>
                    <a:pt x="545584" y="328049"/>
                  </a:lnTo>
                  <a:lnTo>
                    <a:pt x="395120" y="347128"/>
                  </a:lnTo>
                  <a:lnTo>
                    <a:pt x="244656" y="368317"/>
                  </a:lnTo>
                  <a:lnTo>
                    <a:pt x="94192" y="391609"/>
                  </a:lnTo>
                  <a:lnTo>
                    <a:pt x="0" y="407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13640"/>
              <a:ext cx="6145984" cy="364942"/>
            </a:xfrm>
            <a:custGeom>
              <a:avLst/>
              <a:pathLst>
                <a:path w="6145984" h="364942">
                  <a:moveTo>
                    <a:pt x="0" y="364942"/>
                  </a:moveTo>
                  <a:lnTo>
                    <a:pt x="94192" y="363019"/>
                  </a:lnTo>
                  <a:lnTo>
                    <a:pt x="244656" y="359469"/>
                  </a:lnTo>
                  <a:lnTo>
                    <a:pt x="395120" y="355440"/>
                  </a:lnTo>
                  <a:lnTo>
                    <a:pt x="545584" y="350931"/>
                  </a:lnTo>
                  <a:lnTo>
                    <a:pt x="696048" y="345940"/>
                  </a:lnTo>
                  <a:lnTo>
                    <a:pt x="846512" y="340466"/>
                  </a:lnTo>
                  <a:lnTo>
                    <a:pt x="996976" y="334507"/>
                  </a:lnTo>
                  <a:lnTo>
                    <a:pt x="1147440" y="328061"/>
                  </a:lnTo>
                  <a:lnTo>
                    <a:pt x="1297904" y="321128"/>
                  </a:lnTo>
                  <a:lnTo>
                    <a:pt x="1448369" y="313689"/>
                  </a:lnTo>
                  <a:lnTo>
                    <a:pt x="1598833" y="305176"/>
                  </a:lnTo>
                  <a:lnTo>
                    <a:pt x="1749297" y="295762"/>
                  </a:lnTo>
                  <a:lnTo>
                    <a:pt x="1899761" y="286075"/>
                  </a:lnTo>
                  <a:lnTo>
                    <a:pt x="2050225" y="276520"/>
                  </a:lnTo>
                  <a:lnTo>
                    <a:pt x="2200689" y="264327"/>
                  </a:lnTo>
                  <a:lnTo>
                    <a:pt x="2351153" y="250945"/>
                  </a:lnTo>
                  <a:lnTo>
                    <a:pt x="2501617" y="239552"/>
                  </a:lnTo>
                  <a:lnTo>
                    <a:pt x="2652081" y="228661"/>
                  </a:lnTo>
                  <a:lnTo>
                    <a:pt x="2802545" y="217371"/>
                  </a:lnTo>
                  <a:lnTo>
                    <a:pt x="2953009" y="207809"/>
                  </a:lnTo>
                  <a:lnTo>
                    <a:pt x="3103473" y="201071"/>
                  </a:lnTo>
                  <a:lnTo>
                    <a:pt x="3253937" y="195744"/>
                  </a:lnTo>
                  <a:lnTo>
                    <a:pt x="3404401" y="191786"/>
                  </a:lnTo>
                  <a:lnTo>
                    <a:pt x="3554865" y="189290"/>
                  </a:lnTo>
                  <a:lnTo>
                    <a:pt x="3705329" y="190222"/>
                  </a:lnTo>
                  <a:lnTo>
                    <a:pt x="3855793" y="192984"/>
                  </a:lnTo>
                  <a:lnTo>
                    <a:pt x="4006257" y="193912"/>
                  </a:lnTo>
                  <a:lnTo>
                    <a:pt x="4156721" y="192897"/>
                  </a:lnTo>
                  <a:lnTo>
                    <a:pt x="4307185" y="192226"/>
                  </a:lnTo>
                  <a:lnTo>
                    <a:pt x="4457649" y="191275"/>
                  </a:lnTo>
                  <a:lnTo>
                    <a:pt x="4608114" y="189399"/>
                  </a:lnTo>
                  <a:lnTo>
                    <a:pt x="4758578" y="185075"/>
                  </a:lnTo>
                  <a:lnTo>
                    <a:pt x="4909042" y="177636"/>
                  </a:lnTo>
                  <a:lnTo>
                    <a:pt x="5059506" y="167096"/>
                  </a:lnTo>
                  <a:lnTo>
                    <a:pt x="5209970" y="153469"/>
                  </a:lnTo>
                  <a:lnTo>
                    <a:pt x="5360434" y="136769"/>
                  </a:lnTo>
                  <a:lnTo>
                    <a:pt x="5510898" y="117011"/>
                  </a:lnTo>
                  <a:lnTo>
                    <a:pt x="5661362" y="94210"/>
                  </a:lnTo>
                  <a:lnTo>
                    <a:pt x="5811826" y="68380"/>
                  </a:lnTo>
                  <a:lnTo>
                    <a:pt x="5962290" y="39536"/>
                  </a:lnTo>
                  <a:lnTo>
                    <a:pt x="6112754" y="769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82812"/>
              <a:ext cx="6145984" cy="554234"/>
            </a:xfrm>
            <a:custGeom>
              <a:avLst/>
              <a:pathLst>
                <a:path w="6145984" h="554234">
                  <a:moveTo>
                    <a:pt x="0" y="234971"/>
                  </a:moveTo>
                  <a:lnTo>
                    <a:pt x="94192" y="246222"/>
                  </a:lnTo>
                  <a:lnTo>
                    <a:pt x="244656" y="261577"/>
                  </a:lnTo>
                  <a:lnTo>
                    <a:pt x="395120" y="274277"/>
                  </a:lnTo>
                  <a:lnTo>
                    <a:pt x="545584" y="284319"/>
                  </a:lnTo>
                  <a:lnTo>
                    <a:pt x="696048" y="291753"/>
                  </a:lnTo>
                  <a:lnTo>
                    <a:pt x="846512" y="296711"/>
                  </a:lnTo>
                  <a:lnTo>
                    <a:pt x="996976" y="299411"/>
                  </a:lnTo>
                  <a:lnTo>
                    <a:pt x="1147440" y="300146"/>
                  </a:lnTo>
                  <a:lnTo>
                    <a:pt x="1297904" y="299230"/>
                  </a:lnTo>
                  <a:lnTo>
                    <a:pt x="1448369" y="296925"/>
                  </a:lnTo>
                  <a:lnTo>
                    <a:pt x="1598833" y="293342"/>
                  </a:lnTo>
                  <a:lnTo>
                    <a:pt x="1749297" y="288535"/>
                  </a:lnTo>
                  <a:lnTo>
                    <a:pt x="1899761" y="282673"/>
                  </a:lnTo>
                  <a:lnTo>
                    <a:pt x="2050225" y="276125"/>
                  </a:lnTo>
                  <a:lnTo>
                    <a:pt x="2200689" y="267599"/>
                  </a:lnTo>
                  <a:lnTo>
                    <a:pt x="2351153" y="257012"/>
                  </a:lnTo>
                  <a:lnTo>
                    <a:pt x="2501617" y="247251"/>
                  </a:lnTo>
                  <a:lnTo>
                    <a:pt x="2652081" y="238256"/>
                  </a:lnTo>
                  <a:lnTo>
                    <a:pt x="2802545" y="227440"/>
                  </a:lnTo>
                  <a:lnTo>
                    <a:pt x="2953009" y="217328"/>
                  </a:lnTo>
                  <a:lnTo>
                    <a:pt x="3103473" y="212138"/>
                  </a:lnTo>
                  <a:lnTo>
                    <a:pt x="3253937" y="208571"/>
                  </a:lnTo>
                  <a:lnTo>
                    <a:pt x="3404401" y="204882"/>
                  </a:lnTo>
                  <a:lnTo>
                    <a:pt x="3554865" y="203002"/>
                  </a:lnTo>
                  <a:lnTo>
                    <a:pt x="3705329" y="205421"/>
                  </a:lnTo>
                  <a:lnTo>
                    <a:pt x="3855793" y="208796"/>
                  </a:lnTo>
                  <a:lnTo>
                    <a:pt x="4006257" y="210233"/>
                  </a:lnTo>
                  <a:lnTo>
                    <a:pt x="4156721" y="210089"/>
                  </a:lnTo>
                  <a:lnTo>
                    <a:pt x="4307185" y="209220"/>
                  </a:lnTo>
                  <a:lnTo>
                    <a:pt x="4457649" y="207024"/>
                  </a:lnTo>
                  <a:lnTo>
                    <a:pt x="4608114" y="203238"/>
                  </a:lnTo>
                  <a:lnTo>
                    <a:pt x="4758578" y="196674"/>
                  </a:lnTo>
                  <a:lnTo>
                    <a:pt x="4909042" y="186941"/>
                  </a:lnTo>
                  <a:lnTo>
                    <a:pt x="5059506" y="174288"/>
                  </a:lnTo>
                  <a:lnTo>
                    <a:pt x="5209970" y="158858"/>
                  </a:lnTo>
                  <a:lnTo>
                    <a:pt x="5360434" y="140712"/>
                  </a:lnTo>
                  <a:lnTo>
                    <a:pt x="5510898" y="119846"/>
                  </a:lnTo>
                  <a:lnTo>
                    <a:pt x="5661362" y="96215"/>
                  </a:lnTo>
                  <a:lnTo>
                    <a:pt x="5811826" y="69740"/>
                  </a:lnTo>
                  <a:lnTo>
                    <a:pt x="5962290" y="40324"/>
                  </a:lnTo>
                  <a:lnTo>
                    <a:pt x="6112754" y="7864"/>
                  </a:lnTo>
                  <a:lnTo>
                    <a:pt x="6145984" y="0"/>
                  </a:lnTo>
                  <a:lnTo>
                    <a:pt x="6145984" y="243607"/>
                  </a:lnTo>
                  <a:lnTo>
                    <a:pt x="6112754" y="247775"/>
                  </a:lnTo>
                  <a:lnTo>
                    <a:pt x="5962290" y="265017"/>
                  </a:lnTo>
                  <a:lnTo>
                    <a:pt x="5811826" y="280521"/>
                  </a:lnTo>
                  <a:lnTo>
                    <a:pt x="5661362" y="294179"/>
                  </a:lnTo>
                  <a:lnTo>
                    <a:pt x="5510898" y="305892"/>
                  </a:lnTo>
                  <a:lnTo>
                    <a:pt x="5360434" y="315579"/>
                  </a:lnTo>
                  <a:lnTo>
                    <a:pt x="5209970" y="323192"/>
                  </a:lnTo>
                  <a:lnTo>
                    <a:pt x="5059506" y="328724"/>
                  </a:lnTo>
                  <a:lnTo>
                    <a:pt x="4909042" y="332234"/>
                  </a:lnTo>
                  <a:lnTo>
                    <a:pt x="4758578" y="333863"/>
                  </a:lnTo>
                  <a:lnTo>
                    <a:pt x="4608114" y="333855"/>
                  </a:lnTo>
                  <a:lnTo>
                    <a:pt x="4457649" y="332685"/>
                  </a:lnTo>
                  <a:lnTo>
                    <a:pt x="4307185" y="331216"/>
                  </a:lnTo>
                  <a:lnTo>
                    <a:pt x="4156721" y="330217"/>
                  </a:lnTo>
                  <a:lnTo>
                    <a:pt x="4006257" y="330083"/>
                  </a:lnTo>
                  <a:lnTo>
                    <a:pt x="3855793" y="328158"/>
                  </a:lnTo>
                  <a:lnTo>
                    <a:pt x="3705329" y="325280"/>
                  </a:lnTo>
                  <a:lnTo>
                    <a:pt x="3554865" y="324690"/>
                  </a:lnTo>
                  <a:lnTo>
                    <a:pt x="3404401" y="326250"/>
                  </a:lnTo>
                  <a:lnTo>
                    <a:pt x="3253937" y="329556"/>
                  </a:lnTo>
                  <a:lnTo>
                    <a:pt x="3103473" y="335515"/>
                  </a:lnTo>
                  <a:lnTo>
                    <a:pt x="2953009" y="341682"/>
                  </a:lnTo>
                  <a:lnTo>
                    <a:pt x="2802545" y="348817"/>
                  </a:lnTo>
                  <a:lnTo>
                    <a:pt x="2652081" y="358738"/>
                  </a:lnTo>
                  <a:lnTo>
                    <a:pt x="2501617" y="368561"/>
                  </a:lnTo>
                  <a:lnTo>
                    <a:pt x="2351153" y="376504"/>
                  </a:lnTo>
                  <a:lnTo>
                    <a:pt x="2200689" y="386195"/>
                  </a:lnTo>
                  <a:lnTo>
                    <a:pt x="2050225" y="395722"/>
                  </a:lnTo>
                  <a:lnTo>
                    <a:pt x="1899761" y="402677"/>
                  </a:lnTo>
                  <a:lnTo>
                    <a:pt x="1749297" y="409844"/>
                  </a:lnTo>
                  <a:lnTo>
                    <a:pt x="1598833" y="417408"/>
                  </a:lnTo>
                  <a:lnTo>
                    <a:pt x="1448369" y="425041"/>
                  </a:lnTo>
                  <a:lnTo>
                    <a:pt x="1297904" y="432718"/>
                  </a:lnTo>
                  <a:lnTo>
                    <a:pt x="1147440" y="441094"/>
                  </a:lnTo>
                  <a:lnTo>
                    <a:pt x="996976" y="450441"/>
                  </a:lnTo>
                  <a:lnTo>
                    <a:pt x="846512" y="461068"/>
                  </a:lnTo>
                  <a:lnTo>
                    <a:pt x="696048" y="473259"/>
                  </a:lnTo>
                  <a:lnTo>
                    <a:pt x="545584" y="487230"/>
                  </a:lnTo>
                  <a:lnTo>
                    <a:pt x="395120" y="503102"/>
                  </a:lnTo>
                  <a:lnTo>
                    <a:pt x="244656" y="520922"/>
                  </a:lnTo>
                  <a:lnTo>
                    <a:pt x="94192" y="540680"/>
                  </a:lnTo>
                  <a:lnTo>
                    <a:pt x="0" y="55423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82812"/>
              <a:ext cx="6145984" cy="300146"/>
            </a:xfrm>
            <a:custGeom>
              <a:avLst/>
              <a:pathLst>
                <a:path w="6145984" h="300146">
                  <a:moveTo>
                    <a:pt x="0" y="234971"/>
                  </a:moveTo>
                  <a:lnTo>
                    <a:pt x="94192" y="246222"/>
                  </a:lnTo>
                  <a:lnTo>
                    <a:pt x="244656" y="261577"/>
                  </a:lnTo>
                  <a:lnTo>
                    <a:pt x="395120" y="274277"/>
                  </a:lnTo>
                  <a:lnTo>
                    <a:pt x="545584" y="284319"/>
                  </a:lnTo>
                  <a:lnTo>
                    <a:pt x="696048" y="291753"/>
                  </a:lnTo>
                  <a:lnTo>
                    <a:pt x="846512" y="296711"/>
                  </a:lnTo>
                  <a:lnTo>
                    <a:pt x="996976" y="299411"/>
                  </a:lnTo>
                  <a:lnTo>
                    <a:pt x="1147440" y="300146"/>
                  </a:lnTo>
                  <a:lnTo>
                    <a:pt x="1297904" y="299230"/>
                  </a:lnTo>
                  <a:lnTo>
                    <a:pt x="1448369" y="296925"/>
                  </a:lnTo>
                  <a:lnTo>
                    <a:pt x="1598833" y="293342"/>
                  </a:lnTo>
                  <a:lnTo>
                    <a:pt x="1749297" y="288535"/>
                  </a:lnTo>
                  <a:lnTo>
                    <a:pt x="1899761" y="282673"/>
                  </a:lnTo>
                  <a:lnTo>
                    <a:pt x="2050225" y="276125"/>
                  </a:lnTo>
                  <a:lnTo>
                    <a:pt x="2200689" y="267599"/>
                  </a:lnTo>
                  <a:lnTo>
                    <a:pt x="2351153" y="257012"/>
                  </a:lnTo>
                  <a:lnTo>
                    <a:pt x="2501617" y="247251"/>
                  </a:lnTo>
                  <a:lnTo>
                    <a:pt x="2652081" y="238256"/>
                  </a:lnTo>
                  <a:lnTo>
                    <a:pt x="2802545" y="227440"/>
                  </a:lnTo>
                  <a:lnTo>
                    <a:pt x="2953009" y="217328"/>
                  </a:lnTo>
                  <a:lnTo>
                    <a:pt x="3103473" y="212138"/>
                  </a:lnTo>
                  <a:lnTo>
                    <a:pt x="3253937" y="208571"/>
                  </a:lnTo>
                  <a:lnTo>
                    <a:pt x="3404401" y="204882"/>
                  </a:lnTo>
                  <a:lnTo>
                    <a:pt x="3554865" y="203002"/>
                  </a:lnTo>
                  <a:lnTo>
                    <a:pt x="3705329" y="205421"/>
                  </a:lnTo>
                  <a:lnTo>
                    <a:pt x="3855793" y="208796"/>
                  </a:lnTo>
                  <a:lnTo>
                    <a:pt x="4006257" y="210233"/>
                  </a:lnTo>
                  <a:lnTo>
                    <a:pt x="4156721" y="210089"/>
                  </a:lnTo>
                  <a:lnTo>
                    <a:pt x="4307185" y="209220"/>
                  </a:lnTo>
                  <a:lnTo>
                    <a:pt x="4457649" y="207024"/>
                  </a:lnTo>
                  <a:lnTo>
                    <a:pt x="4608114" y="203238"/>
                  </a:lnTo>
                  <a:lnTo>
                    <a:pt x="4758578" y="196674"/>
                  </a:lnTo>
                  <a:lnTo>
                    <a:pt x="4909042" y="186941"/>
                  </a:lnTo>
                  <a:lnTo>
                    <a:pt x="5059506" y="174288"/>
                  </a:lnTo>
                  <a:lnTo>
                    <a:pt x="5209970" y="158858"/>
                  </a:lnTo>
                  <a:lnTo>
                    <a:pt x="5360434" y="140712"/>
                  </a:lnTo>
                  <a:lnTo>
                    <a:pt x="5510898" y="119846"/>
                  </a:lnTo>
                  <a:lnTo>
                    <a:pt x="5661362" y="96215"/>
                  </a:lnTo>
                  <a:lnTo>
                    <a:pt x="5811826" y="69740"/>
                  </a:lnTo>
                  <a:lnTo>
                    <a:pt x="5962290" y="40324"/>
                  </a:lnTo>
                  <a:lnTo>
                    <a:pt x="6112754" y="78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26420"/>
              <a:ext cx="6145984" cy="310627"/>
            </a:xfrm>
            <a:custGeom>
              <a:avLst/>
              <a:pathLst>
                <a:path w="6145984" h="310627">
                  <a:moveTo>
                    <a:pt x="6145984" y="0"/>
                  </a:moveTo>
                  <a:lnTo>
                    <a:pt x="6112754" y="4168"/>
                  </a:lnTo>
                  <a:lnTo>
                    <a:pt x="5962290" y="21410"/>
                  </a:lnTo>
                  <a:lnTo>
                    <a:pt x="5811826" y="36914"/>
                  </a:lnTo>
                  <a:lnTo>
                    <a:pt x="5661362" y="50571"/>
                  </a:lnTo>
                  <a:lnTo>
                    <a:pt x="5510898" y="62284"/>
                  </a:lnTo>
                  <a:lnTo>
                    <a:pt x="5360434" y="71972"/>
                  </a:lnTo>
                  <a:lnTo>
                    <a:pt x="5209970" y="79584"/>
                  </a:lnTo>
                  <a:lnTo>
                    <a:pt x="5059506" y="85117"/>
                  </a:lnTo>
                  <a:lnTo>
                    <a:pt x="4909042" y="88627"/>
                  </a:lnTo>
                  <a:lnTo>
                    <a:pt x="4758578" y="90255"/>
                  </a:lnTo>
                  <a:lnTo>
                    <a:pt x="4608114" y="90248"/>
                  </a:lnTo>
                  <a:lnTo>
                    <a:pt x="4457649" y="89077"/>
                  </a:lnTo>
                  <a:lnTo>
                    <a:pt x="4307185" y="87609"/>
                  </a:lnTo>
                  <a:lnTo>
                    <a:pt x="4156721" y="86609"/>
                  </a:lnTo>
                  <a:lnTo>
                    <a:pt x="4006257" y="86475"/>
                  </a:lnTo>
                  <a:lnTo>
                    <a:pt x="3855793" y="84550"/>
                  </a:lnTo>
                  <a:lnTo>
                    <a:pt x="3705329" y="81673"/>
                  </a:lnTo>
                  <a:lnTo>
                    <a:pt x="3554865" y="81082"/>
                  </a:lnTo>
                  <a:lnTo>
                    <a:pt x="3404401" y="82642"/>
                  </a:lnTo>
                  <a:lnTo>
                    <a:pt x="3253937" y="85949"/>
                  </a:lnTo>
                  <a:lnTo>
                    <a:pt x="3103473" y="91908"/>
                  </a:lnTo>
                  <a:lnTo>
                    <a:pt x="2953009" y="98075"/>
                  </a:lnTo>
                  <a:lnTo>
                    <a:pt x="2802545" y="105210"/>
                  </a:lnTo>
                  <a:lnTo>
                    <a:pt x="2652081" y="115131"/>
                  </a:lnTo>
                  <a:lnTo>
                    <a:pt x="2501617" y="124953"/>
                  </a:lnTo>
                  <a:lnTo>
                    <a:pt x="2351153" y="132896"/>
                  </a:lnTo>
                  <a:lnTo>
                    <a:pt x="2200689" y="142588"/>
                  </a:lnTo>
                  <a:lnTo>
                    <a:pt x="2050225" y="152115"/>
                  </a:lnTo>
                  <a:lnTo>
                    <a:pt x="1899761" y="159070"/>
                  </a:lnTo>
                  <a:lnTo>
                    <a:pt x="1749297" y="166237"/>
                  </a:lnTo>
                  <a:lnTo>
                    <a:pt x="1598833" y="173800"/>
                  </a:lnTo>
                  <a:lnTo>
                    <a:pt x="1448369" y="181434"/>
                  </a:lnTo>
                  <a:lnTo>
                    <a:pt x="1297904" y="189110"/>
                  </a:lnTo>
                  <a:lnTo>
                    <a:pt x="1147440" y="197486"/>
                  </a:lnTo>
                  <a:lnTo>
                    <a:pt x="996976" y="206834"/>
                  </a:lnTo>
                  <a:lnTo>
                    <a:pt x="846512" y="217460"/>
                  </a:lnTo>
                  <a:lnTo>
                    <a:pt x="696048" y="229652"/>
                  </a:lnTo>
                  <a:lnTo>
                    <a:pt x="545584" y="243622"/>
                  </a:lnTo>
                  <a:lnTo>
                    <a:pt x="395120" y="259494"/>
                  </a:lnTo>
                  <a:lnTo>
                    <a:pt x="244656" y="277315"/>
                  </a:lnTo>
                  <a:lnTo>
                    <a:pt x="94192" y="297072"/>
                  </a:lnTo>
                  <a:lnTo>
                    <a:pt x="0" y="3106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04616"/>
              <a:ext cx="6145984" cy="272799"/>
            </a:xfrm>
            <a:custGeom>
              <a:avLst/>
              <a:pathLst>
                <a:path w="6145984" h="272799">
                  <a:moveTo>
                    <a:pt x="0" y="272799"/>
                  </a:moveTo>
                  <a:lnTo>
                    <a:pt x="94192" y="271647"/>
                  </a:lnTo>
                  <a:lnTo>
                    <a:pt x="244656" y="269446"/>
                  </a:lnTo>
                  <a:lnTo>
                    <a:pt x="395120" y="266886"/>
                  </a:lnTo>
                  <a:lnTo>
                    <a:pt x="545584" y="263970"/>
                  </a:lnTo>
                  <a:lnTo>
                    <a:pt x="696048" y="260703"/>
                  </a:lnTo>
                  <a:lnTo>
                    <a:pt x="846512" y="257085"/>
                  </a:lnTo>
                  <a:lnTo>
                    <a:pt x="996976" y="253122"/>
                  </a:lnTo>
                  <a:lnTo>
                    <a:pt x="1147440" y="248816"/>
                  </a:lnTo>
                  <a:lnTo>
                    <a:pt x="1297904" y="244170"/>
                  </a:lnTo>
                  <a:lnTo>
                    <a:pt x="1448369" y="239179"/>
                  </a:lnTo>
                  <a:lnTo>
                    <a:pt x="1598833" y="233571"/>
                  </a:lnTo>
                  <a:lnTo>
                    <a:pt x="1749297" y="227386"/>
                  </a:lnTo>
                  <a:lnTo>
                    <a:pt x="1899761" y="220872"/>
                  </a:lnTo>
                  <a:lnTo>
                    <a:pt x="2050225" y="214120"/>
                  </a:lnTo>
                  <a:lnTo>
                    <a:pt x="2200689" y="205094"/>
                  </a:lnTo>
                  <a:lnTo>
                    <a:pt x="2351153" y="194954"/>
                  </a:lnTo>
                  <a:lnTo>
                    <a:pt x="2501617" y="186102"/>
                  </a:lnTo>
                  <a:lnTo>
                    <a:pt x="2652081" y="176693"/>
                  </a:lnTo>
                  <a:lnTo>
                    <a:pt x="2802545" y="166325"/>
                  </a:lnTo>
                  <a:lnTo>
                    <a:pt x="2953009" y="157701"/>
                  </a:lnTo>
                  <a:lnTo>
                    <a:pt x="3103473" y="152023"/>
                  </a:lnTo>
                  <a:lnTo>
                    <a:pt x="3253937" y="147260"/>
                  </a:lnTo>
                  <a:lnTo>
                    <a:pt x="3404401" y="143762"/>
                  </a:lnTo>
                  <a:lnTo>
                    <a:pt x="3554865" y="142042"/>
                  </a:lnTo>
                  <a:lnTo>
                    <a:pt x="3705329" y="143547"/>
                  </a:lnTo>
                  <a:lnTo>
                    <a:pt x="3855793" y="146673"/>
                  </a:lnTo>
                  <a:lnTo>
                    <a:pt x="4006257" y="148354"/>
                  </a:lnTo>
                  <a:lnTo>
                    <a:pt x="4156721" y="148349"/>
                  </a:lnTo>
                  <a:lnTo>
                    <a:pt x="4307185" y="148415"/>
                  </a:lnTo>
                  <a:lnTo>
                    <a:pt x="4457649" y="148050"/>
                  </a:lnTo>
                  <a:lnTo>
                    <a:pt x="4608114" y="146743"/>
                  </a:lnTo>
                  <a:lnTo>
                    <a:pt x="4758578" y="143464"/>
                  </a:lnTo>
                  <a:lnTo>
                    <a:pt x="4909042" y="137784"/>
                  </a:lnTo>
                  <a:lnTo>
                    <a:pt x="5059506" y="129702"/>
                  </a:lnTo>
                  <a:lnTo>
                    <a:pt x="5209970" y="119221"/>
                  </a:lnTo>
                  <a:lnTo>
                    <a:pt x="5360434" y="106342"/>
                  </a:lnTo>
                  <a:lnTo>
                    <a:pt x="5510898" y="91065"/>
                  </a:lnTo>
                  <a:lnTo>
                    <a:pt x="5661362" y="73393"/>
                  </a:lnTo>
                  <a:lnTo>
                    <a:pt x="5811826" y="53327"/>
                  </a:lnTo>
                  <a:lnTo>
                    <a:pt x="5962290" y="30867"/>
                  </a:lnTo>
                  <a:lnTo>
                    <a:pt x="6112754" y="60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544449"/>
              <a:ext cx="6145984" cy="2849826"/>
            </a:xfrm>
            <a:custGeom>
              <a:avLst/>
              <a:pathLst>
                <a:path w="6145984" h="2849826">
                  <a:moveTo>
                    <a:pt x="0" y="0"/>
                  </a:moveTo>
                  <a:lnTo>
                    <a:pt x="94192" y="149688"/>
                  </a:lnTo>
                  <a:lnTo>
                    <a:pt x="244656" y="376031"/>
                  </a:lnTo>
                  <a:lnTo>
                    <a:pt x="395120" y="589623"/>
                  </a:lnTo>
                  <a:lnTo>
                    <a:pt x="545584" y="790532"/>
                  </a:lnTo>
                  <a:lnTo>
                    <a:pt x="696048" y="978906"/>
                  </a:lnTo>
                  <a:lnTo>
                    <a:pt x="846512" y="1155004"/>
                  </a:lnTo>
                  <a:lnTo>
                    <a:pt x="996976" y="1319216"/>
                  </a:lnTo>
                  <a:lnTo>
                    <a:pt x="1147440" y="1472035"/>
                  </a:lnTo>
                  <a:lnTo>
                    <a:pt x="1297904" y="1613985"/>
                  </a:lnTo>
                  <a:lnTo>
                    <a:pt x="1448369" y="1745463"/>
                  </a:lnTo>
                  <a:lnTo>
                    <a:pt x="1598833" y="1864487"/>
                  </a:lnTo>
                  <a:lnTo>
                    <a:pt x="1749297" y="1970435"/>
                  </a:lnTo>
                  <a:lnTo>
                    <a:pt x="1899761" y="2064163"/>
                  </a:lnTo>
                  <a:lnTo>
                    <a:pt x="2050225" y="2146199"/>
                  </a:lnTo>
                  <a:lnTo>
                    <a:pt x="2200689" y="2206712"/>
                  </a:lnTo>
                  <a:lnTo>
                    <a:pt x="2351153" y="2251266"/>
                  </a:lnTo>
                  <a:lnTo>
                    <a:pt x="2501617" y="2294765"/>
                  </a:lnTo>
                  <a:lnTo>
                    <a:pt x="2652081" y="2335146"/>
                  </a:lnTo>
                  <a:lnTo>
                    <a:pt x="2802545" y="2365092"/>
                  </a:lnTo>
                  <a:lnTo>
                    <a:pt x="2953009" y="2391640"/>
                  </a:lnTo>
                  <a:lnTo>
                    <a:pt x="3103473" y="2421726"/>
                  </a:lnTo>
                  <a:lnTo>
                    <a:pt x="3253937" y="2447326"/>
                  </a:lnTo>
                  <a:lnTo>
                    <a:pt x="3404401" y="2467868"/>
                  </a:lnTo>
                  <a:lnTo>
                    <a:pt x="3554865" y="2488205"/>
                  </a:lnTo>
                  <a:lnTo>
                    <a:pt x="3705329" y="2508463"/>
                  </a:lnTo>
                  <a:lnTo>
                    <a:pt x="3855793" y="2525081"/>
                  </a:lnTo>
                  <a:lnTo>
                    <a:pt x="4006257" y="2539280"/>
                  </a:lnTo>
                  <a:lnTo>
                    <a:pt x="4156721" y="2551854"/>
                  </a:lnTo>
                  <a:lnTo>
                    <a:pt x="4307185" y="2561053"/>
                  </a:lnTo>
                  <a:lnTo>
                    <a:pt x="4457649" y="2567279"/>
                  </a:lnTo>
                  <a:lnTo>
                    <a:pt x="4608114" y="2571447"/>
                  </a:lnTo>
                  <a:lnTo>
                    <a:pt x="4758578" y="2573839"/>
                  </a:lnTo>
                  <a:lnTo>
                    <a:pt x="4909042" y="2574627"/>
                  </a:lnTo>
                  <a:lnTo>
                    <a:pt x="5059506" y="2574159"/>
                  </a:lnTo>
                  <a:lnTo>
                    <a:pt x="5209970" y="2572637"/>
                  </a:lnTo>
                  <a:lnTo>
                    <a:pt x="5360434" y="2570141"/>
                  </a:lnTo>
                  <a:lnTo>
                    <a:pt x="5510898" y="2566659"/>
                  </a:lnTo>
                  <a:lnTo>
                    <a:pt x="5661362" y="2562118"/>
                  </a:lnTo>
                  <a:lnTo>
                    <a:pt x="5811826" y="2556400"/>
                  </a:lnTo>
                  <a:lnTo>
                    <a:pt x="5962290" y="2549360"/>
                  </a:lnTo>
                  <a:lnTo>
                    <a:pt x="6112754" y="2540841"/>
                  </a:lnTo>
                  <a:lnTo>
                    <a:pt x="6145984" y="2538598"/>
                  </a:lnTo>
                  <a:lnTo>
                    <a:pt x="6145984" y="2849826"/>
                  </a:lnTo>
                  <a:lnTo>
                    <a:pt x="5702255" y="2849826"/>
                  </a:lnTo>
                  <a:lnTo>
                    <a:pt x="5661362" y="2846378"/>
                  </a:lnTo>
                  <a:lnTo>
                    <a:pt x="5510898" y="2833805"/>
                  </a:lnTo>
                  <a:lnTo>
                    <a:pt x="5360434" y="2821236"/>
                  </a:lnTo>
                  <a:lnTo>
                    <a:pt x="5209970" y="2808607"/>
                  </a:lnTo>
                  <a:lnTo>
                    <a:pt x="5059506" y="2795917"/>
                  </a:lnTo>
                  <a:lnTo>
                    <a:pt x="4909042" y="2783256"/>
                  </a:lnTo>
                  <a:lnTo>
                    <a:pt x="4758578" y="2770832"/>
                  </a:lnTo>
                  <a:lnTo>
                    <a:pt x="4608114" y="2759003"/>
                  </a:lnTo>
                  <a:lnTo>
                    <a:pt x="4457649" y="2747718"/>
                  </a:lnTo>
                  <a:lnTo>
                    <a:pt x="4307185" y="2736229"/>
                  </a:lnTo>
                  <a:lnTo>
                    <a:pt x="4156721" y="2724348"/>
                  </a:lnTo>
                  <a:lnTo>
                    <a:pt x="4006257" y="2711374"/>
                  </a:lnTo>
                  <a:lnTo>
                    <a:pt x="3855793" y="2696476"/>
                  </a:lnTo>
                  <a:lnTo>
                    <a:pt x="3705329" y="2680571"/>
                  </a:lnTo>
                  <a:lnTo>
                    <a:pt x="3554865" y="2662938"/>
                  </a:lnTo>
                  <a:lnTo>
                    <a:pt x="3404401" y="2642141"/>
                  </a:lnTo>
                  <a:lnTo>
                    <a:pt x="3253937" y="2621051"/>
                  </a:lnTo>
                  <a:lnTo>
                    <a:pt x="3103473" y="2598886"/>
                  </a:lnTo>
                  <a:lnTo>
                    <a:pt x="2953009" y="2570203"/>
                  </a:lnTo>
                  <a:lnTo>
                    <a:pt x="2802545" y="2539379"/>
                  </a:lnTo>
                  <a:lnTo>
                    <a:pt x="2652081" y="2508149"/>
                  </a:lnTo>
                  <a:lnTo>
                    <a:pt x="2501617" y="2468956"/>
                  </a:lnTo>
                  <a:lnTo>
                    <a:pt x="2351153" y="2422847"/>
                  </a:lnTo>
                  <a:lnTo>
                    <a:pt x="2200689" y="2377006"/>
                  </a:lnTo>
                  <a:lnTo>
                    <a:pt x="2050225" y="2317931"/>
                  </a:lnTo>
                  <a:lnTo>
                    <a:pt x="1899761" y="2236479"/>
                  </a:lnTo>
                  <a:lnTo>
                    <a:pt x="1749297" y="2144625"/>
                  </a:lnTo>
                  <a:lnTo>
                    <a:pt x="1598833" y="2042635"/>
                  </a:lnTo>
                  <a:lnTo>
                    <a:pt x="1448369" y="1929427"/>
                  </a:lnTo>
                  <a:lnTo>
                    <a:pt x="1297904" y="1805662"/>
                  </a:lnTo>
                  <a:lnTo>
                    <a:pt x="1147440" y="1674425"/>
                  </a:lnTo>
                  <a:lnTo>
                    <a:pt x="996976" y="1536083"/>
                  </a:lnTo>
                  <a:lnTo>
                    <a:pt x="846512" y="1391007"/>
                  </a:lnTo>
                  <a:lnTo>
                    <a:pt x="696048" y="1239534"/>
                  </a:lnTo>
                  <a:lnTo>
                    <a:pt x="545584" y="1081895"/>
                  </a:lnTo>
                  <a:lnTo>
                    <a:pt x="395120" y="918196"/>
                  </a:lnTo>
                  <a:lnTo>
                    <a:pt x="244656" y="748429"/>
                  </a:lnTo>
                  <a:lnTo>
                    <a:pt x="94192" y="572505"/>
                  </a:lnTo>
                  <a:lnTo>
                    <a:pt x="0" y="45843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544449"/>
              <a:ext cx="6145984" cy="2574627"/>
            </a:xfrm>
            <a:custGeom>
              <a:avLst/>
              <a:pathLst>
                <a:path w="6145984" h="2574627">
                  <a:moveTo>
                    <a:pt x="0" y="0"/>
                  </a:moveTo>
                  <a:lnTo>
                    <a:pt x="94192" y="149688"/>
                  </a:lnTo>
                  <a:lnTo>
                    <a:pt x="244656" y="376031"/>
                  </a:lnTo>
                  <a:lnTo>
                    <a:pt x="395120" y="589623"/>
                  </a:lnTo>
                  <a:lnTo>
                    <a:pt x="545584" y="790532"/>
                  </a:lnTo>
                  <a:lnTo>
                    <a:pt x="696048" y="978906"/>
                  </a:lnTo>
                  <a:lnTo>
                    <a:pt x="846512" y="1155004"/>
                  </a:lnTo>
                  <a:lnTo>
                    <a:pt x="996976" y="1319216"/>
                  </a:lnTo>
                  <a:lnTo>
                    <a:pt x="1147440" y="1472035"/>
                  </a:lnTo>
                  <a:lnTo>
                    <a:pt x="1297904" y="1613985"/>
                  </a:lnTo>
                  <a:lnTo>
                    <a:pt x="1448369" y="1745463"/>
                  </a:lnTo>
                  <a:lnTo>
                    <a:pt x="1598833" y="1864487"/>
                  </a:lnTo>
                  <a:lnTo>
                    <a:pt x="1749297" y="1970435"/>
                  </a:lnTo>
                  <a:lnTo>
                    <a:pt x="1899761" y="2064163"/>
                  </a:lnTo>
                  <a:lnTo>
                    <a:pt x="2050225" y="2146199"/>
                  </a:lnTo>
                  <a:lnTo>
                    <a:pt x="2200689" y="2206712"/>
                  </a:lnTo>
                  <a:lnTo>
                    <a:pt x="2351153" y="2251266"/>
                  </a:lnTo>
                  <a:lnTo>
                    <a:pt x="2501617" y="2294765"/>
                  </a:lnTo>
                  <a:lnTo>
                    <a:pt x="2652081" y="2335146"/>
                  </a:lnTo>
                  <a:lnTo>
                    <a:pt x="2802545" y="2365092"/>
                  </a:lnTo>
                  <a:lnTo>
                    <a:pt x="2953009" y="2391640"/>
                  </a:lnTo>
                  <a:lnTo>
                    <a:pt x="3103473" y="2421726"/>
                  </a:lnTo>
                  <a:lnTo>
                    <a:pt x="3253937" y="2447326"/>
                  </a:lnTo>
                  <a:lnTo>
                    <a:pt x="3404401" y="2467868"/>
                  </a:lnTo>
                  <a:lnTo>
                    <a:pt x="3554865" y="2488205"/>
                  </a:lnTo>
                  <a:lnTo>
                    <a:pt x="3705329" y="2508463"/>
                  </a:lnTo>
                  <a:lnTo>
                    <a:pt x="3855793" y="2525081"/>
                  </a:lnTo>
                  <a:lnTo>
                    <a:pt x="4006257" y="2539280"/>
                  </a:lnTo>
                  <a:lnTo>
                    <a:pt x="4156721" y="2551854"/>
                  </a:lnTo>
                  <a:lnTo>
                    <a:pt x="4307185" y="2561053"/>
                  </a:lnTo>
                  <a:lnTo>
                    <a:pt x="4457649" y="2567279"/>
                  </a:lnTo>
                  <a:lnTo>
                    <a:pt x="4608114" y="2571447"/>
                  </a:lnTo>
                  <a:lnTo>
                    <a:pt x="4758578" y="2573839"/>
                  </a:lnTo>
                  <a:lnTo>
                    <a:pt x="4909042" y="2574627"/>
                  </a:lnTo>
                  <a:lnTo>
                    <a:pt x="5059506" y="2574159"/>
                  </a:lnTo>
                  <a:lnTo>
                    <a:pt x="5209970" y="2572637"/>
                  </a:lnTo>
                  <a:lnTo>
                    <a:pt x="5360434" y="2570141"/>
                  </a:lnTo>
                  <a:lnTo>
                    <a:pt x="5510898" y="2566659"/>
                  </a:lnTo>
                  <a:lnTo>
                    <a:pt x="5661362" y="2562118"/>
                  </a:lnTo>
                  <a:lnTo>
                    <a:pt x="5811826" y="2556400"/>
                  </a:lnTo>
                  <a:lnTo>
                    <a:pt x="5962290" y="2549360"/>
                  </a:lnTo>
                  <a:lnTo>
                    <a:pt x="6112754" y="2540841"/>
                  </a:lnTo>
                  <a:lnTo>
                    <a:pt x="6145984" y="25385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002884"/>
              <a:ext cx="5702255" cy="2391390"/>
            </a:xfrm>
            <a:custGeom>
              <a:avLst/>
              <a:pathLst>
                <a:path w="5702255" h="2391390">
                  <a:moveTo>
                    <a:pt x="5702255" y="2391390"/>
                  </a:moveTo>
                  <a:lnTo>
                    <a:pt x="5661362" y="2387942"/>
                  </a:lnTo>
                  <a:lnTo>
                    <a:pt x="5510898" y="2375369"/>
                  </a:lnTo>
                  <a:lnTo>
                    <a:pt x="5360434" y="2362801"/>
                  </a:lnTo>
                  <a:lnTo>
                    <a:pt x="5209970" y="2350172"/>
                  </a:lnTo>
                  <a:lnTo>
                    <a:pt x="5059506" y="2337482"/>
                  </a:lnTo>
                  <a:lnTo>
                    <a:pt x="4909042" y="2324820"/>
                  </a:lnTo>
                  <a:lnTo>
                    <a:pt x="4758578" y="2312396"/>
                  </a:lnTo>
                  <a:lnTo>
                    <a:pt x="4608114" y="2300567"/>
                  </a:lnTo>
                  <a:lnTo>
                    <a:pt x="4457649" y="2289282"/>
                  </a:lnTo>
                  <a:lnTo>
                    <a:pt x="4307185" y="2277794"/>
                  </a:lnTo>
                  <a:lnTo>
                    <a:pt x="4156721" y="2265912"/>
                  </a:lnTo>
                  <a:lnTo>
                    <a:pt x="4006257" y="2252938"/>
                  </a:lnTo>
                  <a:lnTo>
                    <a:pt x="3855793" y="2238040"/>
                  </a:lnTo>
                  <a:lnTo>
                    <a:pt x="3705329" y="2222135"/>
                  </a:lnTo>
                  <a:lnTo>
                    <a:pt x="3554865" y="2204502"/>
                  </a:lnTo>
                  <a:lnTo>
                    <a:pt x="3404401" y="2183706"/>
                  </a:lnTo>
                  <a:lnTo>
                    <a:pt x="3253937" y="2162615"/>
                  </a:lnTo>
                  <a:lnTo>
                    <a:pt x="3103473" y="2140450"/>
                  </a:lnTo>
                  <a:lnTo>
                    <a:pt x="2953009" y="2111767"/>
                  </a:lnTo>
                  <a:lnTo>
                    <a:pt x="2802545" y="2080944"/>
                  </a:lnTo>
                  <a:lnTo>
                    <a:pt x="2652081" y="2049713"/>
                  </a:lnTo>
                  <a:lnTo>
                    <a:pt x="2501617" y="2010520"/>
                  </a:lnTo>
                  <a:lnTo>
                    <a:pt x="2351153" y="1964411"/>
                  </a:lnTo>
                  <a:lnTo>
                    <a:pt x="2200689" y="1918570"/>
                  </a:lnTo>
                  <a:lnTo>
                    <a:pt x="2050225" y="1859495"/>
                  </a:lnTo>
                  <a:lnTo>
                    <a:pt x="1899761" y="1778043"/>
                  </a:lnTo>
                  <a:lnTo>
                    <a:pt x="1749297" y="1686189"/>
                  </a:lnTo>
                  <a:lnTo>
                    <a:pt x="1598833" y="1584199"/>
                  </a:lnTo>
                  <a:lnTo>
                    <a:pt x="1448369" y="1470991"/>
                  </a:lnTo>
                  <a:lnTo>
                    <a:pt x="1297904" y="1347226"/>
                  </a:lnTo>
                  <a:lnTo>
                    <a:pt x="1147440" y="1215989"/>
                  </a:lnTo>
                  <a:lnTo>
                    <a:pt x="996976" y="1077648"/>
                  </a:lnTo>
                  <a:lnTo>
                    <a:pt x="846512" y="932572"/>
                  </a:lnTo>
                  <a:lnTo>
                    <a:pt x="696048" y="781098"/>
                  </a:lnTo>
                  <a:lnTo>
                    <a:pt x="545584" y="623460"/>
                  </a:lnTo>
                  <a:lnTo>
                    <a:pt x="395120" y="459761"/>
                  </a:lnTo>
                  <a:lnTo>
                    <a:pt x="244656" y="289993"/>
                  </a:lnTo>
                  <a:lnTo>
                    <a:pt x="94192" y="1140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73666"/>
              <a:ext cx="6145984" cy="2484280"/>
            </a:xfrm>
            <a:custGeom>
              <a:avLst/>
              <a:pathLst>
                <a:path w="6145984" h="2484280">
                  <a:moveTo>
                    <a:pt x="0" y="0"/>
                  </a:moveTo>
                  <a:lnTo>
                    <a:pt x="94192" y="131879"/>
                  </a:lnTo>
                  <a:lnTo>
                    <a:pt x="244656" y="333012"/>
                  </a:lnTo>
                  <a:lnTo>
                    <a:pt x="395120" y="524692"/>
                  </a:lnTo>
                  <a:lnTo>
                    <a:pt x="545584" y="706996"/>
                  </a:lnTo>
                  <a:lnTo>
                    <a:pt x="696048" y="880002"/>
                  </a:lnTo>
                  <a:lnTo>
                    <a:pt x="846512" y="1043788"/>
                  </a:lnTo>
                  <a:lnTo>
                    <a:pt x="996976" y="1198432"/>
                  </a:lnTo>
                  <a:lnTo>
                    <a:pt x="1147440" y="1344012"/>
                  </a:lnTo>
                  <a:lnTo>
                    <a:pt x="1297904" y="1480605"/>
                  </a:lnTo>
                  <a:lnTo>
                    <a:pt x="1448369" y="1608227"/>
                  </a:lnTo>
                  <a:lnTo>
                    <a:pt x="1598833" y="1724343"/>
                  </a:lnTo>
                  <a:lnTo>
                    <a:pt x="1749297" y="1828312"/>
                  </a:lnTo>
                  <a:lnTo>
                    <a:pt x="1899761" y="1921103"/>
                  </a:lnTo>
                  <a:lnTo>
                    <a:pt x="2050225" y="2002847"/>
                  </a:lnTo>
                  <a:lnTo>
                    <a:pt x="2200689" y="2062641"/>
                  </a:lnTo>
                  <a:lnTo>
                    <a:pt x="2351153" y="2107839"/>
                  </a:lnTo>
                  <a:lnTo>
                    <a:pt x="2501617" y="2152642"/>
                  </a:lnTo>
                  <a:lnTo>
                    <a:pt x="2652081" y="2192430"/>
                  </a:lnTo>
                  <a:lnTo>
                    <a:pt x="2802545" y="2223018"/>
                  </a:lnTo>
                  <a:lnTo>
                    <a:pt x="2953009" y="2251703"/>
                  </a:lnTo>
                  <a:lnTo>
                    <a:pt x="3103473" y="2281088"/>
                  </a:lnTo>
                  <a:lnTo>
                    <a:pt x="3253937" y="2304971"/>
                  </a:lnTo>
                  <a:lnTo>
                    <a:pt x="3404401" y="2325787"/>
                  </a:lnTo>
                  <a:lnTo>
                    <a:pt x="3554865" y="2346353"/>
                  </a:lnTo>
                  <a:lnTo>
                    <a:pt x="3705329" y="2365299"/>
                  </a:lnTo>
                  <a:lnTo>
                    <a:pt x="3855793" y="2381561"/>
                  </a:lnTo>
                  <a:lnTo>
                    <a:pt x="4006257" y="2396109"/>
                  </a:lnTo>
                  <a:lnTo>
                    <a:pt x="4156721" y="2408883"/>
                  </a:lnTo>
                  <a:lnTo>
                    <a:pt x="4307185" y="2419423"/>
                  </a:lnTo>
                  <a:lnTo>
                    <a:pt x="4457649" y="2428281"/>
                  </a:lnTo>
                  <a:lnTo>
                    <a:pt x="4608114" y="2436007"/>
                  </a:lnTo>
                  <a:lnTo>
                    <a:pt x="4758578" y="2443117"/>
                  </a:lnTo>
                  <a:lnTo>
                    <a:pt x="4909042" y="2449723"/>
                  </a:lnTo>
                  <a:lnTo>
                    <a:pt x="5059506" y="2455821"/>
                  </a:lnTo>
                  <a:lnTo>
                    <a:pt x="5209970" y="2461405"/>
                  </a:lnTo>
                  <a:lnTo>
                    <a:pt x="5360434" y="2466471"/>
                  </a:lnTo>
                  <a:lnTo>
                    <a:pt x="5510898" y="2471014"/>
                  </a:lnTo>
                  <a:lnTo>
                    <a:pt x="5661362" y="2475030"/>
                  </a:lnTo>
                  <a:lnTo>
                    <a:pt x="5811826" y="2478515"/>
                  </a:lnTo>
                  <a:lnTo>
                    <a:pt x="5962290" y="2481462"/>
                  </a:lnTo>
                  <a:lnTo>
                    <a:pt x="6112754" y="2483869"/>
                  </a:lnTo>
                  <a:lnTo>
                    <a:pt x="6145984" y="248428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940076"/>
              <a:ext cx="6145984" cy="3454199"/>
            </a:xfrm>
            <a:custGeom>
              <a:avLst/>
              <a:pathLst>
                <a:path w="6145984" h="3454199">
                  <a:moveTo>
                    <a:pt x="0" y="0"/>
                  </a:moveTo>
                  <a:lnTo>
                    <a:pt x="94192" y="115446"/>
                  </a:lnTo>
                  <a:lnTo>
                    <a:pt x="244656" y="293958"/>
                  </a:lnTo>
                  <a:lnTo>
                    <a:pt x="395120" y="466632"/>
                  </a:lnTo>
                  <a:lnTo>
                    <a:pt x="545584" y="633598"/>
                  </a:lnTo>
                  <a:lnTo>
                    <a:pt x="696048" y="795093"/>
                  </a:lnTo>
                  <a:lnTo>
                    <a:pt x="846512" y="951506"/>
                  </a:lnTo>
                  <a:lnTo>
                    <a:pt x="996976" y="1103400"/>
                  </a:lnTo>
                  <a:lnTo>
                    <a:pt x="1147440" y="1251480"/>
                  </a:lnTo>
                  <a:lnTo>
                    <a:pt x="1297904" y="1396493"/>
                  </a:lnTo>
                  <a:lnTo>
                    <a:pt x="1448369" y="1539118"/>
                  </a:lnTo>
                  <a:lnTo>
                    <a:pt x="1598833" y="1680384"/>
                  </a:lnTo>
                  <a:lnTo>
                    <a:pt x="1749297" y="1818348"/>
                  </a:lnTo>
                  <a:lnTo>
                    <a:pt x="1899761" y="1950129"/>
                  </a:lnTo>
                  <a:lnTo>
                    <a:pt x="2050225" y="2073694"/>
                  </a:lnTo>
                  <a:lnTo>
                    <a:pt x="2200689" y="2191049"/>
                  </a:lnTo>
                  <a:lnTo>
                    <a:pt x="2351153" y="2299423"/>
                  </a:lnTo>
                  <a:lnTo>
                    <a:pt x="2501617" y="2398432"/>
                  </a:lnTo>
                  <a:lnTo>
                    <a:pt x="2652081" y="2488526"/>
                  </a:lnTo>
                  <a:lnTo>
                    <a:pt x="2802545" y="2566835"/>
                  </a:lnTo>
                  <a:lnTo>
                    <a:pt x="2953009" y="2637091"/>
                  </a:lnTo>
                  <a:lnTo>
                    <a:pt x="3103473" y="2705849"/>
                  </a:lnTo>
                  <a:lnTo>
                    <a:pt x="3253937" y="2766186"/>
                  </a:lnTo>
                  <a:lnTo>
                    <a:pt x="3404401" y="2816913"/>
                  </a:lnTo>
                  <a:lnTo>
                    <a:pt x="3554865" y="2863899"/>
                  </a:lnTo>
                  <a:lnTo>
                    <a:pt x="3705329" y="2905989"/>
                  </a:lnTo>
                  <a:lnTo>
                    <a:pt x="3855793" y="2939787"/>
                  </a:lnTo>
                  <a:lnTo>
                    <a:pt x="4006257" y="2969584"/>
                  </a:lnTo>
                  <a:lnTo>
                    <a:pt x="4156721" y="2996711"/>
                  </a:lnTo>
                  <a:lnTo>
                    <a:pt x="4307185" y="3017559"/>
                  </a:lnTo>
                  <a:lnTo>
                    <a:pt x="4457649" y="3033440"/>
                  </a:lnTo>
                  <a:lnTo>
                    <a:pt x="4608114" y="3046349"/>
                  </a:lnTo>
                  <a:lnTo>
                    <a:pt x="4758578" y="3056801"/>
                  </a:lnTo>
                  <a:lnTo>
                    <a:pt x="4909042" y="3064841"/>
                  </a:lnTo>
                  <a:lnTo>
                    <a:pt x="5059506" y="3070935"/>
                  </a:lnTo>
                  <a:lnTo>
                    <a:pt x="5209970" y="3075349"/>
                  </a:lnTo>
                  <a:lnTo>
                    <a:pt x="5360434" y="3078184"/>
                  </a:lnTo>
                  <a:lnTo>
                    <a:pt x="5510898" y="3079421"/>
                  </a:lnTo>
                  <a:lnTo>
                    <a:pt x="5661362" y="3078954"/>
                  </a:lnTo>
                  <a:lnTo>
                    <a:pt x="5811826" y="3076616"/>
                  </a:lnTo>
                  <a:lnTo>
                    <a:pt x="5962290" y="3072206"/>
                  </a:lnTo>
                  <a:lnTo>
                    <a:pt x="6112754" y="3065507"/>
                  </a:lnTo>
                  <a:lnTo>
                    <a:pt x="6145984" y="3063473"/>
                  </a:lnTo>
                  <a:lnTo>
                    <a:pt x="6145984" y="3454199"/>
                  </a:lnTo>
                  <a:lnTo>
                    <a:pt x="5600463" y="3454199"/>
                  </a:lnTo>
                  <a:lnTo>
                    <a:pt x="5510898" y="3440700"/>
                  </a:lnTo>
                  <a:lnTo>
                    <a:pt x="5360434" y="3417757"/>
                  </a:lnTo>
                  <a:lnTo>
                    <a:pt x="5209970" y="3394467"/>
                  </a:lnTo>
                  <a:lnTo>
                    <a:pt x="5059506" y="3370833"/>
                  </a:lnTo>
                  <a:lnTo>
                    <a:pt x="4909042" y="3346984"/>
                  </a:lnTo>
                  <a:lnTo>
                    <a:pt x="4758578" y="3323207"/>
                  </a:lnTo>
                  <a:lnTo>
                    <a:pt x="4608114" y="3299994"/>
                  </a:lnTo>
                  <a:lnTo>
                    <a:pt x="4457649" y="3277458"/>
                  </a:lnTo>
                  <a:lnTo>
                    <a:pt x="4307185" y="3254462"/>
                  </a:lnTo>
                  <a:lnTo>
                    <a:pt x="4156721" y="3229986"/>
                  </a:lnTo>
                  <a:lnTo>
                    <a:pt x="4006257" y="3202318"/>
                  </a:lnTo>
                  <a:lnTo>
                    <a:pt x="3855793" y="3171575"/>
                  </a:lnTo>
                  <a:lnTo>
                    <a:pt x="3705329" y="3138743"/>
                  </a:lnTo>
                  <a:lnTo>
                    <a:pt x="3554865" y="3100202"/>
                  </a:lnTo>
                  <a:lnTo>
                    <a:pt x="3404401" y="3052594"/>
                  </a:lnTo>
                  <a:lnTo>
                    <a:pt x="3253937" y="3001125"/>
                  </a:lnTo>
                  <a:lnTo>
                    <a:pt x="3103473" y="2945434"/>
                  </a:lnTo>
                  <a:lnTo>
                    <a:pt x="2953009" y="2878573"/>
                  </a:lnTo>
                  <a:lnTo>
                    <a:pt x="2802545" y="2802535"/>
                  </a:lnTo>
                  <a:lnTo>
                    <a:pt x="2652081" y="2722488"/>
                  </a:lnTo>
                  <a:lnTo>
                    <a:pt x="2501617" y="2634003"/>
                  </a:lnTo>
                  <a:lnTo>
                    <a:pt x="2351153" y="2531463"/>
                  </a:lnTo>
                  <a:lnTo>
                    <a:pt x="2200689" y="2421349"/>
                  </a:lnTo>
                  <a:lnTo>
                    <a:pt x="2050225" y="2305939"/>
                  </a:lnTo>
                  <a:lnTo>
                    <a:pt x="1899761" y="2183163"/>
                  </a:lnTo>
                  <a:lnTo>
                    <a:pt x="1749297" y="2053916"/>
                  </a:lnTo>
                  <a:lnTo>
                    <a:pt x="1598833" y="1921306"/>
                  </a:lnTo>
                  <a:lnTo>
                    <a:pt x="1448369" y="1787905"/>
                  </a:lnTo>
                  <a:lnTo>
                    <a:pt x="1297904" y="1655712"/>
                  </a:lnTo>
                  <a:lnTo>
                    <a:pt x="1147440" y="1525186"/>
                  </a:lnTo>
                  <a:lnTo>
                    <a:pt x="996976" y="1396684"/>
                  </a:lnTo>
                  <a:lnTo>
                    <a:pt x="846512" y="1270669"/>
                  </a:lnTo>
                  <a:lnTo>
                    <a:pt x="696048" y="1147558"/>
                  </a:lnTo>
                  <a:lnTo>
                    <a:pt x="545584" y="1027628"/>
                  </a:lnTo>
                  <a:lnTo>
                    <a:pt x="395120" y="910984"/>
                  </a:lnTo>
                  <a:lnTo>
                    <a:pt x="244656" y="797576"/>
                  </a:lnTo>
                  <a:lnTo>
                    <a:pt x="94192" y="687249"/>
                  </a:lnTo>
                  <a:lnTo>
                    <a:pt x="0" y="61997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40076"/>
              <a:ext cx="6145984" cy="3079421"/>
            </a:xfrm>
            <a:custGeom>
              <a:avLst/>
              <a:pathLst>
                <a:path w="6145984" h="3079421">
                  <a:moveTo>
                    <a:pt x="0" y="0"/>
                  </a:moveTo>
                  <a:lnTo>
                    <a:pt x="94192" y="115446"/>
                  </a:lnTo>
                  <a:lnTo>
                    <a:pt x="244656" y="293958"/>
                  </a:lnTo>
                  <a:lnTo>
                    <a:pt x="395120" y="466632"/>
                  </a:lnTo>
                  <a:lnTo>
                    <a:pt x="545584" y="633598"/>
                  </a:lnTo>
                  <a:lnTo>
                    <a:pt x="696048" y="795093"/>
                  </a:lnTo>
                  <a:lnTo>
                    <a:pt x="846512" y="951506"/>
                  </a:lnTo>
                  <a:lnTo>
                    <a:pt x="996976" y="1103400"/>
                  </a:lnTo>
                  <a:lnTo>
                    <a:pt x="1147440" y="1251480"/>
                  </a:lnTo>
                  <a:lnTo>
                    <a:pt x="1297904" y="1396493"/>
                  </a:lnTo>
                  <a:lnTo>
                    <a:pt x="1448369" y="1539118"/>
                  </a:lnTo>
                  <a:lnTo>
                    <a:pt x="1598833" y="1680384"/>
                  </a:lnTo>
                  <a:lnTo>
                    <a:pt x="1749297" y="1818348"/>
                  </a:lnTo>
                  <a:lnTo>
                    <a:pt x="1899761" y="1950129"/>
                  </a:lnTo>
                  <a:lnTo>
                    <a:pt x="2050225" y="2073694"/>
                  </a:lnTo>
                  <a:lnTo>
                    <a:pt x="2200689" y="2191049"/>
                  </a:lnTo>
                  <a:lnTo>
                    <a:pt x="2351153" y="2299423"/>
                  </a:lnTo>
                  <a:lnTo>
                    <a:pt x="2501617" y="2398432"/>
                  </a:lnTo>
                  <a:lnTo>
                    <a:pt x="2652081" y="2488526"/>
                  </a:lnTo>
                  <a:lnTo>
                    <a:pt x="2802545" y="2566835"/>
                  </a:lnTo>
                  <a:lnTo>
                    <a:pt x="2953009" y="2637091"/>
                  </a:lnTo>
                  <a:lnTo>
                    <a:pt x="3103473" y="2705849"/>
                  </a:lnTo>
                  <a:lnTo>
                    <a:pt x="3253937" y="2766186"/>
                  </a:lnTo>
                  <a:lnTo>
                    <a:pt x="3404401" y="2816913"/>
                  </a:lnTo>
                  <a:lnTo>
                    <a:pt x="3554865" y="2863899"/>
                  </a:lnTo>
                  <a:lnTo>
                    <a:pt x="3705329" y="2905989"/>
                  </a:lnTo>
                  <a:lnTo>
                    <a:pt x="3855793" y="2939787"/>
                  </a:lnTo>
                  <a:lnTo>
                    <a:pt x="4006257" y="2969584"/>
                  </a:lnTo>
                  <a:lnTo>
                    <a:pt x="4156721" y="2996711"/>
                  </a:lnTo>
                  <a:lnTo>
                    <a:pt x="4307185" y="3017559"/>
                  </a:lnTo>
                  <a:lnTo>
                    <a:pt x="4457649" y="3033440"/>
                  </a:lnTo>
                  <a:lnTo>
                    <a:pt x="4608114" y="3046349"/>
                  </a:lnTo>
                  <a:lnTo>
                    <a:pt x="4758578" y="3056801"/>
                  </a:lnTo>
                  <a:lnTo>
                    <a:pt x="4909042" y="3064841"/>
                  </a:lnTo>
                  <a:lnTo>
                    <a:pt x="5059506" y="3070935"/>
                  </a:lnTo>
                  <a:lnTo>
                    <a:pt x="5209970" y="3075349"/>
                  </a:lnTo>
                  <a:lnTo>
                    <a:pt x="5360434" y="3078184"/>
                  </a:lnTo>
                  <a:lnTo>
                    <a:pt x="5510898" y="3079421"/>
                  </a:lnTo>
                  <a:lnTo>
                    <a:pt x="5661362" y="3078954"/>
                  </a:lnTo>
                  <a:lnTo>
                    <a:pt x="5811826" y="3076616"/>
                  </a:lnTo>
                  <a:lnTo>
                    <a:pt x="5962290" y="3072206"/>
                  </a:lnTo>
                  <a:lnTo>
                    <a:pt x="6112754" y="3065507"/>
                  </a:lnTo>
                  <a:lnTo>
                    <a:pt x="6145984" y="30634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560049"/>
              <a:ext cx="5600463" cy="2834225"/>
            </a:xfrm>
            <a:custGeom>
              <a:avLst/>
              <a:pathLst>
                <a:path w="5600463" h="2834225">
                  <a:moveTo>
                    <a:pt x="5600463" y="2834225"/>
                  </a:moveTo>
                  <a:lnTo>
                    <a:pt x="5510898" y="2820727"/>
                  </a:lnTo>
                  <a:lnTo>
                    <a:pt x="5360434" y="2797784"/>
                  </a:lnTo>
                  <a:lnTo>
                    <a:pt x="5209970" y="2774493"/>
                  </a:lnTo>
                  <a:lnTo>
                    <a:pt x="5059506" y="2750860"/>
                  </a:lnTo>
                  <a:lnTo>
                    <a:pt x="4909042" y="2727011"/>
                  </a:lnTo>
                  <a:lnTo>
                    <a:pt x="4758578" y="2703234"/>
                  </a:lnTo>
                  <a:lnTo>
                    <a:pt x="4608114" y="2680020"/>
                  </a:lnTo>
                  <a:lnTo>
                    <a:pt x="4457649" y="2657485"/>
                  </a:lnTo>
                  <a:lnTo>
                    <a:pt x="4307185" y="2634489"/>
                  </a:lnTo>
                  <a:lnTo>
                    <a:pt x="4156721" y="2610013"/>
                  </a:lnTo>
                  <a:lnTo>
                    <a:pt x="4006257" y="2582345"/>
                  </a:lnTo>
                  <a:lnTo>
                    <a:pt x="3855793" y="2551602"/>
                  </a:lnTo>
                  <a:lnTo>
                    <a:pt x="3705329" y="2518769"/>
                  </a:lnTo>
                  <a:lnTo>
                    <a:pt x="3554865" y="2480229"/>
                  </a:lnTo>
                  <a:lnTo>
                    <a:pt x="3404401" y="2432621"/>
                  </a:lnTo>
                  <a:lnTo>
                    <a:pt x="3253937" y="2381152"/>
                  </a:lnTo>
                  <a:lnTo>
                    <a:pt x="3103473" y="2325461"/>
                  </a:lnTo>
                  <a:lnTo>
                    <a:pt x="2953009" y="2258600"/>
                  </a:lnTo>
                  <a:lnTo>
                    <a:pt x="2802545" y="2182562"/>
                  </a:lnTo>
                  <a:lnTo>
                    <a:pt x="2652081" y="2102515"/>
                  </a:lnTo>
                  <a:lnTo>
                    <a:pt x="2501617" y="2014029"/>
                  </a:lnTo>
                  <a:lnTo>
                    <a:pt x="2351153" y="1911490"/>
                  </a:lnTo>
                  <a:lnTo>
                    <a:pt x="2200689" y="1801376"/>
                  </a:lnTo>
                  <a:lnTo>
                    <a:pt x="2050225" y="1685966"/>
                  </a:lnTo>
                  <a:lnTo>
                    <a:pt x="1899761" y="1563190"/>
                  </a:lnTo>
                  <a:lnTo>
                    <a:pt x="1749297" y="1433943"/>
                  </a:lnTo>
                  <a:lnTo>
                    <a:pt x="1598833" y="1301333"/>
                  </a:lnTo>
                  <a:lnTo>
                    <a:pt x="1448369" y="1167931"/>
                  </a:lnTo>
                  <a:lnTo>
                    <a:pt x="1297904" y="1035738"/>
                  </a:lnTo>
                  <a:lnTo>
                    <a:pt x="1147440" y="905212"/>
                  </a:lnTo>
                  <a:lnTo>
                    <a:pt x="996976" y="776711"/>
                  </a:lnTo>
                  <a:lnTo>
                    <a:pt x="846512" y="650695"/>
                  </a:lnTo>
                  <a:lnTo>
                    <a:pt x="696048" y="527584"/>
                  </a:lnTo>
                  <a:lnTo>
                    <a:pt x="545584" y="407655"/>
                  </a:lnTo>
                  <a:lnTo>
                    <a:pt x="395120" y="291011"/>
                  </a:lnTo>
                  <a:lnTo>
                    <a:pt x="244656" y="177603"/>
                  </a:lnTo>
                  <a:lnTo>
                    <a:pt x="94192" y="672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50063"/>
              <a:ext cx="6145984" cy="2990015"/>
            </a:xfrm>
            <a:custGeom>
              <a:avLst/>
              <a:pathLst>
                <a:path w="6145984" h="2990015">
                  <a:moveTo>
                    <a:pt x="0" y="0"/>
                  </a:moveTo>
                  <a:lnTo>
                    <a:pt x="94192" y="91361"/>
                  </a:lnTo>
                  <a:lnTo>
                    <a:pt x="244656" y="235781"/>
                  </a:lnTo>
                  <a:lnTo>
                    <a:pt x="395120" y="378821"/>
                  </a:lnTo>
                  <a:lnTo>
                    <a:pt x="545584" y="520626"/>
                  </a:lnTo>
                  <a:lnTo>
                    <a:pt x="696048" y="661339"/>
                  </a:lnTo>
                  <a:lnTo>
                    <a:pt x="846512" y="801101"/>
                  </a:lnTo>
                  <a:lnTo>
                    <a:pt x="996976" y="940056"/>
                  </a:lnTo>
                  <a:lnTo>
                    <a:pt x="1147440" y="1078346"/>
                  </a:lnTo>
                  <a:lnTo>
                    <a:pt x="1297904" y="1216116"/>
                  </a:lnTo>
                  <a:lnTo>
                    <a:pt x="1448369" y="1353525"/>
                  </a:lnTo>
                  <a:lnTo>
                    <a:pt x="1598833" y="1490858"/>
                  </a:lnTo>
                  <a:lnTo>
                    <a:pt x="1749297" y="1626145"/>
                  </a:lnTo>
                  <a:lnTo>
                    <a:pt x="1899761" y="1756659"/>
                  </a:lnTo>
                  <a:lnTo>
                    <a:pt x="2050225" y="1879830"/>
                  </a:lnTo>
                  <a:lnTo>
                    <a:pt x="2200689" y="1996212"/>
                  </a:lnTo>
                  <a:lnTo>
                    <a:pt x="2351153" y="2105457"/>
                  </a:lnTo>
                  <a:lnTo>
                    <a:pt x="2501617" y="2206231"/>
                  </a:lnTo>
                  <a:lnTo>
                    <a:pt x="2652081" y="2295521"/>
                  </a:lnTo>
                  <a:lnTo>
                    <a:pt x="2802545" y="2374699"/>
                  </a:lnTo>
                  <a:lnTo>
                    <a:pt x="2953009" y="2447845"/>
                  </a:lnTo>
                  <a:lnTo>
                    <a:pt x="3103473" y="2515655"/>
                  </a:lnTo>
                  <a:lnTo>
                    <a:pt x="3253937" y="2573669"/>
                  </a:lnTo>
                  <a:lnTo>
                    <a:pt x="3404401" y="2624767"/>
                  </a:lnTo>
                  <a:lnTo>
                    <a:pt x="3554865" y="2672064"/>
                  </a:lnTo>
                  <a:lnTo>
                    <a:pt x="3705329" y="2712379"/>
                  </a:lnTo>
                  <a:lnTo>
                    <a:pt x="3855793" y="2745695"/>
                  </a:lnTo>
                  <a:lnTo>
                    <a:pt x="4006257" y="2775965"/>
                  </a:lnTo>
                  <a:lnTo>
                    <a:pt x="4156721" y="2803362"/>
                  </a:lnTo>
                  <a:lnTo>
                    <a:pt x="4307185" y="2826024"/>
                  </a:lnTo>
                  <a:lnTo>
                    <a:pt x="4457649" y="2845462"/>
                  </a:lnTo>
                  <a:lnTo>
                    <a:pt x="4608114" y="2863185"/>
                  </a:lnTo>
                  <a:lnTo>
                    <a:pt x="4758578" y="2880017"/>
                  </a:lnTo>
                  <a:lnTo>
                    <a:pt x="4909042" y="2895926"/>
                  </a:lnTo>
                  <a:lnTo>
                    <a:pt x="5059506" y="2910898"/>
                  </a:lnTo>
                  <a:lnTo>
                    <a:pt x="5209970" y="2924921"/>
                  </a:lnTo>
                  <a:lnTo>
                    <a:pt x="5360434" y="2937984"/>
                  </a:lnTo>
                  <a:lnTo>
                    <a:pt x="5510898" y="2950074"/>
                  </a:lnTo>
                  <a:lnTo>
                    <a:pt x="5661362" y="2961179"/>
                  </a:lnTo>
                  <a:lnTo>
                    <a:pt x="5811826" y="2971286"/>
                  </a:lnTo>
                  <a:lnTo>
                    <a:pt x="5962290" y="2980384"/>
                  </a:lnTo>
                  <a:lnTo>
                    <a:pt x="6112754" y="2988460"/>
                  </a:lnTo>
                  <a:lnTo>
                    <a:pt x="6145984" y="299001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232478"/>
              <a:ext cx="6145984" cy="3161797"/>
            </a:xfrm>
            <a:custGeom>
              <a:avLst/>
              <a:pathLst>
                <a:path w="6145984" h="3161797">
                  <a:moveTo>
                    <a:pt x="0" y="0"/>
                  </a:moveTo>
                  <a:lnTo>
                    <a:pt x="94192" y="117228"/>
                  </a:lnTo>
                  <a:lnTo>
                    <a:pt x="244656" y="298036"/>
                  </a:lnTo>
                  <a:lnTo>
                    <a:pt x="395120" y="472528"/>
                  </a:lnTo>
                  <a:lnTo>
                    <a:pt x="545584" y="640896"/>
                  </a:lnTo>
                  <a:lnTo>
                    <a:pt x="696048" y="803433"/>
                  </a:lnTo>
                  <a:lnTo>
                    <a:pt x="846512" y="960569"/>
                  </a:lnTo>
                  <a:lnTo>
                    <a:pt x="996976" y="1112891"/>
                  </a:lnTo>
                  <a:lnTo>
                    <a:pt x="1147440" y="1261114"/>
                  </a:lnTo>
                  <a:lnTo>
                    <a:pt x="1297904" y="1405993"/>
                  </a:lnTo>
                  <a:lnTo>
                    <a:pt x="1448369" y="1548151"/>
                  </a:lnTo>
                  <a:lnTo>
                    <a:pt x="1598833" y="1685744"/>
                  </a:lnTo>
                  <a:lnTo>
                    <a:pt x="1749297" y="1816327"/>
                  </a:lnTo>
                  <a:lnTo>
                    <a:pt x="1899761" y="1938374"/>
                  </a:lnTo>
                  <a:lnTo>
                    <a:pt x="2050225" y="2050729"/>
                  </a:lnTo>
                  <a:lnTo>
                    <a:pt x="2200689" y="2150412"/>
                  </a:lnTo>
                  <a:lnTo>
                    <a:pt x="2351153" y="2238109"/>
                  </a:lnTo>
                  <a:lnTo>
                    <a:pt x="2501617" y="2319860"/>
                  </a:lnTo>
                  <a:lnTo>
                    <a:pt x="2652081" y="2397202"/>
                  </a:lnTo>
                  <a:lnTo>
                    <a:pt x="2802545" y="2464543"/>
                  </a:lnTo>
                  <a:lnTo>
                    <a:pt x="2953009" y="2523850"/>
                  </a:lnTo>
                  <a:lnTo>
                    <a:pt x="3103473" y="2580566"/>
                  </a:lnTo>
                  <a:lnTo>
                    <a:pt x="3253937" y="2629843"/>
                  </a:lnTo>
                  <a:lnTo>
                    <a:pt x="3404401" y="2670545"/>
                  </a:lnTo>
                  <a:lnTo>
                    <a:pt x="3554865" y="2707884"/>
                  </a:lnTo>
                  <a:lnTo>
                    <a:pt x="3705329" y="2742057"/>
                  </a:lnTo>
                  <a:lnTo>
                    <a:pt x="3855793" y="2769157"/>
                  </a:lnTo>
                  <a:lnTo>
                    <a:pt x="4006257" y="2790922"/>
                  </a:lnTo>
                  <a:lnTo>
                    <a:pt x="4156721" y="2808508"/>
                  </a:lnTo>
                  <a:lnTo>
                    <a:pt x="4307185" y="2820099"/>
                  </a:lnTo>
                  <a:lnTo>
                    <a:pt x="4457649" y="2826669"/>
                  </a:lnTo>
                  <a:lnTo>
                    <a:pt x="4608114" y="2829828"/>
                  </a:lnTo>
                  <a:lnTo>
                    <a:pt x="4758578" y="2830708"/>
                  </a:lnTo>
                  <a:lnTo>
                    <a:pt x="4909042" y="2829813"/>
                  </a:lnTo>
                  <a:lnTo>
                    <a:pt x="5059506" y="2827562"/>
                  </a:lnTo>
                  <a:lnTo>
                    <a:pt x="5209970" y="2824189"/>
                  </a:lnTo>
                  <a:lnTo>
                    <a:pt x="5360434" y="2819782"/>
                  </a:lnTo>
                  <a:lnTo>
                    <a:pt x="5510898" y="2814319"/>
                  </a:lnTo>
                  <a:lnTo>
                    <a:pt x="5661362" y="2807698"/>
                  </a:lnTo>
                  <a:lnTo>
                    <a:pt x="5811826" y="2799764"/>
                  </a:lnTo>
                  <a:lnTo>
                    <a:pt x="5962290" y="2790329"/>
                  </a:lnTo>
                  <a:lnTo>
                    <a:pt x="6112754" y="2779190"/>
                  </a:lnTo>
                  <a:lnTo>
                    <a:pt x="6145984" y="2776309"/>
                  </a:lnTo>
                  <a:lnTo>
                    <a:pt x="6145984" y="3161797"/>
                  </a:lnTo>
                  <a:lnTo>
                    <a:pt x="5717390" y="3161797"/>
                  </a:lnTo>
                  <a:lnTo>
                    <a:pt x="5661362" y="3156345"/>
                  </a:lnTo>
                  <a:lnTo>
                    <a:pt x="5510898" y="3141976"/>
                  </a:lnTo>
                  <a:lnTo>
                    <a:pt x="5360434" y="3127753"/>
                  </a:lnTo>
                  <a:lnTo>
                    <a:pt x="5209970" y="3113608"/>
                  </a:lnTo>
                  <a:lnTo>
                    <a:pt x="5059506" y="3099550"/>
                  </a:lnTo>
                  <a:lnTo>
                    <a:pt x="4909042" y="3085699"/>
                  </a:lnTo>
                  <a:lnTo>
                    <a:pt x="4758578" y="3072321"/>
                  </a:lnTo>
                  <a:lnTo>
                    <a:pt x="4608114" y="3059866"/>
                  </a:lnTo>
                  <a:lnTo>
                    <a:pt x="4457649" y="3047979"/>
                  </a:lnTo>
                  <a:lnTo>
                    <a:pt x="4307185" y="3034955"/>
                  </a:lnTo>
                  <a:lnTo>
                    <a:pt x="4156721" y="3020073"/>
                  </a:lnTo>
                  <a:lnTo>
                    <a:pt x="4006257" y="3001996"/>
                  </a:lnTo>
                  <a:lnTo>
                    <a:pt x="3855793" y="2979374"/>
                  </a:lnTo>
                  <a:lnTo>
                    <a:pt x="3705329" y="2953149"/>
                  </a:lnTo>
                  <a:lnTo>
                    <a:pt x="3554865" y="2922195"/>
                  </a:lnTo>
                  <a:lnTo>
                    <a:pt x="3404401" y="2884292"/>
                  </a:lnTo>
                  <a:lnTo>
                    <a:pt x="3253937" y="2842918"/>
                  </a:lnTo>
                  <a:lnTo>
                    <a:pt x="3103473" y="2797854"/>
                  </a:lnTo>
                  <a:lnTo>
                    <a:pt x="2953009" y="2742859"/>
                  </a:lnTo>
                  <a:lnTo>
                    <a:pt x="2802545" y="2678308"/>
                  </a:lnTo>
                  <a:lnTo>
                    <a:pt x="2652081" y="2609390"/>
                  </a:lnTo>
                  <a:lnTo>
                    <a:pt x="2501617" y="2533507"/>
                  </a:lnTo>
                  <a:lnTo>
                    <a:pt x="2351153" y="2448554"/>
                  </a:lnTo>
                  <a:lnTo>
                    <a:pt x="2200689" y="2359279"/>
                  </a:lnTo>
                  <a:lnTo>
                    <a:pt x="2050225" y="2261360"/>
                  </a:lnTo>
                  <a:lnTo>
                    <a:pt x="1899761" y="2149721"/>
                  </a:lnTo>
                  <a:lnTo>
                    <a:pt x="1749297" y="2029972"/>
                  </a:lnTo>
                  <a:lnTo>
                    <a:pt x="1598833" y="1904244"/>
                  </a:lnTo>
                  <a:lnTo>
                    <a:pt x="1448369" y="1773784"/>
                  </a:lnTo>
                  <a:lnTo>
                    <a:pt x="1297904" y="1641087"/>
                  </a:lnTo>
                  <a:lnTo>
                    <a:pt x="1147440" y="1509347"/>
                  </a:lnTo>
                  <a:lnTo>
                    <a:pt x="996976" y="1378880"/>
                  </a:lnTo>
                  <a:lnTo>
                    <a:pt x="846512" y="1250029"/>
                  </a:lnTo>
                  <a:lnTo>
                    <a:pt x="696048" y="1123096"/>
                  </a:lnTo>
                  <a:lnTo>
                    <a:pt x="545584" y="998256"/>
                  </a:lnTo>
                  <a:lnTo>
                    <a:pt x="395120" y="875526"/>
                  </a:lnTo>
                  <a:lnTo>
                    <a:pt x="244656" y="754786"/>
                  </a:lnTo>
                  <a:lnTo>
                    <a:pt x="94192" y="635817"/>
                  </a:lnTo>
                  <a:lnTo>
                    <a:pt x="0" y="56227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232478"/>
              <a:ext cx="6145984" cy="2830708"/>
            </a:xfrm>
            <a:custGeom>
              <a:avLst/>
              <a:pathLst>
                <a:path w="6145984" h="2830708">
                  <a:moveTo>
                    <a:pt x="0" y="0"/>
                  </a:moveTo>
                  <a:lnTo>
                    <a:pt x="94192" y="117228"/>
                  </a:lnTo>
                  <a:lnTo>
                    <a:pt x="244656" y="298036"/>
                  </a:lnTo>
                  <a:lnTo>
                    <a:pt x="395120" y="472528"/>
                  </a:lnTo>
                  <a:lnTo>
                    <a:pt x="545584" y="640896"/>
                  </a:lnTo>
                  <a:lnTo>
                    <a:pt x="696048" y="803433"/>
                  </a:lnTo>
                  <a:lnTo>
                    <a:pt x="846512" y="960569"/>
                  </a:lnTo>
                  <a:lnTo>
                    <a:pt x="996976" y="1112891"/>
                  </a:lnTo>
                  <a:lnTo>
                    <a:pt x="1147440" y="1261114"/>
                  </a:lnTo>
                  <a:lnTo>
                    <a:pt x="1297904" y="1405993"/>
                  </a:lnTo>
                  <a:lnTo>
                    <a:pt x="1448369" y="1548151"/>
                  </a:lnTo>
                  <a:lnTo>
                    <a:pt x="1598833" y="1685744"/>
                  </a:lnTo>
                  <a:lnTo>
                    <a:pt x="1749297" y="1816327"/>
                  </a:lnTo>
                  <a:lnTo>
                    <a:pt x="1899761" y="1938374"/>
                  </a:lnTo>
                  <a:lnTo>
                    <a:pt x="2050225" y="2050729"/>
                  </a:lnTo>
                  <a:lnTo>
                    <a:pt x="2200689" y="2150412"/>
                  </a:lnTo>
                  <a:lnTo>
                    <a:pt x="2351153" y="2238109"/>
                  </a:lnTo>
                  <a:lnTo>
                    <a:pt x="2501617" y="2319860"/>
                  </a:lnTo>
                  <a:lnTo>
                    <a:pt x="2652081" y="2397202"/>
                  </a:lnTo>
                  <a:lnTo>
                    <a:pt x="2802545" y="2464543"/>
                  </a:lnTo>
                  <a:lnTo>
                    <a:pt x="2953009" y="2523850"/>
                  </a:lnTo>
                  <a:lnTo>
                    <a:pt x="3103473" y="2580566"/>
                  </a:lnTo>
                  <a:lnTo>
                    <a:pt x="3253937" y="2629843"/>
                  </a:lnTo>
                  <a:lnTo>
                    <a:pt x="3404401" y="2670545"/>
                  </a:lnTo>
                  <a:lnTo>
                    <a:pt x="3554865" y="2707884"/>
                  </a:lnTo>
                  <a:lnTo>
                    <a:pt x="3705329" y="2742057"/>
                  </a:lnTo>
                  <a:lnTo>
                    <a:pt x="3855793" y="2769157"/>
                  </a:lnTo>
                  <a:lnTo>
                    <a:pt x="4006257" y="2790922"/>
                  </a:lnTo>
                  <a:lnTo>
                    <a:pt x="4156721" y="2808508"/>
                  </a:lnTo>
                  <a:lnTo>
                    <a:pt x="4307185" y="2820099"/>
                  </a:lnTo>
                  <a:lnTo>
                    <a:pt x="4457649" y="2826669"/>
                  </a:lnTo>
                  <a:lnTo>
                    <a:pt x="4608114" y="2829828"/>
                  </a:lnTo>
                  <a:lnTo>
                    <a:pt x="4758578" y="2830708"/>
                  </a:lnTo>
                  <a:lnTo>
                    <a:pt x="4909042" y="2829813"/>
                  </a:lnTo>
                  <a:lnTo>
                    <a:pt x="5059506" y="2827562"/>
                  </a:lnTo>
                  <a:lnTo>
                    <a:pt x="5209970" y="2824189"/>
                  </a:lnTo>
                  <a:lnTo>
                    <a:pt x="5360434" y="2819782"/>
                  </a:lnTo>
                  <a:lnTo>
                    <a:pt x="5510898" y="2814319"/>
                  </a:lnTo>
                  <a:lnTo>
                    <a:pt x="5661362" y="2807698"/>
                  </a:lnTo>
                  <a:lnTo>
                    <a:pt x="5811826" y="2799764"/>
                  </a:lnTo>
                  <a:lnTo>
                    <a:pt x="5962290" y="2790329"/>
                  </a:lnTo>
                  <a:lnTo>
                    <a:pt x="6112754" y="2779190"/>
                  </a:lnTo>
                  <a:lnTo>
                    <a:pt x="6145984" y="2776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794754"/>
              <a:ext cx="5717390" cy="2599521"/>
            </a:xfrm>
            <a:custGeom>
              <a:avLst/>
              <a:pathLst>
                <a:path w="5717390" h="2599521">
                  <a:moveTo>
                    <a:pt x="5717390" y="2599521"/>
                  </a:moveTo>
                  <a:lnTo>
                    <a:pt x="5661362" y="2594070"/>
                  </a:lnTo>
                  <a:lnTo>
                    <a:pt x="5510898" y="2579700"/>
                  </a:lnTo>
                  <a:lnTo>
                    <a:pt x="5360434" y="2565478"/>
                  </a:lnTo>
                  <a:lnTo>
                    <a:pt x="5209970" y="2551333"/>
                  </a:lnTo>
                  <a:lnTo>
                    <a:pt x="5059506" y="2537275"/>
                  </a:lnTo>
                  <a:lnTo>
                    <a:pt x="4909042" y="2523423"/>
                  </a:lnTo>
                  <a:lnTo>
                    <a:pt x="4758578" y="2510045"/>
                  </a:lnTo>
                  <a:lnTo>
                    <a:pt x="4608114" y="2497591"/>
                  </a:lnTo>
                  <a:lnTo>
                    <a:pt x="4457649" y="2485703"/>
                  </a:lnTo>
                  <a:lnTo>
                    <a:pt x="4307185" y="2472679"/>
                  </a:lnTo>
                  <a:lnTo>
                    <a:pt x="4156721" y="2457798"/>
                  </a:lnTo>
                  <a:lnTo>
                    <a:pt x="4006257" y="2439721"/>
                  </a:lnTo>
                  <a:lnTo>
                    <a:pt x="3855793" y="2417098"/>
                  </a:lnTo>
                  <a:lnTo>
                    <a:pt x="3705329" y="2390874"/>
                  </a:lnTo>
                  <a:lnTo>
                    <a:pt x="3554865" y="2359920"/>
                  </a:lnTo>
                  <a:lnTo>
                    <a:pt x="3404401" y="2322017"/>
                  </a:lnTo>
                  <a:lnTo>
                    <a:pt x="3253937" y="2280642"/>
                  </a:lnTo>
                  <a:lnTo>
                    <a:pt x="3103473" y="2235578"/>
                  </a:lnTo>
                  <a:lnTo>
                    <a:pt x="2953009" y="2180583"/>
                  </a:lnTo>
                  <a:lnTo>
                    <a:pt x="2802545" y="2116033"/>
                  </a:lnTo>
                  <a:lnTo>
                    <a:pt x="2652081" y="2047115"/>
                  </a:lnTo>
                  <a:lnTo>
                    <a:pt x="2501617" y="1971232"/>
                  </a:lnTo>
                  <a:lnTo>
                    <a:pt x="2351153" y="1886279"/>
                  </a:lnTo>
                  <a:lnTo>
                    <a:pt x="2200689" y="1797003"/>
                  </a:lnTo>
                  <a:lnTo>
                    <a:pt x="2050225" y="1699085"/>
                  </a:lnTo>
                  <a:lnTo>
                    <a:pt x="1899761" y="1587445"/>
                  </a:lnTo>
                  <a:lnTo>
                    <a:pt x="1749297" y="1467697"/>
                  </a:lnTo>
                  <a:lnTo>
                    <a:pt x="1598833" y="1341969"/>
                  </a:lnTo>
                  <a:lnTo>
                    <a:pt x="1448369" y="1211508"/>
                  </a:lnTo>
                  <a:lnTo>
                    <a:pt x="1297904" y="1078812"/>
                  </a:lnTo>
                  <a:lnTo>
                    <a:pt x="1147440" y="947071"/>
                  </a:lnTo>
                  <a:lnTo>
                    <a:pt x="996976" y="816604"/>
                  </a:lnTo>
                  <a:lnTo>
                    <a:pt x="846512" y="687753"/>
                  </a:lnTo>
                  <a:lnTo>
                    <a:pt x="696048" y="560820"/>
                  </a:lnTo>
                  <a:lnTo>
                    <a:pt x="545584" y="435980"/>
                  </a:lnTo>
                  <a:lnTo>
                    <a:pt x="395120" y="313251"/>
                  </a:lnTo>
                  <a:lnTo>
                    <a:pt x="244656" y="192511"/>
                  </a:lnTo>
                  <a:lnTo>
                    <a:pt x="94192" y="735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513616"/>
              <a:ext cx="6145984" cy="2709688"/>
            </a:xfrm>
            <a:custGeom>
              <a:avLst/>
              <a:pathLst>
                <a:path w="6145984" h="2709688">
                  <a:moveTo>
                    <a:pt x="0" y="0"/>
                  </a:moveTo>
                  <a:lnTo>
                    <a:pt x="94192" y="95384"/>
                  </a:lnTo>
                  <a:lnTo>
                    <a:pt x="244656" y="245273"/>
                  </a:lnTo>
                  <a:lnTo>
                    <a:pt x="395120" y="392889"/>
                  </a:lnTo>
                  <a:lnTo>
                    <a:pt x="545584" y="538438"/>
                  </a:lnTo>
                  <a:lnTo>
                    <a:pt x="696048" y="682127"/>
                  </a:lnTo>
                  <a:lnTo>
                    <a:pt x="846512" y="824161"/>
                  </a:lnTo>
                  <a:lnTo>
                    <a:pt x="996976" y="964748"/>
                  </a:lnTo>
                  <a:lnTo>
                    <a:pt x="1147440" y="1104093"/>
                  </a:lnTo>
                  <a:lnTo>
                    <a:pt x="1297904" y="1242402"/>
                  </a:lnTo>
                  <a:lnTo>
                    <a:pt x="1448369" y="1379830"/>
                  </a:lnTo>
                  <a:lnTo>
                    <a:pt x="1598833" y="1513856"/>
                  </a:lnTo>
                  <a:lnTo>
                    <a:pt x="1749297" y="1642012"/>
                  </a:lnTo>
                  <a:lnTo>
                    <a:pt x="1899761" y="1762909"/>
                  </a:lnTo>
                  <a:lnTo>
                    <a:pt x="2050225" y="1874907"/>
                  </a:lnTo>
                  <a:lnTo>
                    <a:pt x="2200689" y="1973707"/>
                  </a:lnTo>
                  <a:lnTo>
                    <a:pt x="2351153" y="2062194"/>
                  </a:lnTo>
                  <a:lnTo>
                    <a:pt x="2501617" y="2145546"/>
                  </a:lnTo>
                  <a:lnTo>
                    <a:pt x="2652081" y="2222158"/>
                  </a:lnTo>
                  <a:lnTo>
                    <a:pt x="2802545" y="2290288"/>
                  </a:lnTo>
                  <a:lnTo>
                    <a:pt x="2953009" y="2352217"/>
                  </a:lnTo>
                  <a:lnTo>
                    <a:pt x="3103473" y="2408072"/>
                  </a:lnTo>
                  <a:lnTo>
                    <a:pt x="3253937" y="2455242"/>
                  </a:lnTo>
                  <a:lnTo>
                    <a:pt x="3404401" y="2496281"/>
                  </a:lnTo>
                  <a:lnTo>
                    <a:pt x="3554865" y="2533902"/>
                  </a:lnTo>
                  <a:lnTo>
                    <a:pt x="3705329" y="2566466"/>
                  </a:lnTo>
                  <a:lnTo>
                    <a:pt x="3855793" y="2593128"/>
                  </a:lnTo>
                  <a:lnTo>
                    <a:pt x="4006257" y="2615322"/>
                  </a:lnTo>
                  <a:lnTo>
                    <a:pt x="4156721" y="2633153"/>
                  </a:lnTo>
                  <a:lnTo>
                    <a:pt x="4307185" y="2646389"/>
                  </a:lnTo>
                  <a:lnTo>
                    <a:pt x="4457649" y="2656186"/>
                  </a:lnTo>
                  <a:lnTo>
                    <a:pt x="4608114" y="2663709"/>
                  </a:lnTo>
                  <a:lnTo>
                    <a:pt x="4758578" y="2670377"/>
                  </a:lnTo>
                  <a:lnTo>
                    <a:pt x="4909042" y="2676618"/>
                  </a:lnTo>
                  <a:lnTo>
                    <a:pt x="5059506" y="2682418"/>
                  </a:lnTo>
                  <a:lnTo>
                    <a:pt x="5209970" y="2687761"/>
                  </a:lnTo>
                  <a:lnTo>
                    <a:pt x="5360434" y="2692630"/>
                  </a:lnTo>
                  <a:lnTo>
                    <a:pt x="5510898" y="2697010"/>
                  </a:lnTo>
                  <a:lnTo>
                    <a:pt x="5661362" y="2700884"/>
                  </a:lnTo>
                  <a:lnTo>
                    <a:pt x="5811826" y="2704237"/>
                  </a:lnTo>
                  <a:lnTo>
                    <a:pt x="5962290" y="2707052"/>
                  </a:lnTo>
                  <a:lnTo>
                    <a:pt x="6112754" y="2709314"/>
                  </a:lnTo>
                  <a:lnTo>
                    <a:pt x="6145984" y="270968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014273"/>
              <a:ext cx="6145984" cy="3380002"/>
            </a:xfrm>
            <a:custGeom>
              <a:avLst/>
              <a:pathLst>
                <a:path w="6145984" h="3380002">
                  <a:moveTo>
                    <a:pt x="0" y="0"/>
                  </a:moveTo>
                  <a:lnTo>
                    <a:pt x="94192" y="143053"/>
                  </a:lnTo>
                  <a:lnTo>
                    <a:pt x="244656" y="361954"/>
                  </a:lnTo>
                  <a:lnTo>
                    <a:pt x="395120" y="571283"/>
                  </a:lnTo>
                  <a:lnTo>
                    <a:pt x="545584" y="771141"/>
                  </a:lnTo>
                  <a:lnTo>
                    <a:pt x="696048" y="961724"/>
                  </a:lnTo>
                  <a:lnTo>
                    <a:pt x="846512" y="1143363"/>
                  </a:lnTo>
                  <a:lnTo>
                    <a:pt x="996976" y="1316543"/>
                  </a:lnTo>
                  <a:lnTo>
                    <a:pt x="1147440" y="1481873"/>
                  </a:lnTo>
                  <a:lnTo>
                    <a:pt x="1297904" y="1640002"/>
                  </a:lnTo>
                  <a:lnTo>
                    <a:pt x="1448369" y="1791479"/>
                  </a:lnTo>
                  <a:lnTo>
                    <a:pt x="1598833" y="1935780"/>
                  </a:lnTo>
                  <a:lnTo>
                    <a:pt x="1749297" y="2071528"/>
                  </a:lnTo>
                  <a:lnTo>
                    <a:pt x="1899761" y="2197627"/>
                  </a:lnTo>
                  <a:lnTo>
                    <a:pt x="2050225" y="2313445"/>
                  </a:lnTo>
                  <a:lnTo>
                    <a:pt x="2200689" y="2417715"/>
                  </a:lnTo>
                  <a:lnTo>
                    <a:pt x="2351153" y="2510090"/>
                  </a:lnTo>
                  <a:lnTo>
                    <a:pt x="2501617" y="2594563"/>
                  </a:lnTo>
                  <a:lnTo>
                    <a:pt x="2652081" y="2673689"/>
                  </a:lnTo>
                  <a:lnTo>
                    <a:pt x="2802545" y="2742503"/>
                  </a:lnTo>
                  <a:lnTo>
                    <a:pt x="2953009" y="2801425"/>
                  </a:lnTo>
                  <a:lnTo>
                    <a:pt x="3103473" y="2853371"/>
                  </a:lnTo>
                  <a:lnTo>
                    <a:pt x="3253937" y="2892832"/>
                  </a:lnTo>
                  <a:lnTo>
                    <a:pt x="3404401" y="2922691"/>
                  </a:lnTo>
                  <a:lnTo>
                    <a:pt x="3554865" y="2952059"/>
                  </a:lnTo>
                  <a:lnTo>
                    <a:pt x="3705329" y="2977439"/>
                  </a:lnTo>
                  <a:lnTo>
                    <a:pt x="3855793" y="2994416"/>
                  </a:lnTo>
                  <a:lnTo>
                    <a:pt x="4006257" y="3008696"/>
                  </a:lnTo>
                  <a:lnTo>
                    <a:pt x="4156721" y="3021344"/>
                  </a:lnTo>
                  <a:lnTo>
                    <a:pt x="4307185" y="3027982"/>
                  </a:lnTo>
                  <a:lnTo>
                    <a:pt x="4457649" y="3030401"/>
                  </a:lnTo>
                  <a:lnTo>
                    <a:pt x="4608114" y="3030996"/>
                  </a:lnTo>
                  <a:lnTo>
                    <a:pt x="4758578" y="3030231"/>
                  </a:lnTo>
                  <a:lnTo>
                    <a:pt x="4909042" y="3027936"/>
                  </a:lnTo>
                  <a:lnTo>
                    <a:pt x="5059506" y="3024520"/>
                  </a:lnTo>
                  <a:lnTo>
                    <a:pt x="5209970" y="3020213"/>
                  </a:lnTo>
                  <a:lnTo>
                    <a:pt x="5360434" y="3015100"/>
                  </a:lnTo>
                  <a:lnTo>
                    <a:pt x="5510898" y="3009158"/>
                  </a:lnTo>
                  <a:lnTo>
                    <a:pt x="5661362" y="3002288"/>
                  </a:lnTo>
                  <a:lnTo>
                    <a:pt x="5811826" y="2994338"/>
                  </a:lnTo>
                  <a:lnTo>
                    <a:pt x="5962290" y="2985124"/>
                  </a:lnTo>
                  <a:lnTo>
                    <a:pt x="6112754" y="2974448"/>
                  </a:lnTo>
                  <a:lnTo>
                    <a:pt x="6145984" y="2971723"/>
                  </a:lnTo>
                  <a:lnTo>
                    <a:pt x="6145984" y="3380002"/>
                  </a:lnTo>
                  <a:lnTo>
                    <a:pt x="6040497" y="3380002"/>
                  </a:lnTo>
                  <a:lnTo>
                    <a:pt x="5962290" y="3371934"/>
                  </a:lnTo>
                  <a:lnTo>
                    <a:pt x="5811826" y="3357199"/>
                  </a:lnTo>
                  <a:lnTo>
                    <a:pt x="5661362" y="3343083"/>
                  </a:lnTo>
                  <a:lnTo>
                    <a:pt x="5510898" y="3329435"/>
                  </a:lnTo>
                  <a:lnTo>
                    <a:pt x="5360434" y="3316135"/>
                  </a:lnTo>
                  <a:lnTo>
                    <a:pt x="5209970" y="3303114"/>
                  </a:lnTo>
                  <a:lnTo>
                    <a:pt x="5059506" y="3290383"/>
                  </a:lnTo>
                  <a:lnTo>
                    <a:pt x="4909042" y="3278059"/>
                  </a:lnTo>
                  <a:lnTo>
                    <a:pt x="4758578" y="3266403"/>
                  </a:lnTo>
                  <a:lnTo>
                    <a:pt x="4608114" y="3255855"/>
                  </a:lnTo>
                  <a:lnTo>
                    <a:pt x="4457649" y="3246727"/>
                  </a:lnTo>
                  <a:lnTo>
                    <a:pt x="4307185" y="3237998"/>
                  </a:lnTo>
                  <a:lnTo>
                    <a:pt x="4156721" y="3228145"/>
                  </a:lnTo>
                  <a:lnTo>
                    <a:pt x="4006257" y="3215017"/>
                  </a:lnTo>
                  <a:lnTo>
                    <a:pt x="3855793" y="3199898"/>
                  </a:lnTo>
                  <a:lnTo>
                    <a:pt x="3705329" y="3183777"/>
                  </a:lnTo>
                  <a:lnTo>
                    <a:pt x="3554865" y="3161544"/>
                  </a:lnTo>
                  <a:lnTo>
                    <a:pt x="3404401" y="3131625"/>
                  </a:lnTo>
                  <a:lnTo>
                    <a:pt x="3253937" y="3101108"/>
                  </a:lnTo>
                  <a:lnTo>
                    <a:pt x="3103473" y="3065765"/>
                  </a:lnTo>
                  <a:lnTo>
                    <a:pt x="2953009" y="3015502"/>
                  </a:lnTo>
                  <a:lnTo>
                    <a:pt x="2802545" y="2951454"/>
                  </a:lnTo>
                  <a:lnTo>
                    <a:pt x="2652081" y="2881099"/>
                  </a:lnTo>
                  <a:lnTo>
                    <a:pt x="2501617" y="2803398"/>
                  </a:lnTo>
                  <a:lnTo>
                    <a:pt x="2351153" y="2715796"/>
                  </a:lnTo>
                  <a:lnTo>
                    <a:pt x="2200689" y="2621878"/>
                  </a:lnTo>
                  <a:lnTo>
                    <a:pt x="2050225" y="2519332"/>
                  </a:lnTo>
                  <a:lnTo>
                    <a:pt x="1899761" y="2404214"/>
                  </a:lnTo>
                  <a:lnTo>
                    <a:pt x="1749297" y="2280362"/>
                  </a:lnTo>
                  <a:lnTo>
                    <a:pt x="1598833" y="2149359"/>
                  </a:lnTo>
                  <a:lnTo>
                    <a:pt x="1448369" y="2012031"/>
                  </a:lnTo>
                  <a:lnTo>
                    <a:pt x="1297904" y="1869802"/>
                  </a:lnTo>
                  <a:lnTo>
                    <a:pt x="1147440" y="1724516"/>
                  </a:lnTo>
                  <a:lnTo>
                    <a:pt x="996976" y="1576542"/>
                  </a:lnTo>
                  <a:lnTo>
                    <a:pt x="846512" y="1426304"/>
                  </a:lnTo>
                  <a:lnTo>
                    <a:pt x="696048" y="1274188"/>
                  </a:lnTo>
                  <a:lnTo>
                    <a:pt x="545584" y="1120452"/>
                  </a:lnTo>
                  <a:lnTo>
                    <a:pt x="395120" y="965205"/>
                  </a:lnTo>
                  <a:lnTo>
                    <a:pt x="244656" y="808417"/>
                  </a:lnTo>
                  <a:lnTo>
                    <a:pt x="94192" y="649963"/>
                  </a:lnTo>
                  <a:lnTo>
                    <a:pt x="0" y="54961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014273"/>
              <a:ext cx="6145984" cy="3030996"/>
            </a:xfrm>
            <a:custGeom>
              <a:avLst/>
              <a:pathLst>
                <a:path w="6145984" h="3030996">
                  <a:moveTo>
                    <a:pt x="0" y="0"/>
                  </a:moveTo>
                  <a:lnTo>
                    <a:pt x="94192" y="143053"/>
                  </a:lnTo>
                  <a:lnTo>
                    <a:pt x="244656" y="361954"/>
                  </a:lnTo>
                  <a:lnTo>
                    <a:pt x="395120" y="571283"/>
                  </a:lnTo>
                  <a:lnTo>
                    <a:pt x="545584" y="771141"/>
                  </a:lnTo>
                  <a:lnTo>
                    <a:pt x="696048" y="961724"/>
                  </a:lnTo>
                  <a:lnTo>
                    <a:pt x="846512" y="1143363"/>
                  </a:lnTo>
                  <a:lnTo>
                    <a:pt x="996976" y="1316543"/>
                  </a:lnTo>
                  <a:lnTo>
                    <a:pt x="1147440" y="1481873"/>
                  </a:lnTo>
                  <a:lnTo>
                    <a:pt x="1297904" y="1640002"/>
                  </a:lnTo>
                  <a:lnTo>
                    <a:pt x="1448369" y="1791479"/>
                  </a:lnTo>
                  <a:lnTo>
                    <a:pt x="1598833" y="1935780"/>
                  </a:lnTo>
                  <a:lnTo>
                    <a:pt x="1749297" y="2071528"/>
                  </a:lnTo>
                  <a:lnTo>
                    <a:pt x="1899761" y="2197627"/>
                  </a:lnTo>
                  <a:lnTo>
                    <a:pt x="2050225" y="2313445"/>
                  </a:lnTo>
                  <a:lnTo>
                    <a:pt x="2200689" y="2417715"/>
                  </a:lnTo>
                  <a:lnTo>
                    <a:pt x="2351153" y="2510090"/>
                  </a:lnTo>
                  <a:lnTo>
                    <a:pt x="2501617" y="2594563"/>
                  </a:lnTo>
                  <a:lnTo>
                    <a:pt x="2652081" y="2673689"/>
                  </a:lnTo>
                  <a:lnTo>
                    <a:pt x="2802545" y="2742503"/>
                  </a:lnTo>
                  <a:lnTo>
                    <a:pt x="2953009" y="2801425"/>
                  </a:lnTo>
                  <a:lnTo>
                    <a:pt x="3103473" y="2853371"/>
                  </a:lnTo>
                  <a:lnTo>
                    <a:pt x="3253937" y="2892832"/>
                  </a:lnTo>
                  <a:lnTo>
                    <a:pt x="3404401" y="2922691"/>
                  </a:lnTo>
                  <a:lnTo>
                    <a:pt x="3554865" y="2952059"/>
                  </a:lnTo>
                  <a:lnTo>
                    <a:pt x="3705329" y="2977439"/>
                  </a:lnTo>
                  <a:lnTo>
                    <a:pt x="3855793" y="2994416"/>
                  </a:lnTo>
                  <a:lnTo>
                    <a:pt x="4006257" y="3008696"/>
                  </a:lnTo>
                  <a:lnTo>
                    <a:pt x="4156721" y="3021344"/>
                  </a:lnTo>
                  <a:lnTo>
                    <a:pt x="4307185" y="3027982"/>
                  </a:lnTo>
                  <a:lnTo>
                    <a:pt x="4457649" y="3030401"/>
                  </a:lnTo>
                  <a:lnTo>
                    <a:pt x="4608114" y="3030996"/>
                  </a:lnTo>
                  <a:lnTo>
                    <a:pt x="4758578" y="3030231"/>
                  </a:lnTo>
                  <a:lnTo>
                    <a:pt x="4909042" y="3027936"/>
                  </a:lnTo>
                  <a:lnTo>
                    <a:pt x="5059506" y="3024520"/>
                  </a:lnTo>
                  <a:lnTo>
                    <a:pt x="5209970" y="3020213"/>
                  </a:lnTo>
                  <a:lnTo>
                    <a:pt x="5360434" y="3015100"/>
                  </a:lnTo>
                  <a:lnTo>
                    <a:pt x="5510898" y="3009158"/>
                  </a:lnTo>
                  <a:lnTo>
                    <a:pt x="5661362" y="3002288"/>
                  </a:lnTo>
                  <a:lnTo>
                    <a:pt x="5811826" y="2994338"/>
                  </a:lnTo>
                  <a:lnTo>
                    <a:pt x="5962290" y="2985124"/>
                  </a:lnTo>
                  <a:lnTo>
                    <a:pt x="6112754" y="2974448"/>
                  </a:lnTo>
                  <a:lnTo>
                    <a:pt x="6145984" y="29717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563886"/>
              <a:ext cx="6040497" cy="2830389"/>
            </a:xfrm>
            <a:custGeom>
              <a:avLst/>
              <a:pathLst>
                <a:path w="6040497" h="2830389">
                  <a:moveTo>
                    <a:pt x="6040497" y="2830389"/>
                  </a:moveTo>
                  <a:lnTo>
                    <a:pt x="5962290" y="2822321"/>
                  </a:lnTo>
                  <a:lnTo>
                    <a:pt x="5811826" y="2807586"/>
                  </a:lnTo>
                  <a:lnTo>
                    <a:pt x="5661362" y="2793471"/>
                  </a:lnTo>
                  <a:lnTo>
                    <a:pt x="5510898" y="2779823"/>
                  </a:lnTo>
                  <a:lnTo>
                    <a:pt x="5360434" y="2766522"/>
                  </a:lnTo>
                  <a:lnTo>
                    <a:pt x="5209970" y="2753501"/>
                  </a:lnTo>
                  <a:lnTo>
                    <a:pt x="5059506" y="2740770"/>
                  </a:lnTo>
                  <a:lnTo>
                    <a:pt x="4909042" y="2728446"/>
                  </a:lnTo>
                  <a:lnTo>
                    <a:pt x="4758578" y="2716790"/>
                  </a:lnTo>
                  <a:lnTo>
                    <a:pt x="4608114" y="2706242"/>
                  </a:lnTo>
                  <a:lnTo>
                    <a:pt x="4457649" y="2697114"/>
                  </a:lnTo>
                  <a:lnTo>
                    <a:pt x="4307185" y="2688386"/>
                  </a:lnTo>
                  <a:lnTo>
                    <a:pt x="4156721" y="2678532"/>
                  </a:lnTo>
                  <a:lnTo>
                    <a:pt x="4006257" y="2665404"/>
                  </a:lnTo>
                  <a:lnTo>
                    <a:pt x="3855793" y="2650286"/>
                  </a:lnTo>
                  <a:lnTo>
                    <a:pt x="3705329" y="2634164"/>
                  </a:lnTo>
                  <a:lnTo>
                    <a:pt x="3554865" y="2611931"/>
                  </a:lnTo>
                  <a:lnTo>
                    <a:pt x="3404401" y="2582012"/>
                  </a:lnTo>
                  <a:lnTo>
                    <a:pt x="3253937" y="2551495"/>
                  </a:lnTo>
                  <a:lnTo>
                    <a:pt x="3103473" y="2516152"/>
                  </a:lnTo>
                  <a:lnTo>
                    <a:pt x="2953009" y="2465889"/>
                  </a:lnTo>
                  <a:lnTo>
                    <a:pt x="2802545" y="2401841"/>
                  </a:lnTo>
                  <a:lnTo>
                    <a:pt x="2652081" y="2331487"/>
                  </a:lnTo>
                  <a:lnTo>
                    <a:pt x="2501617" y="2253785"/>
                  </a:lnTo>
                  <a:lnTo>
                    <a:pt x="2351153" y="2166183"/>
                  </a:lnTo>
                  <a:lnTo>
                    <a:pt x="2200689" y="2072265"/>
                  </a:lnTo>
                  <a:lnTo>
                    <a:pt x="2050225" y="1969719"/>
                  </a:lnTo>
                  <a:lnTo>
                    <a:pt x="1899761" y="1854601"/>
                  </a:lnTo>
                  <a:lnTo>
                    <a:pt x="1749297" y="1730749"/>
                  </a:lnTo>
                  <a:lnTo>
                    <a:pt x="1598833" y="1599746"/>
                  </a:lnTo>
                  <a:lnTo>
                    <a:pt x="1448369" y="1462418"/>
                  </a:lnTo>
                  <a:lnTo>
                    <a:pt x="1297904" y="1320190"/>
                  </a:lnTo>
                  <a:lnTo>
                    <a:pt x="1147440" y="1174903"/>
                  </a:lnTo>
                  <a:lnTo>
                    <a:pt x="996976" y="1026929"/>
                  </a:lnTo>
                  <a:lnTo>
                    <a:pt x="846512" y="876691"/>
                  </a:lnTo>
                  <a:lnTo>
                    <a:pt x="696048" y="724575"/>
                  </a:lnTo>
                  <a:lnTo>
                    <a:pt x="545584" y="570840"/>
                  </a:lnTo>
                  <a:lnTo>
                    <a:pt x="395120" y="415592"/>
                  </a:lnTo>
                  <a:lnTo>
                    <a:pt x="244656" y="258804"/>
                  </a:lnTo>
                  <a:lnTo>
                    <a:pt x="94192" y="1003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289079"/>
              <a:ext cx="6145984" cy="2906602"/>
            </a:xfrm>
            <a:custGeom>
              <a:avLst/>
              <a:pathLst>
                <a:path w="6145984" h="2906602">
                  <a:moveTo>
                    <a:pt x="0" y="0"/>
                  </a:moveTo>
                  <a:lnTo>
                    <a:pt x="94192" y="121702"/>
                  </a:lnTo>
                  <a:lnTo>
                    <a:pt x="244656" y="310379"/>
                  </a:lnTo>
                  <a:lnTo>
                    <a:pt x="395120" y="493438"/>
                  </a:lnTo>
                  <a:lnTo>
                    <a:pt x="545584" y="670990"/>
                  </a:lnTo>
                  <a:lnTo>
                    <a:pt x="696048" y="843149"/>
                  </a:lnTo>
                  <a:lnTo>
                    <a:pt x="846512" y="1010027"/>
                  </a:lnTo>
                  <a:lnTo>
                    <a:pt x="996976" y="1171736"/>
                  </a:lnTo>
                  <a:lnTo>
                    <a:pt x="1147440" y="1328388"/>
                  </a:lnTo>
                  <a:lnTo>
                    <a:pt x="1297904" y="1480096"/>
                  </a:lnTo>
                  <a:lnTo>
                    <a:pt x="1448369" y="1626949"/>
                  </a:lnTo>
                  <a:lnTo>
                    <a:pt x="1598833" y="1767763"/>
                  </a:lnTo>
                  <a:lnTo>
                    <a:pt x="1749297" y="1901139"/>
                  </a:lnTo>
                  <a:lnTo>
                    <a:pt x="1899761" y="2026114"/>
                  </a:lnTo>
                  <a:lnTo>
                    <a:pt x="2050225" y="2141582"/>
                  </a:lnTo>
                  <a:lnTo>
                    <a:pt x="2200689" y="2244990"/>
                  </a:lnTo>
                  <a:lnTo>
                    <a:pt x="2351153" y="2338136"/>
                  </a:lnTo>
                  <a:lnTo>
                    <a:pt x="2501617" y="2424174"/>
                  </a:lnTo>
                  <a:lnTo>
                    <a:pt x="2652081" y="2502588"/>
                  </a:lnTo>
                  <a:lnTo>
                    <a:pt x="2802545" y="2572172"/>
                  </a:lnTo>
                  <a:lnTo>
                    <a:pt x="2953009" y="2633657"/>
                  </a:lnTo>
                  <a:lnTo>
                    <a:pt x="3103473" y="2684762"/>
                  </a:lnTo>
                  <a:lnTo>
                    <a:pt x="3253937" y="2722164"/>
                  </a:lnTo>
                  <a:lnTo>
                    <a:pt x="3404401" y="2752352"/>
                  </a:lnTo>
                  <a:lnTo>
                    <a:pt x="3554865" y="2781995"/>
                  </a:lnTo>
                  <a:lnTo>
                    <a:pt x="3705329" y="2805801"/>
                  </a:lnTo>
                  <a:lnTo>
                    <a:pt x="3855793" y="2822351"/>
                  </a:lnTo>
                  <a:lnTo>
                    <a:pt x="4006257" y="2837050"/>
                  </a:lnTo>
                  <a:lnTo>
                    <a:pt x="4156721" y="2849938"/>
                  </a:lnTo>
                  <a:lnTo>
                    <a:pt x="4307185" y="2858184"/>
                  </a:lnTo>
                  <a:lnTo>
                    <a:pt x="4457649" y="2863758"/>
                  </a:lnTo>
                  <a:lnTo>
                    <a:pt x="4608114" y="2868619"/>
                  </a:lnTo>
                  <a:lnTo>
                    <a:pt x="4758578" y="2873510"/>
                  </a:lnTo>
                  <a:lnTo>
                    <a:pt x="4909042" y="2878191"/>
                  </a:lnTo>
                  <a:lnTo>
                    <a:pt x="5059506" y="2882645"/>
                  </a:lnTo>
                  <a:lnTo>
                    <a:pt x="5209970" y="2886857"/>
                  </a:lnTo>
                  <a:lnTo>
                    <a:pt x="5360434" y="2890811"/>
                  </a:lnTo>
                  <a:lnTo>
                    <a:pt x="5510898" y="2894490"/>
                  </a:lnTo>
                  <a:lnTo>
                    <a:pt x="5661362" y="2897879"/>
                  </a:lnTo>
                  <a:lnTo>
                    <a:pt x="5811826" y="2900962"/>
                  </a:lnTo>
                  <a:lnTo>
                    <a:pt x="5962290" y="2903723"/>
                  </a:lnTo>
                  <a:lnTo>
                    <a:pt x="6112754" y="2906145"/>
                  </a:lnTo>
                  <a:lnTo>
                    <a:pt x="6145984" y="290660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312220"/>
              <a:ext cx="6145984" cy="3077829"/>
            </a:xfrm>
            <a:custGeom>
              <a:avLst/>
              <a:pathLst>
                <a:path w="6145984" h="3077829">
                  <a:moveTo>
                    <a:pt x="0" y="0"/>
                  </a:moveTo>
                  <a:lnTo>
                    <a:pt x="94192" y="151877"/>
                  </a:lnTo>
                  <a:lnTo>
                    <a:pt x="244656" y="382029"/>
                  </a:lnTo>
                  <a:lnTo>
                    <a:pt x="395120" y="599724"/>
                  </a:lnTo>
                  <a:lnTo>
                    <a:pt x="545584" y="805017"/>
                  </a:lnTo>
                  <a:lnTo>
                    <a:pt x="696048" y="998050"/>
                  </a:lnTo>
                  <a:lnTo>
                    <a:pt x="846512" y="1179090"/>
                  </a:lnTo>
                  <a:lnTo>
                    <a:pt x="996976" y="1348546"/>
                  </a:lnTo>
                  <a:lnTo>
                    <a:pt x="1147440" y="1506941"/>
                  </a:lnTo>
                  <a:lnTo>
                    <a:pt x="1297904" y="1654835"/>
                  </a:lnTo>
                  <a:lnTo>
                    <a:pt x="1448369" y="1792660"/>
                  </a:lnTo>
                  <a:lnTo>
                    <a:pt x="1598833" y="1918780"/>
                  </a:lnTo>
                  <a:lnTo>
                    <a:pt x="1749297" y="2032658"/>
                  </a:lnTo>
                  <a:lnTo>
                    <a:pt x="1899761" y="2135036"/>
                  </a:lnTo>
                  <a:lnTo>
                    <a:pt x="2050225" y="2226511"/>
                  </a:lnTo>
                  <a:lnTo>
                    <a:pt x="2200689" y="2299086"/>
                  </a:lnTo>
                  <a:lnTo>
                    <a:pt x="2351153" y="2356973"/>
                  </a:lnTo>
                  <a:lnTo>
                    <a:pt x="2501617" y="2412952"/>
                  </a:lnTo>
                  <a:lnTo>
                    <a:pt x="2652081" y="2469542"/>
                  </a:lnTo>
                  <a:lnTo>
                    <a:pt x="2802545" y="2518681"/>
                  </a:lnTo>
                  <a:lnTo>
                    <a:pt x="2953009" y="2561224"/>
                  </a:lnTo>
                  <a:lnTo>
                    <a:pt x="3103473" y="2601369"/>
                  </a:lnTo>
                  <a:lnTo>
                    <a:pt x="3253937" y="2635057"/>
                  </a:lnTo>
                  <a:lnTo>
                    <a:pt x="3404401" y="2661798"/>
                  </a:lnTo>
                  <a:lnTo>
                    <a:pt x="3554865" y="2686797"/>
                  </a:lnTo>
                  <a:lnTo>
                    <a:pt x="3705329" y="2709733"/>
                  </a:lnTo>
                  <a:lnTo>
                    <a:pt x="3855793" y="2726886"/>
                  </a:lnTo>
                  <a:lnTo>
                    <a:pt x="4006257" y="2740191"/>
                  </a:lnTo>
                  <a:lnTo>
                    <a:pt x="4156721" y="2750514"/>
                  </a:lnTo>
                  <a:lnTo>
                    <a:pt x="4307185" y="2755906"/>
                  </a:lnTo>
                  <a:lnTo>
                    <a:pt x="4457649" y="2757499"/>
                  </a:lnTo>
                  <a:lnTo>
                    <a:pt x="4608114" y="2756989"/>
                  </a:lnTo>
                  <a:lnTo>
                    <a:pt x="4758578" y="2754983"/>
                  </a:lnTo>
                  <a:lnTo>
                    <a:pt x="4909042" y="2751610"/>
                  </a:lnTo>
                  <a:lnTo>
                    <a:pt x="5059506" y="2747246"/>
                  </a:lnTo>
                  <a:lnTo>
                    <a:pt x="5209970" y="2742104"/>
                  </a:lnTo>
                  <a:lnTo>
                    <a:pt x="5360434" y="2736265"/>
                  </a:lnTo>
                  <a:lnTo>
                    <a:pt x="5510898" y="2729709"/>
                  </a:lnTo>
                  <a:lnTo>
                    <a:pt x="5661362" y="2722346"/>
                  </a:lnTo>
                  <a:lnTo>
                    <a:pt x="5811826" y="2714037"/>
                  </a:lnTo>
                  <a:lnTo>
                    <a:pt x="5962290" y="2704614"/>
                  </a:lnTo>
                  <a:lnTo>
                    <a:pt x="6112754" y="2693895"/>
                  </a:lnTo>
                  <a:lnTo>
                    <a:pt x="6145984" y="2691201"/>
                  </a:lnTo>
                  <a:lnTo>
                    <a:pt x="6145984" y="3077829"/>
                  </a:lnTo>
                  <a:lnTo>
                    <a:pt x="6112754" y="3074656"/>
                  </a:lnTo>
                  <a:lnTo>
                    <a:pt x="5962290" y="3061223"/>
                  </a:lnTo>
                  <a:lnTo>
                    <a:pt x="5811826" y="3048567"/>
                  </a:lnTo>
                  <a:lnTo>
                    <a:pt x="5661362" y="3036533"/>
                  </a:lnTo>
                  <a:lnTo>
                    <a:pt x="5510898" y="3024980"/>
                  </a:lnTo>
                  <a:lnTo>
                    <a:pt x="5360434" y="3013796"/>
                  </a:lnTo>
                  <a:lnTo>
                    <a:pt x="5209970" y="3002917"/>
                  </a:lnTo>
                  <a:lnTo>
                    <a:pt x="5059506" y="2992351"/>
                  </a:lnTo>
                  <a:lnTo>
                    <a:pt x="4909042" y="2982204"/>
                  </a:lnTo>
                  <a:lnTo>
                    <a:pt x="4758578" y="2972716"/>
                  </a:lnTo>
                  <a:lnTo>
                    <a:pt x="4608114" y="2964291"/>
                  </a:lnTo>
                  <a:lnTo>
                    <a:pt x="4457649" y="2956934"/>
                  </a:lnTo>
                  <a:lnTo>
                    <a:pt x="4307185" y="2949525"/>
                  </a:lnTo>
                  <a:lnTo>
                    <a:pt x="4156721" y="2941168"/>
                  </a:lnTo>
                  <a:lnTo>
                    <a:pt x="4006257" y="2930402"/>
                  </a:lnTo>
                  <a:lnTo>
                    <a:pt x="3855793" y="2916325"/>
                  </a:lnTo>
                  <a:lnTo>
                    <a:pt x="3705329" y="2899961"/>
                  </a:lnTo>
                  <a:lnTo>
                    <a:pt x="3554865" y="2879926"/>
                  </a:lnTo>
                  <a:lnTo>
                    <a:pt x="3404401" y="2854419"/>
                  </a:lnTo>
                  <a:lnTo>
                    <a:pt x="3253937" y="2827072"/>
                  </a:lnTo>
                  <a:lnTo>
                    <a:pt x="3103473" y="2797180"/>
                  </a:lnTo>
                  <a:lnTo>
                    <a:pt x="2953009" y="2758586"/>
                  </a:lnTo>
                  <a:lnTo>
                    <a:pt x="2802545" y="2711317"/>
                  </a:lnTo>
                  <a:lnTo>
                    <a:pt x="2652081" y="2660759"/>
                  </a:lnTo>
                  <a:lnTo>
                    <a:pt x="2501617" y="2605482"/>
                  </a:lnTo>
                  <a:lnTo>
                    <a:pt x="2351153" y="2546618"/>
                  </a:lnTo>
                  <a:lnTo>
                    <a:pt x="2200689" y="2487309"/>
                  </a:lnTo>
                  <a:lnTo>
                    <a:pt x="2050225" y="2416323"/>
                  </a:lnTo>
                  <a:lnTo>
                    <a:pt x="1899761" y="2325493"/>
                  </a:lnTo>
                  <a:lnTo>
                    <a:pt x="1749297" y="2225186"/>
                  </a:lnTo>
                  <a:lnTo>
                    <a:pt x="1598833" y="2115684"/>
                  </a:lnTo>
                  <a:lnTo>
                    <a:pt x="1448369" y="1995991"/>
                  </a:lnTo>
                  <a:lnTo>
                    <a:pt x="1297904" y="1866692"/>
                  </a:lnTo>
                  <a:lnTo>
                    <a:pt x="1147440" y="1730638"/>
                  </a:lnTo>
                  <a:lnTo>
                    <a:pt x="996976" y="1588245"/>
                  </a:lnTo>
                  <a:lnTo>
                    <a:pt x="846512" y="1439940"/>
                  </a:lnTo>
                  <a:lnTo>
                    <a:pt x="696048" y="1286118"/>
                  </a:lnTo>
                  <a:lnTo>
                    <a:pt x="545584" y="1127055"/>
                  </a:lnTo>
                  <a:lnTo>
                    <a:pt x="395120" y="962890"/>
                  </a:lnTo>
                  <a:lnTo>
                    <a:pt x="244656" y="793633"/>
                  </a:lnTo>
                  <a:lnTo>
                    <a:pt x="94192" y="619208"/>
                  </a:lnTo>
                  <a:lnTo>
                    <a:pt x="0" y="50670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12220"/>
              <a:ext cx="6145984" cy="2757499"/>
            </a:xfrm>
            <a:custGeom>
              <a:avLst/>
              <a:pathLst>
                <a:path w="6145984" h="2757499">
                  <a:moveTo>
                    <a:pt x="0" y="0"/>
                  </a:moveTo>
                  <a:lnTo>
                    <a:pt x="94192" y="151877"/>
                  </a:lnTo>
                  <a:lnTo>
                    <a:pt x="244656" y="382029"/>
                  </a:lnTo>
                  <a:lnTo>
                    <a:pt x="395120" y="599724"/>
                  </a:lnTo>
                  <a:lnTo>
                    <a:pt x="545584" y="805017"/>
                  </a:lnTo>
                  <a:lnTo>
                    <a:pt x="696048" y="998050"/>
                  </a:lnTo>
                  <a:lnTo>
                    <a:pt x="846512" y="1179090"/>
                  </a:lnTo>
                  <a:lnTo>
                    <a:pt x="996976" y="1348546"/>
                  </a:lnTo>
                  <a:lnTo>
                    <a:pt x="1147440" y="1506941"/>
                  </a:lnTo>
                  <a:lnTo>
                    <a:pt x="1297904" y="1654835"/>
                  </a:lnTo>
                  <a:lnTo>
                    <a:pt x="1448369" y="1792660"/>
                  </a:lnTo>
                  <a:lnTo>
                    <a:pt x="1598833" y="1918780"/>
                  </a:lnTo>
                  <a:lnTo>
                    <a:pt x="1749297" y="2032658"/>
                  </a:lnTo>
                  <a:lnTo>
                    <a:pt x="1899761" y="2135036"/>
                  </a:lnTo>
                  <a:lnTo>
                    <a:pt x="2050225" y="2226511"/>
                  </a:lnTo>
                  <a:lnTo>
                    <a:pt x="2200689" y="2299086"/>
                  </a:lnTo>
                  <a:lnTo>
                    <a:pt x="2351153" y="2356973"/>
                  </a:lnTo>
                  <a:lnTo>
                    <a:pt x="2501617" y="2412952"/>
                  </a:lnTo>
                  <a:lnTo>
                    <a:pt x="2652081" y="2469542"/>
                  </a:lnTo>
                  <a:lnTo>
                    <a:pt x="2802545" y="2518681"/>
                  </a:lnTo>
                  <a:lnTo>
                    <a:pt x="2953009" y="2561224"/>
                  </a:lnTo>
                  <a:lnTo>
                    <a:pt x="3103473" y="2601369"/>
                  </a:lnTo>
                  <a:lnTo>
                    <a:pt x="3253937" y="2635057"/>
                  </a:lnTo>
                  <a:lnTo>
                    <a:pt x="3404401" y="2661798"/>
                  </a:lnTo>
                  <a:lnTo>
                    <a:pt x="3554865" y="2686797"/>
                  </a:lnTo>
                  <a:lnTo>
                    <a:pt x="3705329" y="2709733"/>
                  </a:lnTo>
                  <a:lnTo>
                    <a:pt x="3855793" y="2726886"/>
                  </a:lnTo>
                  <a:lnTo>
                    <a:pt x="4006257" y="2740191"/>
                  </a:lnTo>
                  <a:lnTo>
                    <a:pt x="4156721" y="2750514"/>
                  </a:lnTo>
                  <a:lnTo>
                    <a:pt x="4307185" y="2755906"/>
                  </a:lnTo>
                  <a:lnTo>
                    <a:pt x="4457649" y="2757499"/>
                  </a:lnTo>
                  <a:lnTo>
                    <a:pt x="4608114" y="2756989"/>
                  </a:lnTo>
                  <a:lnTo>
                    <a:pt x="4758578" y="2754983"/>
                  </a:lnTo>
                  <a:lnTo>
                    <a:pt x="4909042" y="2751610"/>
                  </a:lnTo>
                  <a:lnTo>
                    <a:pt x="5059506" y="2747246"/>
                  </a:lnTo>
                  <a:lnTo>
                    <a:pt x="5209970" y="2742104"/>
                  </a:lnTo>
                  <a:lnTo>
                    <a:pt x="5360434" y="2736265"/>
                  </a:lnTo>
                  <a:lnTo>
                    <a:pt x="5510898" y="2729709"/>
                  </a:lnTo>
                  <a:lnTo>
                    <a:pt x="5661362" y="2722346"/>
                  </a:lnTo>
                  <a:lnTo>
                    <a:pt x="5811826" y="2714037"/>
                  </a:lnTo>
                  <a:lnTo>
                    <a:pt x="5962290" y="2704614"/>
                  </a:lnTo>
                  <a:lnTo>
                    <a:pt x="6112754" y="2693895"/>
                  </a:lnTo>
                  <a:lnTo>
                    <a:pt x="6145984" y="2691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818920"/>
              <a:ext cx="6145984" cy="2571128"/>
            </a:xfrm>
            <a:custGeom>
              <a:avLst/>
              <a:pathLst>
                <a:path w="6145984" h="2571128">
                  <a:moveTo>
                    <a:pt x="6145984" y="2571128"/>
                  </a:moveTo>
                  <a:lnTo>
                    <a:pt x="6112754" y="2567955"/>
                  </a:lnTo>
                  <a:lnTo>
                    <a:pt x="5962290" y="2554522"/>
                  </a:lnTo>
                  <a:lnTo>
                    <a:pt x="5811826" y="2541866"/>
                  </a:lnTo>
                  <a:lnTo>
                    <a:pt x="5661362" y="2529833"/>
                  </a:lnTo>
                  <a:lnTo>
                    <a:pt x="5510898" y="2518280"/>
                  </a:lnTo>
                  <a:lnTo>
                    <a:pt x="5360434" y="2507096"/>
                  </a:lnTo>
                  <a:lnTo>
                    <a:pt x="5209970" y="2496217"/>
                  </a:lnTo>
                  <a:lnTo>
                    <a:pt x="5059506" y="2485650"/>
                  </a:lnTo>
                  <a:lnTo>
                    <a:pt x="4909042" y="2475503"/>
                  </a:lnTo>
                  <a:lnTo>
                    <a:pt x="4758578" y="2466015"/>
                  </a:lnTo>
                  <a:lnTo>
                    <a:pt x="4608114" y="2457590"/>
                  </a:lnTo>
                  <a:lnTo>
                    <a:pt x="4457649" y="2450234"/>
                  </a:lnTo>
                  <a:lnTo>
                    <a:pt x="4307185" y="2442825"/>
                  </a:lnTo>
                  <a:lnTo>
                    <a:pt x="4156721" y="2434468"/>
                  </a:lnTo>
                  <a:lnTo>
                    <a:pt x="4006257" y="2423702"/>
                  </a:lnTo>
                  <a:lnTo>
                    <a:pt x="3855793" y="2409624"/>
                  </a:lnTo>
                  <a:lnTo>
                    <a:pt x="3705329" y="2393260"/>
                  </a:lnTo>
                  <a:lnTo>
                    <a:pt x="3554865" y="2373226"/>
                  </a:lnTo>
                  <a:lnTo>
                    <a:pt x="3404401" y="2347719"/>
                  </a:lnTo>
                  <a:lnTo>
                    <a:pt x="3253937" y="2320372"/>
                  </a:lnTo>
                  <a:lnTo>
                    <a:pt x="3103473" y="2290479"/>
                  </a:lnTo>
                  <a:lnTo>
                    <a:pt x="2953009" y="2251886"/>
                  </a:lnTo>
                  <a:lnTo>
                    <a:pt x="2802545" y="2204617"/>
                  </a:lnTo>
                  <a:lnTo>
                    <a:pt x="2652081" y="2154058"/>
                  </a:lnTo>
                  <a:lnTo>
                    <a:pt x="2501617" y="2098782"/>
                  </a:lnTo>
                  <a:lnTo>
                    <a:pt x="2351153" y="2039918"/>
                  </a:lnTo>
                  <a:lnTo>
                    <a:pt x="2200689" y="1980608"/>
                  </a:lnTo>
                  <a:lnTo>
                    <a:pt x="2050225" y="1909622"/>
                  </a:lnTo>
                  <a:lnTo>
                    <a:pt x="1899761" y="1818793"/>
                  </a:lnTo>
                  <a:lnTo>
                    <a:pt x="1749297" y="1718486"/>
                  </a:lnTo>
                  <a:lnTo>
                    <a:pt x="1598833" y="1608983"/>
                  </a:lnTo>
                  <a:lnTo>
                    <a:pt x="1448369" y="1489291"/>
                  </a:lnTo>
                  <a:lnTo>
                    <a:pt x="1297904" y="1359992"/>
                  </a:lnTo>
                  <a:lnTo>
                    <a:pt x="1147440" y="1223938"/>
                  </a:lnTo>
                  <a:lnTo>
                    <a:pt x="996976" y="1081544"/>
                  </a:lnTo>
                  <a:lnTo>
                    <a:pt x="846512" y="933240"/>
                  </a:lnTo>
                  <a:lnTo>
                    <a:pt x="696048" y="779417"/>
                  </a:lnTo>
                  <a:lnTo>
                    <a:pt x="545584" y="620355"/>
                  </a:lnTo>
                  <a:lnTo>
                    <a:pt x="395120" y="456190"/>
                  </a:lnTo>
                  <a:lnTo>
                    <a:pt x="244656" y="286933"/>
                  </a:lnTo>
                  <a:lnTo>
                    <a:pt x="94192" y="112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565570"/>
              <a:ext cx="6145984" cy="2631165"/>
            </a:xfrm>
            <a:custGeom>
              <a:avLst/>
              <a:pathLst>
                <a:path w="6145984" h="2631165">
                  <a:moveTo>
                    <a:pt x="0" y="0"/>
                  </a:moveTo>
                  <a:lnTo>
                    <a:pt x="94192" y="132192"/>
                  </a:lnTo>
                  <a:lnTo>
                    <a:pt x="244656" y="334481"/>
                  </a:lnTo>
                  <a:lnTo>
                    <a:pt x="395120" y="527957"/>
                  </a:lnTo>
                  <a:lnTo>
                    <a:pt x="545584" y="712686"/>
                  </a:lnTo>
                  <a:lnTo>
                    <a:pt x="696048" y="888734"/>
                  </a:lnTo>
                  <a:lnTo>
                    <a:pt x="846512" y="1056165"/>
                  </a:lnTo>
                  <a:lnTo>
                    <a:pt x="996976" y="1215045"/>
                  </a:lnTo>
                  <a:lnTo>
                    <a:pt x="1147440" y="1365439"/>
                  </a:lnTo>
                  <a:lnTo>
                    <a:pt x="1297904" y="1507413"/>
                  </a:lnTo>
                  <a:lnTo>
                    <a:pt x="1448369" y="1640975"/>
                  </a:lnTo>
                  <a:lnTo>
                    <a:pt x="1598833" y="1763882"/>
                  </a:lnTo>
                  <a:lnTo>
                    <a:pt x="1749297" y="1875572"/>
                  </a:lnTo>
                  <a:lnTo>
                    <a:pt x="1899761" y="1976914"/>
                  </a:lnTo>
                  <a:lnTo>
                    <a:pt x="2050225" y="2068066"/>
                  </a:lnTo>
                  <a:lnTo>
                    <a:pt x="2200689" y="2139847"/>
                  </a:lnTo>
                  <a:lnTo>
                    <a:pt x="2351153" y="2198446"/>
                  </a:lnTo>
                  <a:lnTo>
                    <a:pt x="2501617" y="2255867"/>
                  </a:lnTo>
                  <a:lnTo>
                    <a:pt x="2652081" y="2311800"/>
                  </a:lnTo>
                  <a:lnTo>
                    <a:pt x="2802545" y="2361649"/>
                  </a:lnTo>
                  <a:lnTo>
                    <a:pt x="2953009" y="2406555"/>
                  </a:lnTo>
                  <a:lnTo>
                    <a:pt x="3103473" y="2445924"/>
                  </a:lnTo>
                  <a:lnTo>
                    <a:pt x="3253937" y="2477714"/>
                  </a:lnTo>
                  <a:lnTo>
                    <a:pt x="3404401" y="2504759"/>
                  </a:lnTo>
                  <a:lnTo>
                    <a:pt x="3554865" y="2530012"/>
                  </a:lnTo>
                  <a:lnTo>
                    <a:pt x="3705329" y="2551497"/>
                  </a:lnTo>
                  <a:lnTo>
                    <a:pt x="3855793" y="2568255"/>
                  </a:lnTo>
                  <a:lnTo>
                    <a:pt x="4006257" y="2581946"/>
                  </a:lnTo>
                  <a:lnTo>
                    <a:pt x="4156721" y="2592491"/>
                  </a:lnTo>
                  <a:lnTo>
                    <a:pt x="4307185" y="2599365"/>
                  </a:lnTo>
                  <a:lnTo>
                    <a:pt x="4457649" y="2603866"/>
                  </a:lnTo>
                  <a:lnTo>
                    <a:pt x="4608114" y="2607289"/>
                  </a:lnTo>
                  <a:lnTo>
                    <a:pt x="4758578" y="2610499"/>
                  </a:lnTo>
                  <a:lnTo>
                    <a:pt x="4909042" y="2613557"/>
                  </a:lnTo>
                  <a:lnTo>
                    <a:pt x="5059506" y="2616448"/>
                  </a:lnTo>
                  <a:lnTo>
                    <a:pt x="5209970" y="2619161"/>
                  </a:lnTo>
                  <a:lnTo>
                    <a:pt x="5360434" y="2621681"/>
                  </a:lnTo>
                  <a:lnTo>
                    <a:pt x="5510898" y="2623995"/>
                  </a:lnTo>
                  <a:lnTo>
                    <a:pt x="5661362" y="2626089"/>
                  </a:lnTo>
                  <a:lnTo>
                    <a:pt x="5811826" y="2627952"/>
                  </a:lnTo>
                  <a:lnTo>
                    <a:pt x="5962290" y="2629568"/>
                  </a:lnTo>
                  <a:lnTo>
                    <a:pt x="6112754" y="2630925"/>
                  </a:lnTo>
                  <a:lnTo>
                    <a:pt x="6145984" y="263116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817598"/>
              <a:ext cx="6145984" cy="2524930"/>
            </a:xfrm>
            <a:custGeom>
              <a:avLst/>
              <a:pathLst>
                <a:path w="6145984" h="2524930">
                  <a:moveTo>
                    <a:pt x="0" y="0"/>
                  </a:moveTo>
                  <a:lnTo>
                    <a:pt x="94192" y="147731"/>
                  </a:lnTo>
                  <a:lnTo>
                    <a:pt x="244656" y="369707"/>
                  </a:lnTo>
                  <a:lnTo>
                    <a:pt x="395120" y="577643"/>
                  </a:lnTo>
                  <a:lnTo>
                    <a:pt x="545584" y="771556"/>
                  </a:lnTo>
                  <a:lnTo>
                    <a:pt x="696048" y="951545"/>
                  </a:lnTo>
                  <a:lnTo>
                    <a:pt x="846512" y="1117816"/>
                  </a:lnTo>
                  <a:lnTo>
                    <a:pt x="996976" y="1270702"/>
                  </a:lnTo>
                  <a:lnTo>
                    <a:pt x="1147440" y="1410641"/>
                  </a:lnTo>
                  <a:lnTo>
                    <a:pt x="1297904" y="1538099"/>
                  </a:lnTo>
                  <a:lnTo>
                    <a:pt x="1448369" y="1653412"/>
                  </a:lnTo>
                  <a:lnTo>
                    <a:pt x="1598833" y="1754509"/>
                  </a:lnTo>
                  <a:lnTo>
                    <a:pt x="1749297" y="1841442"/>
                  </a:lnTo>
                  <a:lnTo>
                    <a:pt x="1899761" y="1915981"/>
                  </a:lnTo>
                  <a:lnTo>
                    <a:pt x="2050225" y="1979429"/>
                  </a:lnTo>
                  <a:lnTo>
                    <a:pt x="2200689" y="2020683"/>
                  </a:lnTo>
                  <a:lnTo>
                    <a:pt x="2351153" y="2046172"/>
                  </a:lnTo>
                  <a:lnTo>
                    <a:pt x="2501617" y="2072601"/>
                  </a:lnTo>
                  <a:lnTo>
                    <a:pt x="2652081" y="2097839"/>
                  </a:lnTo>
                  <a:lnTo>
                    <a:pt x="2802545" y="2113887"/>
                  </a:lnTo>
                  <a:lnTo>
                    <a:pt x="2953009" y="2127875"/>
                  </a:lnTo>
                  <a:lnTo>
                    <a:pt x="3103473" y="2147581"/>
                  </a:lnTo>
                  <a:lnTo>
                    <a:pt x="3253937" y="2165769"/>
                  </a:lnTo>
                  <a:lnTo>
                    <a:pt x="3404401" y="2179564"/>
                  </a:lnTo>
                  <a:lnTo>
                    <a:pt x="3554865" y="2191343"/>
                  </a:lnTo>
                  <a:lnTo>
                    <a:pt x="3705329" y="2201316"/>
                  </a:lnTo>
                  <a:lnTo>
                    <a:pt x="3855793" y="2207755"/>
                  </a:lnTo>
                  <a:lnTo>
                    <a:pt x="4006257" y="2213056"/>
                  </a:lnTo>
                  <a:lnTo>
                    <a:pt x="4156721" y="2218152"/>
                  </a:lnTo>
                  <a:lnTo>
                    <a:pt x="4307185" y="2220777"/>
                  </a:lnTo>
                  <a:lnTo>
                    <a:pt x="4457649" y="2221630"/>
                  </a:lnTo>
                  <a:lnTo>
                    <a:pt x="4608114" y="2221906"/>
                  </a:lnTo>
                  <a:lnTo>
                    <a:pt x="4758578" y="2221326"/>
                  </a:lnTo>
                  <a:lnTo>
                    <a:pt x="4909042" y="2219629"/>
                  </a:lnTo>
                  <a:lnTo>
                    <a:pt x="5059506" y="2217159"/>
                  </a:lnTo>
                  <a:lnTo>
                    <a:pt x="5209970" y="2214109"/>
                  </a:lnTo>
                  <a:lnTo>
                    <a:pt x="5360434" y="2210557"/>
                  </a:lnTo>
                  <a:lnTo>
                    <a:pt x="5510898" y="2206491"/>
                  </a:lnTo>
                  <a:lnTo>
                    <a:pt x="5661362" y="2201836"/>
                  </a:lnTo>
                  <a:lnTo>
                    <a:pt x="5811826" y="2196476"/>
                  </a:lnTo>
                  <a:lnTo>
                    <a:pt x="5962290" y="2190266"/>
                  </a:lnTo>
                  <a:lnTo>
                    <a:pt x="6112754" y="2183050"/>
                  </a:lnTo>
                  <a:lnTo>
                    <a:pt x="6145984" y="2181199"/>
                  </a:lnTo>
                  <a:lnTo>
                    <a:pt x="6145984" y="2524930"/>
                  </a:lnTo>
                  <a:lnTo>
                    <a:pt x="6112754" y="2521564"/>
                  </a:lnTo>
                  <a:lnTo>
                    <a:pt x="5962290" y="2507308"/>
                  </a:lnTo>
                  <a:lnTo>
                    <a:pt x="5811826" y="2493889"/>
                  </a:lnTo>
                  <a:lnTo>
                    <a:pt x="5661362" y="2481164"/>
                  </a:lnTo>
                  <a:lnTo>
                    <a:pt x="5510898" y="2469001"/>
                  </a:lnTo>
                  <a:lnTo>
                    <a:pt x="5360434" y="2457295"/>
                  </a:lnTo>
                  <a:lnTo>
                    <a:pt x="5209970" y="2445984"/>
                  </a:lnTo>
                  <a:lnTo>
                    <a:pt x="5059506" y="2435069"/>
                  </a:lnTo>
                  <a:lnTo>
                    <a:pt x="4909042" y="2424638"/>
                  </a:lnTo>
                  <a:lnTo>
                    <a:pt x="4758578" y="2414900"/>
                  </a:lnTo>
                  <a:lnTo>
                    <a:pt x="4608114" y="2406207"/>
                  </a:lnTo>
                  <a:lnTo>
                    <a:pt x="4457649" y="2398938"/>
                  </a:lnTo>
                  <a:lnTo>
                    <a:pt x="4307185" y="2392913"/>
                  </a:lnTo>
                  <a:lnTo>
                    <a:pt x="4156721" y="2387653"/>
                  </a:lnTo>
                  <a:lnTo>
                    <a:pt x="4006257" y="2382163"/>
                  </a:lnTo>
                  <a:lnTo>
                    <a:pt x="3855793" y="2376175"/>
                  </a:lnTo>
                  <a:lnTo>
                    <a:pt x="3705329" y="2370438"/>
                  </a:lnTo>
                  <a:lnTo>
                    <a:pt x="3554865" y="2363044"/>
                  </a:lnTo>
                  <a:lnTo>
                    <a:pt x="3404401" y="2350813"/>
                  </a:lnTo>
                  <a:lnTo>
                    <a:pt x="3253937" y="2336479"/>
                  </a:lnTo>
                  <a:lnTo>
                    <a:pt x="3103473" y="2321666"/>
                  </a:lnTo>
                  <a:lnTo>
                    <a:pt x="2953009" y="2303339"/>
                  </a:lnTo>
                  <a:lnTo>
                    <a:pt x="2802545" y="2285150"/>
                  </a:lnTo>
                  <a:lnTo>
                    <a:pt x="2652081" y="2267840"/>
                  </a:lnTo>
                  <a:lnTo>
                    <a:pt x="2501617" y="2243769"/>
                  </a:lnTo>
                  <a:lnTo>
                    <a:pt x="2351153" y="2214776"/>
                  </a:lnTo>
                  <a:lnTo>
                    <a:pt x="2200689" y="2188022"/>
                  </a:lnTo>
                  <a:lnTo>
                    <a:pt x="2050225" y="2148181"/>
                  </a:lnTo>
                  <a:lnTo>
                    <a:pt x="1899761" y="2085307"/>
                  </a:lnTo>
                  <a:lnTo>
                    <a:pt x="1749297" y="2012609"/>
                  </a:lnTo>
                  <a:lnTo>
                    <a:pt x="1598833" y="1929567"/>
                  </a:lnTo>
                  <a:lnTo>
                    <a:pt x="1448369" y="1834183"/>
                  </a:lnTo>
                  <a:lnTo>
                    <a:pt x="1297904" y="1726451"/>
                  </a:lnTo>
                  <a:lnTo>
                    <a:pt x="1147440" y="1609519"/>
                  </a:lnTo>
                  <a:lnTo>
                    <a:pt x="996976" y="1483806"/>
                  </a:lnTo>
                  <a:lnTo>
                    <a:pt x="846512" y="1349724"/>
                  </a:lnTo>
                  <a:lnTo>
                    <a:pt x="696048" y="1207650"/>
                  </a:lnTo>
                  <a:lnTo>
                    <a:pt x="545584" y="1057864"/>
                  </a:lnTo>
                  <a:lnTo>
                    <a:pt x="395120" y="900514"/>
                  </a:lnTo>
                  <a:lnTo>
                    <a:pt x="244656" y="735643"/>
                  </a:lnTo>
                  <a:lnTo>
                    <a:pt x="94192" y="563211"/>
                  </a:lnTo>
                  <a:lnTo>
                    <a:pt x="0" y="45048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817598"/>
              <a:ext cx="6145984" cy="2221906"/>
            </a:xfrm>
            <a:custGeom>
              <a:avLst/>
              <a:pathLst>
                <a:path w="6145984" h="2221906">
                  <a:moveTo>
                    <a:pt x="0" y="0"/>
                  </a:moveTo>
                  <a:lnTo>
                    <a:pt x="94192" y="147731"/>
                  </a:lnTo>
                  <a:lnTo>
                    <a:pt x="244656" y="369707"/>
                  </a:lnTo>
                  <a:lnTo>
                    <a:pt x="395120" y="577643"/>
                  </a:lnTo>
                  <a:lnTo>
                    <a:pt x="545584" y="771556"/>
                  </a:lnTo>
                  <a:lnTo>
                    <a:pt x="696048" y="951545"/>
                  </a:lnTo>
                  <a:lnTo>
                    <a:pt x="846512" y="1117816"/>
                  </a:lnTo>
                  <a:lnTo>
                    <a:pt x="996976" y="1270702"/>
                  </a:lnTo>
                  <a:lnTo>
                    <a:pt x="1147440" y="1410641"/>
                  </a:lnTo>
                  <a:lnTo>
                    <a:pt x="1297904" y="1538099"/>
                  </a:lnTo>
                  <a:lnTo>
                    <a:pt x="1448369" y="1653412"/>
                  </a:lnTo>
                  <a:lnTo>
                    <a:pt x="1598833" y="1754509"/>
                  </a:lnTo>
                  <a:lnTo>
                    <a:pt x="1749297" y="1841442"/>
                  </a:lnTo>
                  <a:lnTo>
                    <a:pt x="1899761" y="1915981"/>
                  </a:lnTo>
                  <a:lnTo>
                    <a:pt x="2050225" y="1979429"/>
                  </a:lnTo>
                  <a:lnTo>
                    <a:pt x="2200689" y="2020683"/>
                  </a:lnTo>
                  <a:lnTo>
                    <a:pt x="2351153" y="2046172"/>
                  </a:lnTo>
                  <a:lnTo>
                    <a:pt x="2501617" y="2072601"/>
                  </a:lnTo>
                  <a:lnTo>
                    <a:pt x="2652081" y="2097839"/>
                  </a:lnTo>
                  <a:lnTo>
                    <a:pt x="2802545" y="2113887"/>
                  </a:lnTo>
                  <a:lnTo>
                    <a:pt x="2953009" y="2127875"/>
                  </a:lnTo>
                  <a:lnTo>
                    <a:pt x="3103473" y="2147581"/>
                  </a:lnTo>
                  <a:lnTo>
                    <a:pt x="3253937" y="2165769"/>
                  </a:lnTo>
                  <a:lnTo>
                    <a:pt x="3404401" y="2179564"/>
                  </a:lnTo>
                  <a:lnTo>
                    <a:pt x="3554865" y="2191343"/>
                  </a:lnTo>
                  <a:lnTo>
                    <a:pt x="3705329" y="2201316"/>
                  </a:lnTo>
                  <a:lnTo>
                    <a:pt x="3855793" y="2207755"/>
                  </a:lnTo>
                  <a:lnTo>
                    <a:pt x="4006257" y="2213056"/>
                  </a:lnTo>
                  <a:lnTo>
                    <a:pt x="4156721" y="2218152"/>
                  </a:lnTo>
                  <a:lnTo>
                    <a:pt x="4307185" y="2220777"/>
                  </a:lnTo>
                  <a:lnTo>
                    <a:pt x="4457649" y="2221630"/>
                  </a:lnTo>
                  <a:lnTo>
                    <a:pt x="4608114" y="2221906"/>
                  </a:lnTo>
                  <a:lnTo>
                    <a:pt x="4758578" y="2221326"/>
                  </a:lnTo>
                  <a:lnTo>
                    <a:pt x="4909042" y="2219629"/>
                  </a:lnTo>
                  <a:lnTo>
                    <a:pt x="5059506" y="2217159"/>
                  </a:lnTo>
                  <a:lnTo>
                    <a:pt x="5209970" y="2214109"/>
                  </a:lnTo>
                  <a:lnTo>
                    <a:pt x="5360434" y="2210557"/>
                  </a:lnTo>
                  <a:lnTo>
                    <a:pt x="5510898" y="2206491"/>
                  </a:lnTo>
                  <a:lnTo>
                    <a:pt x="5661362" y="2201836"/>
                  </a:lnTo>
                  <a:lnTo>
                    <a:pt x="5811826" y="2196476"/>
                  </a:lnTo>
                  <a:lnTo>
                    <a:pt x="5962290" y="2190266"/>
                  </a:lnTo>
                  <a:lnTo>
                    <a:pt x="6112754" y="2183050"/>
                  </a:lnTo>
                  <a:lnTo>
                    <a:pt x="6145984" y="21811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68079"/>
              <a:ext cx="6145984" cy="2074449"/>
            </a:xfrm>
            <a:custGeom>
              <a:avLst/>
              <a:pathLst>
                <a:path w="6145984" h="2074449">
                  <a:moveTo>
                    <a:pt x="6145984" y="2074449"/>
                  </a:moveTo>
                  <a:lnTo>
                    <a:pt x="6112754" y="2071084"/>
                  </a:lnTo>
                  <a:lnTo>
                    <a:pt x="5962290" y="2056827"/>
                  </a:lnTo>
                  <a:lnTo>
                    <a:pt x="5811826" y="2043408"/>
                  </a:lnTo>
                  <a:lnTo>
                    <a:pt x="5661362" y="2030683"/>
                  </a:lnTo>
                  <a:lnTo>
                    <a:pt x="5510898" y="2018520"/>
                  </a:lnTo>
                  <a:lnTo>
                    <a:pt x="5360434" y="2006814"/>
                  </a:lnTo>
                  <a:lnTo>
                    <a:pt x="5209970" y="1995503"/>
                  </a:lnTo>
                  <a:lnTo>
                    <a:pt x="5059506" y="1984588"/>
                  </a:lnTo>
                  <a:lnTo>
                    <a:pt x="4909042" y="1974158"/>
                  </a:lnTo>
                  <a:lnTo>
                    <a:pt x="4758578" y="1964419"/>
                  </a:lnTo>
                  <a:lnTo>
                    <a:pt x="4608114" y="1955727"/>
                  </a:lnTo>
                  <a:lnTo>
                    <a:pt x="4457649" y="1948457"/>
                  </a:lnTo>
                  <a:lnTo>
                    <a:pt x="4307185" y="1942433"/>
                  </a:lnTo>
                  <a:lnTo>
                    <a:pt x="4156721" y="1937172"/>
                  </a:lnTo>
                  <a:lnTo>
                    <a:pt x="4006257" y="1931683"/>
                  </a:lnTo>
                  <a:lnTo>
                    <a:pt x="3855793" y="1925695"/>
                  </a:lnTo>
                  <a:lnTo>
                    <a:pt x="3705329" y="1919957"/>
                  </a:lnTo>
                  <a:lnTo>
                    <a:pt x="3554865" y="1912563"/>
                  </a:lnTo>
                  <a:lnTo>
                    <a:pt x="3404401" y="1900332"/>
                  </a:lnTo>
                  <a:lnTo>
                    <a:pt x="3253937" y="1885999"/>
                  </a:lnTo>
                  <a:lnTo>
                    <a:pt x="3103473" y="1871185"/>
                  </a:lnTo>
                  <a:lnTo>
                    <a:pt x="2953009" y="1852858"/>
                  </a:lnTo>
                  <a:lnTo>
                    <a:pt x="2802545" y="1834669"/>
                  </a:lnTo>
                  <a:lnTo>
                    <a:pt x="2652081" y="1817359"/>
                  </a:lnTo>
                  <a:lnTo>
                    <a:pt x="2501617" y="1793289"/>
                  </a:lnTo>
                  <a:lnTo>
                    <a:pt x="2351153" y="1764295"/>
                  </a:lnTo>
                  <a:lnTo>
                    <a:pt x="2200689" y="1737541"/>
                  </a:lnTo>
                  <a:lnTo>
                    <a:pt x="2050225" y="1697700"/>
                  </a:lnTo>
                  <a:lnTo>
                    <a:pt x="1899761" y="1634826"/>
                  </a:lnTo>
                  <a:lnTo>
                    <a:pt x="1749297" y="1562128"/>
                  </a:lnTo>
                  <a:lnTo>
                    <a:pt x="1598833" y="1479086"/>
                  </a:lnTo>
                  <a:lnTo>
                    <a:pt x="1448369" y="1383702"/>
                  </a:lnTo>
                  <a:lnTo>
                    <a:pt x="1297904" y="1275970"/>
                  </a:lnTo>
                  <a:lnTo>
                    <a:pt x="1147440" y="1159038"/>
                  </a:lnTo>
                  <a:lnTo>
                    <a:pt x="996976" y="1033325"/>
                  </a:lnTo>
                  <a:lnTo>
                    <a:pt x="846512" y="899243"/>
                  </a:lnTo>
                  <a:lnTo>
                    <a:pt x="696048" y="757170"/>
                  </a:lnTo>
                  <a:lnTo>
                    <a:pt x="545584" y="607383"/>
                  </a:lnTo>
                  <a:lnTo>
                    <a:pt x="395120" y="450034"/>
                  </a:lnTo>
                  <a:lnTo>
                    <a:pt x="244656" y="285162"/>
                  </a:lnTo>
                  <a:lnTo>
                    <a:pt x="94192" y="1127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042839"/>
              <a:ext cx="6145984" cy="2127824"/>
            </a:xfrm>
            <a:custGeom>
              <a:avLst/>
              <a:pathLst>
                <a:path w="6145984" h="2127824">
                  <a:moveTo>
                    <a:pt x="0" y="0"/>
                  </a:moveTo>
                  <a:lnTo>
                    <a:pt x="94192" y="130231"/>
                  </a:lnTo>
                  <a:lnTo>
                    <a:pt x="244656" y="327435"/>
                  </a:lnTo>
                  <a:lnTo>
                    <a:pt x="395120" y="513838"/>
                  </a:lnTo>
                  <a:lnTo>
                    <a:pt x="545584" y="689470"/>
                  </a:lnTo>
                  <a:lnTo>
                    <a:pt x="696048" y="854357"/>
                  </a:lnTo>
                  <a:lnTo>
                    <a:pt x="846512" y="1008529"/>
                  </a:lnTo>
                  <a:lnTo>
                    <a:pt x="996976" y="1152014"/>
                  </a:lnTo>
                  <a:lnTo>
                    <a:pt x="1147440" y="1284840"/>
                  </a:lnTo>
                  <a:lnTo>
                    <a:pt x="1297904" y="1407034"/>
                  </a:lnTo>
                  <a:lnTo>
                    <a:pt x="1448369" y="1518557"/>
                  </a:lnTo>
                  <a:lnTo>
                    <a:pt x="1598833" y="1616798"/>
                  </a:lnTo>
                  <a:lnTo>
                    <a:pt x="1749297" y="1701785"/>
                  </a:lnTo>
                  <a:lnTo>
                    <a:pt x="1899761" y="1775404"/>
                  </a:lnTo>
                  <a:lnTo>
                    <a:pt x="2050225" y="1838565"/>
                  </a:lnTo>
                  <a:lnTo>
                    <a:pt x="2200689" y="1879112"/>
                  </a:lnTo>
                  <a:lnTo>
                    <a:pt x="2351153" y="1905234"/>
                  </a:lnTo>
                  <a:lnTo>
                    <a:pt x="2501617" y="1932945"/>
                  </a:lnTo>
                  <a:lnTo>
                    <a:pt x="2652081" y="1957599"/>
                  </a:lnTo>
                  <a:lnTo>
                    <a:pt x="2802545" y="1974278"/>
                  </a:lnTo>
                  <a:lnTo>
                    <a:pt x="2953009" y="1990366"/>
                  </a:lnTo>
                  <a:lnTo>
                    <a:pt x="3103473" y="2009383"/>
                  </a:lnTo>
                  <a:lnTo>
                    <a:pt x="3253937" y="2025884"/>
                  </a:lnTo>
                  <a:lnTo>
                    <a:pt x="3404401" y="2039948"/>
                  </a:lnTo>
                  <a:lnTo>
                    <a:pt x="3554865" y="2051953"/>
                  </a:lnTo>
                  <a:lnTo>
                    <a:pt x="3705329" y="2060637"/>
                  </a:lnTo>
                  <a:lnTo>
                    <a:pt x="3855793" y="2066725"/>
                  </a:lnTo>
                  <a:lnTo>
                    <a:pt x="4006257" y="2072369"/>
                  </a:lnTo>
                  <a:lnTo>
                    <a:pt x="4156721" y="2077662"/>
                  </a:lnTo>
                  <a:lnTo>
                    <a:pt x="4307185" y="2081605"/>
                  </a:lnTo>
                  <a:lnTo>
                    <a:pt x="4457649" y="2085044"/>
                  </a:lnTo>
                  <a:lnTo>
                    <a:pt x="4608114" y="2088816"/>
                  </a:lnTo>
                  <a:lnTo>
                    <a:pt x="4758578" y="2092872"/>
                  </a:lnTo>
                  <a:lnTo>
                    <a:pt x="4909042" y="2096894"/>
                  </a:lnTo>
                  <a:lnTo>
                    <a:pt x="5059506" y="2100873"/>
                  </a:lnTo>
                  <a:lnTo>
                    <a:pt x="5209970" y="2104806"/>
                  </a:lnTo>
                  <a:lnTo>
                    <a:pt x="5360434" y="2108686"/>
                  </a:lnTo>
                  <a:lnTo>
                    <a:pt x="5510898" y="2112505"/>
                  </a:lnTo>
                  <a:lnTo>
                    <a:pt x="5661362" y="2116260"/>
                  </a:lnTo>
                  <a:lnTo>
                    <a:pt x="5811826" y="2119942"/>
                  </a:lnTo>
                  <a:lnTo>
                    <a:pt x="5962290" y="2123546"/>
                  </a:lnTo>
                  <a:lnTo>
                    <a:pt x="6112754" y="2127067"/>
                  </a:lnTo>
                  <a:lnTo>
                    <a:pt x="6145984" y="212782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325553"/>
              <a:ext cx="6145984" cy="3068721"/>
            </a:xfrm>
            <a:custGeom>
              <a:avLst/>
              <a:pathLst>
                <a:path w="6145984" h="3068721">
                  <a:moveTo>
                    <a:pt x="0" y="0"/>
                  </a:moveTo>
                  <a:lnTo>
                    <a:pt x="94192" y="135914"/>
                  </a:lnTo>
                  <a:lnTo>
                    <a:pt x="244656" y="341504"/>
                  </a:lnTo>
                  <a:lnTo>
                    <a:pt x="395120" y="535571"/>
                  </a:lnTo>
                  <a:lnTo>
                    <a:pt x="545584" y="718173"/>
                  </a:lnTo>
                  <a:lnTo>
                    <a:pt x="696048" y="889477"/>
                  </a:lnTo>
                  <a:lnTo>
                    <a:pt x="846512" y="1049801"/>
                  </a:lnTo>
                  <a:lnTo>
                    <a:pt x="996976" y="1199633"/>
                  </a:lnTo>
                  <a:lnTo>
                    <a:pt x="1147440" y="1339601"/>
                  </a:lnTo>
                  <a:lnTo>
                    <a:pt x="1297904" y="1470377"/>
                  </a:lnTo>
                  <a:lnTo>
                    <a:pt x="1448369" y="1592499"/>
                  </a:lnTo>
                  <a:lnTo>
                    <a:pt x="1598833" y="1704787"/>
                  </a:lnTo>
                  <a:lnTo>
                    <a:pt x="1749297" y="1806558"/>
                  </a:lnTo>
                  <a:lnTo>
                    <a:pt x="1899761" y="1898099"/>
                  </a:lnTo>
                  <a:lnTo>
                    <a:pt x="2050225" y="1979696"/>
                  </a:lnTo>
                  <a:lnTo>
                    <a:pt x="2200689" y="2043756"/>
                  </a:lnTo>
                  <a:lnTo>
                    <a:pt x="2351153" y="2094131"/>
                  </a:lnTo>
                  <a:lnTo>
                    <a:pt x="2501617" y="2143635"/>
                  </a:lnTo>
                  <a:lnTo>
                    <a:pt x="2652081" y="2191637"/>
                  </a:lnTo>
                  <a:lnTo>
                    <a:pt x="2802545" y="2230504"/>
                  </a:lnTo>
                  <a:lnTo>
                    <a:pt x="2953009" y="2266263"/>
                  </a:lnTo>
                  <a:lnTo>
                    <a:pt x="3103473" y="2307125"/>
                  </a:lnTo>
                  <a:lnTo>
                    <a:pt x="3253937" y="2345215"/>
                  </a:lnTo>
                  <a:lnTo>
                    <a:pt x="3404401" y="2377976"/>
                  </a:lnTo>
                  <a:lnTo>
                    <a:pt x="3554865" y="2409925"/>
                  </a:lnTo>
                  <a:lnTo>
                    <a:pt x="3705329" y="2442407"/>
                  </a:lnTo>
                  <a:lnTo>
                    <a:pt x="3855793" y="2471152"/>
                  </a:lnTo>
                  <a:lnTo>
                    <a:pt x="4006257" y="2496601"/>
                  </a:lnTo>
                  <a:lnTo>
                    <a:pt x="4156721" y="2519754"/>
                  </a:lnTo>
                  <a:lnTo>
                    <a:pt x="4307185" y="2539043"/>
                  </a:lnTo>
                  <a:lnTo>
                    <a:pt x="4457649" y="2554896"/>
                  </a:lnTo>
                  <a:lnTo>
                    <a:pt x="4608114" y="2568421"/>
                  </a:lnTo>
                  <a:lnTo>
                    <a:pt x="4758578" y="2579664"/>
                  </a:lnTo>
                  <a:lnTo>
                    <a:pt x="4909042" y="2588701"/>
                  </a:lnTo>
                  <a:lnTo>
                    <a:pt x="5059506" y="2595999"/>
                  </a:lnTo>
                  <a:lnTo>
                    <a:pt x="5209970" y="2601827"/>
                  </a:lnTo>
                  <a:lnTo>
                    <a:pt x="5360434" y="2606293"/>
                  </a:lnTo>
                  <a:lnTo>
                    <a:pt x="5510898" y="2609385"/>
                  </a:lnTo>
                  <a:lnTo>
                    <a:pt x="5661362" y="2611006"/>
                  </a:lnTo>
                  <a:lnTo>
                    <a:pt x="5811826" y="2610997"/>
                  </a:lnTo>
                  <a:lnTo>
                    <a:pt x="5962290" y="2609167"/>
                  </a:lnTo>
                  <a:lnTo>
                    <a:pt x="6112754" y="2605307"/>
                  </a:lnTo>
                  <a:lnTo>
                    <a:pt x="6145984" y="2603959"/>
                  </a:lnTo>
                  <a:lnTo>
                    <a:pt x="6145984" y="3068721"/>
                  </a:lnTo>
                  <a:lnTo>
                    <a:pt x="6128173" y="3068721"/>
                  </a:lnTo>
                  <a:lnTo>
                    <a:pt x="6112754" y="3066052"/>
                  </a:lnTo>
                  <a:lnTo>
                    <a:pt x="5962290" y="3040687"/>
                  </a:lnTo>
                  <a:lnTo>
                    <a:pt x="5811826" y="3015800"/>
                  </a:lnTo>
                  <a:lnTo>
                    <a:pt x="5661362" y="2991192"/>
                  </a:lnTo>
                  <a:lnTo>
                    <a:pt x="5510898" y="2966683"/>
                  </a:lnTo>
                  <a:lnTo>
                    <a:pt x="5360434" y="2942124"/>
                  </a:lnTo>
                  <a:lnTo>
                    <a:pt x="5209970" y="2917428"/>
                  </a:lnTo>
                  <a:lnTo>
                    <a:pt x="5059506" y="2892592"/>
                  </a:lnTo>
                  <a:lnTo>
                    <a:pt x="4909042" y="2867735"/>
                  </a:lnTo>
                  <a:lnTo>
                    <a:pt x="4758578" y="2843135"/>
                  </a:lnTo>
                  <a:lnTo>
                    <a:pt x="4608114" y="2819270"/>
                  </a:lnTo>
                  <a:lnTo>
                    <a:pt x="4457649" y="2796226"/>
                  </a:lnTo>
                  <a:lnTo>
                    <a:pt x="4307185" y="2773335"/>
                  </a:lnTo>
                  <a:lnTo>
                    <a:pt x="4156721" y="2750458"/>
                  </a:lnTo>
                  <a:lnTo>
                    <a:pt x="4006257" y="2726770"/>
                  </a:lnTo>
                  <a:lnTo>
                    <a:pt x="3855793" y="2700385"/>
                  </a:lnTo>
                  <a:lnTo>
                    <a:pt x="3705329" y="2672595"/>
                  </a:lnTo>
                  <a:lnTo>
                    <a:pt x="3554865" y="2643624"/>
                  </a:lnTo>
                  <a:lnTo>
                    <a:pt x="3404401" y="2611060"/>
                  </a:lnTo>
                  <a:lnTo>
                    <a:pt x="3253937" y="2577566"/>
                  </a:lnTo>
                  <a:lnTo>
                    <a:pt x="3103473" y="2544069"/>
                  </a:lnTo>
                  <a:lnTo>
                    <a:pt x="2953009" y="2505084"/>
                  </a:lnTo>
                  <a:lnTo>
                    <a:pt x="2802545" y="2463607"/>
                  </a:lnTo>
                  <a:lnTo>
                    <a:pt x="2652081" y="2423021"/>
                  </a:lnTo>
                  <a:lnTo>
                    <a:pt x="2501617" y="2376610"/>
                  </a:lnTo>
                  <a:lnTo>
                    <a:pt x="2351153" y="2323614"/>
                  </a:lnTo>
                  <a:lnTo>
                    <a:pt x="2200689" y="2271517"/>
                  </a:lnTo>
                  <a:lnTo>
                    <a:pt x="2050225" y="2209381"/>
                  </a:lnTo>
                  <a:lnTo>
                    <a:pt x="1899761" y="2128565"/>
                  </a:lnTo>
                  <a:lnTo>
                    <a:pt x="1749297" y="2039530"/>
                  </a:lnTo>
                  <a:lnTo>
                    <a:pt x="1598833" y="1943054"/>
                  </a:lnTo>
                  <a:lnTo>
                    <a:pt x="1448369" y="1838543"/>
                  </a:lnTo>
                  <a:lnTo>
                    <a:pt x="1297904" y="1726738"/>
                  </a:lnTo>
                  <a:lnTo>
                    <a:pt x="1147440" y="1610290"/>
                  </a:lnTo>
                  <a:lnTo>
                    <a:pt x="996976" y="1489684"/>
                  </a:lnTo>
                  <a:lnTo>
                    <a:pt x="846512" y="1365446"/>
                  </a:lnTo>
                  <a:lnTo>
                    <a:pt x="696048" y="1238058"/>
                  </a:lnTo>
                  <a:lnTo>
                    <a:pt x="545584" y="1107860"/>
                  </a:lnTo>
                  <a:lnTo>
                    <a:pt x="395120" y="975025"/>
                  </a:lnTo>
                  <a:lnTo>
                    <a:pt x="244656" y="839573"/>
                  </a:lnTo>
                  <a:lnTo>
                    <a:pt x="94192" y="701416"/>
                  </a:lnTo>
                  <a:lnTo>
                    <a:pt x="0" y="61314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325553"/>
              <a:ext cx="6145984" cy="2611006"/>
            </a:xfrm>
            <a:custGeom>
              <a:avLst/>
              <a:pathLst>
                <a:path w="6145984" h="2611006">
                  <a:moveTo>
                    <a:pt x="0" y="0"/>
                  </a:moveTo>
                  <a:lnTo>
                    <a:pt x="94192" y="135914"/>
                  </a:lnTo>
                  <a:lnTo>
                    <a:pt x="244656" y="341504"/>
                  </a:lnTo>
                  <a:lnTo>
                    <a:pt x="395120" y="535571"/>
                  </a:lnTo>
                  <a:lnTo>
                    <a:pt x="545584" y="718173"/>
                  </a:lnTo>
                  <a:lnTo>
                    <a:pt x="696048" y="889477"/>
                  </a:lnTo>
                  <a:lnTo>
                    <a:pt x="846512" y="1049801"/>
                  </a:lnTo>
                  <a:lnTo>
                    <a:pt x="996976" y="1199633"/>
                  </a:lnTo>
                  <a:lnTo>
                    <a:pt x="1147440" y="1339601"/>
                  </a:lnTo>
                  <a:lnTo>
                    <a:pt x="1297904" y="1470377"/>
                  </a:lnTo>
                  <a:lnTo>
                    <a:pt x="1448369" y="1592499"/>
                  </a:lnTo>
                  <a:lnTo>
                    <a:pt x="1598833" y="1704787"/>
                  </a:lnTo>
                  <a:lnTo>
                    <a:pt x="1749297" y="1806558"/>
                  </a:lnTo>
                  <a:lnTo>
                    <a:pt x="1899761" y="1898099"/>
                  </a:lnTo>
                  <a:lnTo>
                    <a:pt x="2050225" y="1979696"/>
                  </a:lnTo>
                  <a:lnTo>
                    <a:pt x="2200689" y="2043756"/>
                  </a:lnTo>
                  <a:lnTo>
                    <a:pt x="2351153" y="2094131"/>
                  </a:lnTo>
                  <a:lnTo>
                    <a:pt x="2501617" y="2143635"/>
                  </a:lnTo>
                  <a:lnTo>
                    <a:pt x="2652081" y="2191637"/>
                  </a:lnTo>
                  <a:lnTo>
                    <a:pt x="2802545" y="2230504"/>
                  </a:lnTo>
                  <a:lnTo>
                    <a:pt x="2953009" y="2266263"/>
                  </a:lnTo>
                  <a:lnTo>
                    <a:pt x="3103473" y="2307125"/>
                  </a:lnTo>
                  <a:lnTo>
                    <a:pt x="3253937" y="2345215"/>
                  </a:lnTo>
                  <a:lnTo>
                    <a:pt x="3404401" y="2377976"/>
                  </a:lnTo>
                  <a:lnTo>
                    <a:pt x="3554865" y="2409925"/>
                  </a:lnTo>
                  <a:lnTo>
                    <a:pt x="3705329" y="2442407"/>
                  </a:lnTo>
                  <a:lnTo>
                    <a:pt x="3855793" y="2471152"/>
                  </a:lnTo>
                  <a:lnTo>
                    <a:pt x="4006257" y="2496601"/>
                  </a:lnTo>
                  <a:lnTo>
                    <a:pt x="4156721" y="2519754"/>
                  </a:lnTo>
                  <a:lnTo>
                    <a:pt x="4307185" y="2539043"/>
                  </a:lnTo>
                  <a:lnTo>
                    <a:pt x="4457649" y="2554896"/>
                  </a:lnTo>
                  <a:lnTo>
                    <a:pt x="4608114" y="2568421"/>
                  </a:lnTo>
                  <a:lnTo>
                    <a:pt x="4758578" y="2579664"/>
                  </a:lnTo>
                  <a:lnTo>
                    <a:pt x="4909042" y="2588701"/>
                  </a:lnTo>
                  <a:lnTo>
                    <a:pt x="5059506" y="2595999"/>
                  </a:lnTo>
                  <a:lnTo>
                    <a:pt x="5209970" y="2601827"/>
                  </a:lnTo>
                  <a:lnTo>
                    <a:pt x="5360434" y="2606293"/>
                  </a:lnTo>
                  <a:lnTo>
                    <a:pt x="5510898" y="2609385"/>
                  </a:lnTo>
                  <a:lnTo>
                    <a:pt x="5661362" y="2611006"/>
                  </a:lnTo>
                  <a:lnTo>
                    <a:pt x="5811826" y="2610997"/>
                  </a:lnTo>
                  <a:lnTo>
                    <a:pt x="5962290" y="2609167"/>
                  </a:lnTo>
                  <a:lnTo>
                    <a:pt x="6112754" y="2605307"/>
                  </a:lnTo>
                  <a:lnTo>
                    <a:pt x="6145984" y="26039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38694"/>
              <a:ext cx="6128173" cy="2455581"/>
            </a:xfrm>
            <a:custGeom>
              <a:avLst/>
              <a:pathLst>
                <a:path w="6128173" h="2455581">
                  <a:moveTo>
                    <a:pt x="6128173" y="2455581"/>
                  </a:moveTo>
                  <a:lnTo>
                    <a:pt x="6112754" y="2452912"/>
                  </a:lnTo>
                  <a:lnTo>
                    <a:pt x="5962290" y="2427546"/>
                  </a:lnTo>
                  <a:lnTo>
                    <a:pt x="5811826" y="2402659"/>
                  </a:lnTo>
                  <a:lnTo>
                    <a:pt x="5661362" y="2378052"/>
                  </a:lnTo>
                  <a:lnTo>
                    <a:pt x="5510898" y="2353542"/>
                  </a:lnTo>
                  <a:lnTo>
                    <a:pt x="5360434" y="2328983"/>
                  </a:lnTo>
                  <a:lnTo>
                    <a:pt x="5209970" y="2304287"/>
                  </a:lnTo>
                  <a:lnTo>
                    <a:pt x="5059506" y="2279451"/>
                  </a:lnTo>
                  <a:lnTo>
                    <a:pt x="4909042" y="2254594"/>
                  </a:lnTo>
                  <a:lnTo>
                    <a:pt x="4758578" y="2229994"/>
                  </a:lnTo>
                  <a:lnTo>
                    <a:pt x="4608114" y="2206129"/>
                  </a:lnTo>
                  <a:lnTo>
                    <a:pt x="4457649" y="2183085"/>
                  </a:lnTo>
                  <a:lnTo>
                    <a:pt x="4307185" y="2160194"/>
                  </a:lnTo>
                  <a:lnTo>
                    <a:pt x="4156721" y="2137317"/>
                  </a:lnTo>
                  <a:lnTo>
                    <a:pt x="4006257" y="2113629"/>
                  </a:lnTo>
                  <a:lnTo>
                    <a:pt x="3855793" y="2087245"/>
                  </a:lnTo>
                  <a:lnTo>
                    <a:pt x="3705329" y="2059455"/>
                  </a:lnTo>
                  <a:lnTo>
                    <a:pt x="3554865" y="2030483"/>
                  </a:lnTo>
                  <a:lnTo>
                    <a:pt x="3404401" y="1997919"/>
                  </a:lnTo>
                  <a:lnTo>
                    <a:pt x="3253937" y="1964425"/>
                  </a:lnTo>
                  <a:lnTo>
                    <a:pt x="3103473" y="1930928"/>
                  </a:lnTo>
                  <a:lnTo>
                    <a:pt x="2953009" y="1891943"/>
                  </a:lnTo>
                  <a:lnTo>
                    <a:pt x="2802545" y="1850466"/>
                  </a:lnTo>
                  <a:lnTo>
                    <a:pt x="2652081" y="1809880"/>
                  </a:lnTo>
                  <a:lnTo>
                    <a:pt x="2501617" y="1763469"/>
                  </a:lnTo>
                  <a:lnTo>
                    <a:pt x="2351153" y="1710473"/>
                  </a:lnTo>
                  <a:lnTo>
                    <a:pt x="2200689" y="1658377"/>
                  </a:lnTo>
                  <a:lnTo>
                    <a:pt x="2050225" y="1596241"/>
                  </a:lnTo>
                  <a:lnTo>
                    <a:pt x="1899761" y="1515424"/>
                  </a:lnTo>
                  <a:lnTo>
                    <a:pt x="1749297" y="1426390"/>
                  </a:lnTo>
                  <a:lnTo>
                    <a:pt x="1598833" y="1329913"/>
                  </a:lnTo>
                  <a:lnTo>
                    <a:pt x="1448369" y="1225402"/>
                  </a:lnTo>
                  <a:lnTo>
                    <a:pt x="1297904" y="1113598"/>
                  </a:lnTo>
                  <a:lnTo>
                    <a:pt x="1147440" y="997149"/>
                  </a:lnTo>
                  <a:lnTo>
                    <a:pt x="996976" y="876544"/>
                  </a:lnTo>
                  <a:lnTo>
                    <a:pt x="846512" y="752306"/>
                  </a:lnTo>
                  <a:lnTo>
                    <a:pt x="696048" y="624917"/>
                  </a:lnTo>
                  <a:lnTo>
                    <a:pt x="545584" y="494719"/>
                  </a:lnTo>
                  <a:lnTo>
                    <a:pt x="395120" y="361884"/>
                  </a:lnTo>
                  <a:lnTo>
                    <a:pt x="244656" y="226432"/>
                  </a:lnTo>
                  <a:lnTo>
                    <a:pt x="94192" y="882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632124"/>
              <a:ext cx="6145984" cy="2531311"/>
            </a:xfrm>
            <a:custGeom>
              <a:avLst/>
              <a:pathLst>
                <a:path w="6145984" h="2531311">
                  <a:moveTo>
                    <a:pt x="0" y="0"/>
                  </a:moveTo>
                  <a:lnTo>
                    <a:pt x="94192" y="112094"/>
                  </a:lnTo>
                  <a:lnTo>
                    <a:pt x="244656" y="283968"/>
                  </a:lnTo>
                  <a:lnTo>
                    <a:pt x="395120" y="448728"/>
                  </a:lnTo>
                  <a:lnTo>
                    <a:pt x="545584" y="606446"/>
                  </a:lnTo>
                  <a:lnTo>
                    <a:pt x="696048" y="757197"/>
                  </a:lnTo>
                  <a:lnTo>
                    <a:pt x="846512" y="901053"/>
                  </a:lnTo>
                  <a:lnTo>
                    <a:pt x="996976" y="1038088"/>
                  </a:lnTo>
                  <a:lnTo>
                    <a:pt x="1147440" y="1168375"/>
                  </a:lnTo>
                  <a:lnTo>
                    <a:pt x="1297904" y="1291987"/>
                  </a:lnTo>
                  <a:lnTo>
                    <a:pt x="1448369" y="1408950"/>
                  </a:lnTo>
                  <a:lnTo>
                    <a:pt x="1598833" y="1517350"/>
                  </a:lnTo>
                  <a:lnTo>
                    <a:pt x="1749297" y="1616474"/>
                  </a:lnTo>
                  <a:lnTo>
                    <a:pt x="1899761" y="1706761"/>
                  </a:lnTo>
                  <a:lnTo>
                    <a:pt x="2050225" y="1787969"/>
                  </a:lnTo>
                  <a:lnTo>
                    <a:pt x="2200689" y="1851066"/>
                  </a:lnTo>
                  <a:lnTo>
                    <a:pt x="2351153" y="1902302"/>
                  </a:lnTo>
                  <a:lnTo>
                    <a:pt x="2501617" y="1953552"/>
                  </a:lnTo>
                  <a:lnTo>
                    <a:pt x="2652081" y="2000758"/>
                  </a:lnTo>
                  <a:lnTo>
                    <a:pt x="2802545" y="2040485"/>
                  </a:lnTo>
                  <a:lnTo>
                    <a:pt x="2953009" y="2079103"/>
                  </a:lnTo>
                  <a:lnTo>
                    <a:pt x="3103473" y="2119026"/>
                  </a:lnTo>
                  <a:lnTo>
                    <a:pt x="3253937" y="2154820"/>
                  </a:lnTo>
                  <a:lnTo>
                    <a:pt x="3404401" y="2187948"/>
                  </a:lnTo>
                  <a:lnTo>
                    <a:pt x="3554865" y="2220204"/>
                  </a:lnTo>
                  <a:lnTo>
                    <a:pt x="3705329" y="2250931"/>
                  </a:lnTo>
                  <a:lnTo>
                    <a:pt x="3855793" y="2279198"/>
                  </a:lnTo>
                  <a:lnTo>
                    <a:pt x="4006257" y="2305115"/>
                  </a:lnTo>
                  <a:lnTo>
                    <a:pt x="4156721" y="2328536"/>
                  </a:lnTo>
                  <a:lnTo>
                    <a:pt x="4307185" y="2349619"/>
                  </a:lnTo>
                  <a:lnTo>
                    <a:pt x="4457649" y="2368991"/>
                  </a:lnTo>
                  <a:lnTo>
                    <a:pt x="4608114" y="2387275"/>
                  </a:lnTo>
                  <a:lnTo>
                    <a:pt x="4758578" y="2404829"/>
                  </a:lnTo>
                  <a:lnTo>
                    <a:pt x="4909042" y="2421647"/>
                  </a:lnTo>
                  <a:lnTo>
                    <a:pt x="5059506" y="2437725"/>
                  </a:lnTo>
                  <a:lnTo>
                    <a:pt x="5209970" y="2453057"/>
                  </a:lnTo>
                  <a:lnTo>
                    <a:pt x="5360434" y="2467638"/>
                  </a:lnTo>
                  <a:lnTo>
                    <a:pt x="5510898" y="2481464"/>
                  </a:lnTo>
                  <a:lnTo>
                    <a:pt x="5661362" y="2494529"/>
                  </a:lnTo>
                  <a:lnTo>
                    <a:pt x="5811826" y="2506828"/>
                  </a:lnTo>
                  <a:lnTo>
                    <a:pt x="5962290" y="2518356"/>
                  </a:lnTo>
                  <a:lnTo>
                    <a:pt x="6112754" y="2529109"/>
                  </a:lnTo>
                  <a:lnTo>
                    <a:pt x="6145984" y="253131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580884"/>
              <a:ext cx="6145984" cy="2802098"/>
            </a:xfrm>
            <a:custGeom>
              <a:avLst/>
              <a:pathLst>
                <a:path w="6145984" h="2802098">
                  <a:moveTo>
                    <a:pt x="0" y="0"/>
                  </a:moveTo>
                  <a:lnTo>
                    <a:pt x="94192" y="128857"/>
                  </a:lnTo>
                  <a:lnTo>
                    <a:pt x="244656" y="325407"/>
                  </a:lnTo>
                  <a:lnTo>
                    <a:pt x="395120" y="512772"/>
                  </a:lnTo>
                  <a:lnTo>
                    <a:pt x="545584" y="691107"/>
                  </a:lnTo>
                  <a:lnTo>
                    <a:pt x="696048" y="860651"/>
                  </a:lnTo>
                  <a:lnTo>
                    <a:pt x="846512" y="1021766"/>
                  </a:lnTo>
                  <a:lnTo>
                    <a:pt x="996976" y="1174951"/>
                  </a:lnTo>
                  <a:lnTo>
                    <a:pt x="1147440" y="1320816"/>
                  </a:lnTo>
                  <a:lnTo>
                    <a:pt x="1297904" y="1460005"/>
                  </a:lnTo>
                  <a:lnTo>
                    <a:pt x="1448369" y="1593015"/>
                  </a:lnTo>
                  <a:lnTo>
                    <a:pt x="1598833" y="1717047"/>
                  </a:lnTo>
                  <a:lnTo>
                    <a:pt x="1749297" y="1830299"/>
                  </a:lnTo>
                  <a:lnTo>
                    <a:pt x="1899761" y="1932699"/>
                  </a:lnTo>
                  <a:lnTo>
                    <a:pt x="2050225" y="2024250"/>
                  </a:lnTo>
                  <a:lnTo>
                    <a:pt x="2200689" y="2099651"/>
                  </a:lnTo>
                  <a:lnTo>
                    <a:pt x="2351153" y="2161412"/>
                  </a:lnTo>
                  <a:lnTo>
                    <a:pt x="2501617" y="2218640"/>
                  </a:lnTo>
                  <a:lnTo>
                    <a:pt x="2652081" y="2268319"/>
                  </a:lnTo>
                  <a:lnTo>
                    <a:pt x="2802545" y="2305201"/>
                  </a:lnTo>
                  <a:lnTo>
                    <a:pt x="2953009" y="2337099"/>
                  </a:lnTo>
                  <a:lnTo>
                    <a:pt x="3103473" y="2370900"/>
                  </a:lnTo>
                  <a:lnTo>
                    <a:pt x="3253937" y="2397111"/>
                  </a:lnTo>
                  <a:lnTo>
                    <a:pt x="3404401" y="2416849"/>
                  </a:lnTo>
                  <a:lnTo>
                    <a:pt x="3554865" y="2437110"/>
                  </a:lnTo>
                  <a:lnTo>
                    <a:pt x="3705329" y="2457198"/>
                  </a:lnTo>
                  <a:lnTo>
                    <a:pt x="3855793" y="2472267"/>
                  </a:lnTo>
                  <a:lnTo>
                    <a:pt x="4006257" y="2483742"/>
                  </a:lnTo>
                  <a:lnTo>
                    <a:pt x="4156721" y="2492457"/>
                  </a:lnTo>
                  <a:lnTo>
                    <a:pt x="4307185" y="2496756"/>
                  </a:lnTo>
                  <a:lnTo>
                    <a:pt x="4457649" y="2497579"/>
                  </a:lnTo>
                  <a:lnTo>
                    <a:pt x="4608114" y="2496415"/>
                  </a:lnTo>
                  <a:lnTo>
                    <a:pt x="4758578" y="2493800"/>
                  </a:lnTo>
                  <a:lnTo>
                    <a:pt x="4909042" y="2489884"/>
                  </a:lnTo>
                  <a:lnTo>
                    <a:pt x="5059506" y="2485033"/>
                  </a:lnTo>
                  <a:lnTo>
                    <a:pt x="5209970" y="2479455"/>
                  </a:lnTo>
                  <a:lnTo>
                    <a:pt x="5360434" y="2473230"/>
                  </a:lnTo>
                  <a:lnTo>
                    <a:pt x="5510898" y="2466341"/>
                  </a:lnTo>
                  <a:lnTo>
                    <a:pt x="5661362" y="2458701"/>
                  </a:lnTo>
                  <a:lnTo>
                    <a:pt x="5811826" y="2450177"/>
                  </a:lnTo>
                  <a:lnTo>
                    <a:pt x="5962290" y="2440608"/>
                  </a:lnTo>
                  <a:lnTo>
                    <a:pt x="6112754" y="2429818"/>
                  </a:lnTo>
                  <a:lnTo>
                    <a:pt x="6145984" y="2427127"/>
                  </a:lnTo>
                  <a:lnTo>
                    <a:pt x="6145984" y="2802098"/>
                  </a:lnTo>
                  <a:lnTo>
                    <a:pt x="6112754" y="2799099"/>
                  </a:lnTo>
                  <a:lnTo>
                    <a:pt x="5962290" y="2786464"/>
                  </a:lnTo>
                  <a:lnTo>
                    <a:pt x="5811826" y="2774620"/>
                  </a:lnTo>
                  <a:lnTo>
                    <a:pt x="5661362" y="2763414"/>
                  </a:lnTo>
                  <a:lnTo>
                    <a:pt x="5510898" y="2752709"/>
                  </a:lnTo>
                  <a:lnTo>
                    <a:pt x="5360434" y="2742393"/>
                  </a:lnTo>
                  <a:lnTo>
                    <a:pt x="5209970" y="2732404"/>
                  </a:lnTo>
                  <a:lnTo>
                    <a:pt x="5059506" y="2722747"/>
                  </a:lnTo>
                  <a:lnTo>
                    <a:pt x="4909042" y="2713525"/>
                  </a:lnTo>
                  <a:lnTo>
                    <a:pt x="4758578" y="2704967"/>
                  </a:lnTo>
                  <a:lnTo>
                    <a:pt x="4608114" y="2697466"/>
                  </a:lnTo>
                  <a:lnTo>
                    <a:pt x="4457649" y="2691001"/>
                  </a:lnTo>
                  <a:lnTo>
                    <a:pt x="4307185" y="2684537"/>
                  </a:lnTo>
                  <a:lnTo>
                    <a:pt x="4156721" y="2677363"/>
                  </a:lnTo>
                  <a:lnTo>
                    <a:pt x="4006257" y="2668219"/>
                  </a:lnTo>
                  <a:lnTo>
                    <a:pt x="3855793" y="2655994"/>
                  </a:lnTo>
                  <a:lnTo>
                    <a:pt x="3705329" y="2641690"/>
                  </a:lnTo>
                  <a:lnTo>
                    <a:pt x="3554865" y="2624416"/>
                  </a:lnTo>
                  <a:lnTo>
                    <a:pt x="3404401" y="2603662"/>
                  </a:lnTo>
                  <a:lnTo>
                    <a:pt x="3253937" y="2583336"/>
                  </a:lnTo>
                  <a:lnTo>
                    <a:pt x="3103473" y="2560807"/>
                  </a:lnTo>
                  <a:lnTo>
                    <a:pt x="2953009" y="2528510"/>
                  </a:lnTo>
                  <a:lnTo>
                    <a:pt x="2802545" y="2492029"/>
                  </a:lnTo>
                  <a:lnTo>
                    <a:pt x="2652081" y="2453770"/>
                  </a:lnTo>
                  <a:lnTo>
                    <a:pt x="2501617" y="2405366"/>
                  </a:lnTo>
                  <a:lnTo>
                    <a:pt x="2351153" y="2345339"/>
                  </a:lnTo>
                  <a:lnTo>
                    <a:pt x="2200689" y="2282199"/>
                  </a:lnTo>
                  <a:lnTo>
                    <a:pt x="2050225" y="2208339"/>
                  </a:lnTo>
                  <a:lnTo>
                    <a:pt x="1899761" y="2117414"/>
                  </a:lnTo>
                  <a:lnTo>
                    <a:pt x="1749297" y="2017022"/>
                  </a:lnTo>
                  <a:lnTo>
                    <a:pt x="1598833" y="1908014"/>
                  </a:lnTo>
                  <a:lnTo>
                    <a:pt x="1448369" y="1790216"/>
                  </a:lnTo>
                  <a:lnTo>
                    <a:pt x="1297904" y="1665475"/>
                  </a:lnTo>
                  <a:lnTo>
                    <a:pt x="1147440" y="1537769"/>
                  </a:lnTo>
                  <a:lnTo>
                    <a:pt x="996976" y="1407423"/>
                  </a:lnTo>
                  <a:lnTo>
                    <a:pt x="846512" y="1274751"/>
                  </a:lnTo>
                  <a:lnTo>
                    <a:pt x="696048" y="1140033"/>
                  </a:lnTo>
                  <a:lnTo>
                    <a:pt x="545584" y="1003435"/>
                  </a:lnTo>
                  <a:lnTo>
                    <a:pt x="395120" y="864988"/>
                  </a:lnTo>
                  <a:lnTo>
                    <a:pt x="244656" y="724601"/>
                  </a:lnTo>
                  <a:lnTo>
                    <a:pt x="94192" y="582098"/>
                  </a:lnTo>
                  <a:lnTo>
                    <a:pt x="0" y="49142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580884"/>
              <a:ext cx="6145984" cy="2497579"/>
            </a:xfrm>
            <a:custGeom>
              <a:avLst/>
              <a:pathLst>
                <a:path w="6145984" h="2497579">
                  <a:moveTo>
                    <a:pt x="0" y="0"/>
                  </a:moveTo>
                  <a:lnTo>
                    <a:pt x="94192" y="128857"/>
                  </a:lnTo>
                  <a:lnTo>
                    <a:pt x="244656" y="325407"/>
                  </a:lnTo>
                  <a:lnTo>
                    <a:pt x="395120" y="512772"/>
                  </a:lnTo>
                  <a:lnTo>
                    <a:pt x="545584" y="691107"/>
                  </a:lnTo>
                  <a:lnTo>
                    <a:pt x="696048" y="860651"/>
                  </a:lnTo>
                  <a:lnTo>
                    <a:pt x="846512" y="1021766"/>
                  </a:lnTo>
                  <a:lnTo>
                    <a:pt x="996976" y="1174951"/>
                  </a:lnTo>
                  <a:lnTo>
                    <a:pt x="1147440" y="1320816"/>
                  </a:lnTo>
                  <a:lnTo>
                    <a:pt x="1297904" y="1460005"/>
                  </a:lnTo>
                  <a:lnTo>
                    <a:pt x="1448369" y="1593015"/>
                  </a:lnTo>
                  <a:lnTo>
                    <a:pt x="1598833" y="1717047"/>
                  </a:lnTo>
                  <a:lnTo>
                    <a:pt x="1749297" y="1830299"/>
                  </a:lnTo>
                  <a:lnTo>
                    <a:pt x="1899761" y="1932699"/>
                  </a:lnTo>
                  <a:lnTo>
                    <a:pt x="2050225" y="2024250"/>
                  </a:lnTo>
                  <a:lnTo>
                    <a:pt x="2200689" y="2099651"/>
                  </a:lnTo>
                  <a:lnTo>
                    <a:pt x="2351153" y="2161412"/>
                  </a:lnTo>
                  <a:lnTo>
                    <a:pt x="2501617" y="2218640"/>
                  </a:lnTo>
                  <a:lnTo>
                    <a:pt x="2652081" y="2268319"/>
                  </a:lnTo>
                  <a:lnTo>
                    <a:pt x="2802545" y="2305201"/>
                  </a:lnTo>
                  <a:lnTo>
                    <a:pt x="2953009" y="2337099"/>
                  </a:lnTo>
                  <a:lnTo>
                    <a:pt x="3103473" y="2370900"/>
                  </a:lnTo>
                  <a:lnTo>
                    <a:pt x="3253937" y="2397111"/>
                  </a:lnTo>
                  <a:lnTo>
                    <a:pt x="3404401" y="2416849"/>
                  </a:lnTo>
                  <a:lnTo>
                    <a:pt x="3554865" y="2437110"/>
                  </a:lnTo>
                  <a:lnTo>
                    <a:pt x="3705329" y="2457198"/>
                  </a:lnTo>
                  <a:lnTo>
                    <a:pt x="3855793" y="2472267"/>
                  </a:lnTo>
                  <a:lnTo>
                    <a:pt x="4006257" y="2483742"/>
                  </a:lnTo>
                  <a:lnTo>
                    <a:pt x="4156721" y="2492457"/>
                  </a:lnTo>
                  <a:lnTo>
                    <a:pt x="4307185" y="2496756"/>
                  </a:lnTo>
                  <a:lnTo>
                    <a:pt x="4457649" y="2497579"/>
                  </a:lnTo>
                  <a:lnTo>
                    <a:pt x="4608114" y="2496415"/>
                  </a:lnTo>
                  <a:lnTo>
                    <a:pt x="4758578" y="2493800"/>
                  </a:lnTo>
                  <a:lnTo>
                    <a:pt x="4909042" y="2489884"/>
                  </a:lnTo>
                  <a:lnTo>
                    <a:pt x="5059506" y="2485033"/>
                  </a:lnTo>
                  <a:lnTo>
                    <a:pt x="5209970" y="2479455"/>
                  </a:lnTo>
                  <a:lnTo>
                    <a:pt x="5360434" y="2473230"/>
                  </a:lnTo>
                  <a:lnTo>
                    <a:pt x="5510898" y="2466341"/>
                  </a:lnTo>
                  <a:lnTo>
                    <a:pt x="5661362" y="2458701"/>
                  </a:lnTo>
                  <a:lnTo>
                    <a:pt x="5811826" y="2450177"/>
                  </a:lnTo>
                  <a:lnTo>
                    <a:pt x="5962290" y="2440608"/>
                  </a:lnTo>
                  <a:lnTo>
                    <a:pt x="6112754" y="2429818"/>
                  </a:lnTo>
                  <a:lnTo>
                    <a:pt x="6145984" y="24271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072307"/>
              <a:ext cx="6145984" cy="2310675"/>
            </a:xfrm>
            <a:custGeom>
              <a:avLst/>
              <a:pathLst>
                <a:path w="6145984" h="2310675">
                  <a:moveTo>
                    <a:pt x="6145984" y="2310675"/>
                  </a:moveTo>
                  <a:lnTo>
                    <a:pt x="6112754" y="2307676"/>
                  </a:lnTo>
                  <a:lnTo>
                    <a:pt x="5962290" y="2295041"/>
                  </a:lnTo>
                  <a:lnTo>
                    <a:pt x="5811826" y="2283197"/>
                  </a:lnTo>
                  <a:lnTo>
                    <a:pt x="5661362" y="2271992"/>
                  </a:lnTo>
                  <a:lnTo>
                    <a:pt x="5510898" y="2261286"/>
                  </a:lnTo>
                  <a:lnTo>
                    <a:pt x="5360434" y="2250971"/>
                  </a:lnTo>
                  <a:lnTo>
                    <a:pt x="5209970" y="2240981"/>
                  </a:lnTo>
                  <a:lnTo>
                    <a:pt x="5059506" y="2231325"/>
                  </a:lnTo>
                  <a:lnTo>
                    <a:pt x="4909042" y="2222102"/>
                  </a:lnTo>
                  <a:lnTo>
                    <a:pt x="4758578" y="2213545"/>
                  </a:lnTo>
                  <a:lnTo>
                    <a:pt x="4608114" y="2206043"/>
                  </a:lnTo>
                  <a:lnTo>
                    <a:pt x="4457649" y="2199579"/>
                  </a:lnTo>
                  <a:lnTo>
                    <a:pt x="4307185" y="2193114"/>
                  </a:lnTo>
                  <a:lnTo>
                    <a:pt x="4156721" y="2185940"/>
                  </a:lnTo>
                  <a:lnTo>
                    <a:pt x="4006257" y="2176796"/>
                  </a:lnTo>
                  <a:lnTo>
                    <a:pt x="3855793" y="2164572"/>
                  </a:lnTo>
                  <a:lnTo>
                    <a:pt x="3705329" y="2150268"/>
                  </a:lnTo>
                  <a:lnTo>
                    <a:pt x="3554865" y="2132993"/>
                  </a:lnTo>
                  <a:lnTo>
                    <a:pt x="3404401" y="2112239"/>
                  </a:lnTo>
                  <a:lnTo>
                    <a:pt x="3253937" y="2091913"/>
                  </a:lnTo>
                  <a:lnTo>
                    <a:pt x="3103473" y="2069384"/>
                  </a:lnTo>
                  <a:lnTo>
                    <a:pt x="2953009" y="2037087"/>
                  </a:lnTo>
                  <a:lnTo>
                    <a:pt x="2802545" y="2000606"/>
                  </a:lnTo>
                  <a:lnTo>
                    <a:pt x="2652081" y="1962348"/>
                  </a:lnTo>
                  <a:lnTo>
                    <a:pt x="2501617" y="1913943"/>
                  </a:lnTo>
                  <a:lnTo>
                    <a:pt x="2351153" y="1853916"/>
                  </a:lnTo>
                  <a:lnTo>
                    <a:pt x="2200689" y="1790776"/>
                  </a:lnTo>
                  <a:lnTo>
                    <a:pt x="2050225" y="1716917"/>
                  </a:lnTo>
                  <a:lnTo>
                    <a:pt x="1899761" y="1625991"/>
                  </a:lnTo>
                  <a:lnTo>
                    <a:pt x="1749297" y="1525600"/>
                  </a:lnTo>
                  <a:lnTo>
                    <a:pt x="1598833" y="1416592"/>
                  </a:lnTo>
                  <a:lnTo>
                    <a:pt x="1448369" y="1298793"/>
                  </a:lnTo>
                  <a:lnTo>
                    <a:pt x="1297904" y="1174052"/>
                  </a:lnTo>
                  <a:lnTo>
                    <a:pt x="1147440" y="1046346"/>
                  </a:lnTo>
                  <a:lnTo>
                    <a:pt x="996976" y="916000"/>
                  </a:lnTo>
                  <a:lnTo>
                    <a:pt x="846512" y="783329"/>
                  </a:lnTo>
                  <a:lnTo>
                    <a:pt x="696048" y="648610"/>
                  </a:lnTo>
                  <a:lnTo>
                    <a:pt x="545584" y="512012"/>
                  </a:lnTo>
                  <a:lnTo>
                    <a:pt x="395120" y="373565"/>
                  </a:lnTo>
                  <a:lnTo>
                    <a:pt x="244656" y="233179"/>
                  </a:lnTo>
                  <a:lnTo>
                    <a:pt x="94192" y="906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826596"/>
              <a:ext cx="6145984" cy="2368901"/>
            </a:xfrm>
            <a:custGeom>
              <a:avLst/>
              <a:pathLst>
                <a:path w="6145984" h="2368901">
                  <a:moveTo>
                    <a:pt x="0" y="0"/>
                  </a:moveTo>
                  <a:lnTo>
                    <a:pt x="94192" y="109766"/>
                  </a:lnTo>
                  <a:lnTo>
                    <a:pt x="244656" y="279293"/>
                  </a:lnTo>
                  <a:lnTo>
                    <a:pt x="395120" y="443169"/>
                  </a:lnTo>
                  <a:lnTo>
                    <a:pt x="545584" y="601560"/>
                  </a:lnTo>
                  <a:lnTo>
                    <a:pt x="696048" y="754631"/>
                  </a:lnTo>
                  <a:lnTo>
                    <a:pt x="846512" y="902547"/>
                  </a:lnTo>
                  <a:lnTo>
                    <a:pt x="996976" y="1045476"/>
                  </a:lnTo>
                  <a:lnTo>
                    <a:pt x="1147440" y="1183581"/>
                  </a:lnTo>
                  <a:lnTo>
                    <a:pt x="1297904" y="1317028"/>
                  </a:lnTo>
                  <a:lnTo>
                    <a:pt x="1448369" y="1445904"/>
                  </a:lnTo>
                  <a:lnTo>
                    <a:pt x="1598833" y="1566819"/>
                  </a:lnTo>
                  <a:lnTo>
                    <a:pt x="1749297" y="1677949"/>
                  </a:lnTo>
                  <a:lnTo>
                    <a:pt x="1899761" y="1779345"/>
                  </a:lnTo>
                  <a:lnTo>
                    <a:pt x="2050225" y="1870584"/>
                  </a:lnTo>
                  <a:lnTo>
                    <a:pt x="2200689" y="1945214"/>
                  </a:lnTo>
                  <a:lnTo>
                    <a:pt x="2351153" y="2007664"/>
                  </a:lnTo>
                  <a:lnTo>
                    <a:pt x="2501617" y="2066292"/>
                  </a:lnTo>
                  <a:lnTo>
                    <a:pt x="2652081" y="2115333"/>
                  </a:lnTo>
                  <a:lnTo>
                    <a:pt x="2802545" y="2152903"/>
                  </a:lnTo>
                  <a:lnTo>
                    <a:pt x="2953009" y="2187093"/>
                  </a:lnTo>
                  <a:lnTo>
                    <a:pt x="3103473" y="2220142"/>
                  </a:lnTo>
                  <a:lnTo>
                    <a:pt x="3253937" y="2244512"/>
                  </a:lnTo>
                  <a:lnTo>
                    <a:pt x="3404401" y="2264544"/>
                  </a:lnTo>
                  <a:lnTo>
                    <a:pt x="3554865" y="2285052"/>
                  </a:lnTo>
                  <a:lnTo>
                    <a:pt x="3705329" y="2303733"/>
                  </a:lnTo>
                  <a:lnTo>
                    <a:pt x="3855793" y="2318420"/>
                  </a:lnTo>
                  <a:lnTo>
                    <a:pt x="4006257" y="2330269"/>
                  </a:lnTo>
                  <a:lnTo>
                    <a:pt x="4156721" y="2339198"/>
                  </a:lnTo>
                  <a:lnTo>
                    <a:pt x="4307185" y="2344935"/>
                  </a:lnTo>
                  <a:lnTo>
                    <a:pt x="4457649" y="2348579"/>
                  </a:lnTo>
                  <a:lnTo>
                    <a:pt x="4608114" y="2351229"/>
                  </a:lnTo>
                  <a:lnTo>
                    <a:pt x="4758578" y="2353673"/>
                  </a:lnTo>
                  <a:lnTo>
                    <a:pt x="4909042" y="2355993"/>
                  </a:lnTo>
                  <a:lnTo>
                    <a:pt x="5059506" y="2358179"/>
                  </a:lnTo>
                  <a:lnTo>
                    <a:pt x="5209970" y="2360218"/>
                  </a:lnTo>
                  <a:lnTo>
                    <a:pt x="5360434" y="2362100"/>
                  </a:lnTo>
                  <a:lnTo>
                    <a:pt x="5510898" y="2363813"/>
                  </a:lnTo>
                  <a:lnTo>
                    <a:pt x="5661362" y="2365346"/>
                  </a:lnTo>
                  <a:lnTo>
                    <a:pt x="5811826" y="2366687"/>
                  </a:lnTo>
                  <a:lnTo>
                    <a:pt x="5962290" y="2367825"/>
                  </a:lnTo>
                  <a:lnTo>
                    <a:pt x="6112754" y="2368747"/>
                  </a:lnTo>
                  <a:lnTo>
                    <a:pt x="6145984" y="236890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505473"/>
              <a:ext cx="6145984" cy="2863911"/>
            </a:xfrm>
            <a:custGeom>
              <a:avLst/>
              <a:pathLst>
                <a:path w="6145984" h="2863911">
                  <a:moveTo>
                    <a:pt x="0" y="0"/>
                  </a:moveTo>
                  <a:lnTo>
                    <a:pt x="94192" y="147629"/>
                  </a:lnTo>
                  <a:lnTo>
                    <a:pt x="244656" y="371430"/>
                  </a:lnTo>
                  <a:lnTo>
                    <a:pt x="395120" y="583238"/>
                  </a:lnTo>
                  <a:lnTo>
                    <a:pt x="545584" y="783135"/>
                  </a:lnTo>
                  <a:lnTo>
                    <a:pt x="696048" y="971282"/>
                  </a:lnTo>
                  <a:lnTo>
                    <a:pt x="846512" y="1147955"/>
                  </a:lnTo>
                  <a:lnTo>
                    <a:pt x="996976" y="1313560"/>
                  </a:lnTo>
                  <a:lnTo>
                    <a:pt x="1147440" y="1468607"/>
                  </a:lnTo>
                  <a:lnTo>
                    <a:pt x="1297904" y="1613641"/>
                  </a:lnTo>
                  <a:lnTo>
                    <a:pt x="1448369" y="1749087"/>
                  </a:lnTo>
                  <a:lnTo>
                    <a:pt x="1598833" y="1873285"/>
                  </a:lnTo>
                  <a:lnTo>
                    <a:pt x="1749297" y="1985336"/>
                  </a:lnTo>
                  <a:lnTo>
                    <a:pt x="1899761" y="2085514"/>
                  </a:lnTo>
                  <a:lnTo>
                    <a:pt x="2050225" y="2173926"/>
                  </a:lnTo>
                  <a:lnTo>
                    <a:pt x="2200689" y="2242608"/>
                  </a:lnTo>
                  <a:lnTo>
                    <a:pt x="2351153" y="2295926"/>
                  </a:lnTo>
                  <a:lnTo>
                    <a:pt x="2501617" y="2346378"/>
                  </a:lnTo>
                  <a:lnTo>
                    <a:pt x="2652081" y="2392481"/>
                  </a:lnTo>
                  <a:lnTo>
                    <a:pt x="2802545" y="2427556"/>
                  </a:lnTo>
                  <a:lnTo>
                    <a:pt x="2953009" y="2457586"/>
                  </a:lnTo>
                  <a:lnTo>
                    <a:pt x="3103473" y="2488082"/>
                  </a:lnTo>
                  <a:lnTo>
                    <a:pt x="3253937" y="2510657"/>
                  </a:lnTo>
                  <a:lnTo>
                    <a:pt x="3404401" y="2526974"/>
                  </a:lnTo>
                  <a:lnTo>
                    <a:pt x="3554865" y="2544206"/>
                  </a:lnTo>
                  <a:lnTo>
                    <a:pt x="3705329" y="2561190"/>
                  </a:lnTo>
                  <a:lnTo>
                    <a:pt x="3855793" y="2573184"/>
                  </a:lnTo>
                  <a:lnTo>
                    <a:pt x="4006257" y="2581978"/>
                  </a:lnTo>
                  <a:lnTo>
                    <a:pt x="4156721" y="2588251"/>
                  </a:lnTo>
                  <a:lnTo>
                    <a:pt x="4307185" y="2590159"/>
                  </a:lnTo>
                  <a:lnTo>
                    <a:pt x="4457649" y="2588874"/>
                  </a:lnTo>
                  <a:lnTo>
                    <a:pt x="4608114" y="2586078"/>
                  </a:lnTo>
                  <a:lnTo>
                    <a:pt x="4758578" y="2582162"/>
                  </a:lnTo>
                  <a:lnTo>
                    <a:pt x="4909042" y="2577101"/>
                  </a:lnTo>
                  <a:lnTo>
                    <a:pt x="5059506" y="2571241"/>
                  </a:lnTo>
                  <a:lnTo>
                    <a:pt x="5209970" y="2564780"/>
                  </a:lnTo>
                  <a:lnTo>
                    <a:pt x="5360434" y="2557789"/>
                  </a:lnTo>
                  <a:lnTo>
                    <a:pt x="5510898" y="2550254"/>
                  </a:lnTo>
                  <a:lnTo>
                    <a:pt x="5661362" y="2542091"/>
                  </a:lnTo>
                  <a:lnTo>
                    <a:pt x="5811826" y="2533175"/>
                  </a:lnTo>
                  <a:lnTo>
                    <a:pt x="5962290" y="2523352"/>
                  </a:lnTo>
                  <a:lnTo>
                    <a:pt x="6112754" y="2512456"/>
                  </a:lnTo>
                  <a:lnTo>
                    <a:pt x="6145984" y="2509776"/>
                  </a:lnTo>
                  <a:lnTo>
                    <a:pt x="6145984" y="2863911"/>
                  </a:lnTo>
                  <a:lnTo>
                    <a:pt x="6112754" y="2861217"/>
                  </a:lnTo>
                  <a:lnTo>
                    <a:pt x="5962290" y="2849990"/>
                  </a:lnTo>
                  <a:lnTo>
                    <a:pt x="5811826" y="2839590"/>
                  </a:lnTo>
                  <a:lnTo>
                    <a:pt x="5661362" y="2829873"/>
                  </a:lnTo>
                  <a:lnTo>
                    <a:pt x="5510898" y="2820710"/>
                  </a:lnTo>
                  <a:lnTo>
                    <a:pt x="5360434" y="2811996"/>
                  </a:lnTo>
                  <a:lnTo>
                    <a:pt x="5209970" y="2803673"/>
                  </a:lnTo>
                  <a:lnTo>
                    <a:pt x="5059506" y="2795747"/>
                  </a:lnTo>
                  <a:lnTo>
                    <a:pt x="4909042" y="2788315"/>
                  </a:lnTo>
                  <a:lnTo>
                    <a:pt x="4758578" y="2781595"/>
                  </a:lnTo>
                  <a:lnTo>
                    <a:pt x="4608114" y="2775958"/>
                  </a:lnTo>
                  <a:lnTo>
                    <a:pt x="4457649" y="2771549"/>
                  </a:lnTo>
                  <a:lnTo>
                    <a:pt x="4307185" y="2767506"/>
                  </a:lnTo>
                  <a:lnTo>
                    <a:pt x="4156721" y="2762882"/>
                  </a:lnTo>
                  <a:lnTo>
                    <a:pt x="4006257" y="2756204"/>
                  </a:lnTo>
                  <a:lnTo>
                    <a:pt x="3855793" y="2746702"/>
                  </a:lnTo>
                  <a:lnTo>
                    <a:pt x="3705329" y="2735430"/>
                  </a:lnTo>
                  <a:lnTo>
                    <a:pt x="3554865" y="2721104"/>
                  </a:lnTo>
                  <a:lnTo>
                    <a:pt x="3404401" y="2703407"/>
                  </a:lnTo>
                  <a:lnTo>
                    <a:pt x="3253937" y="2686535"/>
                  </a:lnTo>
                  <a:lnTo>
                    <a:pt x="3103473" y="2667437"/>
                  </a:lnTo>
                  <a:lnTo>
                    <a:pt x="2953009" y="2638362"/>
                  </a:lnTo>
                  <a:lnTo>
                    <a:pt x="2802545" y="2604002"/>
                  </a:lnTo>
                  <a:lnTo>
                    <a:pt x="2652081" y="2567627"/>
                  </a:lnTo>
                  <a:lnTo>
                    <a:pt x="2501617" y="2522728"/>
                  </a:lnTo>
                  <a:lnTo>
                    <a:pt x="2351153" y="2469633"/>
                  </a:lnTo>
                  <a:lnTo>
                    <a:pt x="2200689" y="2415011"/>
                  </a:lnTo>
                  <a:lnTo>
                    <a:pt x="2050225" y="2347786"/>
                  </a:lnTo>
                  <a:lnTo>
                    <a:pt x="1899761" y="2259965"/>
                  </a:lnTo>
                  <a:lnTo>
                    <a:pt x="1749297" y="2161685"/>
                  </a:lnTo>
                  <a:lnTo>
                    <a:pt x="1598833" y="2053640"/>
                  </a:lnTo>
                  <a:lnTo>
                    <a:pt x="1448369" y="1935330"/>
                  </a:lnTo>
                  <a:lnTo>
                    <a:pt x="1297904" y="1807694"/>
                  </a:lnTo>
                  <a:lnTo>
                    <a:pt x="1147440" y="1673505"/>
                  </a:lnTo>
                  <a:lnTo>
                    <a:pt x="996976" y="1533114"/>
                  </a:lnTo>
                  <a:lnTo>
                    <a:pt x="846512" y="1386883"/>
                  </a:lnTo>
                  <a:lnTo>
                    <a:pt x="696048" y="1235140"/>
                  </a:lnTo>
                  <a:lnTo>
                    <a:pt x="545584" y="1078108"/>
                  </a:lnTo>
                  <a:lnTo>
                    <a:pt x="395120" y="915883"/>
                  </a:lnTo>
                  <a:lnTo>
                    <a:pt x="244656" y="748442"/>
                  </a:lnTo>
                  <a:lnTo>
                    <a:pt x="94192" y="575685"/>
                  </a:lnTo>
                  <a:lnTo>
                    <a:pt x="0" y="46411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505473"/>
              <a:ext cx="6145984" cy="2590159"/>
            </a:xfrm>
            <a:custGeom>
              <a:avLst/>
              <a:pathLst>
                <a:path w="6145984" h="2590159">
                  <a:moveTo>
                    <a:pt x="0" y="0"/>
                  </a:moveTo>
                  <a:lnTo>
                    <a:pt x="94192" y="147629"/>
                  </a:lnTo>
                  <a:lnTo>
                    <a:pt x="244656" y="371430"/>
                  </a:lnTo>
                  <a:lnTo>
                    <a:pt x="395120" y="583238"/>
                  </a:lnTo>
                  <a:lnTo>
                    <a:pt x="545584" y="783135"/>
                  </a:lnTo>
                  <a:lnTo>
                    <a:pt x="696048" y="971282"/>
                  </a:lnTo>
                  <a:lnTo>
                    <a:pt x="846512" y="1147955"/>
                  </a:lnTo>
                  <a:lnTo>
                    <a:pt x="996976" y="1313560"/>
                  </a:lnTo>
                  <a:lnTo>
                    <a:pt x="1147440" y="1468607"/>
                  </a:lnTo>
                  <a:lnTo>
                    <a:pt x="1297904" y="1613641"/>
                  </a:lnTo>
                  <a:lnTo>
                    <a:pt x="1448369" y="1749087"/>
                  </a:lnTo>
                  <a:lnTo>
                    <a:pt x="1598833" y="1873285"/>
                  </a:lnTo>
                  <a:lnTo>
                    <a:pt x="1749297" y="1985336"/>
                  </a:lnTo>
                  <a:lnTo>
                    <a:pt x="1899761" y="2085514"/>
                  </a:lnTo>
                  <a:lnTo>
                    <a:pt x="2050225" y="2173926"/>
                  </a:lnTo>
                  <a:lnTo>
                    <a:pt x="2200689" y="2242608"/>
                  </a:lnTo>
                  <a:lnTo>
                    <a:pt x="2351153" y="2295926"/>
                  </a:lnTo>
                  <a:lnTo>
                    <a:pt x="2501617" y="2346378"/>
                  </a:lnTo>
                  <a:lnTo>
                    <a:pt x="2652081" y="2392481"/>
                  </a:lnTo>
                  <a:lnTo>
                    <a:pt x="2802545" y="2427556"/>
                  </a:lnTo>
                  <a:lnTo>
                    <a:pt x="2953009" y="2457586"/>
                  </a:lnTo>
                  <a:lnTo>
                    <a:pt x="3103473" y="2488082"/>
                  </a:lnTo>
                  <a:lnTo>
                    <a:pt x="3253937" y="2510657"/>
                  </a:lnTo>
                  <a:lnTo>
                    <a:pt x="3404401" y="2526974"/>
                  </a:lnTo>
                  <a:lnTo>
                    <a:pt x="3554865" y="2544206"/>
                  </a:lnTo>
                  <a:lnTo>
                    <a:pt x="3705329" y="2561190"/>
                  </a:lnTo>
                  <a:lnTo>
                    <a:pt x="3855793" y="2573184"/>
                  </a:lnTo>
                  <a:lnTo>
                    <a:pt x="4006257" y="2581978"/>
                  </a:lnTo>
                  <a:lnTo>
                    <a:pt x="4156721" y="2588251"/>
                  </a:lnTo>
                  <a:lnTo>
                    <a:pt x="4307185" y="2590159"/>
                  </a:lnTo>
                  <a:lnTo>
                    <a:pt x="4457649" y="2588874"/>
                  </a:lnTo>
                  <a:lnTo>
                    <a:pt x="4608114" y="2586078"/>
                  </a:lnTo>
                  <a:lnTo>
                    <a:pt x="4758578" y="2582162"/>
                  </a:lnTo>
                  <a:lnTo>
                    <a:pt x="4909042" y="2577101"/>
                  </a:lnTo>
                  <a:lnTo>
                    <a:pt x="5059506" y="2571241"/>
                  </a:lnTo>
                  <a:lnTo>
                    <a:pt x="5209970" y="2564780"/>
                  </a:lnTo>
                  <a:lnTo>
                    <a:pt x="5360434" y="2557789"/>
                  </a:lnTo>
                  <a:lnTo>
                    <a:pt x="5510898" y="2550254"/>
                  </a:lnTo>
                  <a:lnTo>
                    <a:pt x="5661362" y="2542091"/>
                  </a:lnTo>
                  <a:lnTo>
                    <a:pt x="5811826" y="2533175"/>
                  </a:lnTo>
                  <a:lnTo>
                    <a:pt x="5962290" y="2523352"/>
                  </a:lnTo>
                  <a:lnTo>
                    <a:pt x="6112754" y="2512456"/>
                  </a:lnTo>
                  <a:lnTo>
                    <a:pt x="6145984" y="25097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969589"/>
              <a:ext cx="6145984" cy="2399795"/>
            </a:xfrm>
            <a:custGeom>
              <a:avLst/>
              <a:pathLst>
                <a:path w="6145984" h="2399795">
                  <a:moveTo>
                    <a:pt x="6145984" y="2399795"/>
                  </a:moveTo>
                  <a:lnTo>
                    <a:pt x="6112754" y="2397101"/>
                  </a:lnTo>
                  <a:lnTo>
                    <a:pt x="5962290" y="2385874"/>
                  </a:lnTo>
                  <a:lnTo>
                    <a:pt x="5811826" y="2375474"/>
                  </a:lnTo>
                  <a:lnTo>
                    <a:pt x="5661362" y="2365757"/>
                  </a:lnTo>
                  <a:lnTo>
                    <a:pt x="5510898" y="2356594"/>
                  </a:lnTo>
                  <a:lnTo>
                    <a:pt x="5360434" y="2347880"/>
                  </a:lnTo>
                  <a:lnTo>
                    <a:pt x="5209970" y="2339557"/>
                  </a:lnTo>
                  <a:lnTo>
                    <a:pt x="5059506" y="2331631"/>
                  </a:lnTo>
                  <a:lnTo>
                    <a:pt x="4909042" y="2324199"/>
                  </a:lnTo>
                  <a:lnTo>
                    <a:pt x="4758578" y="2317479"/>
                  </a:lnTo>
                  <a:lnTo>
                    <a:pt x="4608114" y="2311842"/>
                  </a:lnTo>
                  <a:lnTo>
                    <a:pt x="4457649" y="2307433"/>
                  </a:lnTo>
                  <a:lnTo>
                    <a:pt x="4307185" y="2303390"/>
                  </a:lnTo>
                  <a:lnTo>
                    <a:pt x="4156721" y="2298766"/>
                  </a:lnTo>
                  <a:lnTo>
                    <a:pt x="4006257" y="2292088"/>
                  </a:lnTo>
                  <a:lnTo>
                    <a:pt x="3855793" y="2282586"/>
                  </a:lnTo>
                  <a:lnTo>
                    <a:pt x="3705329" y="2271314"/>
                  </a:lnTo>
                  <a:lnTo>
                    <a:pt x="3554865" y="2256988"/>
                  </a:lnTo>
                  <a:lnTo>
                    <a:pt x="3404401" y="2239291"/>
                  </a:lnTo>
                  <a:lnTo>
                    <a:pt x="3253937" y="2222419"/>
                  </a:lnTo>
                  <a:lnTo>
                    <a:pt x="3103473" y="2203321"/>
                  </a:lnTo>
                  <a:lnTo>
                    <a:pt x="2953009" y="2174246"/>
                  </a:lnTo>
                  <a:lnTo>
                    <a:pt x="2802545" y="2139886"/>
                  </a:lnTo>
                  <a:lnTo>
                    <a:pt x="2652081" y="2103511"/>
                  </a:lnTo>
                  <a:lnTo>
                    <a:pt x="2501617" y="2058612"/>
                  </a:lnTo>
                  <a:lnTo>
                    <a:pt x="2351153" y="2005517"/>
                  </a:lnTo>
                  <a:lnTo>
                    <a:pt x="2200689" y="1950895"/>
                  </a:lnTo>
                  <a:lnTo>
                    <a:pt x="2050225" y="1883670"/>
                  </a:lnTo>
                  <a:lnTo>
                    <a:pt x="1899761" y="1795849"/>
                  </a:lnTo>
                  <a:lnTo>
                    <a:pt x="1749297" y="1697569"/>
                  </a:lnTo>
                  <a:lnTo>
                    <a:pt x="1598833" y="1589524"/>
                  </a:lnTo>
                  <a:lnTo>
                    <a:pt x="1448369" y="1471214"/>
                  </a:lnTo>
                  <a:lnTo>
                    <a:pt x="1297904" y="1343578"/>
                  </a:lnTo>
                  <a:lnTo>
                    <a:pt x="1147440" y="1209389"/>
                  </a:lnTo>
                  <a:lnTo>
                    <a:pt x="996976" y="1068998"/>
                  </a:lnTo>
                  <a:lnTo>
                    <a:pt x="846512" y="922767"/>
                  </a:lnTo>
                  <a:lnTo>
                    <a:pt x="696048" y="771024"/>
                  </a:lnTo>
                  <a:lnTo>
                    <a:pt x="545584" y="613992"/>
                  </a:lnTo>
                  <a:lnTo>
                    <a:pt x="395120" y="451767"/>
                  </a:lnTo>
                  <a:lnTo>
                    <a:pt x="244656" y="284326"/>
                  </a:lnTo>
                  <a:lnTo>
                    <a:pt x="94192" y="1115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737531"/>
              <a:ext cx="6145984" cy="2454786"/>
            </a:xfrm>
            <a:custGeom>
              <a:avLst/>
              <a:pathLst>
                <a:path w="6145984" h="2454786">
                  <a:moveTo>
                    <a:pt x="0" y="0"/>
                  </a:moveTo>
                  <a:lnTo>
                    <a:pt x="94192" y="129599"/>
                  </a:lnTo>
                  <a:lnTo>
                    <a:pt x="244656" y="327878"/>
                  </a:lnTo>
                  <a:lnTo>
                    <a:pt x="395120" y="517502"/>
                  </a:lnTo>
                  <a:lnTo>
                    <a:pt x="545584" y="698564"/>
                  </a:lnTo>
                  <a:lnTo>
                    <a:pt x="696048" y="871153"/>
                  </a:lnTo>
                  <a:lnTo>
                    <a:pt x="846512" y="1035361"/>
                  </a:lnTo>
                  <a:lnTo>
                    <a:pt x="996976" y="1191279"/>
                  </a:lnTo>
                  <a:lnTo>
                    <a:pt x="1147440" y="1338998"/>
                  </a:lnTo>
                  <a:lnTo>
                    <a:pt x="1297904" y="1478609"/>
                  </a:lnTo>
                  <a:lnTo>
                    <a:pt x="1448369" y="1610150"/>
                  </a:lnTo>
                  <a:lnTo>
                    <a:pt x="1598833" y="1731404"/>
                  </a:lnTo>
                  <a:lnTo>
                    <a:pt x="1749297" y="1841453"/>
                  </a:lnTo>
                  <a:lnTo>
                    <a:pt x="1899761" y="1940682"/>
                  </a:lnTo>
                  <a:lnTo>
                    <a:pt x="2050225" y="2028798"/>
                  </a:lnTo>
                  <a:lnTo>
                    <a:pt x="2200689" y="2096751"/>
                  </a:lnTo>
                  <a:lnTo>
                    <a:pt x="2351153" y="2150721"/>
                  </a:lnTo>
                  <a:lnTo>
                    <a:pt x="2501617" y="2202495"/>
                  </a:lnTo>
                  <a:lnTo>
                    <a:pt x="2652081" y="2247996"/>
                  </a:lnTo>
                  <a:lnTo>
                    <a:pt x="2802545" y="2283721"/>
                  </a:lnTo>
                  <a:lnTo>
                    <a:pt x="2953009" y="2315916"/>
                  </a:lnTo>
                  <a:lnTo>
                    <a:pt x="3103473" y="2345701"/>
                  </a:lnTo>
                  <a:lnTo>
                    <a:pt x="3253937" y="2366538"/>
                  </a:lnTo>
                  <a:lnTo>
                    <a:pt x="3404401" y="2383132"/>
                  </a:lnTo>
                  <a:lnTo>
                    <a:pt x="3554865" y="2400597"/>
                  </a:lnTo>
                  <a:lnTo>
                    <a:pt x="3705329" y="2416252"/>
                  </a:lnTo>
                  <a:lnTo>
                    <a:pt x="3855793" y="2427885"/>
                  </a:lnTo>
                  <a:lnTo>
                    <a:pt x="4006257" y="2437033"/>
                  </a:lnTo>
                  <a:lnTo>
                    <a:pt x="4156721" y="2443508"/>
                  </a:lnTo>
                  <a:lnTo>
                    <a:pt x="4307185" y="2446775"/>
                  </a:lnTo>
                  <a:lnTo>
                    <a:pt x="4457649" y="2448154"/>
                  </a:lnTo>
                  <a:lnTo>
                    <a:pt x="4608114" y="2448960"/>
                  </a:lnTo>
                  <a:lnTo>
                    <a:pt x="4758578" y="2449821"/>
                  </a:lnTo>
                  <a:lnTo>
                    <a:pt x="4909042" y="2450650"/>
                  </a:lnTo>
                  <a:lnTo>
                    <a:pt x="5059506" y="2451436"/>
                  </a:lnTo>
                  <a:lnTo>
                    <a:pt x="5209970" y="2452168"/>
                  </a:lnTo>
                  <a:lnTo>
                    <a:pt x="5360434" y="2452835"/>
                  </a:lnTo>
                  <a:lnTo>
                    <a:pt x="5510898" y="2453424"/>
                  </a:lnTo>
                  <a:lnTo>
                    <a:pt x="5661362" y="2453924"/>
                  </a:lnTo>
                  <a:lnTo>
                    <a:pt x="5811826" y="2454325"/>
                  </a:lnTo>
                  <a:lnTo>
                    <a:pt x="5962290" y="2454613"/>
                  </a:lnTo>
                  <a:lnTo>
                    <a:pt x="6112754" y="2454779"/>
                  </a:lnTo>
                  <a:lnTo>
                    <a:pt x="6145984" y="245478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969413"/>
              <a:ext cx="6145984" cy="2384950"/>
            </a:xfrm>
            <a:custGeom>
              <a:avLst/>
              <a:pathLst>
                <a:path w="6145984" h="2384950">
                  <a:moveTo>
                    <a:pt x="0" y="0"/>
                  </a:moveTo>
                  <a:lnTo>
                    <a:pt x="94192" y="128871"/>
                  </a:lnTo>
                  <a:lnTo>
                    <a:pt x="244656" y="323393"/>
                  </a:lnTo>
                  <a:lnTo>
                    <a:pt x="395120" y="506601"/>
                  </a:lnTo>
                  <a:lnTo>
                    <a:pt x="545584" y="678563"/>
                  </a:lnTo>
                  <a:lnTo>
                    <a:pt x="696048" y="839424"/>
                  </a:lnTo>
                  <a:lnTo>
                    <a:pt x="846512" y="989439"/>
                  </a:lnTo>
                  <a:lnTo>
                    <a:pt x="996976" y="1128982"/>
                  </a:lnTo>
                  <a:lnTo>
                    <a:pt x="1147440" y="1258528"/>
                  </a:lnTo>
                  <a:lnTo>
                    <a:pt x="1297904" y="1378585"/>
                  </a:lnTo>
                  <a:lnTo>
                    <a:pt x="1448369" y="1489538"/>
                  </a:lnTo>
                  <a:lnTo>
                    <a:pt x="1598833" y="1589603"/>
                  </a:lnTo>
                  <a:lnTo>
                    <a:pt x="1749297" y="1678103"/>
                  </a:lnTo>
                  <a:lnTo>
                    <a:pt x="1899761" y="1755669"/>
                  </a:lnTo>
                  <a:lnTo>
                    <a:pt x="2050225" y="1822503"/>
                  </a:lnTo>
                  <a:lnTo>
                    <a:pt x="2200689" y="1867556"/>
                  </a:lnTo>
                  <a:lnTo>
                    <a:pt x="2351153" y="1897246"/>
                  </a:lnTo>
                  <a:lnTo>
                    <a:pt x="2501617" y="1927905"/>
                  </a:lnTo>
                  <a:lnTo>
                    <a:pt x="2652081" y="1959269"/>
                  </a:lnTo>
                  <a:lnTo>
                    <a:pt x="2802545" y="1983046"/>
                  </a:lnTo>
                  <a:lnTo>
                    <a:pt x="2953009" y="2003720"/>
                  </a:lnTo>
                  <a:lnTo>
                    <a:pt x="3103473" y="2026902"/>
                  </a:lnTo>
                  <a:lnTo>
                    <a:pt x="3253937" y="2046537"/>
                  </a:lnTo>
                  <a:lnTo>
                    <a:pt x="3404401" y="2061751"/>
                  </a:lnTo>
                  <a:lnTo>
                    <a:pt x="3554865" y="2076757"/>
                  </a:lnTo>
                  <a:lnTo>
                    <a:pt x="3705329" y="2092285"/>
                  </a:lnTo>
                  <a:lnTo>
                    <a:pt x="3855793" y="2104473"/>
                  </a:lnTo>
                  <a:lnTo>
                    <a:pt x="4006257" y="2113193"/>
                  </a:lnTo>
                  <a:lnTo>
                    <a:pt x="4156721" y="2119071"/>
                  </a:lnTo>
                  <a:lnTo>
                    <a:pt x="4307185" y="2121474"/>
                  </a:lnTo>
                  <a:lnTo>
                    <a:pt x="4457649" y="2121076"/>
                  </a:lnTo>
                  <a:lnTo>
                    <a:pt x="4608114" y="2119036"/>
                  </a:lnTo>
                  <a:lnTo>
                    <a:pt x="4758578" y="2115759"/>
                  </a:lnTo>
                  <a:lnTo>
                    <a:pt x="4909042" y="2111389"/>
                  </a:lnTo>
                  <a:lnTo>
                    <a:pt x="5059506" y="2106254"/>
                  </a:lnTo>
                  <a:lnTo>
                    <a:pt x="5209970" y="2100540"/>
                  </a:lnTo>
                  <a:lnTo>
                    <a:pt x="5360434" y="2094320"/>
                  </a:lnTo>
                  <a:lnTo>
                    <a:pt x="5510898" y="2087580"/>
                  </a:lnTo>
                  <a:lnTo>
                    <a:pt x="5661362" y="2080245"/>
                  </a:lnTo>
                  <a:lnTo>
                    <a:pt x="5811826" y="2072196"/>
                  </a:lnTo>
                  <a:lnTo>
                    <a:pt x="5962290" y="2063292"/>
                  </a:lnTo>
                  <a:lnTo>
                    <a:pt x="6112754" y="2053379"/>
                  </a:lnTo>
                  <a:lnTo>
                    <a:pt x="6145984" y="2050932"/>
                  </a:lnTo>
                  <a:lnTo>
                    <a:pt x="6145984" y="2384950"/>
                  </a:lnTo>
                  <a:lnTo>
                    <a:pt x="6112754" y="2382329"/>
                  </a:lnTo>
                  <a:lnTo>
                    <a:pt x="5962290" y="2371376"/>
                  </a:lnTo>
                  <a:lnTo>
                    <a:pt x="5811826" y="2361205"/>
                  </a:lnTo>
                  <a:lnTo>
                    <a:pt x="5661362" y="2351679"/>
                  </a:lnTo>
                  <a:lnTo>
                    <a:pt x="5510898" y="2342673"/>
                  </a:lnTo>
                  <a:lnTo>
                    <a:pt x="5360434" y="2334087"/>
                  </a:lnTo>
                  <a:lnTo>
                    <a:pt x="5209970" y="2325863"/>
                  </a:lnTo>
                  <a:lnTo>
                    <a:pt x="5059506" y="2318006"/>
                  </a:lnTo>
                  <a:lnTo>
                    <a:pt x="4909042" y="2310605"/>
                  </a:lnTo>
                  <a:lnTo>
                    <a:pt x="4758578" y="2303864"/>
                  </a:lnTo>
                  <a:lnTo>
                    <a:pt x="4608114" y="2298129"/>
                  </a:lnTo>
                  <a:lnTo>
                    <a:pt x="4457649" y="2293373"/>
                  </a:lnTo>
                  <a:lnTo>
                    <a:pt x="4307185" y="2288747"/>
                  </a:lnTo>
                  <a:lnTo>
                    <a:pt x="4156721" y="2283783"/>
                  </a:lnTo>
                  <a:lnTo>
                    <a:pt x="4006257" y="2277522"/>
                  </a:lnTo>
                  <a:lnTo>
                    <a:pt x="3855793" y="2268135"/>
                  </a:lnTo>
                  <a:lnTo>
                    <a:pt x="3705329" y="2256628"/>
                  </a:lnTo>
                  <a:lnTo>
                    <a:pt x="3554865" y="2243606"/>
                  </a:lnTo>
                  <a:lnTo>
                    <a:pt x="3404401" y="2228161"/>
                  </a:lnTo>
                  <a:lnTo>
                    <a:pt x="3253937" y="2212424"/>
                  </a:lnTo>
                  <a:lnTo>
                    <a:pt x="3103473" y="2196068"/>
                  </a:lnTo>
                  <a:lnTo>
                    <a:pt x="2953009" y="2174226"/>
                  </a:lnTo>
                  <a:lnTo>
                    <a:pt x="2802545" y="2149469"/>
                  </a:lnTo>
                  <a:lnTo>
                    <a:pt x="2652081" y="2124466"/>
                  </a:lnTo>
                  <a:lnTo>
                    <a:pt x="2501617" y="2094237"/>
                  </a:lnTo>
                  <a:lnTo>
                    <a:pt x="2351153" y="2061085"/>
                  </a:lnTo>
                  <a:lnTo>
                    <a:pt x="2200689" y="2030166"/>
                  </a:lnTo>
                  <a:lnTo>
                    <a:pt x="2050225" y="1986487"/>
                  </a:lnTo>
                  <a:lnTo>
                    <a:pt x="1899761" y="1920210"/>
                  </a:lnTo>
                  <a:lnTo>
                    <a:pt x="1749297" y="1844434"/>
                  </a:lnTo>
                  <a:lnTo>
                    <a:pt x="1598833" y="1759714"/>
                  </a:lnTo>
                  <a:lnTo>
                    <a:pt x="1448369" y="1665202"/>
                  </a:lnTo>
                  <a:lnTo>
                    <a:pt x="1297904" y="1561614"/>
                  </a:lnTo>
                  <a:lnTo>
                    <a:pt x="1147440" y="1451787"/>
                  </a:lnTo>
                  <a:lnTo>
                    <a:pt x="996976" y="1336064"/>
                  </a:lnTo>
                  <a:lnTo>
                    <a:pt x="846512" y="1214794"/>
                  </a:lnTo>
                  <a:lnTo>
                    <a:pt x="696048" y="1088293"/>
                  </a:lnTo>
                  <a:lnTo>
                    <a:pt x="545584" y="956780"/>
                  </a:lnTo>
                  <a:lnTo>
                    <a:pt x="395120" y="820350"/>
                  </a:lnTo>
                  <a:lnTo>
                    <a:pt x="244656" y="678990"/>
                  </a:lnTo>
                  <a:lnTo>
                    <a:pt x="94192" y="532612"/>
                  </a:lnTo>
                  <a:lnTo>
                    <a:pt x="0" y="4377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969413"/>
              <a:ext cx="6145984" cy="2121474"/>
            </a:xfrm>
            <a:custGeom>
              <a:avLst/>
              <a:pathLst>
                <a:path w="6145984" h="2121474">
                  <a:moveTo>
                    <a:pt x="0" y="0"/>
                  </a:moveTo>
                  <a:lnTo>
                    <a:pt x="94192" y="128871"/>
                  </a:lnTo>
                  <a:lnTo>
                    <a:pt x="244656" y="323393"/>
                  </a:lnTo>
                  <a:lnTo>
                    <a:pt x="395120" y="506601"/>
                  </a:lnTo>
                  <a:lnTo>
                    <a:pt x="545584" y="678563"/>
                  </a:lnTo>
                  <a:lnTo>
                    <a:pt x="696048" y="839424"/>
                  </a:lnTo>
                  <a:lnTo>
                    <a:pt x="846512" y="989439"/>
                  </a:lnTo>
                  <a:lnTo>
                    <a:pt x="996976" y="1128982"/>
                  </a:lnTo>
                  <a:lnTo>
                    <a:pt x="1147440" y="1258528"/>
                  </a:lnTo>
                  <a:lnTo>
                    <a:pt x="1297904" y="1378585"/>
                  </a:lnTo>
                  <a:lnTo>
                    <a:pt x="1448369" y="1489538"/>
                  </a:lnTo>
                  <a:lnTo>
                    <a:pt x="1598833" y="1589603"/>
                  </a:lnTo>
                  <a:lnTo>
                    <a:pt x="1749297" y="1678103"/>
                  </a:lnTo>
                  <a:lnTo>
                    <a:pt x="1899761" y="1755669"/>
                  </a:lnTo>
                  <a:lnTo>
                    <a:pt x="2050225" y="1822503"/>
                  </a:lnTo>
                  <a:lnTo>
                    <a:pt x="2200689" y="1867556"/>
                  </a:lnTo>
                  <a:lnTo>
                    <a:pt x="2351153" y="1897246"/>
                  </a:lnTo>
                  <a:lnTo>
                    <a:pt x="2501617" y="1927905"/>
                  </a:lnTo>
                  <a:lnTo>
                    <a:pt x="2652081" y="1959269"/>
                  </a:lnTo>
                  <a:lnTo>
                    <a:pt x="2802545" y="1983046"/>
                  </a:lnTo>
                  <a:lnTo>
                    <a:pt x="2953009" y="2003720"/>
                  </a:lnTo>
                  <a:lnTo>
                    <a:pt x="3103473" y="2026902"/>
                  </a:lnTo>
                  <a:lnTo>
                    <a:pt x="3253937" y="2046537"/>
                  </a:lnTo>
                  <a:lnTo>
                    <a:pt x="3404401" y="2061751"/>
                  </a:lnTo>
                  <a:lnTo>
                    <a:pt x="3554865" y="2076757"/>
                  </a:lnTo>
                  <a:lnTo>
                    <a:pt x="3705329" y="2092285"/>
                  </a:lnTo>
                  <a:lnTo>
                    <a:pt x="3855793" y="2104473"/>
                  </a:lnTo>
                  <a:lnTo>
                    <a:pt x="4006257" y="2113193"/>
                  </a:lnTo>
                  <a:lnTo>
                    <a:pt x="4156721" y="2119071"/>
                  </a:lnTo>
                  <a:lnTo>
                    <a:pt x="4307185" y="2121474"/>
                  </a:lnTo>
                  <a:lnTo>
                    <a:pt x="4457649" y="2121076"/>
                  </a:lnTo>
                  <a:lnTo>
                    <a:pt x="4608114" y="2119036"/>
                  </a:lnTo>
                  <a:lnTo>
                    <a:pt x="4758578" y="2115759"/>
                  </a:lnTo>
                  <a:lnTo>
                    <a:pt x="4909042" y="2111389"/>
                  </a:lnTo>
                  <a:lnTo>
                    <a:pt x="5059506" y="2106254"/>
                  </a:lnTo>
                  <a:lnTo>
                    <a:pt x="5209970" y="2100540"/>
                  </a:lnTo>
                  <a:lnTo>
                    <a:pt x="5360434" y="2094320"/>
                  </a:lnTo>
                  <a:lnTo>
                    <a:pt x="5510898" y="2087580"/>
                  </a:lnTo>
                  <a:lnTo>
                    <a:pt x="5661362" y="2080245"/>
                  </a:lnTo>
                  <a:lnTo>
                    <a:pt x="5811826" y="2072196"/>
                  </a:lnTo>
                  <a:lnTo>
                    <a:pt x="5962290" y="2063292"/>
                  </a:lnTo>
                  <a:lnTo>
                    <a:pt x="6112754" y="2053379"/>
                  </a:lnTo>
                  <a:lnTo>
                    <a:pt x="6145984" y="2050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407165"/>
              <a:ext cx="6145984" cy="1947199"/>
            </a:xfrm>
            <a:custGeom>
              <a:avLst/>
              <a:pathLst>
                <a:path w="6145984" h="1947199">
                  <a:moveTo>
                    <a:pt x="6145984" y="1947199"/>
                  </a:moveTo>
                  <a:lnTo>
                    <a:pt x="6112754" y="1944577"/>
                  </a:lnTo>
                  <a:lnTo>
                    <a:pt x="5962290" y="1933624"/>
                  </a:lnTo>
                  <a:lnTo>
                    <a:pt x="5811826" y="1923453"/>
                  </a:lnTo>
                  <a:lnTo>
                    <a:pt x="5661362" y="1913927"/>
                  </a:lnTo>
                  <a:lnTo>
                    <a:pt x="5510898" y="1904921"/>
                  </a:lnTo>
                  <a:lnTo>
                    <a:pt x="5360434" y="1896335"/>
                  </a:lnTo>
                  <a:lnTo>
                    <a:pt x="5209970" y="1888112"/>
                  </a:lnTo>
                  <a:lnTo>
                    <a:pt x="5059506" y="1880254"/>
                  </a:lnTo>
                  <a:lnTo>
                    <a:pt x="4909042" y="1872853"/>
                  </a:lnTo>
                  <a:lnTo>
                    <a:pt x="4758578" y="1866112"/>
                  </a:lnTo>
                  <a:lnTo>
                    <a:pt x="4608114" y="1860378"/>
                  </a:lnTo>
                  <a:lnTo>
                    <a:pt x="4457649" y="1855621"/>
                  </a:lnTo>
                  <a:lnTo>
                    <a:pt x="4307185" y="1850995"/>
                  </a:lnTo>
                  <a:lnTo>
                    <a:pt x="4156721" y="1846031"/>
                  </a:lnTo>
                  <a:lnTo>
                    <a:pt x="4006257" y="1839770"/>
                  </a:lnTo>
                  <a:lnTo>
                    <a:pt x="3855793" y="1830383"/>
                  </a:lnTo>
                  <a:lnTo>
                    <a:pt x="3705329" y="1818876"/>
                  </a:lnTo>
                  <a:lnTo>
                    <a:pt x="3554865" y="1805854"/>
                  </a:lnTo>
                  <a:lnTo>
                    <a:pt x="3404401" y="1790409"/>
                  </a:lnTo>
                  <a:lnTo>
                    <a:pt x="3253937" y="1774672"/>
                  </a:lnTo>
                  <a:lnTo>
                    <a:pt x="3103473" y="1758316"/>
                  </a:lnTo>
                  <a:lnTo>
                    <a:pt x="2953009" y="1736474"/>
                  </a:lnTo>
                  <a:lnTo>
                    <a:pt x="2802545" y="1711717"/>
                  </a:lnTo>
                  <a:lnTo>
                    <a:pt x="2652081" y="1686714"/>
                  </a:lnTo>
                  <a:lnTo>
                    <a:pt x="2501617" y="1656485"/>
                  </a:lnTo>
                  <a:lnTo>
                    <a:pt x="2351153" y="1623333"/>
                  </a:lnTo>
                  <a:lnTo>
                    <a:pt x="2200689" y="1592414"/>
                  </a:lnTo>
                  <a:lnTo>
                    <a:pt x="2050225" y="1548735"/>
                  </a:lnTo>
                  <a:lnTo>
                    <a:pt x="1899761" y="1482458"/>
                  </a:lnTo>
                  <a:lnTo>
                    <a:pt x="1749297" y="1406682"/>
                  </a:lnTo>
                  <a:lnTo>
                    <a:pt x="1598833" y="1321962"/>
                  </a:lnTo>
                  <a:lnTo>
                    <a:pt x="1448369" y="1227450"/>
                  </a:lnTo>
                  <a:lnTo>
                    <a:pt x="1297904" y="1123862"/>
                  </a:lnTo>
                  <a:lnTo>
                    <a:pt x="1147440" y="1014035"/>
                  </a:lnTo>
                  <a:lnTo>
                    <a:pt x="996976" y="898312"/>
                  </a:lnTo>
                  <a:lnTo>
                    <a:pt x="846512" y="777042"/>
                  </a:lnTo>
                  <a:lnTo>
                    <a:pt x="696048" y="650541"/>
                  </a:lnTo>
                  <a:lnTo>
                    <a:pt x="545584" y="519028"/>
                  </a:lnTo>
                  <a:lnTo>
                    <a:pt x="395120" y="382598"/>
                  </a:lnTo>
                  <a:lnTo>
                    <a:pt x="244656" y="241238"/>
                  </a:lnTo>
                  <a:lnTo>
                    <a:pt x="94192" y="948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188289"/>
              <a:ext cx="6145984" cy="1999066"/>
            </a:xfrm>
            <a:custGeom>
              <a:avLst/>
              <a:pathLst>
                <a:path w="6145984" h="1999066">
                  <a:moveTo>
                    <a:pt x="0" y="0"/>
                  </a:moveTo>
                  <a:lnTo>
                    <a:pt x="94192" y="111865"/>
                  </a:lnTo>
                  <a:lnTo>
                    <a:pt x="244656" y="282316"/>
                  </a:lnTo>
                  <a:lnTo>
                    <a:pt x="395120" y="444599"/>
                  </a:lnTo>
                  <a:lnTo>
                    <a:pt x="545584" y="598795"/>
                  </a:lnTo>
                  <a:lnTo>
                    <a:pt x="696048" y="744983"/>
                  </a:lnTo>
                  <a:lnTo>
                    <a:pt x="846512" y="883240"/>
                  </a:lnTo>
                  <a:lnTo>
                    <a:pt x="996976" y="1013647"/>
                  </a:lnTo>
                  <a:lnTo>
                    <a:pt x="1147440" y="1136282"/>
                  </a:lnTo>
                  <a:lnTo>
                    <a:pt x="1297904" y="1251224"/>
                  </a:lnTo>
                  <a:lnTo>
                    <a:pt x="1448369" y="1358494"/>
                  </a:lnTo>
                  <a:lnTo>
                    <a:pt x="1598833" y="1455783"/>
                  </a:lnTo>
                  <a:lnTo>
                    <a:pt x="1749297" y="1542392"/>
                  </a:lnTo>
                  <a:lnTo>
                    <a:pt x="1899761" y="1619063"/>
                  </a:lnTo>
                  <a:lnTo>
                    <a:pt x="2050225" y="1685619"/>
                  </a:lnTo>
                  <a:lnTo>
                    <a:pt x="2200689" y="1729985"/>
                  </a:lnTo>
                  <a:lnTo>
                    <a:pt x="2351153" y="1760290"/>
                  </a:lnTo>
                  <a:lnTo>
                    <a:pt x="2501617" y="1792195"/>
                  </a:lnTo>
                  <a:lnTo>
                    <a:pt x="2652081" y="1822991"/>
                  </a:lnTo>
                  <a:lnTo>
                    <a:pt x="2802545" y="1847382"/>
                  </a:lnTo>
                  <a:lnTo>
                    <a:pt x="2953009" y="1870097"/>
                  </a:lnTo>
                  <a:lnTo>
                    <a:pt x="3103473" y="1892609"/>
                  </a:lnTo>
                  <a:lnTo>
                    <a:pt x="3253937" y="1910605"/>
                  </a:lnTo>
                  <a:lnTo>
                    <a:pt x="3404401" y="1926080"/>
                  </a:lnTo>
                  <a:lnTo>
                    <a:pt x="3554865" y="1941305"/>
                  </a:lnTo>
                  <a:lnTo>
                    <a:pt x="3705329" y="1955580"/>
                  </a:lnTo>
                  <a:lnTo>
                    <a:pt x="3855793" y="1967428"/>
                  </a:lnTo>
                  <a:lnTo>
                    <a:pt x="4006257" y="1976481"/>
                  </a:lnTo>
                  <a:lnTo>
                    <a:pt x="4156721" y="1982551"/>
                  </a:lnTo>
                  <a:lnTo>
                    <a:pt x="4307185" y="1986235"/>
                  </a:lnTo>
                  <a:lnTo>
                    <a:pt x="4457649" y="1988348"/>
                  </a:lnTo>
                  <a:lnTo>
                    <a:pt x="4608114" y="1989707"/>
                  </a:lnTo>
                  <a:lnTo>
                    <a:pt x="4758578" y="1990936"/>
                  </a:lnTo>
                  <a:lnTo>
                    <a:pt x="4909042" y="1992121"/>
                  </a:lnTo>
                  <a:lnTo>
                    <a:pt x="5059506" y="1993254"/>
                  </a:lnTo>
                  <a:lnTo>
                    <a:pt x="5209970" y="1994326"/>
                  </a:lnTo>
                  <a:lnTo>
                    <a:pt x="5360434" y="1995328"/>
                  </a:lnTo>
                  <a:lnTo>
                    <a:pt x="5510898" y="1996251"/>
                  </a:lnTo>
                  <a:lnTo>
                    <a:pt x="5661362" y="1997086"/>
                  </a:lnTo>
                  <a:lnTo>
                    <a:pt x="5811826" y="1997825"/>
                  </a:lnTo>
                  <a:lnTo>
                    <a:pt x="5962290" y="1998458"/>
                  </a:lnTo>
                  <a:lnTo>
                    <a:pt x="6112754" y="1998978"/>
                  </a:lnTo>
                  <a:lnTo>
                    <a:pt x="6145984" y="199906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43919"/>
              <a:ext cx="6145984" cy="466119"/>
            </a:xfrm>
            <a:custGeom>
              <a:avLst/>
              <a:pathLst>
                <a:path w="6145984" h="466119">
                  <a:moveTo>
                    <a:pt x="0" y="0"/>
                  </a:moveTo>
                  <a:lnTo>
                    <a:pt x="94192" y="25535"/>
                  </a:lnTo>
                  <a:lnTo>
                    <a:pt x="244656" y="62812"/>
                  </a:lnTo>
                  <a:lnTo>
                    <a:pt x="395120" y="96511"/>
                  </a:lnTo>
                  <a:lnTo>
                    <a:pt x="545584" y="126592"/>
                  </a:lnTo>
                  <a:lnTo>
                    <a:pt x="696048" y="153056"/>
                  </a:lnTo>
                  <a:lnTo>
                    <a:pt x="846512" y="175960"/>
                  </a:lnTo>
                  <a:lnTo>
                    <a:pt x="996976" y="195422"/>
                  </a:lnTo>
                  <a:lnTo>
                    <a:pt x="1147440" y="211617"/>
                  </a:lnTo>
                  <a:lnTo>
                    <a:pt x="1297904" y="224731"/>
                  </a:lnTo>
                  <a:lnTo>
                    <a:pt x="1448369" y="234930"/>
                  </a:lnTo>
                  <a:lnTo>
                    <a:pt x="1598833" y="242881"/>
                  </a:lnTo>
                  <a:lnTo>
                    <a:pt x="1749297" y="249151"/>
                  </a:lnTo>
                  <a:lnTo>
                    <a:pt x="1899761" y="254121"/>
                  </a:lnTo>
                  <a:lnTo>
                    <a:pt x="2050225" y="258248"/>
                  </a:lnTo>
                  <a:lnTo>
                    <a:pt x="2200689" y="259704"/>
                  </a:lnTo>
                  <a:lnTo>
                    <a:pt x="2351153" y="258604"/>
                  </a:lnTo>
                  <a:lnTo>
                    <a:pt x="2501617" y="257689"/>
                  </a:lnTo>
                  <a:lnTo>
                    <a:pt x="2652081" y="254665"/>
                  </a:lnTo>
                  <a:lnTo>
                    <a:pt x="2802545" y="248056"/>
                  </a:lnTo>
                  <a:lnTo>
                    <a:pt x="2953009" y="242812"/>
                  </a:lnTo>
                  <a:lnTo>
                    <a:pt x="3103473" y="243686"/>
                  </a:lnTo>
                  <a:lnTo>
                    <a:pt x="3253937" y="246276"/>
                  </a:lnTo>
                  <a:lnTo>
                    <a:pt x="3404401" y="248878"/>
                  </a:lnTo>
                  <a:lnTo>
                    <a:pt x="3554865" y="252543"/>
                  </a:lnTo>
                  <a:lnTo>
                    <a:pt x="3705329" y="259327"/>
                  </a:lnTo>
                  <a:lnTo>
                    <a:pt x="3855793" y="267079"/>
                  </a:lnTo>
                  <a:lnTo>
                    <a:pt x="4006257" y="273681"/>
                  </a:lnTo>
                  <a:lnTo>
                    <a:pt x="4156721" y="279579"/>
                  </a:lnTo>
                  <a:lnTo>
                    <a:pt x="4307185" y="285441"/>
                  </a:lnTo>
                  <a:lnTo>
                    <a:pt x="4457649" y="290539"/>
                  </a:lnTo>
                  <a:lnTo>
                    <a:pt x="4608114" y="294407"/>
                  </a:lnTo>
                  <a:lnTo>
                    <a:pt x="4758578" y="297082"/>
                  </a:lnTo>
                  <a:lnTo>
                    <a:pt x="4909042" y="298906"/>
                  </a:lnTo>
                  <a:lnTo>
                    <a:pt x="5059506" y="300059"/>
                  </a:lnTo>
                  <a:lnTo>
                    <a:pt x="5209970" y="300647"/>
                  </a:lnTo>
                  <a:lnTo>
                    <a:pt x="5360434" y="300716"/>
                  </a:lnTo>
                  <a:lnTo>
                    <a:pt x="5510898" y="300266"/>
                  </a:lnTo>
                  <a:lnTo>
                    <a:pt x="5661362" y="299266"/>
                  </a:lnTo>
                  <a:lnTo>
                    <a:pt x="5811826" y="297664"/>
                  </a:lnTo>
                  <a:lnTo>
                    <a:pt x="5962290" y="295392"/>
                  </a:lnTo>
                  <a:lnTo>
                    <a:pt x="6112754" y="292378"/>
                  </a:lnTo>
                  <a:lnTo>
                    <a:pt x="6145984" y="291533"/>
                  </a:lnTo>
                  <a:lnTo>
                    <a:pt x="6145984" y="466119"/>
                  </a:lnTo>
                  <a:lnTo>
                    <a:pt x="6112754" y="464315"/>
                  </a:lnTo>
                  <a:lnTo>
                    <a:pt x="5962290" y="456422"/>
                  </a:lnTo>
                  <a:lnTo>
                    <a:pt x="5811826" y="448724"/>
                  </a:lnTo>
                  <a:lnTo>
                    <a:pt x="5661362" y="441141"/>
                  </a:lnTo>
                  <a:lnTo>
                    <a:pt x="5510898" y="433599"/>
                  </a:lnTo>
                  <a:lnTo>
                    <a:pt x="5360434" y="426038"/>
                  </a:lnTo>
                  <a:lnTo>
                    <a:pt x="5209970" y="418420"/>
                  </a:lnTo>
                  <a:lnTo>
                    <a:pt x="5059506" y="410739"/>
                  </a:lnTo>
                  <a:lnTo>
                    <a:pt x="4909042" y="403033"/>
                  </a:lnTo>
                  <a:lnTo>
                    <a:pt x="4758578" y="395401"/>
                  </a:lnTo>
                  <a:lnTo>
                    <a:pt x="4608114" y="388016"/>
                  </a:lnTo>
                  <a:lnTo>
                    <a:pt x="4457649" y="380596"/>
                  </a:lnTo>
                  <a:lnTo>
                    <a:pt x="4307185" y="372872"/>
                  </a:lnTo>
                  <a:lnTo>
                    <a:pt x="4156721" y="365671"/>
                  </a:lnTo>
                  <a:lnTo>
                    <a:pt x="4006257" y="359573"/>
                  </a:lnTo>
                  <a:lnTo>
                    <a:pt x="3855793" y="352622"/>
                  </a:lnTo>
                  <a:lnTo>
                    <a:pt x="3705329" y="345226"/>
                  </a:lnTo>
                  <a:lnTo>
                    <a:pt x="3554865" y="339752"/>
                  </a:lnTo>
                  <a:lnTo>
                    <a:pt x="3404401" y="335858"/>
                  </a:lnTo>
                  <a:lnTo>
                    <a:pt x="3253937" y="332982"/>
                  </a:lnTo>
                  <a:lnTo>
                    <a:pt x="3103473" y="332106"/>
                  </a:lnTo>
                  <a:lnTo>
                    <a:pt x="2953009" y="331933"/>
                  </a:lnTo>
                  <a:lnTo>
                    <a:pt x="2802545" y="335043"/>
                  </a:lnTo>
                  <a:lnTo>
                    <a:pt x="2652081" y="341011"/>
                  </a:lnTo>
                  <a:lnTo>
                    <a:pt x="2501617" y="344628"/>
                  </a:lnTo>
                  <a:lnTo>
                    <a:pt x="2351153" y="344241"/>
                  </a:lnTo>
                  <a:lnTo>
                    <a:pt x="2200689" y="344698"/>
                  </a:lnTo>
                  <a:lnTo>
                    <a:pt x="2050225" y="343960"/>
                  </a:lnTo>
                  <a:lnTo>
                    <a:pt x="1899761" y="340124"/>
                  </a:lnTo>
                  <a:lnTo>
                    <a:pt x="1749297" y="336089"/>
                  </a:lnTo>
                  <a:lnTo>
                    <a:pt x="1598833" y="331795"/>
                  </a:lnTo>
                  <a:lnTo>
                    <a:pt x="1448369" y="326747"/>
                  </a:lnTo>
                  <a:lnTo>
                    <a:pt x="1297904" y="320398"/>
                  </a:lnTo>
                  <a:lnTo>
                    <a:pt x="1147440" y="312630"/>
                  </a:lnTo>
                  <a:lnTo>
                    <a:pt x="996976" y="303661"/>
                  </a:lnTo>
                  <a:lnTo>
                    <a:pt x="846512" y="293749"/>
                  </a:lnTo>
                  <a:lnTo>
                    <a:pt x="696048" y="283136"/>
                  </a:lnTo>
                  <a:lnTo>
                    <a:pt x="545584" y="272012"/>
                  </a:lnTo>
                  <a:lnTo>
                    <a:pt x="395120" y="260502"/>
                  </a:lnTo>
                  <a:lnTo>
                    <a:pt x="244656" y="248676"/>
                  </a:lnTo>
                  <a:lnTo>
                    <a:pt x="94192" y="236564"/>
                  </a:lnTo>
                  <a:lnTo>
                    <a:pt x="0" y="2288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43919"/>
              <a:ext cx="6145984" cy="300716"/>
            </a:xfrm>
            <a:custGeom>
              <a:avLst/>
              <a:pathLst>
                <a:path w="6145984" h="300716">
                  <a:moveTo>
                    <a:pt x="0" y="0"/>
                  </a:moveTo>
                  <a:lnTo>
                    <a:pt x="94192" y="25535"/>
                  </a:lnTo>
                  <a:lnTo>
                    <a:pt x="244656" y="62812"/>
                  </a:lnTo>
                  <a:lnTo>
                    <a:pt x="395120" y="96511"/>
                  </a:lnTo>
                  <a:lnTo>
                    <a:pt x="545584" y="126592"/>
                  </a:lnTo>
                  <a:lnTo>
                    <a:pt x="696048" y="153056"/>
                  </a:lnTo>
                  <a:lnTo>
                    <a:pt x="846512" y="175960"/>
                  </a:lnTo>
                  <a:lnTo>
                    <a:pt x="996976" y="195422"/>
                  </a:lnTo>
                  <a:lnTo>
                    <a:pt x="1147440" y="211617"/>
                  </a:lnTo>
                  <a:lnTo>
                    <a:pt x="1297904" y="224731"/>
                  </a:lnTo>
                  <a:lnTo>
                    <a:pt x="1448369" y="234930"/>
                  </a:lnTo>
                  <a:lnTo>
                    <a:pt x="1598833" y="242881"/>
                  </a:lnTo>
                  <a:lnTo>
                    <a:pt x="1749297" y="249151"/>
                  </a:lnTo>
                  <a:lnTo>
                    <a:pt x="1899761" y="254121"/>
                  </a:lnTo>
                  <a:lnTo>
                    <a:pt x="2050225" y="258248"/>
                  </a:lnTo>
                  <a:lnTo>
                    <a:pt x="2200689" y="259704"/>
                  </a:lnTo>
                  <a:lnTo>
                    <a:pt x="2351153" y="258604"/>
                  </a:lnTo>
                  <a:lnTo>
                    <a:pt x="2501617" y="257689"/>
                  </a:lnTo>
                  <a:lnTo>
                    <a:pt x="2652081" y="254665"/>
                  </a:lnTo>
                  <a:lnTo>
                    <a:pt x="2802545" y="248056"/>
                  </a:lnTo>
                  <a:lnTo>
                    <a:pt x="2953009" y="242812"/>
                  </a:lnTo>
                  <a:lnTo>
                    <a:pt x="3103473" y="243686"/>
                  </a:lnTo>
                  <a:lnTo>
                    <a:pt x="3253937" y="246276"/>
                  </a:lnTo>
                  <a:lnTo>
                    <a:pt x="3404401" y="248878"/>
                  </a:lnTo>
                  <a:lnTo>
                    <a:pt x="3554865" y="252543"/>
                  </a:lnTo>
                  <a:lnTo>
                    <a:pt x="3705329" y="259327"/>
                  </a:lnTo>
                  <a:lnTo>
                    <a:pt x="3855793" y="267079"/>
                  </a:lnTo>
                  <a:lnTo>
                    <a:pt x="4006257" y="273681"/>
                  </a:lnTo>
                  <a:lnTo>
                    <a:pt x="4156721" y="279579"/>
                  </a:lnTo>
                  <a:lnTo>
                    <a:pt x="4307185" y="285441"/>
                  </a:lnTo>
                  <a:lnTo>
                    <a:pt x="4457649" y="290539"/>
                  </a:lnTo>
                  <a:lnTo>
                    <a:pt x="4608114" y="294407"/>
                  </a:lnTo>
                  <a:lnTo>
                    <a:pt x="4758578" y="297082"/>
                  </a:lnTo>
                  <a:lnTo>
                    <a:pt x="4909042" y="298906"/>
                  </a:lnTo>
                  <a:lnTo>
                    <a:pt x="5059506" y="300059"/>
                  </a:lnTo>
                  <a:lnTo>
                    <a:pt x="5209970" y="300647"/>
                  </a:lnTo>
                  <a:lnTo>
                    <a:pt x="5360434" y="300716"/>
                  </a:lnTo>
                  <a:lnTo>
                    <a:pt x="5510898" y="300266"/>
                  </a:lnTo>
                  <a:lnTo>
                    <a:pt x="5661362" y="299266"/>
                  </a:lnTo>
                  <a:lnTo>
                    <a:pt x="5811826" y="297664"/>
                  </a:lnTo>
                  <a:lnTo>
                    <a:pt x="5962290" y="295392"/>
                  </a:lnTo>
                  <a:lnTo>
                    <a:pt x="6112754" y="292378"/>
                  </a:lnTo>
                  <a:lnTo>
                    <a:pt x="6145984" y="2915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72725"/>
              <a:ext cx="6145984" cy="237313"/>
            </a:xfrm>
            <a:custGeom>
              <a:avLst/>
              <a:pathLst>
                <a:path w="6145984" h="237313">
                  <a:moveTo>
                    <a:pt x="6145984" y="237313"/>
                  </a:moveTo>
                  <a:lnTo>
                    <a:pt x="6112754" y="235509"/>
                  </a:lnTo>
                  <a:lnTo>
                    <a:pt x="5962290" y="227616"/>
                  </a:lnTo>
                  <a:lnTo>
                    <a:pt x="5811826" y="219918"/>
                  </a:lnTo>
                  <a:lnTo>
                    <a:pt x="5661362" y="212335"/>
                  </a:lnTo>
                  <a:lnTo>
                    <a:pt x="5510898" y="204793"/>
                  </a:lnTo>
                  <a:lnTo>
                    <a:pt x="5360434" y="197232"/>
                  </a:lnTo>
                  <a:lnTo>
                    <a:pt x="5209970" y="189614"/>
                  </a:lnTo>
                  <a:lnTo>
                    <a:pt x="5059506" y="181933"/>
                  </a:lnTo>
                  <a:lnTo>
                    <a:pt x="4909042" y="174227"/>
                  </a:lnTo>
                  <a:lnTo>
                    <a:pt x="4758578" y="166595"/>
                  </a:lnTo>
                  <a:lnTo>
                    <a:pt x="4608114" y="159210"/>
                  </a:lnTo>
                  <a:lnTo>
                    <a:pt x="4457649" y="151790"/>
                  </a:lnTo>
                  <a:lnTo>
                    <a:pt x="4307185" y="144066"/>
                  </a:lnTo>
                  <a:lnTo>
                    <a:pt x="4156721" y="136865"/>
                  </a:lnTo>
                  <a:lnTo>
                    <a:pt x="4006257" y="130768"/>
                  </a:lnTo>
                  <a:lnTo>
                    <a:pt x="3855793" y="123816"/>
                  </a:lnTo>
                  <a:lnTo>
                    <a:pt x="3705329" y="116420"/>
                  </a:lnTo>
                  <a:lnTo>
                    <a:pt x="3554865" y="110946"/>
                  </a:lnTo>
                  <a:lnTo>
                    <a:pt x="3404401" y="107052"/>
                  </a:lnTo>
                  <a:lnTo>
                    <a:pt x="3253937" y="104176"/>
                  </a:lnTo>
                  <a:lnTo>
                    <a:pt x="3103473" y="103301"/>
                  </a:lnTo>
                  <a:lnTo>
                    <a:pt x="2953009" y="103127"/>
                  </a:lnTo>
                  <a:lnTo>
                    <a:pt x="2802545" y="106237"/>
                  </a:lnTo>
                  <a:lnTo>
                    <a:pt x="2652081" y="112205"/>
                  </a:lnTo>
                  <a:lnTo>
                    <a:pt x="2501617" y="115822"/>
                  </a:lnTo>
                  <a:lnTo>
                    <a:pt x="2351153" y="115435"/>
                  </a:lnTo>
                  <a:lnTo>
                    <a:pt x="2200689" y="115892"/>
                  </a:lnTo>
                  <a:lnTo>
                    <a:pt x="2050225" y="115154"/>
                  </a:lnTo>
                  <a:lnTo>
                    <a:pt x="1899761" y="111318"/>
                  </a:lnTo>
                  <a:lnTo>
                    <a:pt x="1749297" y="107283"/>
                  </a:lnTo>
                  <a:lnTo>
                    <a:pt x="1598833" y="102989"/>
                  </a:lnTo>
                  <a:lnTo>
                    <a:pt x="1448369" y="97941"/>
                  </a:lnTo>
                  <a:lnTo>
                    <a:pt x="1297904" y="91592"/>
                  </a:lnTo>
                  <a:lnTo>
                    <a:pt x="1147440" y="83824"/>
                  </a:lnTo>
                  <a:lnTo>
                    <a:pt x="996976" y="74855"/>
                  </a:lnTo>
                  <a:lnTo>
                    <a:pt x="846512" y="64943"/>
                  </a:lnTo>
                  <a:lnTo>
                    <a:pt x="696048" y="54330"/>
                  </a:lnTo>
                  <a:lnTo>
                    <a:pt x="545584" y="43206"/>
                  </a:lnTo>
                  <a:lnTo>
                    <a:pt x="395120" y="31696"/>
                  </a:lnTo>
                  <a:lnTo>
                    <a:pt x="244656" y="19870"/>
                  </a:lnTo>
                  <a:lnTo>
                    <a:pt x="94192" y="77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58322"/>
              <a:ext cx="6145984" cy="264423"/>
            </a:xfrm>
            <a:custGeom>
              <a:avLst/>
              <a:pathLst>
                <a:path w="6145984" h="264423">
                  <a:moveTo>
                    <a:pt x="0" y="0"/>
                  </a:moveTo>
                  <a:lnTo>
                    <a:pt x="94192" y="16646"/>
                  </a:lnTo>
                  <a:lnTo>
                    <a:pt x="244656" y="41341"/>
                  </a:lnTo>
                  <a:lnTo>
                    <a:pt x="395120" y="64103"/>
                  </a:lnTo>
                  <a:lnTo>
                    <a:pt x="545584" y="84899"/>
                  </a:lnTo>
                  <a:lnTo>
                    <a:pt x="696048" y="103693"/>
                  </a:lnTo>
                  <a:lnTo>
                    <a:pt x="846512" y="120451"/>
                  </a:lnTo>
                  <a:lnTo>
                    <a:pt x="996976" y="135139"/>
                  </a:lnTo>
                  <a:lnTo>
                    <a:pt x="1147440" y="147720"/>
                  </a:lnTo>
                  <a:lnTo>
                    <a:pt x="1297904" y="158162"/>
                  </a:lnTo>
                  <a:lnTo>
                    <a:pt x="1448369" y="166435"/>
                  </a:lnTo>
                  <a:lnTo>
                    <a:pt x="1598833" y="172935"/>
                  </a:lnTo>
                  <a:lnTo>
                    <a:pt x="1749297" y="178217"/>
                  </a:lnTo>
                  <a:lnTo>
                    <a:pt x="1899761" y="182720"/>
                  </a:lnTo>
                  <a:lnTo>
                    <a:pt x="2050225" y="186701"/>
                  </a:lnTo>
                  <a:lnTo>
                    <a:pt x="2200689" y="187798"/>
                  </a:lnTo>
                  <a:lnTo>
                    <a:pt x="2351153" y="187020"/>
                  </a:lnTo>
                  <a:lnTo>
                    <a:pt x="2501617" y="186755"/>
                  </a:lnTo>
                  <a:lnTo>
                    <a:pt x="2652081" y="183435"/>
                  </a:lnTo>
                  <a:lnTo>
                    <a:pt x="2802545" y="177146"/>
                  </a:lnTo>
                  <a:lnTo>
                    <a:pt x="2953009" y="172970"/>
                  </a:lnTo>
                  <a:lnTo>
                    <a:pt x="3103473" y="173493"/>
                  </a:lnTo>
                  <a:lnTo>
                    <a:pt x="3253937" y="175226"/>
                  </a:lnTo>
                  <a:lnTo>
                    <a:pt x="3404401" y="177965"/>
                  </a:lnTo>
                  <a:lnTo>
                    <a:pt x="3554865" y="181745"/>
                  </a:lnTo>
                  <a:lnTo>
                    <a:pt x="3705329" y="187874"/>
                  </a:lnTo>
                  <a:lnTo>
                    <a:pt x="3855793" y="195447"/>
                  </a:lnTo>
                  <a:lnTo>
                    <a:pt x="4006257" y="202224"/>
                  </a:lnTo>
                  <a:lnTo>
                    <a:pt x="4156721" y="208222"/>
                  </a:lnTo>
                  <a:lnTo>
                    <a:pt x="4307185" y="214754"/>
                  </a:lnTo>
                  <a:lnTo>
                    <a:pt x="4457649" y="221165"/>
                  </a:lnTo>
                  <a:lnTo>
                    <a:pt x="4608114" y="226809"/>
                  </a:lnTo>
                  <a:lnTo>
                    <a:pt x="4758578" y="231838"/>
                  </a:lnTo>
                  <a:lnTo>
                    <a:pt x="4909042" y="236566"/>
                  </a:lnTo>
                  <a:lnTo>
                    <a:pt x="5059506" y="240996"/>
                  </a:lnTo>
                  <a:lnTo>
                    <a:pt x="5209970" y="245130"/>
                  </a:lnTo>
                  <a:lnTo>
                    <a:pt x="5360434" y="248974"/>
                  </a:lnTo>
                  <a:lnTo>
                    <a:pt x="5510898" y="252529"/>
                  </a:lnTo>
                  <a:lnTo>
                    <a:pt x="5661362" y="255801"/>
                  </a:lnTo>
                  <a:lnTo>
                    <a:pt x="5811826" y="258791"/>
                  </a:lnTo>
                  <a:lnTo>
                    <a:pt x="5962290" y="261504"/>
                  </a:lnTo>
                  <a:lnTo>
                    <a:pt x="6112754" y="263944"/>
                  </a:lnTo>
                  <a:lnTo>
                    <a:pt x="6145984" y="26442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9055"/>
              <a:ext cx="6145984" cy="694563"/>
            </a:xfrm>
            <a:custGeom>
              <a:avLst/>
              <a:pathLst>
                <a:path w="6145984" h="694563">
                  <a:moveTo>
                    <a:pt x="0" y="0"/>
                  </a:moveTo>
                  <a:lnTo>
                    <a:pt x="94192" y="47110"/>
                  </a:lnTo>
                  <a:lnTo>
                    <a:pt x="244656" y="116680"/>
                  </a:lnTo>
                  <a:lnTo>
                    <a:pt x="395120" y="180521"/>
                  </a:lnTo>
                  <a:lnTo>
                    <a:pt x="545584" y="238624"/>
                  </a:lnTo>
                  <a:lnTo>
                    <a:pt x="696048" y="291041"/>
                  </a:lnTo>
                  <a:lnTo>
                    <a:pt x="846512" y="337903"/>
                  </a:lnTo>
                  <a:lnTo>
                    <a:pt x="996976" y="379439"/>
                  </a:lnTo>
                  <a:lnTo>
                    <a:pt x="1147440" y="415952"/>
                  </a:lnTo>
                  <a:lnTo>
                    <a:pt x="1297904" y="447771"/>
                  </a:lnTo>
                  <a:lnTo>
                    <a:pt x="1448369" y="475141"/>
                  </a:lnTo>
                  <a:lnTo>
                    <a:pt x="1598833" y="497279"/>
                  </a:lnTo>
                  <a:lnTo>
                    <a:pt x="1749297" y="514429"/>
                  </a:lnTo>
                  <a:lnTo>
                    <a:pt x="1899761" y="527646"/>
                  </a:lnTo>
                  <a:lnTo>
                    <a:pt x="2050225" y="537973"/>
                  </a:lnTo>
                  <a:lnTo>
                    <a:pt x="2200689" y="541577"/>
                  </a:lnTo>
                  <a:lnTo>
                    <a:pt x="2351153" y="540124"/>
                  </a:lnTo>
                  <a:lnTo>
                    <a:pt x="2501617" y="540150"/>
                  </a:lnTo>
                  <a:lnTo>
                    <a:pt x="2652081" y="541749"/>
                  </a:lnTo>
                  <a:lnTo>
                    <a:pt x="2802545" y="540650"/>
                  </a:lnTo>
                  <a:lnTo>
                    <a:pt x="2953009" y="539318"/>
                  </a:lnTo>
                  <a:lnTo>
                    <a:pt x="3103473" y="543636"/>
                  </a:lnTo>
                  <a:lnTo>
                    <a:pt x="3253937" y="551842"/>
                  </a:lnTo>
                  <a:lnTo>
                    <a:pt x="3404401" y="558269"/>
                  </a:lnTo>
                  <a:lnTo>
                    <a:pt x="3554865" y="561013"/>
                  </a:lnTo>
                  <a:lnTo>
                    <a:pt x="3705329" y="565107"/>
                  </a:lnTo>
                  <a:lnTo>
                    <a:pt x="3855793" y="568653"/>
                  </a:lnTo>
                  <a:lnTo>
                    <a:pt x="4006257" y="567041"/>
                  </a:lnTo>
                  <a:lnTo>
                    <a:pt x="4156721" y="560643"/>
                  </a:lnTo>
                  <a:lnTo>
                    <a:pt x="4307185" y="551952"/>
                  </a:lnTo>
                  <a:lnTo>
                    <a:pt x="4457649" y="540937"/>
                  </a:lnTo>
                  <a:lnTo>
                    <a:pt x="4608114" y="527962"/>
                  </a:lnTo>
                  <a:lnTo>
                    <a:pt x="4758578" y="514269"/>
                  </a:lnTo>
                  <a:lnTo>
                    <a:pt x="4909042" y="500689"/>
                  </a:lnTo>
                  <a:lnTo>
                    <a:pt x="5059506" y="487467"/>
                  </a:lnTo>
                  <a:lnTo>
                    <a:pt x="5209970" y="474737"/>
                  </a:lnTo>
                  <a:lnTo>
                    <a:pt x="5360434" y="462545"/>
                  </a:lnTo>
                  <a:lnTo>
                    <a:pt x="5510898" y="450871"/>
                  </a:lnTo>
                  <a:lnTo>
                    <a:pt x="5661362" y="439649"/>
                  </a:lnTo>
                  <a:lnTo>
                    <a:pt x="5811826" y="428778"/>
                  </a:lnTo>
                  <a:lnTo>
                    <a:pt x="5962290" y="418140"/>
                  </a:lnTo>
                  <a:lnTo>
                    <a:pt x="6112754" y="407607"/>
                  </a:lnTo>
                  <a:lnTo>
                    <a:pt x="6145984" y="405276"/>
                  </a:lnTo>
                  <a:lnTo>
                    <a:pt x="6145984" y="662247"/>
                  </a:lnTo>
                  <a:lnTo>
                    <a:pt x="6112754" y="660679"/>
                  </a:lnTo>
                  <a:lnTo>
                    <a:pt x="5962290" y="655159"/>
                  </a:lnTo>
                  <a:lnTo>
                    <a:pt x="5811826" y="651122"/>
                  </a:lnTo>
                  <a:lnTo>
                    <a:pt x="5661362" y="648472"/>
                  </a:lnTo>
                  <a:lnTo>
                    <a:pt x="5510898" y="647123"/>
                  </a:lnTo>
                  <a:lnTo>
                    <a:pt x="5360434" y="647006"/>
                  </a:lnTo>
                  <a:lnTo>
                    <a:pt x="5209970" y="648086"/>
                  </a:lnTo>
                  <a:lnTo>
                    <a:pt x="5059506" y="650376"/>
                  </a:lnTo>
                  <a:lnTo>
                    <a:pt x="4909042" y="653953"/>
                  </a:lnTo>
                  <a:lnTo>
                    <a:pt x="4758578" y="658984"/>
                  </a:lnTo>
                  <a:lnTo>
                    <a:pt x="4608114" y="665745"/>
                  </a:lnTo>
                  <a:lnTo>
                    <a:pt x="4457649" y="673491"/>
                  </a:lnTo>
                  <a:lnTo>
                    <a:pt x="4307185" y="680641"/>
                  </a:lnTo>
                  <a:lnTo>
                    <a:pt x="4156721" y="687361"/>
                  </a:lnTo>
                  <a:lnTo>
                    <a:pt x="4006257" y="693465"/>
                  </a:lnTo>
                  <a:lnTo>
                    <a:pt x="3855793" y="694563"/>
                  </a:lnTo>
                  <a:lnTo>
                    <a:pt x="3705329" y="691542"/>
                  </a:lnTo>
                  <a:lnTo>
                    <a:pt x="3554865" y="689376"/>
                  </a:lnTo>
                  <a:lnTo>
                    <a:pt x="3404401" y="686294"/>
                  </a:lnTo>
                  <a:lnTo>
                    <a:pt x="3253937" y="679464"/>
                  </a:lnTo>
                  <a:lnTo>
                    <a:pt x="3103473" y="673781"/>
                  </a:lnTo>
                  <a:lnTo>
                    <a:pt x="2953009" y="670495"/>
                  </a:lnTo>
                  <a:lnTo>
                    <a:pt x="2802545" y="668685"/>
                  </a:lnTo>
                  <a:lnTo>
                    <a:pt x="2652081" y="668841"/>
                  </a:lnTo>
                  <a:lnTo>
                    <a:pt x="2501617" y="668115"/>
                  </a:lnTo>
                  <a:lnTo>
                    <a:pt x="2351153" y="666171"/>
                  </a:lnTo>
                  <a:lnTo>
                    <a:pt x="2200689" y="666679"/>
                  </a:lnTo>
                  <a:lnTo>
                    <a:pt x="2050225" y="664131"/>
                  </a:lnTo>
                  <a:lnTo>
                    <a:pt x="1899761" y="654233"/>
                  </a:lnTo>
                  <a:lnTo>
                    <a:pt x="1749297" y="642393"/>
                  </a:lnTo>
                  <a:lnTo>
                    <a:pt x="1598833" y="628151"/>
                  </a:lnTo>
                  <a:lnTo>
                    <a:pt x="1448369" y="610285"/>
                  </a:lnTo>
                  <a:lnTo>
                    <a:pt x="1297904" y="588581"/>
                  </a:lnTo>
                  <a:lnTo>
                    <a:pt x="1147440" y="564633"/>
                  </a:lnTo>
                  <a:lnTo>
                    <a:pt x="996976" y="538755"/>
                  </a:lnTo>
                  <a:lnTo>
                    <a:pt x="846512" y="511277"/>
                  </a:lnTo>
                  <a:lnTo>
                    <a:pt x="696048" y="482504"/>
                  </a:lnTo>
                  <a:lnTo>
                    <a:pt x="545584" y="452667"/>
                  </a:lnTo>
                  <a:lnTo>
                    <a:pt x="395120" y="421899"/>
                  </a:lnTo>
                  <a:lnTo>
                    <a:pt x="244656" y="390253"/>
                  </a:lnTo>
                  <a:lnTo>
                    <a:pt x="94192" y="357722"/>
                  </a:lnTo>
                  <a:lnTo>
                    <a:pt x="0" y="33677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9055"/>
              <a:ext cx="6145984" cy="568653"/>
            </a:xfrm>
            <a:custGeom>
              <a:avLst/>
              <a:pathLst>
                <a:path w="6145984" h="568653">
                  <a:moveTo>
                    <a:pt x="0" y="0"/>
                  </a:moveTo>
                  <a:lnTo>
                    <a:pt x="94192" y="47110"/>
                  </a:lnTo>
                  <a:lnTo>
                    <a:pt x="244656" y="116680"/>
                  </a:lnTo>
                  <a:lnTo>
                    <a:pt x="395120" y="180521"/>
                  </a:lnTo>
                  <a:lnTo>
                    <a:pt x="545584" y="238624"/>
                  </a:lnTo>
                  <a:lnTo>
                    <a:pt x="696048" y="291041"/>
                  </a:lnTo>
                  <a:lnTo>
                    <a:pt x="846512" y="337903"/>
                  </a:lnTo>
                  <a:lnTo>
                    <a:pt x="996976" y="379439"/>
                  </a:lnTo>
                  <a:lnTo>
                    <a:pt x="1147440" y="415952"/>
                  </a:lnTo>
                  <a:lnTo>
                    <a:pt x="1297904" y="447771"/>
                  </a:lnTo>
                  <a:lnTo>
                    <a:pt x="1448369" y="475141"/>
                  </a:lnTo>
                  <a:lnTo>
                    <a:pt x="1598833" y="497279"/>
                  </a:lnTo>
                  <a:lnTo>
                    <a:pt x="1749297" y="514429"/>
                  </a:lnTo>
                  <a:lnTo>
                    <a:pt x="1899761" y="527646"/>
                  </a:lnTo>
                  <a:lnTo>
                    <a:pt x="2050225" y="537973"/>
                  </a:lnTo>
                  <a:lnTo>
                    <a:pt x="2200689" y="541577"/>
                  </a:lnTo>
                  <a:lnTo>
                    <a:pt x="2351153" y="540124"/>
                  </a:lnTo>
                  <a:lnTo>
                    <a:pt x="2501617" y="540150"/>
                  </a:lnTo>
                  <a:lnTo>
                    <a:pt x="2652081" y="541749"/>
                  </a:lnTo>
                  <a:lnTo>
                    <a:pt x="2802545" y="540650"/>
                  </a:lnTo>
                  <a:lnTo>
                    <a:pt x="2953009" y="539318"/>
                  </a:lnTo>
                  <a:lnTo>
                    <a:pt x="3103473" y="543636"/>
                  </a:lnTo>
                  <a:lnTo>
                    <a:pt x="3253937" y="551842"/>
                  </a:lnTo>
                  <a:lnTo>
                    <a:pt x="3404401" y="558269"/>
                  </a:lnTo>
                  <a:lnTo>
                    <a:pt x="3554865" y="561013"/>
                  </a:lnTo>
                  <a:lnTo>
                    <a:pt x="3705329" y="565107"/>
                  </a:lnTo>
                  <a:lnTo>
                    <a:pt x="3855793" y="568653"/>
                  </a:lnTo>
                  <a:lnTo>
                    <a:pt x="4006257" y="567041"/>
                  </a:lnTo>
                  <a:lnTo>
                    <a:pt x="4156721" y="560643"/>
                  </a:lnTo>
                  <a:lnTo>
                    <a:pt x="4307185" y="551952"/>
                  </a:lnTo>
                  <a:lnTo>
                    <a:pt x="4457649" y="540937"/>
                  </a:lnTo>
                  <a:lnTo>
                    <a:pt x="4608114" y="527962"/>
                  </a:lnTo>
                  <a:lnTo>
                    <a:pt x="4758578" y="514269"/>
                  </a:lnTo>
                  <a:lnTo>
                    <a:pt x="4909042" y="500689"/>
                  </a:lnTo>
                  <a:lnTo>
                    <a:pt x="5059506" y="487467"/>
                  </a:lnTo>
                  <a:lnTo>
                    <a:pt x="5209970" y="474737"/>
                  </a:lnTo>
                  <a:lnTo>
                    <a:pt x="5360434" y="462545"/>
                  </a:lnTo>
                  <a:lnTo>
                    <a:pt x="5510898" y="450871"/>
                  </a:lnTo>
                  <a:lnTo>
                    <a:pt x="5661362" y="439649"/>
                  </a:lnTo>
                  <a:lnTo>
                    <a:pt x="5811826" y="428778"/>
                  </a:lnTo>
                  <a:lnTo>
                    <a:pt x="5962290" y="418140"/>
                  </a:lnTo>
                  <a:lnTo>
                    <a:pt x="6112754" y="407607"/>
                  </a:lnTo>
                  <a:lnTo>
                    <a:pt x="6145984" y="4052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25833"/>
              <a:ext cx="6145984" cy="357786"/>
            </a:xfrm>
            <a:custGeom>
              <a:avLst/>
              <a:pathLst>
                <a:path w="6145984" h="357786">
                  <a:moveTo>
                    <a:pt x="6145984" y="325470"/>
                  </a:moveTo>
                  <a:lnTo>
                    <a:pt x="6112754" y="323902"/>
                  </a:lnTo>
                  <a:lnTo>
                    <a:pt x="5962290" y="318382"/>
                  </a:lnTo>
                  <a:lnTo>
                    <a:pt x="5811826" y="314345"/>
                  </a:lnTo>
                  <a:lnTo>
                    <a:pt x="5661362" y="311695"/>
                  </a:lnTo>
                  <a:lnTo>
                    <a:pt x="5510898" y="310345"/>
                  </a:lnTo>
                  <a:lnTo>
                    <a:pt x="5360434" y="310228"/>
                  </a:lnTo>
                  <a:lnTo>
                    <a:pt x="5209970" y="311308"/>
                  </a:lnTo>
                  <a:lnTo>
                    <a:pt x="5059506" y="313598"/>
                  </a:lnTo>
                  <a:lnTo>
                    <a:pt x="4909042" y="317175"/>
                  </a:lnTo>
                  <a:lnTo>
                    <a:pt x="4758578" y="322207"/>
                  </a:lnTo>
                  <a:lnTo>
                    <a:pt x="4608114" y="328967"/>
                  </a:lnTo>
                  <a:lnTo>
                    <a:pt x="4457649" y="336714"/>
                  </a:lnTo>
                  <a:lnTo>
                    <a:pt x="4307185" y="343863"/>
                  </a:lnTo>
                  <a:lnTo>
                    <a:pt x="4156721" y="350584"/>
                  </a:lnTo>
                  <a:lnTo>
                    <a:pt x="4006257" y="356687"/>
                  </a:lnTo>
                  <a:lnTo>
                    <a:pt x="3855793" y="357786"/>
                  </a:lnTo>
                  <a:lnTo>
                    <a:pt x="3705329" y="354764"/>
                  </a:lnTo>
                  <a:lnTo>
                    <a:pt x="3554865" y="352599"/>
                  </a:lnTo>
                  <a:lnTo>
                    <a:pt x="3404401" y="349517"/>
                  </a:lnTo>
                  <a:lnTo>
                    <a:pt x="3253937" y="342687"/>
                  </a:lnTo>
                  <a:lnTo>
                    <a:pt x="3103473" y="337004"/>
                  </a:lnTo>
                  <a:lnTo>
                    <a:pt x="2953009" y="333717"/>
                  </a:lnTo>
                  <a:lnTo>
                    <a:pt x="2802545" y="331908"/>
                  </a:lnTo>
                  <a:lnTo>
                    <a:pt x="2652081" y="332063"/>
                  </a:lnTo>
                  <a:lnTo>
                    <a:pt x="2501617" y="331337"/>
                  </a:lnTo>
                  <a:lnTo>
                    <a:pt x="2351153" y="329393"/>
                  </a:lnTo>
                  <a:lnTo>
                    <a:pt x="2200689" y="329901"/>
                  </a:lnTo>
                  <a:lnTo>
                    <a:pt x="2050225" y="327354"/>
                  </a:lnTo>
                  <a:lnTo>
                    <a:pt x="1899761" y="317455"/>
                  </a:lnTo>
                  <a:lnTo>
                    <a:pt x="1749297" y="305615"/>
                  </a:lnTo>
                  <a:lnTo>
                    <a:pt x="1598833" y="291373"/>
                  </a:lnTo>
                  <a:lnTo>
                    <a:pt x="1448369" y="273508"/>
                  </a:lnTo>
                  <a:lnTo>
                    <a:pt x="1297904" y="251804"/>
                  </a:lnTo>
                  <a:lnTo>
                    <a:pt x="1147440" y="227855"/>
                  </a:lnTo>
                  <a:lnTo>
                    <a:pt x="996976" y="201977"/>
                  </a:lnTo>
                  <a:lnTo>
                    <a:pt x="846512" y="174499"/>
                  </a:lnTo>
                  <a:lnTo>
                    <a:pt x="696048" y="145727"/>
                  </a:lnTo>
                  <a:lnTo>
                    <a:pt x="545584" y="115889"/>
                  </a:lnTo>
                  <a:lnTo>
                    <a:pt x="395120" y="85121"/>
                  </a:lnTo>
                  <a:lnTo>
                    <a:pt x="244656" y="53475"/>
                  </a:lnTo>
                  <a:lnTo>
                    <a:pt x="94192" y="209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57444"/>
              <a:ext cx="6145984" cy="463219"/>
            </a:xfrm>
            <a:custGeom>
              <a:avLst/>
              <a:pathLst>
                <a:path w="6145984" h="463219">
                  <a:moveTo>
                    <a:pt x="0" y="0"/>
                  </a:moveTo>
                  <a:lnTo>
                    <a:pt x="94192" y="34027"/>
                  </a:lnTo>
                  <a:lnTo>
                    <a:pt x="244656" y="85078"/>
                  </a:lnTo>
                  <a:lnTo>
                    <a:pt x="395120" y="132821"/>
                  </a:lnTo>
                  <a:lnTo>
                    <a:pt x="545584" y="177257"/>
                  </a:lnTo>
                  <a:lnTo>
                    <a:pt x="696048" y="218384"/>
                  </a:lnTo>
                  <a:lnTo>
                    <a:pt x="846512" y="256201"/>
                  </a:lnTo>
                  <a:lnTo>
                    <a:pt x="996976" y="290708"/>
                  </a:lnTo>
                  <a:lnTo>
                    <a:pt x="1147440" y="321904"/>
                  </a:lnTo>
                  <a:lnTo>
                    <a:pt x="1297904" y="349787"/>
                  </a:lnTo>
                  <a:lnTo>
                    <a:pt x="1448369" y="374325"/>
                  </a:lnTo>
                  <a:lnTo>
                    <a:pt x="1598833" y="394326"/>
                  </a:lnTo>
                  <a:lnTo>
                    <a:pt x="1749297" y="410022"/>
                  </a:lnTo>
                  <a:lnTo>
                    <a:pt x="1899761" y="422550"/>
                  </a:lnTo>
                  <a:lnTo>
                    <a:pt x="2050225" y="432663"/>
                  </a:lnTo>
                  <a:lnTo>
                    <a:pt x="2200689" y="435739"/>
                  </a:lnTo>
                  <a:lnTo>
                    <a:pt x="2351153" y="434758"/>
                  </a:lnTo>
                  <a:lnTo>
                    <a:pt x="2501617" y="435744"/>
                  </a:lnTo>
                  <a:lnTo>
                    <a:pt x="2652081" y="436906"/>
                  </a:lnTo>
                  <a:lnTo>
                    <a:pt x="2802545" y="436279"/>
                  </a:lnTo>
                  <a:lnTo>
                    <a:pt x="2953009" y="436518"/>
                  </a:lnTo>
                  <a:lnTo>
                    <a:pt x="3103473" y="440320"/>
                  </a:lnTo>
                  <a:lnTo>
                    <a:pt x="3253937" y="447264"/>
                  </a:lnTo>
                  <a:lnTo>
                    <a:pt x="3404401" y="453893"/>
                  </a:lnTo>
                  <a:lnTo>
                    <a:pt x="3554865" y="456806"/>
                  </a:lnTo>
                  <a:lnTo>
                    <a:pt x="3705329" y="459936"/>
                  </a:lnTo>
                  <a:lnTo>
                    <a:pt x="3855793" y="463219"/>
                  </a:lnTo>
                  <a:lnTo>
                    <a:pt x="4006257" y="461864"/>
                  </a:lnTo>
                  <a:lnTo>
                    <a:pt x="4156721" y="455613"/>
                  </a:lnTo>
                  <a:lnTo>
                    <a:pt x="4307185" y="447908"/>
                  </a:lnTo>
                  <a:lnTo>
                    <a:pt x="4457649" y="438825"/>
                  </a:lnTo>
                  <a:lnTo>
                    <a:pt x="4608114" y="428465"/>
                  </a:lnTo>
                  <a:lnTo>
                    <a:pt x="4758578" y="418238"/>
                  </a:lnTo>
                  <a:lnTo>
                    <a:pt x="4909042" y="408932"/>
                  </a:lnTo>
                  <a:lnTo>
                    <a:pt x="5059506" y="400533"/>
                  </a:lnTo>
                  <a:lnTo>
                    <a:pt x="5209970" y="393023"/>
                  </a:lnTo>
                  <a:lnTo>
                    <a:pt x="5360434" y="386387"/>
                  </a:lnTo>
                  <a:lnTo>
                    <a:pt x="5510898" y="380608"/>
                  </a:lnTo>
                  <a:lnTo>
                    <a:pt x="5661362" y="375672"/>
                  </a:lnTo>
                  <a:lnTo>
                    <a:pt x="5811826" y="371561"/>
                  </a:lnTo>
                  <a:lnTo>
                    <a:pt x="5962290" y="368261"/>
                  </a:lnTo>
                  <a:lnTo>
                    <a:pt x="6112754" y="365754"/>
                  </a:lnTo>
                  <a:lnTo>
                    <a:pt x="6145984" y="3653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76220"/>
              <a:ext cx="6145984" cy="1113767"/>
            </a:xfrm>
            <a:custGeom>
              <a:avLst/>
              <a:pathLst>
                <a:path w="6145984" h="1113767">
                  <a:moveTo>
                    <a:pt x="0" y="0"/>
                  </a:moveTo>
                  <a:lnTo>
                    <a:pt x="94192" y="72436"/>
                  </a:lnTo>
                  <a:lnTo>
                    <a:pt x="244656" y="179479"/>
                  </a:lnTo>
                  <a:lnTo>
                    <a:pt x="395120" y="277721"/>
                  </a:lnTo>
                  <a:lnTo>
                    <a:pt x="545584" y="367065"/>
                  </a:lnTo>
                  <a:lnTo>
                    <a:pt x="696048" y="447472"/>
                  </a:lnTo>
                  <a:lnTo>
                    <a:pt x="846512" y="518990"/>
                  </a:lnTo>
                  <a:lnTo>
                    <a:pt x="996976" y="581759"/>
                  </a:lnTo>
                  <a:lnTo>
                    <a:pt x="1147440" y="636002"/>
                  </a:lnTo>
                  <a:lnTo>
                    <a:pt x="1297904" y="681963"/>
                  </a:lnTo>
                  <a:lnTo>
                    <a:pt x="1448369" y="719797"/>
                  </a:lnTo>
                  <a:lnTo>
                    <a:pt x="1598833" y="748654"/>
                  </a:lnTo>
                  <a:lnTo>
                    <a:pt x="1749297" y="769980"/>
                  </a:lnTo>
                  <a:lnTo>
                    <a:pt x="1899761" y="786417"/>
                  </a:lnTo>
                  <a:lnTo>
                    <a:pt x="2050225" y="800571"/>
                  </a:lnTo>
                  <a:lnTo>
                    <a:pt x="2200689" y="809078"/>
                  </a:lnTo>
                  <a:lnTo>
                    <a:pt x="2351153" y="813081"/>
                  </a:lnTo>
                  <a:lnTo>
                    <a:pt x="2501617" y="818688"/>
                  </a:lnTo>
                  <a:lnTo>
                    <a:pt x="2652081" y="827535"/>
                  </a:lnTo>
                  <a:lnTo>
                    <a:pt x="2802545" y="834970"/>
                  </a:lnTo>
                  <a:lnTo>
                    <a:pt x="2953009" y="841237"/>
                  </a:lnTo>
                  <a:lnTo>
                    <a:pt x="3103473" y="850181"/>
                  </a:lnTo>
                  <a:lnTo>
                    <a:pt x="3253937" y="860557"/>
                  </a:lnTo>
                  <a:lnTo>
                    <a:pt x="3404401" y="869238"/>
                  </a:lnTo>
                  <a:lnTo>
                    <a:pt x="3554865" y="876896"/>
                  </a:lnTo>
                  <a:lnTo>
                    <a:pt x="3705329" y="886414"/>
                  </a:lnTo>
                  <a:lnTo>
                    <a:pt x="3855793" y="895241"/>
                  </a:lnTo>
                  <a:lnTo>
                    <a:pt x="4006257" y="900856"/>
                  </a:lnTo>
                  <a:lnTo>
                    <a:pt x="4156721" y="903874"/>
                  </a:lnTo>
                  <a:lnTo>
                    <a:pt x="4307185" y="905327"/>
                  </a:lnTo>
                  <a:lnTo>
                    <a:pt x="4457649" y="905030"/>
                  </a:lnTo>
                  <a:lnTo>
                    <a:pt x="4608114" y="903189"/>
                  </a:lnTo>
                  <a:lnTo>
                    <a:pt x="4758578" y="900209"/>
                  </a:lnTo>
                  <a:lnTo>
                    <a:pt x="4909042" y="896493"/>
                  </a:lnTo>
                  <a:lnTo>
                    <a:pt x="5059506" y="892300"/>
                  </a:lnTo>
                  <a:lnTo>
                    <a:pt x="5209970" y="887779"/>
                  </a:lnTo>
                  <a:lnTo>
                    <a:pt x="5360434" y="882989"/>
                  </a:lnTo>
                  <a:lnTo>
                    <a:pt x="5510898" y="877918"/>
                  </a:lnTo>
                  <a:lnTo>
                    <a:pt x="5661362" y="872511"/>
                  </a:lnTo>
                  <a:lnTo>
                    <a:pt x="5811826" y="866676"/>
                  </a:lnTo>
                  <a:lnTo>
                    <a:pt x="5962290" y="860303"/>
                  </a:lnTo>
                  <a:lnTo>
                    <a:pt x="6112754" y="853273"/>
                  </a:lnTo>
                  <a:lnTo>
                    <a:pt x="6145984" y="851548"/>
                  </a:lnTo>
                  <a:lnTo>
                    <a:pt x="6145984" y="1113767"/>
                  </a:lnTo>
                  <a:lnTo>
                    <a:pt x="6112754" y="1111512"/>
                  </a:lnTo>
                  <a:lnTo>
                    <a:pt x="5962290" y="1102162"/>
                  </a:lnTo>
                  <a:lnTo>
                    <a:pt x="5811826" y="1093560"/>
                  </a:lnTo>
                  <a:lnTo>
                    <a:pt x="5661362" y="1085599"/>
                  </a:lnTo>
                  <a:lnTo>
                    <a:pt x="5510898" y="1078177"/>
                  </a:lnTo>
                  <a:lnTo>
                    <a:pt x="5360434" y="1071216"/>
                  </a:lnTo>
                  <a:lnTo>
                    <a:pt x="5209970" y="1064668"/>
                  </a:lnTo>
                  <a:lnTo>
                    <a:pt x="5059506" y="1058535"/>
                  </a:lnTo>
                  <a:lnTo>
                    <a:pt x="4909042" y="1052886"/>
                  </a:lnTo>
                  <a:lnTo>
                    <a:pt x="4758578" y="1047879"/>
                  </a:lnTo>
                  <a:lnTo>
                    <a:pt x="4608114" y="1043785"/>
                  </a:lnTo>
                  <a:lnTo>
                    <a:pt x="4457649" y="1040291"/>
                  </a:lnTo>
                  <a:lnTo>
                    <a:pt x="4307185" y="1036643"/>
                  </a:lnTo>
                  <a:lnTo>
                    <a:pt x="4156721" y="1033180"/>
                  </a:lnTo>
                  <a:lnTo>
                    <a:pt x="4006257" y="1029861"/>
                  </a:lnTo>
                  <a:lnTo>
                    <a:pt x="3855793" y="1023722"/>
                  </a:lnTo>
                  <a:lnTo>
                    <a:pt x="3705329" y="1015430"/>
                  </a:lnTo>
                  <a:lnTo>
                    <a:pt x="3554865" y="1007880"/>
                  </a:lnTo>
                  <a:lnTo>
                    <a:pt x="3404401" y="999878"/>
                  </a:lnTo>
                  <a:lnTo>
                    <a:pt x="3253937" y="990786"/>
                  </a:lnTo>
                  <a:lnTo>
                    <a:pt x="3103473" y="982984"/>
                  </a:lnTo>
                  <a:lnTo>
                    <a:pt x="2953009" y="975092"/>
                  </a:lnTo>
                  <a:lnTo>
                    <a:pt x="2802545" y="965620"/>
                  </a:lnTo>
                  <a:lnTo>
                    <a:pt x="2652081" y="957222"/>
                  </a:lnTo>
                  <a:lnTo>
                    <a:pt x="2501617" y="949266"/>
                  </a:lnTo>
                  <a:lnTo>
                    <a:pt x="2351153" y="941702"/>
                  </a:lnTo>
                  <a:lnTo>
                    <a:pt x="2200689" y="936734"/>
                  </a:lnTo>
                  <a:lnTo>
                    <a:pt x="2050225" y="929305"/>
                  </a:lnTo>
                  <a:lnTo>
                    <a:pt x="1899761" y="915588"/>
                  </a:lnTo>
                  <a:lnTo>
                    <a:pt x="1749297" y="900557"/>
                  </a:lnTo>
                  <a:lnTo>
                    <a:pt x="1598833" y="882199"/>
                  </a:lnTo>
                  <a:lnTo>
                    <a:pt x="1448369" y="857701"/>
                  </a:lnTo>
                  <a:lnTo>
                    <a:pt x="1297904" y="825649"/>
                  </a:lnTo>
                  <a:lnTo>
                    <a:pt x="1147440" y="787719"/>
                  </a:lnTo>
                  <a:lnTo>
                    <a:pt x="996976" y="744328"/>
                  </a:lnTo>
                  <a:lnTo>
                    <a:pt x="846512" y="695903"/>
                  </a:lnTo>
                  <a:lnTo>
                    <a:pt x="696048" y="642846"/>
                  </a:lnTo>
                  <a:lnTo>
                    <a:pt x="545584" y="585478"/>
                  </a:lnTo>
                  <a:lnTo>
                    <a:pt x="395120" y="524028"/>
                  </a:lnTo>
                  <a:lnTo>
                    <a:pt x="244656" y="458637"/>
                  </a:lnTo>
                  <a:lnTo>
                    <a:pt x="94192" y="389389"/>
                  </a:lnTo>
                  <a:lnTo>
                    <a:pt x="0" y="34365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76220"/>
              <a:ext cx="6145984" cy="905327"/>
            </a:xfrm>
            <a:custGeom>
              <a:avLst/>
              <a:pathLst>
                <a:path w="6145984" h="905327">
                  <a:moveTo>
                    <a:pt x="0" y="0"/>
                  </a:moveTo>
                  <a:lnTo>
                    <a:pt x="94192" y="72436"/>
                  </a:lnTo>
                  <a:lnTo>
                    <a:pt x="244656" y="179479"/>
                  </a:lnTo>
                  <a:lnTo>
                    <a:pt x="395120" y="277721"/>
                  </a:lnTo>
                  <a:lnTo>
                    <a:pt x="545584" y="367065"/>
                  </a:lnTo>
                  <a:lnTo>
                    <a:pt x="696048" y="447472"/>
                  </a:lnTo>
                  <a:lnTo>
                    <a:pt x="846512" y="518990"/>
                  </a:lnTo>
                  <a:lnTo>
                    <a:pt x="996976" y="581759"/>
                  </a:lnTo>
                  <a:lnTo>
                    <a:pt x="1147440" y="636002"/>
                  </a:lnTo>
                  <a:lnTo>
                    <a:pt x="1297904" y="681963"/>
                  </a:lnTo>
                  <a:lnTo>
                    <a:pt x="1448369" y="719797"/>
                  </a:lnTo>
                  <a:lnTo>
                    <a:pt x="1598833" y="748654"/>
                  </a:lnTo>
                  <a:lnTo>
                    <a:pt x="1749297" y="769980"/>
                  </a:lnTo>
                  <a:lnTo>
                    <a:pt x="1899761" y="786417"/>
                  </a:lnTo>
                  <a:lnTo>
                    <a:pt x="2050225" y="800571"/>
                  </a:lnTo>
                  <a:lnTo>
                    <a:pt x="2200689" y="809078"/>
                  </a:lnTo>
                  <a:lnTo>
                    <a:pt x="2351153" y="813081"/>
                  </a:lnTo>
                  <a:lnTo>
                    <a:pt x="2501617" y="818688"/>
                  </a:lnTo>
                  <a:lnTo>
                    <a:pt x="2652081" y="827535"/>
                  </a:lnTo>
                  <a:lnTo>
                    <a:pt x="2802545" y="834970"/>
                  </a:lnTo>
                  <a:lnTo>
                    <a:pt x="2953009" y="841237"/>
                  </a:lnTo>
                  <a:lnTo>
                    <a:pt x="3103473" y="850181"/>
                  </a:lnTo>
                  <a:lnTo>
                    <a:pt x="3253937" y="860557"/>
                  </a:lnTo>
                  <a:lnTo>
                    <a:pt x="3404401" y="869238"/>
                  </a:lnTo>
                  <a:lnTo>
                    <a:pt x="3554865" y="876896"/>
                  </a:lnTo>
                  <a:lnTo>
                    <a:pt x="3705329" y="886414"/>
                  </a:lnTo>
                  <a:lnTo>
                    <a:pt x="3855793" y="895241"/>
                  </a:lnTo>
                  <a:lnTo>
                    <a:pt x="4006257" y="900856"/>
                  </a:lnTo>
                  <a:lnTo>
                    <a:pt x="4156721" y="903874"/>
                  </a:lnTo>
                  <a:lnTo>
                    <a:pt x="4307185" y="905327"/>
                  </a:lnTo>
                  <a:lnTo>
                    <a:pt x="4457649" y="905030"/>
                  </a:lnTo>
                  <a:lnTo>
                    <a:pt x="4608114" y="903189"/>
                  </a:lnTo>
                  <a:lnTo>
                    <a:pt x="4758578" y="900209"/>
                  </a:lnTo>
                  <a:lnTo>
                    <a:pt x="4909042" y="896493"/>
                  </a:lnTo>
                  <a:lnTo>
                    <a:pt x="5059506" y="892300"/>
                  </a:lnTo>
                  <a:lnTo>
                    <a:pt x="5209970" y="887779"/>
                  </a:lnTo>
                  <a:lnTo>
                    <a:pt x="5360434" y="882989"/>
                  </a:lnTo>
                  <a:lnTo>
                    <a:pt x="5510898" y="877918"/>
                  </a:lnTo>
                  <a:lnTo>
                    <a:pt x="5661362" y="872511"/>
                  </a:lnTo>
                  <a:lnTo>
                    <a:pt x="5811826" y="866676"/>
                  </a:lnTo>
                  <a:lnTo>
                    <a:pt x="5962290" y="860303"/>
                  </a:lnTo>
                  <a:lnTo>
                    <a:pt x="6112754" y="853273"/>
                  </a:lnTo>
                  <a:lnTo>
                    <a:pt x="6145984" y="8515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19875"/>
              <a:ext cx="6145984" cy="770112"/>
            </a:xfrm>
            <a:custGeom>
              <a:avLst/>
              <a:pathLst>
                <a:path w="6145984" h="770112">
                  <a:moveTo>
                    <a:pt x="6145984" y="770112"/>
                  </a:moveTo>
                  <a:lnTo>
                    <a:pt x="6112754" y="767858"/>
                  </a:lnTo>
                  <a:lnTo>
                    <a:pt x="5962290" y="758508"/>
                  </a:lnTo>
                  <a:lnTo>
                    <a:pt x="5811826" y="749906"/>
                  </a:lnTo>
                  <a:lnTo>
                    <a:pt x="5661362" y="741944"/>
                  </a:lnTo>
                  <a:lnTo>
                    <a:pt x="5510898" y="734522"/>
                  </a:lnTo>
                  <a:lnTo>
                    <a:pt x="5360434" y="727561"/>
                  </a:lnTo>
                  <a:lnTo>
                    <a:pt x="5209970" y="721014"/>
                  </a:lnTo>
                  <a:lnTo>
                    <a:pt x="5059506" y="714881"/>
                  </a:lnTo>
                  <a:lnTo>
                    <a:pt x="4909042" y="709232"/>
                  </a:lnTo>
                  <a:lnTo>
                    <a:pt x="4758578" y="704225"/>
                  </a:lnTo>
                  <a:lnTo>
                    <a:pt x="4608114" y="700131"/>
                  </a:lnTo>
                  <a:lnTo>
                    <a:pt x="4457649" y="696636"/>
                  </a:lnTo>
                  <a:lnTo>
                    <a:pt x="4307185" y="692989"/>
                  </a:lnTo>
                  <a:lnTo>
                    <a:pt x="4156721" y="689525"/>
                  </a:lnTo>
                  <a:lnTo>
                    <a:pt x="4006257" y="686207"/>
                  </a:lnTo>
                  <a:lnTo>
                    <a:pt x="3855793" y="680068"/>
                  </a:lnTo>
                  <a:lnTo>
                    <a:pt x="3705329" y="671776"/>
                  </a:lnTo>
                  <a:lnTo>
                    <a:pt x="3554865" y="664226"/>
                  </a:lnTo>
                  <a:lnTo>
                    <a:pt x="3404401" y="656224"/>
                  </a:lnTo>
                  <a:lnTo>
                    <a:pt x="3253937" y="647131"/>
                  </a:lnTo>
                  <a:lnTo>
                    <a:pt x="3103473" y="639329"/>
                  </a:lnTo>
                  <a:lnTo>
                    <a:pt x="2953009" y="631437"/>
                  </a:lnTo>
                  <a:lnTo>
                    <a:pt x="2802545" y="621966"/>
                  </a:lnTo>
                  <a:lnTo>
                    <a:pt x="2652081" y="613568"/>
                  </a:lnTo>
                  <a:lnTo>
                    <a:pt x="2501617" y="605611"/>
                  </a:lnTo>
                  <a:lnTo>
                    <a:pt x="2351153" y="598047"/>
                  </a:lnTo>
                  <a:lnTo>
                    <a:pt x="2200689" y="593080"/>
                  </a:lnTo>
                  <a:lnTo>
                    <a:pt x="2050225" y="585651"/>
                  </a:lnTo>
                  <a:lnTo>
                    <a:pt x="1899761" y="571934"/>
                  </a:lnTo>
                  <a:lnTo>
                    <a:pt x="1749297" y="556903"/>
                  </a:lnTo>
                  <a:lnTo>
                    <a:pt x="1598833" y="538544"/>
                  </a:lnTo>
                  <a:lnTo>
                    <a:pt x="1448369" y="514046"/>
                  </a:lnTo>
                  <a:lnTo>
                    <a:pt x="1297904" y="481994"/>
                  </a:lnTo>
                  <a:lnTo>
                    <a:pt x="1147440" y="444064"/>
                  </a:lnTo>
                  <a:lnTo>
                    <a:pt x="996976" y="400674"/>
                  </a:lnTo>
                  <a:lnTo>
                    <a:pt x="846512" y="352249"/>
                  </a:lnTo>
                  <a:lnTo>
                    <a:pt x="696048" y="299191"/>
                  </a:lnTo>
                  <a:lnTo>
                    <a:pt x="545584" y="241823"/>
                  </a:lnTo>
                  <a:lnTo>
                    <a:pt x="395120" y="180373"/>
                  </a:lnTo>
                  <a:lnTo>
                    <a:pt x="244656" y="114983"/>
                  </a:lnTo>
                  <a:lnTo>
                    <a:pt x="94192" y="45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48048"/>
              <a:ext cx="6145984" cy="810830"/>
            </a:xfrm>
            <a:custGeom>
              <a:avLst/>
              <a:pathLst>
                <a:path w="6145984" h="810830">
                  <a:moveTo>
                    <a:pt x="0" y="0"/>
                  </a:moveTo>
                  <a:lnTo>
                    <a:pt x="94192" y="59085"/>
                  </a:lnTo>
                  <a:lnTo>
                    <a:pt x="244656" y="147231"/>
                  </a:lnTo>
                  <a:lnTo>
                    <a:pt x="395120" y="229047"/>
                  </a:lnTo>
                  <a:lnTo>
                    <a:pt x="545584" y="304444"/>
                  </a:lnTo>
                  <a:lnTo>
                    <a:pt x="696048" y="373332"/>
                  </a:lnTo>
                  <a:lnTo>
                    <a:pt x="846512" y="435619"/>
                  </a:lnTo>
                  <a:lnTo>
                    <a:pt x="996976" y="491216"/>
                  </a:lnTo>
                  <a:lnTo>
                    <a:pt x="1147440" y="540033"/>
                  </a:lnTo>
                  <a:lnTo>
                    <a:pt x="1297904" y="581979"/>
                  </a:lnTo>
                  <a:lnTo>
                    <a:pt x="1448369" y="616922"/>
                  </a:lnTo>
                  <a:lnTo>
                    <a:pt x="1598833" y="643599"/>
                  </a:lnTo>
                  <a:lnTo>
                    <a:pt x="1749297" y="663441"/>
                  </a:lnTo>
                  <a:lnTo>
                    <a:pt x="1899761" y="679175"/>
                  </a:lnTo>
                  <a:lnTo>
                    <a:pt x="2050225" y="693111"/>
                  </a:lnTo>
                  <a:lnTo>
                    <a:pt x="2200689" y="701079"/>
                  </a:lnTo>
                  <a:lnTo>
                    <a:pt x="2351153" y="705564"/>
                  </a:lnTo>
                  <a:lnTo>
                    <a:pt x="2501617" y="712149"/>
                  </a:lnTo>
                  <a:lnTo>
                    <a:pt x="2652081" y="720552"/>
                  </a:lnTo>
                  <a:lnTo>
                    <a:pt x="2802545" y="728468"/>
                  </a:lnTo>
                  <a:lnTo>
                    <a:pt x="2953009" y="736337"/>
                  </a:lnTo>
                  <a:lnTo>
                    <a:pt x="3103473" y="744755"/>
                  </a:lnTo>
                  <a:lnTo>
                    <a:pt x="3253937" y="753844"/>
                  </a:lnTo>
                  <a:lnTo>
                    <a:pt x="3404401" y="762731"/>
                  </a:lnTo>
                  <a:lnTo>
                    <a:pt x="3554865" y="770561"/>
                  </a:lnTo>
                  <a:lnTo>
                    <a:pt x="3705329" y="779095"/>
                  </a:lnTo>
                  <a:lnTo>
                    <a:pt x="3855793" y="787654"/>
                  </a:lnTo>
                  <a:lnTo>
                    <a:pt x="4006257" y="793532"/>
                  </a:lnTo>
                  <a:lnTo>
                    <a:pt x="4156721" y="796700"/>
                  </a:lnTo>
                  <a:lnTo>
                    <a:pt x="4307185" y="799158"/>
                  </a:lnTo>
                  <a:lnTo>
                    <a:pt x="4457649" y="800833"/>
                  </a:lnTo>
                  <a:lnTo>
                    <a:pt x="4608114" y="801660"/>
                  </a:lnTo>
                  <a:lnTo>
                    <a:pt x="4758578" y="802217"/>
                  </a:lnTo>
                  <a:lnTo>
                    <a:pt x="4909042" y="802862"/>
                  </a:lnTo>
                  <a:lnTo>
                    <a:pt x="5059506" y="803591"/>
                  </a:lnTo>
                  <a:lnTo>
                    <a:pt x="5209970" y="804397"/>
                  </a:lnTo>
                  <a:lnTo>
                    <a:pt x="5360434" y="805275"/>
                  </a:lnTo>
                  <a:lnTo>
                    <a:pt x="5510898" y="806220"/>
                  </a:lnTo>
                  <a:lnTo>
                    <a:pt x="5661362" y="807227"/>
                  </a:lnTo>
                  <a:lnTo>
                    <a:pt x="5811826" y="808291"/>
                  </a:lnTo>
                  <a:lnTo>
                    <a:pt x="5962290" y="809405"/>
                  </a:lnTo>
                  <a:lnTo>
                    <a:pt x="6112754" y="810565"/>
                  </a:lnTo>
                  <a:lnTo>
                    <a:pt x="6145984" y="81083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65382"/>
              <a:ext cx="6145984" cy="1117131"/>
            </a:xfrm>
            <a:custGeom>
              <a:avLst/>
              <a:pathLst>
                <a:path w="6145984" h="1117131">
                  <a:moveTo>
                    <a:pt x="0" y="0"/>
                  </a:moveTo>
                  <a:lnTo>
                    <a:pt x="94192" y="73127"/>
                  </a:lnTo>
                  <a:lnTo>
                    <a:pt x="244656" y="181631"/>
                  </a:lnTo>
                  <a:lnTo>
                    <a:pt x="395120" y="281782"/>
                  </a:lnTo>
                  <a:lnTo>
                    <a:pt x="545584" y="373570"/>
                  </a:lnTo>
                  <a:lnTo>
                    <a:pt x="696048" y="457046"/>
                  </a:lnTo>
                  <a:lnTo>
                    <a:pt x="846512" y="532340"/>
                  </a:lnTo>
                  <a:lnTo>
                    <a:pt x="996976" y="599678"/>
                  </a:lnTo>
                  <a:lnTo>
                    <a:pt x="1147440" y="659359"/>
                  </a:lnTo>
                  <a:lnTo>
                    <a:pt x="1297904" y="711709"/>
                  </a:lnTo>
                  <a:lnTo>
                    <a:pt x="1448369" y="756943"/>
                  </a:lnTo>
                  <a:lnTo>
                    <a:pt x="1598833" y="793277"/>
                  </a:lnTo>
                  <a:lnTo>
                    <a:pt x="1749297" y="821079"/>
                  </a:lnTo>
                  <a:lnTo>
                    <a:pt x="1899761" y="842265"/>
                  </a:lnTo>
                  <a:lnTo>
                    <a:pt x="2050225" y="858361"/>
                  </a:lnTo>
                  <a:lnTo>
                    <a:pt x="2200689" y="860935"/>
                  </a:lnTo>
                  <a:lnTo>
                    <a:pt x="2351153" y="854837"/>
                  </a:lnTo>
                  <a:lnTo>
                    <a:pt x="2501617" y="852799"/>
                  </a:lnTo>
                  <a:lnTo>
                    <a:pt x="2652081" y="856057"/>
                  </a:lnTo>
                  <a:lnTo>
                    <a:pt x="2802545" y="857720"/>
                  </a:lnTo>
                  <a:lnTo>
                    <a:pt x="2953009" y="859158"/>
                  </a:lnTo>
                  <a:lnTo>
                    <a:pt x="3103473" y="864763"/>
                  </a:lnTo>
                  <a:lnTo>
                    <a:pt x="3253937" y="872610"/>
                  </a:lnTo>
                  <a:lnTo>
                    <a:pt x="3404401" y="879353"/>
                  </a:lnTo>
                  <a:lnTo>
                    <a:pt x="3554865" y="885377"/>
                  </a:lnTo>
                  <a:lnTo>
                    <a:pt x="3705329" y="893797"/>
                  </a:lnTo>
                  <a:lnTo>
                    <a:pt x="3855793" y="902067"/>
                  </a:lnTo>
                  <a:lnTo>
                    <a:pt x="4006257" y="907262"/>
                  </a:lnTo>
                  <a:lnTo>
                    <a:pt x="4156721" y="909880"/>
                  </a:lnTo>
                  <a:lnTo>
                    <a:pt x="4307185" y="911174"/>
                  </a:lnTo>
                  <a:lnTo>
                    <a:pt x="4457649" y="910959"/>
                  </a:lnTo>
                  <a:lnTo>
                    <a:pt x="4608114" y="909428"/>
                  </a:lnTo>
                  <a:lnTo>
                    <a:pt x="4758578" y="906859"/>
                  </a:lnTo>
                  <a:lnTo>
                    <a:pt x="4909042" y="903581"/>
                  </a:lnTo>
                  <a:lnTo>
                    <a:pt x="5059506" y="899845"/>
                  </a:lnTo>
                  <a:lnTo>
                    <a:pt x="5209970" y="895797"/>
                  </a:lnTo>
                  <a:lnTo>
                    <a:pt x="5360434" y="891494"/>
                  </a:lnTo>
                  <a:lnTo>
                    <a:pt x="5510898" y="886928"/>
                  </a:lnTo>
                  <a:lnTo>
                    <a:pt x="5661362" y="882043"/>
                  </a:lnTo>
                  <a:lnTo>
                    <a:pt x="5811826" y="876753"/>
                  </a:lnTo>
                  <a:lnTo>
                    <a:pt x="5962290" y="870952"/>
                  </a:lnTo>
                  <a:lnTo>
                    <a:pt x="6112754" y="864525"/>
                  </a:lnTo>
                  <a:lnTo>
                    <a:pt x="6145984" y="862942"/>
                  </a:lnTo>
                  <a:lnTo>
                    <a:pt x="6145984" y="1117131"/>
                  </a:lnTo>
                  <a:lnTo>
                    <a:pt x="6112754" y="1114857"/>
                  </a:lnTo>
                  <a:lnTo>
                    <a:pt x="5962290" y="1105406"/>
                  </a:lnTo>
                  <a:lnTo>
                    <a:pt x="5811826" y="1096691"/>
                  </a:lnTo>
                  <a:lnTo>
                    <a:pt x="5661362" y="1088606"/>
                  </a:lnTo>
                  <a:lnTo>
                    <a:pt x="5510898" y="1081054"/>
                  </a:lnTo>
                  <a:lnTo>
                    <a:pt x="5360434" y="1073958"/>
                  </a:lnTo>
                  <a:lnTo>
                    <a:pt x="5209970" y="1067269"/>
                  </a:lnTo>
                  <a:lnTo>
                    <a:pt x="5059506" y="1060990"/>
                  </a:lnTo>
                  <a:lnTo>
                    <a:pt x="4909042" y="1055185"/>
                  </a:lnTo>
                  <a:lnTo>
                    <a:pt x="4758578" y="1050008"/>
                  </a:lnTo>
                  <a:lnTo>
                    <a:pt x="4608114" y="1045719"/>
                  </a:lnTo>
                  <a:lnTo>
                    <a:pt x="4457649" y="1042078"/>
                  </a:lnTo>
                  <a:lnTo>
                    <a:pt x="4307185" y="1038469"/>
                  </a:lnTo>
                  <a:lnTo>
                    <a:pt x="4156721" y="1035226"/>
                  </a:lnTo>
                  <a:lnTo>
                    <a:pt x="4006257" y="1032317"/>
                  </a:lnTo>
                  <a:lnTo>
                    <a:pt x="3855793" y="1026614"/>
                  </a:lnTo>
                  <a:lnTo>
                    <a:pt x="3705329" y="1018863"/>
                  </a:lnTo>
                  <a:lnTo>
                    <a:pt x="3554865" y="1012350"/>
                  </a:lnTo>
                  <a:lnTo>
                    <a:pt x="3404401" y="1005992"/>
                  </a:lnTo>
                  <a:lnTo>
                    <a:pt x="3253937" y="998850"/>
                  </a:lnTo>
                  <a:lnTo>
                    <a:pt x="3103473" y="993500"/>
                  </a:lnTo>
                  <a:lnTo>
                    <a:pt x="2953009" y="988914"/>
                  </a:lnTo>
                  <a:lnTo>
                    <a:pt x="2802545" y="984369"/>
                  </a:lnTo>
                  <a:lnTo>
                    <a:pt x="2652081" y="981773"/>
                  </a:lnTo>
                  <a:lnTo>
                    <a:pt x="2501617" y="979378"/>
                  </a:lnTo>
                  <a:lnTo>
                    <a:pt x="2351153" y="979519"/>
                  </a:lnTo>
                  <a:lnTo>
                    <a:pt x="2200689" y="984683"/>
                  </a:lnTo>
                  <a:lnTo>
                    <a:pt x="2050225" y="983153"/>
                  </a:lnTo>
                  <a:lnTo>
                    <a:pt x="1899761" y="967481"/>
                  </a:lnTo>
                  <a:lnTo>
                    <a:pt x="1749297" y="947657"/>
                  </a:lnTo>
                  <a:lnTo>
                    <a:pt x="1598833" y="922732"/>
                  </a:lnTo>
                  <a:lnTo>
                    <a:pt x="1448369" y="890624"/>
                  </a:lnTo>
                  <a:lnTo>
                    <a:pt x="1297904" y="850995"/>
                  </a:lnTo>
                  <a:lnTo>
                    <a:pt x="1147440" y="806430"/>
                  </a:lnTo>
                  <a:lnTo>
                    <a:pt x="996976" y="757268"/>
                  </a:lnTo>
                  <a:lnTo>
                    <a:pt x="846512" y="703836"/>
                  </a:lnTo>
                  <a:lnTo>
                    <a:pt x="696048" y="646436"/>
                  </a:lnTo>
                  <a:lnTo>
                    <a:pt x="545584" y="585295"/>
                  </a:lnTo>
                  <a:lnTo>
                    <a:pt x="395120" y="520546"/>
                  </a:lnTo>
                  <a:lnTo>
                    <a:pt x="244656" y="452242"/>
                  </a:lnTo>
                  <a:lnTo>
                    <a:pt x="94192" y="380375"/>
                  </a:lnTo>
                  <a:lnTo>
                    <a:pt x="0" y="33313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65382"/>
              <a:ext cx="6145984" cy="911174"/>
            </a:xfrm>
            <a:custGeom>
              <a:avLst/>
              <a:pathLst>
                <a:path w="6145984" h="911174">
                  <a:moveTo>
                    <a:pt x="0" y="0"/>
                  </a:moveTo>
                  <a:lnTo>
                    <a:pt x="94192" y="73127"/>
                  </a:lnTo>
                  <a:lnTo>
                    <a:pt x="244656" y="181631"/>
                  </a:lnTo>
                  <a:lnTo>
                    <a:pt x="395120" y="281782"/>
                  </a:lnTo>
                  <a:lnTo>
                    <a:pt x="545584" y="373570"/>
                  </a:lnTo>
                  <a:lnTo>
                    <a:pt x="696048" y="457046"/>
                  </a:lnTo>
                  <a:lnTo>
                    <a:pt x="846512" y="532340"/>
                  </a:lnTo>
                  <a:lnTo>
                    <a:pt x="996976" y="599678"/>
                  </a:lnTo>
                  <a:lnTo>
                    <a:pt x="1147440" y="659359"/>
                  </a:lnTo>
                  <a:lnTo>
                    <a:pt x="1297904" y="711709"/>
                  </a:lnTo>
                  <a:lnTo>
                    <a:pt x="1448369" y="756943"/>
                  </a:lnTo>
                  <a:lnTo>
                    <a:pt x="1598833" y="793277"/>
                  </a:lnTo>
                  <a:lnTo>
                    <a:pt x="1749297" y="821079"/>
                  </a:lnTo>
                  <a:lnTo>
                    <a:pt x="1899761" y="842265"/>
                  </a:lnTo>
                  <a:lnTo>
                    <a:pt x="2050225" y="858361"/>
                  </a:lnTo>
                  <a:lnTo>
                    <a:pt x="2200689" y="860935"/>
                  </a:lnTo>
                  <a:lnTo>
                    <a:pt x="2351153" y="854837"/>
                  </a:lnTo>
                  <a:lnTo>
                    <a:pt x="2501617" y="852799"/>
                  </a:lnTo>
                  <a:lnTo>
                    <a:pt x="2652081" y="856057"/>
                  </a:lnTo>
                  <a:lnTo>
                    <a:pt x="2802545" y="857720"/>
                  </a:lnTo>
                  <a:lnTo>
                    <a:pt x="2953009" y="859158"/>
                  </a:lnTo>
                  <a:lnTo>
                    <a:pt x="3103473" y="864763"/>
                  </a:lnTo>
                  <a:lnTo>
                    <a:pt x="3253937" y="872610"/>
                  </a:lnTo>
                  <a:lnTo>
                    <a:pt x="3404401" y="879353"/>
                  </a:lnTo>
                  <a:lnTo>
                    <a:pt x="3554865" y="885377"/>
                  </a:lnTo>
                  <a:lnTo>
                    <a:pt x="3705329" y="893797"/>
                  </a:lnTo>
                  <a:lnTo>
                    <a:pt x="3855793" y="902067"/>
                  </a:lnTo>
                  <a:lnTo>
                    <a:pt x="4006257" y="907262"/>
                  </a:lnTo>
                  <a:lnTo>
                    <a:pt x="4156721" y="909880"/>
                  </a:lnTo>
                  <a:lnTo>
                    <a:pt x="4307185" y="911174"/>
                  </a:lnTo>
                  <a:lnTo>
                    <a:pt x="4457649" y="910959"/>
                  </a:lnTo>
                  <a:lnTo>
                    <a:pt x="4608114" y="909428"/>
                  </a:lnTo>
                  <a:lnTo>
                    <a:pt x="4758578" y="906859"/>
                  </a:lnTo>
                  <a:lnTo>
                    <a:pt x="4909042" y="903581"/>
                  </a:lnTo>
                  <a:lnTo>
                    <a:pt x="5059506" y="899845"/>
                  </a:lnTo>
                  <a:lnTo>
                    <a:pt x="5209970" y="895797"/>
                  </a:lnTo>
                  <a:lnTo>
                    <a:pt x="5360434" y="891494"/>
                  </a:lnTo>
                  <a:lnTo>
                    <a:pt x="5510898" y="886928"/>
                  </a:lnTo>
                  <a:lnTo>
                    <a:pt x="5661362" y="882043"/>
                  </a:lnTo>
                  <a:lnTo>
                    <a:pt x="5811826" y="876753"/>
                  </a:lnTo>
                  <a:lnTo>
                    <a:pt x="5962290" y="870952"/>
                  </a:lnTo>
                  <a:lnTo>
                    <a:pt x="6112754" y="864525"/>
                  </a:lnTo>
                  <a:lnTo>
                    <a:pt x="6145984" y="862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498513"/>
              <a:ext cx="6145984" cy="784000"/>
            </a:xfrm>
            <a:custGeom>
              <a:avLst/>
              <a:pathLst>
                <a:path w="6145984" h="784000">
                  <a:moveTo>
                    <a:pt x="6145984" y="784000"/>
                  </a:moveTo>
                  <a:lnTo>
                    <a:pt x="6112754" y="781726"/>
                  </a:lnTo>
                  <a:lnTo>
                    <a:pt x="5962290" y="772274"/>
                  </a:lnTo>
                  <a:lnTo>
                    <a:pt x="5811826" y="763559"/>
                  </a:lnTo>
                  <a:lnTo>
                    <a:pt x="5661362" y="755475"/>
                  </a:lnTo>
                  <a:lnTo>
                    <a:pt x="5510898" y="747923"/>
                  </a:lnTo>
                  <a:lnTo>
                    <a:pt x="5360434" y="740827"/>
                  </a:lnTo>
                  <a:lnTo>
                    <a:pt x="5209970" y="734138"/>
                  </a:lnTo>
                  <a:lnTo>
                    <a:pt x="5059506" y="727859"/>
                  </a:lnTo>
                  <a:lnTo>
                    <a:pt x="4909042" y="722054"/>
                  </a:lnTo>
                  <a:lnTo>
                    <a:pt x="4758578" y="716877"/>
                  </a:lnTo>
                  <a:lnTo>
                    <a:pt x="4608114" y="712588"/>
                  </a:lnTo>
                  <a:lnTo>
                    <a:pt x="4457649" y="708947"/>
                  </a:lnTo>
                  <a:lnTo>
                    <a:pt x="4307185" y="705338"/>
                  </a:lnTo>
                  <a:lnTo>
                    <a:pt x="4156721" y="702095"/>
                  </a:lnTo>
                  <a:lnTo>
                    <a:pt x="4006257" y="699186"/>
                  </a:lnTo>
                  <a:lnTo>
                    <a:pt x="3855793" y="693483"/>
                  </a:lnTo>
                  <a:lnTo>
                    <a:pt x="3705329" y="685732"/>
                  </a:lnTo>
                  <a:lnTo>
                    <a:pt x="3554865" y="679219"/>
                  </a:lnTo>
                  <a:lnTo>
                    <a:pt x="3404401" y="672861"/>
                  </a:lnTo>
                  <a:lnTo>
                    <a:pt x="3253937" y="665719"/>
                  </a:lnTo>
                  <a:lnTo>
                    <a:pt x="3103473" y="660368"/>
                  </a:lnTo>
                  <a:lnTo>
                    <a:pt x="2953009" y="655783"/>
                  </a:lnTo>
                  <a:lnTo>
                    <a:pt x="2802545" y="651238"/>
                  </a:lnTo>
                  <a:lnTo>
                    <a:pt x="2652081" y="648642"/>
                  </a:lnTo>
                  <a:lnTo>
                    <a:pt x="2501617" y="646247"/>
                  </a:lnTo>
                  <a:lnTo>
                    <a:pt x="2351153" y="646388"/>
                  </a:lnTo>
                  <a:lnTo>
                    <a:pt x="2200689" y="651551"/>
                  </a:lnTo>
                  <a:lnTo>
                    <a:pt x="2050225" y="650022"/>
                  </a:lnTo>
                  <a:lnTo>
                    <a:pt x="1899761" y="634350"/>
                  </a:lnTo>
                  <a:lnTo>
                    <a:pt x="1749297" y="614526"/>
                  </a:lnTo>
                  <a:lnTo>
                    <a:pt x="1598833" y="589600"/>
                  </a:lnTo>
                  <a:lnTo>
                    <a:pt x="1448369" y="557492"/>
                  </a:lnTo>
                  <a:lnTo>
                    <a:pt x="1297904" y="517864"/>
                  </a:lnTo>
                  <a:lnTo>
                    <a:pt x="1147440" y="473299"/>
                  </a:lnTo>
                  <a:lnTo>
                    <a:pt x="996976" y="424137"/>
                  </a:lnTo>
                  <a:lnTo>
                    <a:pt x="846512" y="370705"/>
                  </a:lnTo>
                  <a:lnTo>
                    <a:pt x="696048" y="313305"/>
                  </a:lnTo>
                  <a:lnTo>
                    <a:pt x="545584" y="252164"/>
                  </a:lnTo>
                  <a:lnTo>
                    <a:pt x="395120" y="187415"/>
                  </a:lnTo>
                  <a:lnTo>
                    <a:pt x="244656" y="119111"/>
                  </a:lnTo>
                  <a:lnTo>
                    <a:pt x="94192" y="4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331947"/>
              <a:ext cx="6145984" cy="823471"/>
            </a:xfrm>
            <a:custGeom>
              <a:avLst/>
              <a:pathLst>
                <a:path w="6145984" h="823471">
                  <a:moveTo>
                    <a:pt x="0" y="0"/>
                  </a:moveTo>
                  <a:lnTo>
                    <a:pt x="94192" y="60186"/>
                  </a:lnTo>
                  <a:lnTo>
                    <a:pt x="244656" y="150371"/>
                  </a:lnTo>
                  <a:lnTo>
                    <a:pt x="395120" y="234598"/>
                  </a:lnTo>
                  <a:lnTo>
                    <a:pt x="545584" y="312867"/>
                  </a:lnTo>
                  <a:lnTo>
                    <a:pt x="696048" y="385175"/>
                  </a:lnTo>
                  <a:lnTo>
                    <a:pt x="846512" y="451523"/>
                  </a:lnTo>
                  <a:lnTo>
                    <a:pt x="996976" y="511908"/>
                  </a:lnTo>
                  <a:lnTo>
                    <a:pt x="1147440" y="566329"/>
                  </a:lnTo>
                  <a:lnTo>
                    <a:pt x="1297904" y="614786"/>
                  </a:lnTo>
                  <a:lnTo>
                    <a:pt x="1448369" y="657218"/>
                  </a:lnTo>
                  <a:lnTo>
                    <a:pt x="1598833" y="691439"/>
                  </a:lnTo>
                  <a:lnTo>
                    <a:pt x="1749297" y="717802"/>
                  </a:lnTo>
                  <a:lnTo>
                    <a:pt x="1899761" y="738307"/>
                  </a:lnTo>
                  <a:lnTo>
                    <a:pt x="2050225" y="754192"/>
                  </a:lnTo>
                  <a:lnTo>
                    <a:pt x="2200689" y="756243"/>
                  </a:lnTo>
                  <a:lnTo>
                    <a:pt x="2351153" y="750612"/>
                  </a:lnTo>
                  <a:lnTo>
                    <a:pt x="2501617" y="749523"/>
                  </a:lnTo>
                  <a:lnTo>
                    <a:pt x="2652081" y="752350"/>
                  </a:lnTo>
                  <a:lnTo>
                    <a:pt x="2802545" y="754479"/>
                  </a:lnTo>
                  <a:lnTo>
                    <a:pt x="2953009" y="757471"/>
                  </a:lnTo>
                  <a:lnTo>
                    <a:pt x="3103473" y="762566"/>
                  </a:lnTo>
                  <a:lnTo>
                    <a:pt x="3253937" y="769165"/>
                  </a:lnTo>
                  <a:lnTo>
                    <a:pt x="3404401" y="776107"/>
                  </a:lnTo>
                  <a:lnTo>
                    <a:pt x="3554865" y="782298"/>
                  </a:lnTo>
                  <a:lnTo>
                    <a:pt x="3705329" y="789765"/>
                  </a:lnTo>
                  <a:lnTo>
                    <a:pt x="3855793" y="797775"/>
                  </a:lnTo>
                  <a:lnTo>
                    <a:pt x="4006257" y="803224"/>
                  </a:lnTo>
                  <a:lnTo>
                    <a:pt x="4156721" y="805987"/>
                  </a:lnTo>
                  <a:lnTo>
                    <a:pt x="4307185" y="808256"/>
                  </a:lnTo>
                  <a:lnTo>
                    <a:pt x="4457649" y="809953"/>
                  </a:lnTo>
                  <a:lnTo>
                    <a:pt x="4608114" y="811008"/>
                  </a:lnTo>
                  <a:lnTo>
                    <a:pt x="4758578" y="811868"/>
                  </a:lnTo>
                  <a:lnTo>
                    <a:pt x="4909042" y="812817"/>
                  </a:lnTo>
                  <a:lnTo>
                    <a:pt x="5059506" y="813852"/>
                  </a:lnTo>
                  <a:lnTo>
                    <a:pt x="5209970" y="814968"/>
                  </a:lnTo>
                  <a:lnTo>
                    <a:pt x="5360434" y="816160"/>
                  </a:lnTo>
                  <a:lnTo>
                    <a:pt x="5510898" y="817426"/>
                  </a:lnTo>
                  <a:lnTo>
                    <a:pt x="5661362" y="818759"/>
                  </a:lnTo>
                  <a:lnTo>
                    <a:pt x="5811826" y="820156"/>
                  </a:lnTo>
                  <a:lnTo>
                    <a:pt x="5962290" y="821613"/>
                  </a:lnTo>
                  <a:lnTo>
                    <a:pt x="6112754" y="823126"/>
                  </a:lnTo>
                  <a:lnTo>
                    <a:pt x="6145984" y="82347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88408"/>
              <a:ext cx="6145984" cy="883643"/>
            </a:xfrm>
            <a:custGeom>
              <a:avLst/>
              <a:pathLst>
                <a:path w="6145984" h="883643">
                  <a:moveTo>
                    <a:pt x="0" y="0"/>
                  </a:moveTo>
                  <a:lnTo>
                    <a:pt x="94192" y="59734"/>
                  </a:lnTo>
                  <a:lnTo>
                    <a:pt x="244656" y="147926"/>
                  </a:lnTo>
                  <a:lnTo>
                    <a:pt x="395120" y="228814"/>
                  </a:lnTo>
                  <a:lnTo>
                    <a:pt x="545584" y="302348"/>
                  </a:lnTo>
                  <a:lnTo>
                    <a:pt x="696048" y="368534"/>
                  </a:lnTo>
                  <a:lnTo>
                    <a:pt x="846512" y="427451"/>
                  </a:lnTo>
                  <a:lnTo>
                    <a:pt x="996976" y="479261"/>
                  </a:lnTo>
                  <a:lnTo>
                    <a:pt x="1147440" y="524196"/>
                  </a:lnTo>
                  <a:lnTo>
                    <a:pt x="1297904" y="562507"/>
                  </a:lnTo>
                  <a:lnTo>
                    <a:pt x="1448369" y="594371"/>
                  </a:lnTo>
                  <a:lnTo>
                    <a:pt x="1598833" y="619039"/>
                  </a:lnTo>
                  <a:lnTo>
                    <a:pt x="1749297" y="637288"/>
                  </a:lnTo>
                  <a:lnTo>
                    <a:pt x="1899761" y="650809"/>
                  </a:lnTo>
                  <a:lnTo>
                    <a:pt x="2050225" y="661073"/>
                  </a:lnTo>
                  <a:lnTo>
                    <a:pt x="2200689" y="662250"/>
                  </a:lnTo>
                  <a:lnTo>
                    <a:pt x="2351153" y="657368"/>
                  </a:lnTo>
                  <a:lnTo>
                    <a:pt x="2501617" y="655440"/>
                  </a:lnTo>
                  <a:lnTo>
                    <a:pt x="2652081" y="657748"/>
                  </a:lnTo>
                  <a:lnTo>
                    <a:pt x="2802545" y="659066"/>
                  </a:lnTo>
                  <a:lnTo>
                    <a:pt x="2953009" y="660351"/>
                  </a:lnTo>
                  <a:lnTo>
                    <a:pt x="3103473" y="665844"/>
                  </a:lnTo>
                  <a:lnTo>
                    <a:pt x="3253937" y="674466"/>
                  </a:lnTo>
                  <a:lnTo>
                    <a:pt x="3404401" y="682185"/>
                  </a:lnTo>
                  <a:lnTo>
                    <a:pt x="3554865" y="688288"/>
                  </a:lnTo>
                  <a:lnTo>
                    <a:pt x="3705329" y="696142"/>
                  </a:lnTo>
                  <a:lnTo>
                    <a:pt x="3855793" y="703809"/>
                  </a:lnTo>
                  <a:lnTo>
                    <a:pt x="4006257" y="708195"/>
                  </a:lnTo>
                  <a:lnTo>
                    <a:pt x="4156721" y="709669"/>
                  </a:lnTo>
                  <a:lnTo>
                    <a:pt x="4307185" y="709706"/>
                  </a:lnTo>
                  <a:lnTo>
                    <a:pt x="4457649" y="708266"/>
                  </a:lnTo>
                  <a:lnTo>
                    <a:pt x="4608114" y="705646"/>
                  </a:lnTo>
                  <a:lnTo>
                    <a:pt x="4758578" y="702160"/>
                  </a:lnTo>
                  <a:lnTo>
                    <a:pt x="4909042" y="698097"/>
                  </a:lnTo>
                  <a:lnTo>
                    <a:pt x="5059506" y="693683"/>
                  </a:lnTo>
                  <a:lnTo>
                    <a:pt x="5209970" y="689048"/>
                  </a:lnTo>
                  <a:lnTo>
                    <a:pt x="5360434" y="684241"/>
                  </a:lnTo>
                  <a:lnTo>
                    <a:pt x="5510898" y="679254"/>
                  </a:lnTo>
                  <a:lnTo>
                    <a:pt x="5661362" y="674036"/>
                  </a:lnTo>
                  <a:lnTo>
                    <a:pt x="5811826" y="668507"/>
                  </a:lnTo>
                  <a:lnTo>
                    <a:pt x="5962290" y="662571"/>
                  </a:lnTo>
                  <a:lnTo>
                    <a:pt x="6112754" y="656123"/>
                  </a:lnTo>
                  <a:lnTo>
                    <a:pt x="6145984" y="654562"/>
                  </a:lnTo>
                  <a:lnTo>
                    <a:pt x="6145984" y="883643"/>
                  </a:lnTo>
                  <a:lnTo>
                    <a:pt x="6112754" y="881727"/>
                  </a:lnTo>
                  <a:lnTo>
                    <a:pt x="5962290" y="873865"/>
                  </a:lnTo>
                  <a:lnTo>
                    <a:pt x="5811826" y="866719"/>
                  </a:lnTo>
                  <a:lnTo>
                    <a:pt x="5661362" y="860195"/>
                  </a:lnTo>
                  <a:lnTo>
                    <a:pt x="5510898" y="854205"/>
                  </a:lnTo>
                  <a:lnTo>
                    <a:pt x="5360434" y="848681"/>
                  </a:lnTo>
                  <a:lnTo>
                    <a:pt x="5209970" y="843582"/>
                  </a:lnTo>
                  <a:lnTo>
                    <a:pt x="5059506" y="838910"/>
                  </a:lnTo>
                  <a:lnTo>
                    <a:pt x="4909042" y="834726"/>
                  </a:lnTo>
                  <a:lnTo>
                    <a:pt x="4758578" y="831168"/>
                  </a:lnTo>
                  <a:lnTo>
                    <a:pt x="4608114" y="828474"/>
                  </a:lnTo>
                  <a:lnTo>
                    <a:pt x="4457649" y="826433"/>
                  </a:lnTo>
                  <a:lnTo>
                    <a:pt x="4307185" y="824428"/>
                  </a:lnTo>
                  <a:lnTo>
                    <a:pt x="4156721" y="822634"/>
                  </a:lnTo>
                  <a:lnTo>
                    <a:pt x="4006257" y="820898"/>
                  </a:lnTo>
                  <a:lnTo>
                    <a:pt x="3855793" y="816054"/>
                  </a:lnTo>
                  <a:lnTo>
                    <a:pt x="3705329" y="808854"/>
                  </a:lnTo>
                  <a:lnTo>
                    <a:pt x="3554865" y="802719"/>
                  </a:lnTo>
                  <a:lnTo>
                    <a:pt x="3404401" y="796315"/>
                  </a:lnTo>
                  <a:lnTo>
                    <a:pt x="3253937" y="788237"/>
                  </a:lnTo>
                  <a:lnTo>
                    <a:pt x="3103473" y="781865"/>
                  </a:lnTo>
                  <a:lnTo>
                    <a:pt x="2953009" y="777290"/>
                  </a:lnTo>
                  <a:lnTo>
                    <a:pt x="2802545" y="773205"/>
                  </a:lnTo>
                  <a:lnTo>
                    <a:pt x="2652081" y="771045"/>
                  </a:lnTo>
                  <a:lnTo>
                    <a:pt x="2501617" y="769516"/>
                  </a:lnTo>
                  <a:lnTo>
                    <a:pt x="2351153" y="769734"/>
                  </a:lnTo>
                  <a:lnTo>
                    <a:pt x="2200689" y="773773"/>
                  </a:lnTo>
                  <a:lnTo>
                    <a:pt x="2050225" y="773539"/>
                  </a:lnTo>
                  <a:lnTo>
                    <a:pt x="1899761" y="763656"/>
                  </a:lnTo>
                  <a:lnTo>
                    <a:pt x="1749297" y="751364"/>
                  </a:lnTo>
                  <a:lnTo>
                    <a:pt x="1598833" y="735707"/>
                  </a:lnTo>
                  <a:lnTo>
                    <a:pt x="1448369" y="714847"/>
                  </a:lnTo>
                  <a:lnTo>
                    <a:pt x="1297904" y="688035"/>
                  </a:lnTo>
                  <a:lnTo>
                    <a:pt x="1147440" y="656739"/>
                  </a:lnTo>
                  <a:lnTo>
                    <a:pt x="996976" y="621285"/>
                  </a:lnTo>
                  <a:lnTo>
                    <a:pt x="846512" y="582007"/>
                  </a:lnTo>
                  <a:lnTo>
                    <a:pt x="696048" y="539217"/>
                  </a:lnTo>
                  <a:lnTo>
                    <a:pt x="545584" y="493159"/>
                  </a:lnTo>
                  <a:lnTo>
                    <a:pt x="395120" y="443993"/>
                  </a:lnTo>
                  <a:lnTo>
                    <a:pt x="244656" y="391806"/>
                  </a:lnTo>
                  <a:lnTo>
                    <a:pt x="94192" y="336632"/>
                  </a:lnTo>
                  <a:lnTo>
                    <a:pt x="0" y="30022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88408"/>
              <a:ext cx="6145984" cy="709706"/>
            </a:xfrm>
            <a:custGeom>
              <a:avLst/>
              <a:pathLst>
                <a:path w="6145984" h="709706">
                  <a:moveTo>
                    <a:pt x="0" y="0"/>
                  </a:moveTo>
                  <a:lnTo>
                    <a:pt x="94192" y="59734"/>
                  </a:lnTo>
                  <a:lnTo>
                    <a:pt x="244656" y="147926"/>
                  </a:lnTo>
                  <a:lnTo>
                    <a:pt x="395120" y="228814"/>
                  </a:lnTo>
                  <a:lnTo>
                    <a:pt x="545584" y="302348"/>
                  </a:lnTo>
                  <a:lnTo>
                    <a:pt x="696048" y="368534"/>
                  </a:lnTo>
                  <a:lnTo>
                    <a:pt x="846512" y="427451"/>
                  </a:lnTo>
                  <a:lnTo>
                    <a:pt x="996976" y="479261"/>
                  </a:lnTo>
                  <a:lnTo>
                    <a:pt x="1147440" y="524196"/>
                  </a:lnTo>
                  <a:lnTo>
                    <a:pt x="1297904" y="562507"/>
                  </a:lnTo>
                  <a:lnTo>
                    <a:pt x="1448369" y="594371"/>
                  </a:lnTo>
                  <a:lnTo>
                    <a:pt x="1598833" y="619039"/>
                  </a:lnTo>
                  <a:lnTo>
                    <a:pt x="1749297" y="637288"/>
                  </a:lnTo>
                  <a:lnTo>
                    <a:pt x="1899761" y="650809"/>
                  </a:lnTo>
                  <a:lnTo>
                    <a:pt x="2050225" y="661073"/>
                  </a:lnTo>
                  <a:lnTo>
                    <a:pt x="2200689" y="662250"/>
                  </a:lnTo>
                  <a:lnTo>
                    <a:pt x="2351153" y="657368"/>
                  </a:lnTo>
                  <a:lnTo>
                    <a:pt x="2501617" y="655440"/>
                  </a:lnTo>
                  <a:lnTo>
                    <a:pt x="2652081" y="657748"/>
                  </a:lnTo>
                  <a:lnTo>
                    <a:pt x="2802545" y="659066"/>
                  </a:lnTo>
                  <a:lnTo>
                    <a:pt x="2953009" y="660351"/>
                  </a:lnTo>
                  <a:lnTo>
                    <a:pt x="3103473" y="665844"/>
                  </a:lnTo>
                  <a:lnTo>
                    <a:pt x="3253937" y="674466"/>
                  </a:lnTo>
                  <a:lnTo>
                    <a:pt x="3404401" y="682185"/>
                  </a:lnTo>
                  <a:lnTo>
                    <a:pt x="3554865" y="688288"/>
                  </a:lnTo>
                  <a:lnTo>
                    <a:pt x="3705329" y="696142"/>
                  </a:lnTo>
                  <a:lnTo>
                    <a:pt x="3855793" y="703809"/>
                  </a:lnTo>
                  <a:lnTo>
                    <a:pt x="4006257" y="708195"/>
                  </a:lnTo>
                  <a:lnTo>
                    <a:pt x="4156721" y="709669"/>
                  </a:lnTo>
                  <a:lnTo>
                    <a:pt x="4307185" y="709706"/>
                  </a:lnTo>
                  <a:lnTo>
                    <a:pt x="4457649" y="708266"/>
                  </a:lnTo>
                  <a:lnTo>
                    <a:pt x="4608114" y="705646"/>
                  </a:lnTo>
                  <a:lnTo>
                    <a:pt x="4758578" y="702160"/>
                  </a:lnTo>
                  <a:lnTo>
                    <a:pt x="4909042" y="698097"/>
                  </a:lnTo>
                  <a:lnTo>
                    <a:pt x="5059506" y="693683"/>
                  </a:lnTo>
                  <a:lnTo>
                    <a:pt x="5209970" y="689048"/>
                  </a:lnTo>
                  <a:lnTo>
                    <a:pt x="5360434" y="684241"/>
                  </a:lnTo>
                  <a:lnTo>
                    <a:pt x="5510898" y="679254"/>
                  </a:lnTo>
                  <a:lnTo>
                    <a:pt x="5661362" y="674036"/>
                  </a:lnTo>
                  <a:lnTo>
                    <a:pt x="5811826" y="668507"/>
                  </a:lnTo>
                  <a:lnTo>
                    <a:pt x="5962290" y="662571"/>
                  </a:lnTo>
                  <a:lnTo>
                    <a:pt x="6112754" y="656123"/>
                  </a:lnTo>
                  <a:lnTo>
                    <a:pt x="6145984" y="6545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88633"/>
              <a:ext cx="6145984" cy="583418"/>
            </a:xfrm>
            <a:custGeom>
              <a:avLst/>
              <a:pathLst>
                <a:path w="6145984" h="583418">
                  <a:moveTo>
                    <a:pt x="6145984" y="583418"/>
                  </a:moveTo>
                  <a:lnTo>
                    <a:pt x="6112754" y="581502"/>
                  </a:lnTo>
                  <a:lnTo>
                    <a:pt x="5962290" y="573640"/>
                  </a:lnTo>
                  <a:lnTo>
                    <a:pt x="5811826" y="566494"/>
                  </a:lnTo>
                  <a:lnTo>
                    <a:pt x="5661362" y="559969"/>
                  </a:lnTo>
                  <a:lnTo>
                    <a:pt x="5510898" y="553980"/>
                  </a:lnTo>
                  <a:lnTo>
                    <a:pt x="5360434" y="548456"/>
                  </a:lnTo>
                  <a:lnTo>
                    <a:pt x="5209970" y="543357"/>
                  </a:lnTo>
                  <a:lnTo>
                    <a:pt x="5059506" y="538685"/>
                  </a:lnTo>
                  <a:lnTo>
                    <a:pt x="4909042" y="534501"/>
                  </a:lnTo>
                  <a:lnTo>
                    <a:pt x="4758578" y="530943"/>
                  </a:lnTo>
                  <a:lnTo>
                    <a:pt x="4608114" y="528249"/>
                  </a:lnTo>
                  <a:lnTo>
                    <a:pt x="4457649" y="526208"/>
                  </a:lnTo>
                  <a:lnTo>
                    <a:pt x="4307185" y="524202"/>
                  </a:lnTo>
                  <a:lnTo>
                    <a:pt x="4156721" y="522409"/>
                  </a:lnTo>
                  <a:lnTo>
                    <a:pt x="4006257" y="520672"/>
                  </a:lnTo>
                  <a:lnTo>
                    <a:pt x="3855793" y="515828"/>
                  </a:lnTo>
                  <a:lnTo>
                    <a:pt x="3705329" y="508629"/>
                  </a:lnTo>
                  <a:lnTo>
                    <a:pt x="3554865" y="502494"/>
                  </a:lnTo>
                  <a:lnTo>
                    <a:pt x="3404401" y="496090"/>
                  </a:lnTo>
                  <a:lnTo>
                    <a:pt x="3253937" y="488012"/>
                  </a:lnTo>
                  <a:lnTo>
                    <a:pt x="3103473" y="481639"/>
                  </a:lnTo>
                  <a:lnTo>
                    <a:pt x="2953009" y="477065"/>
                  </a:lnTo>
                  <a:lnTo>
                    <a:pt x="2802545" y="472979"/>
                  </a:lnTo>
                  <a:lnTo>
                    <a:pt x="2652081" y="470820"/>
                  </a:lnTo>
                  <a:lnTo>
                    <a:pt x="2501617" y="469291"/>
                  </a:lnTo>
                  <a:lnTo>
                    <a:pt x="2351153" y="469509"/>
                  </a:lnTo>
                  <a:lnTo>
                    <a:pt x="2200689" y="473548"/>
                  </a:lnTo>
                  <a:lnTo>
                    <a:pt x="2050225" y="473313"/>
                  </a:lnTo>
                  <a:lnTo>
                    <a:pt x="1899761" y="463431"/>
                  </a:lnTo>
                  <a:lnTo>
                    <a:pt x="1749297" y="451138"/>
                  </a:lnTo>
                  <a:lnTo>
                    <a:pt x="1598833" y="435482"/>
                  </a:lnTo>
                  <a:lnTo>
                    <a:pt x="1448369" y="414622"/>
                  </a:lnTo>
                  <a:lnTo>
                    <a:pt x="1297904" y="387810"/>
                  </a:lnTo>
                  <a:lnTo>
                    <a:pt x="1147440" y="356514"/>
                  </a:lnTo>
                  <a:lnTo>
                    <a:pt x="996976" y="321060"/>
                  </a:lnTo>
                  <a:lnTo>
                    <a:pt x="846512" y="281782"/>
                  </a:lnTo>
                  <a:lnTo>
                    <a:pt x="696048" y="238992"/>
                  </a:lnTo>
                  <a:lnTo>
                    <a:pt x="545584" y="192933"/>
                  </a:lnTo>
                  <a:lnTo>
                    <a:pt x="395120" y="143768"/>
                  </a:lnTo>
                  <a:lnTo>
                    <a:pt x="244656" y="91581"/>
                  </a:lnTo>
                  <a:lnTo>
                    <a:pt x="94192" y="364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38520"/>
              <a:ext cx="6145984" cy="618990"/>
            </a:xfrm>
            <a:custGeom>
              <a:avLst/>
              <a:pathLst>
                <a:path w="6145984" h="618990">
                  <a:moveTo>
                    <a:pt x="0" y="0"/>
                  </a:moveTo>
                  <a:lnTo>
                    <a:pt x="94192" y="48070"/>
                  </a:lnTo>
                  <a:lnTo>
                    <a:pt x="244656" y="119754"/>
                  </a:lnTo>
                  <a:lnTo>
                    <a:pt x="395120" y="186291"/>
                  </a:lnTo>
                  <a:lnTo>
                    <a:pt x="545584" y="247641"/>
                  </a:lnTo>
                  <a:lnTo>
                    <a:pt x="696048" y="303763"/>
                  </a:lnTo>
                  <a:lnTo>
                    <a:pt x="846512" y="354616"/>
                  </a:lnTo>
                  <a:lnTo>
                    <a:pt x="996976" y="400161"/>
                  </a:lnTo>
                  <a:lnTo>
                    <a:pt x="1147440" y="440355"/>
                  </a:lnTo>
                  <a:lnTo>
                    <a:pt x="1297904" y="475158"/>
                  </a:lnTo>
                  <a:lnTo>
                    <a:pt x="1448369" y="504497"/>
                  </a:lnTo>
                  <a:lnTo>
                    <a:pt x="1598833" y="527261"/>
                  </a:lnTo>
                  <a:lnTo>
                    <a:pt x="1749297" y="544213"/>
                  </a:lnTo>
                  <a:lnTo>
                    <a:pt x="1899761" y="557120"/>
                  </a:lnTo>
                  <a:lnTo>
                    <a:pt x="2050225" y="567193"/>
                  </a:lnTo>
                  <a:lnTo>
                    <a:pt x="2200689" y="567899"/>
                  </a:lnTo>
                  <a:lnTo>
                    <a:pt x="2351153" y="563438"/>
                  </a:lnTo>
                  <a:lnTo>
                    <a:pt x="2501617" y="562365"/>
                  </a:lnTo>
                  <a:lnTo>
                    <a:pt x="2652081" y="564284"/>
                  </a:lnTo>
                  <a:lnTo>
                    <a:pt x="2802545" y="566023"/>
                  </a:lnTo>
                  <a:lnTo>
                    <a:pt x="2953009" y="568708"/>
                  </a:lnTo>
                  <a:lnTo>
                    <a:pt x="3103473" y="573742"/>
                  </a:lnTo>
                  <a:lnTo>
                    <a:pt x="3253937" y="581239"/>
                  </a:lnTo>
                  <a:lnTo>
                    <a:pt x="3404401" y="589137"/>
                  </a:lnTo>
                  <a:lnTo>
                    <a:pt x="3554865" y="595391"/>
                  </a:lnTo>
                  <a:lnTo>
                    <a:pt x="3705329" y="602386"/>
                  </a:lnTo>
                  <a:lnTo>
                    <a:pt x="3855793" y="609819"/>
                  </a:lnTo>
                  <a:lnTo>
                    <a:pt x="4006257" y="614434"/>
                  </a:lnTo>
                  <a:lnTo>
                    <a:pt x="4156721" y="616039"/>
                  </a:lnTo>
                  <a:lnTo>
                    <a:pt x="4307185" y="616954"/>
                  </a:lnTo>
                  <a:lnTo>
                    <a:pt x="4457649" y="617237"/>
                  </a:lnTo>
                  <a:lnTo>
                    <a:pt x="4608114" y="616947"/>
                  </a:lnTo>
                  <a:lnTo>
                    <a:pt x="4758578" y="616551"/>
                  </a:lnTo>
                  <a:lnTo>
                    <a:pt x="4909042" y="616299"/>
                  </a:lnTo>
                  <a:lnTo>
                    <a:pt x="5059506" y="616184"/>
                  </a:lnTo>
                  <a:lnTo>
                    <a:pt x="5209970" y="616202"/>
                  </a:lnTo>
                  <a:lnTo>
                    <a:pt x="5360434" y="616348"/>
                  </a:lnTo>
                  <a:lnTo>
                    <a:pt x="5510898" y="616617"/>
                  </a:lnTo>
                  <a:lnTo>
                    <a:pt x="5661362" y="617002"/>
                  </a:lnTo>
                  <a:lnTo>
                    <a:pt x="5811826" y="617501"/>
                  </a:lnTo>
                  <a:lnTo>
                    <a:pt x="5962290" y="618106"/>
                  </a:lnTo>
                  <a:lnTo>
                    <a:pt x="6112754" y="618812"/>
                  </a:lnTo>
                  <a:lnTo>
                    <a:pt x="6145984" y="6189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24742"/>
              <a:ext cx="6145984" cy="331218"/>
            </a:xfrm>
            <a:custGeom>
              <a:avLst/>
              <a:pathLst>
                <a:path w="6145984" h="331218">
                  <a:moveTo>
                    <a:pt x="0" y="40385"/>
                  </a:moveTo>
                  <a:lnTo>
                    <a:pt x="94192" y="49994"/>
                  </a:lnTo>
                  <a:lnTo>
                    <a:pt x="244656" y="63659"/>
                  </a:lnTo>
                  <a:lnTo>
                    <a:pt x="395120" y="75620"/>
                  </a:lnTo>
                  <a:lnTo>
                    <a:pt x="545584" y="85882"/>
                  </a:lnTo>
                  <a:lnTo>
                    <a:pt x="696048" y="94504"/>
                  </a:lnTo>
                  <a:lnTo>
                    <a:pt x="846512" y="101616"/>
                  </a:lnTo>
                  <a:lnTo>
                    <a:pt x="996976" y="107429"/>
                  </a:lnTo>
                  <a:lnTo>
                    <a:pt x="1147440" y="112220"/>
                  </a:lnTo>
                  <a:lnTo>
                    <a:pt x="1297904" y="116286"/>
                  </a:lnTo>
                  <a:lnTo>
                    <a:pt x="1448369" y="119882"/>
                  </a:lnTo>
                  <a:lnTo>
                    <a:pt x="1598833" y="123219"/>
                  </a:lnTo>
                  <a:lnTo>
                    <a:pt x="1749297" y="126203"/>
                  </a:lnTo>
                  <a:lnTo>
                    <a:pt x="1899761" y="128722"/>
                  </a:lnTo>
                  <a:lnTo>
                    <a:pt x="2050225" y="130961"/>
                  </a:lnTo>
                  <a:lnTo>
                    <a:pt x="2200689" y="133133"/>
                  </a:lnTo>
                  <a:lnTo>
                    <a:pt x="2351153" y="134170"/>
                  </a:lnTo>
                  <a:lnTo>
                    <a:pt x="2501617" y="134786"/>
                  </a:lnTo>
                  <a:lnTo>
                    <a:pt x="2652081" y="134961"/>
                  </a:lnTo>
                  <a:lnTo>
                    <a:pt x="2802545" y="133003"/>
                  </a:lnTo>
                  <a:lnTo>
                    <a:pt x="2953009" y="130945"/>
                  </a:lnTo>
                  <a:lnTo>
                    <a:pt x="3103473" y="134402"/>
                  </a:lnTo>
                  <a:lnTo>
                    <a:pt x="3253937" y="142515"/>
                  </a:lnTo>
                  <a:lnTo>
                    <a:pt x="3404401" y="148916"/>
                  </a:lnTo>
                  <a:lnTo>
                    <a:pt x="3554865" y="150424"/>
                  </a:lnTo>
                  <a:lnTo>
                    <a:pt x="3705329" y="151237"/>
                  </a:lnTo>
                  <a:lnTo>
                    <a:pt x="3855793" y="151096"/>
                  </a:lnTo>
                  <a:lnTo>
                    <a:pt x="4006257" y="147273"/>
                  </a:lnTo>
                  <a:lnTo>
                    <a:pt x="4156721" y="140244"/>
                  </a:lnTo>
                  <a:lnTo>
                    <a:pt x="4307185" y="131408"/>
                  </a:lnTo>
                  <a:lnTo>
                    <a:pt x="4457649" y="120786"/>
                  </a:lnTo>
                  <a:lnTo>
                    <a:pt x="4608114" y="108740"/>
                  </a:lnTo>
                  <a:lnTo>
                    <a:pt x="4758578" y="96239"/>
                  </a:lnTo>
                  <a:lnTo>
                    <a:pt x="4909042" y="83925"/>
                  </a:lnTo>
                  <a:lnTo>
                    <a:pt x="5059506" y="72008"/>
                  </a:lnTo>
                  <a:lnTo>
                    <a:pt x="5209970" y="60603"/>
                  </a:lnTo>
                  <a:lnTo>
                    <a:pt x="5360434" y="49749"/>
                  </a:lnTo>
                  <a:lnTo>
                    <a:pt x="5510898" y="39430"/>
                  </a:lnTo>
                  <a:lnTo>
                    <a:pt x="5661362" y="29586"/>
                  </a:lnTo>
                  <a:lnTo>
                    <a:pt x="5811826" y="20132"/>
                  </a:lnTo>
                  <a:lnTo>
                    <a:pt x="5962290" y="10964"/>
                  </a:lnTo>
                  <a:lnTo>
                    <a:pt x="6112754" y="1971"/>
                  </a:lnTo>
                  <a:lnTo>
                    <a:pt x="6145984" y="0"/>
                  </a:lnTo>
                  <a:lnTo>
                    <a:pt x="6145984" y="221914"/>
                  </a:lnTo>
                  <a:lnTo>
                    <a:pt x="6112754" y="220518"/>
                  </a:lnTo>
                  <a:lnTo>
                    <a:pt x="5962290" y="215648"/>
                  </a:lnTo>
                  <a:lnTo>
                    <a:pt x="5811826" y="212143"/>
                  </a:lnTo>
                  <a:lnTo>
                    <a:pt x="5661362" y="209921"/>
                  </a:lnTo>
                  <a:lnTo>
                    <a:pt x="5510898" y="208908"/>
                  </a:lnTo>
                  <a:lnTo>
                    <a:pt x="5360434" y="209045"/>
                  </a:lnTo>
                  <a:lnTo>
                    <a:pt x="5209970" y="210303"/>
                  </a:lnTo>
                  <a:lnTo>
                    <a:pt x="5059506" y="212692"/>
                  </a:lnTo>
                  <a:lnTo>
                    <a:pt x="4909042" y="216280"/>
                  </a:lnTo>
                  <a:lnTo>
                    <a:pt x="4758578" y="221212"/>
                  </a:lnTo>
                  <a:lnTo>
                    <a:pt x="4608114" y="227726"/>
                  </a:lnTo>
                  <a:lnTo>
                    <a:pt x="4457649" y="235256"/>
                  </a:lnTo>
                  <a:lnTo>
                    <a:pt x="4307185" y="242540"/>
                  </a:lnTo>
                  <a:lnTo>
                    <a:pt x="4156721" y="249675"/>
                  </a:lnTo>
                  <a:lnTo>
                    <a:pt x="4006257" y="256450"/>
                  </a:lnTo>
                  <a:lnTo>
                    <a:pt x="3855793" y="259829"/>
                  </a:lnTo>
                  <a:lnTo>
                    <a:pt x="3705329" y="260423"/>
                  </a:lnTo>
                  <a:lnTo>
                    <a:pt x="3554865" y="261275"/>
                  </a:lnTo>
                  <a:lnTo>
                    <a:pt x="3404401" y="259476"/>
                  </a:lnTo>
                  <a:lnTo>
                    <a:pt x="3253937" y="252726"/>
                  </a:lnTo>
                  <a:lnTo>
                    <a:pt x="3103473" y="246792"/>
                  </a:lnTo>
                  <a:lnTo>
                    <a:pt x="2953009" y="244226"/>
                  </a:lnTo>
                  <a:lnTo>
                    <a:pt x="2802545" y="243571"/>
                  </a:lnTo>
                  <a:lnTo>
                    <a:pt x="2652081" y="244714"/>
                  </a:lnTo>
                  <a:lnTo>
                    <a:pt x="2501617" y="245293"/>
                  </a:lnTo>
                  <a:lnTo>
                    <a:pt x="2351153" y="243021"/>
                  </a:lnTo>
                  <a:lnTo>
                    <a:pt x="2200689" y="241168"/>
                  </a:lnTo>
                  <a:lnTo>
                    <a:pt x="2050225" y="239908"/>
                  </a:lnTo>
                  <a:lnTo>
                    <a:pt x="1899761" y="238039"/>
                  </a:lnTo>
                  <a:lnTo>
                    <a:pt x="1749297" y="236709"/>
                  </a:lnTo>
                  <a:lnTo>
                    <a:pt x="1598833" y="236237"/>
                  </a:lnTo>
                  <a:lnTo>
                    <a:pt x="1448369" y="236589"/>
                  </a:lnTo>
                  <a:lnTo>
                    <a:pt x="1297904" y="237887"/>
                  </a:lnTo>
                  <a:lnTo>
                    <a:pt x="1147440" y="240617"/>
                  </a:lnTo>
                  <a:lnTo>
                    <a:pt x="996976" y="245010"/>
                  </a:lnTo>
                  <a:lnTo>
                    <a:pt x="846512" y="251337"/>
                  </a:lnTo>
                  <a:lnTo>
                    <a:pt x="696048" y="259847"/>
                  </a:lnTo>
                  <a:lnTo>
                    <a:pt x="545584" y="270724"/>
                  </a:lnTo>
                  <a:lnTo>
                    <a:pt x="395120" y="284068"/>
                  </a:lnTo>
                  <a:lnTo>
                    <a:pt x="244656" y="299910"/>
                  </a:lnTo>
                  <a:lnTo>
                    <a:pt x="94192" y="318230"/>
                  </a:lnTo>
                  <a:lnTo>
                    <a:pt x="0" y="33121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24742"/>
              <a:ext cx="6145984" cy="151237"/>
            </a:xfrm>
            <a:custGeom>
              <a:avLst/>
              <a:pathLst>
                <a:path w="6145984" h="151237">
                  <a:moveTo>
                    <a:pt x="0" y="40385"/>
                  </a:moveTo>
                  <a:lnTo>
                    <a:pt x="94192" y="49994"/>
                  </a:lnTo>
                  <a:lnTo>
                    <a:pt x="244656" y="63659"/>
                  </a:lnTo>
                  <a:lnTo>
                    <a:pt x="395120" y="75620"/>
                  </a:lnTo>
                  <a:lnTo>
                    <a:pt x="545584" y="85882"/>
                  </a:lnTo>
                  <a:lnTo>
                    <a:pt x="696048" y="94504"/>
                  </a:lnTo>
                  <a:lnTo>
                    <a:pt x="846512" y="101616"/>
                  </a:lnTo>
                  <a:lnTo>
                    <a:pt x="996976" y="107429"/>
                  </a:lnTo>
                  <a:lnTo>
                    <a:pt x="1147440" y="112220"/>
                  </a:lnTo>
                  <a:lnTo>
                    <a:pt x="1297904" y="116286"/>
                  </a:lnTo>
                  <a:lnTo>
                    <a:pt x="1448369" y="119882"/>
                  </a:lnTo>
                  <a:lnTo>
                    <a:pt x="1598833" y="123219"/>
                  </a:lnTo>
                  <a:lnTo>
                    <a:pt x="1749297" y="126203"/>
                  </a:lnTo>
                  <a:lnTo>
                    <a:pt x="1899761" y="128722"/>
                  </a:lnTo>
                  <a:lnTo>
                    <a:pt x="2050225" y="130961"/>
                  </a:lnTo>
                  <a:lnTo>
                    <a:pt x="2200689" y="133133"/>
                  </a:lnTo>
                  <a:lnTo>
                    <a:pt x="2351153" y="134170"/>
                  </a:lnTo>
                  <a:lnTo>
                    <a:pt x="2501617" y="134786"/>
                  </a:lnTo>
                  <a:lnTo>
                    <a:pt x="2652081" y="134961"/>
                  </a:lnTo>
                  <a:lnTo>
                    <a:pt x="2802545" y="133003"/>
                  </a:lnTo>
                  <a:lnTo>
                    <a:pt x="2953009" y="130945"/>
                  </a:lnTo>
                  <a:lnTo>
                    <a:pt x="3103473" y="134402"/>
                  </a:lnTo>
                  <a:lnTo>
                    <a:pt x="3253937" y="142515"/>
                  </a:lnTo>
                  <a:lnTo>
                    <a:pt x="3404401" y="148916"/>
                  </a:lnTo>
                  <a:lnTo>
                    <a:pt x="3554865" y="150424"/>
                  </a:lnTo>
                  <a:lnTo>
                    <a:pt x="3705329" y="151237"/>
                  </a:lnTo>
                  <a:lnTo>
                    <a:pt x="3855793" y="151096"/>
                  </a:lnTo>
                  <a:lnTo>
                    <a:pt x="4006257" y="147273"/>
                  </a:lnTo>
                  <a:lnTo>
                    <a:pt x="4156721" y="140244"/>
                  </a:lnTo>
                  <a:lnTo>
                    <a:pt x="4307185" y="131408"/>
                  </a:lnTo>
                  <a:lnTo>
                    <a:pt x="4457649" y="120786"/>
                  </a:lnTo>
                  <a:lnTo>
                    <a:pt x="4608114" y="108740"/>
                  </a:lnTo>
                  <a:lnTo>
                    <a:pt x="4758578" y="96239"/>
                  </a:lnTo>
                  <a:lnTo>
                    <a:pt x="4909042" y="83925"/>
                  </a:lnTo>
                  <a:lnTo>
                    <a:pt x="5059506" y="72008"/>
                  </a:lnTo>
                  <a:lnTo>
                    <a:pt x="5209970" y="60603"/>
                  </a:lnTo>
                  <a:lnTo>
                    <a:pt x="5360434" y="49749"/>
                  </a:lnTo>
                  <a:lnTo>
                    <a:pt x="5510898" y="39430"/>
                  </a:lnTo>
                  <a:lnTo>
                    <a:pt x="5661362" y="29586"/>
                  </a:lnTo>
                  <a:lnTo>
                    <a:pt x="5811826" y="20132"/>
                  </a:lnTo>
                  <a:lnTo>
                    <a:pt x="5962290" y="10964"/>
                  </a:lnTo>
                  <a:lnTo>
                    <a:pt x="6112754" y="197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3650"/>
              <a:ext cx="6145984" cy="122310"/>
            </a:xfrm>
            <a:custGeom>
              <a:avLst/>
              <a:pathLst>
                <a:path w="6145984" h="122310">
                  <a:moveTo>
                    <a:pt x="6145984" y="13006"/>
                  </a:moveTo>
                  <a:lnTo>
                    <a:pt x="6112754" y="11610"/>
                  </a:lnTo>
                  <a:lnTo>
                    <a:pt x="5962290" y="6740"/>
                  </a:lnTo>
                  <a:lnTo>
                    <a:pt x="5811826" y="3235"/>
                  </a:lnTo>
                  <a:lnTo>
                    <a:pt x="5661362" y="1013"/>
                  </a:lnTo>
                  <a:lnTo>
                    <a:pt x="5510898" y="0"/>
                  </a:lnTo>
                  <a:lnTo>
                    <a:pt x="5360434" y="137"/>
                  </a:lnTo>
                  <a:lnTo>
                    <a:pt x="5209970" y="1394"/>
                  </a:lnTo>
                  <a:lnTo>
                    <a:pt x="5059506" y="3784"/>
                  </a:lnTo>
                  <a:lnTo>
                    <a:pt x="4909042" y="7372"/>
                  </a:lnTo>
                  <a:lnTo>
                    <a:pt x="4758578" y="12304"/>
                  </a:lnTo>
                  <a:lnTo>
                    <a:pt x="4608114" y="18818"/>
                  </a:lnTo>
                  <a:lnTo>
                    <a:pt x="4457649" y="26348"/>
                  </a:lnTo>
                  <a:lnTo>
                    <a:pt x="4307185" y="33632"/>
                  </a:lnTo>
                  <a:lnTo>
                    <a:pt x="4156721" y="40767"/>
                  </a:lnTo>
                  <a:lnTo>
                    <a:pt x="4006257" y="47542"/>
                  </a:lnTo>
                  <a:lnTo>
                    <a:pt x="3855793" y="50921"/>
                  </a:lnTo>
                  <a:lnTo>
                    <a:pt x="3705329" y="51515"/>
                  </a:lnTo>
                  <a:lnTo>
                    <a:pt x="3554865" y="52367"/>
                  </a:lnTo>
                  <a:lnTo>
                    <a:pt x="3404401" y="50568"/>
                  </a:lnTo>
                  <a:lnTo>
                    <a:pt x="3253937" y="43818"/>
                  </a:lnTo>
                  <a:lnTo>
                    <a:pt x="3103473" y="37884"/>
                  </a:lnTo>
                  <a:lnTo>
                    <a:pt x="2953009" y="35317"/>
                  </a:lnTo>
                  <a:lnTo>
                    <a:pt x="2802545" y="34663"/>
                  </a:lnTo>
                  <a:lnTo>
                    <a:pt x="2652081" y="35806"/>
                  </a:lnTo>
                  <a:lnTo>
                    <a:pt x="2501617" y="36385"/>
                  </a:lnTo>
                  <a:lnTo>
                    <a:pt x="2351153" y="34113"/>
                  </a:lnTo>
                  <a:lnTo>
                    <a:pt x="2200689" y="32260"/>
                  </a:lnTo>
                  <a:lnTo>
                    <a:pt x="2050225" y="31000"/>
                  </a:lnTo>
                  <a:lnTo>
                    <a:pt x="1899761" y="29131"/>
                  </a:lnTo>
                  <a:lnTo>
                    <a:pt x="1749297" y="27801"/>
                  </a:lnTo>
                  <a:lnTo>
                    <a:pt x="1598833" y="27328"/>
                  </a:lnTo>
                  <a:lnTo>
                    <a:pt x="1448369" y="27681"/>
                  </a:lnTo>
                  <a:lnTo>
                    <a:pt x="1297904" y="28979"/>
                  </a:lnTo>
                  <a:lnTo>
                    <a:pt x="1147440" y="31708"/>
                  </a:lnTo>
                  <a:lnTo>
                    <a:pt x="996976" y="36102"/>
                  </a:lnTo>
                  <a:lnTo>
                    <a:pt x="846512" y="42429"/>
                  </a:lnTo>
                  <a:lnTo>
                    <a:pt x="696048" y="50939"/>
                  </a:lnTo>
                  <a:lnTo>
                    <a:pt x="545584" y="61815"/>
                  </a:lnTo>
                  <a:lnTo>
                    <a:pt x="395120" y="75159"/>
                  </a:lnTo>
                  <a:lnTo>
                    <a:pt x="244656" y="91002"/>
                  </a:lnTo>
                  <a:lnTo>
                    <a:pt x="94192" y="109322"/>
                  </a:lnTo>
                  <a:lnTo>
                    <a:pt x="0" y="122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35699"/>
              <a:ext cx="6145984" cy="94892"/>
            </a:xfrm>
            <a:custGeom>
              <a:avLst/>
              <a:pathLst>
                <a:path w="6145984" h="94892">
                  <a:moveTo>
                    <a:pt x="0" y="74844"/>
                  </a:moveTo>
                  <a:lnTo>
                    <a:pt x="94192" y="73155"/>
                  </a:lnTo>
                  <a:lnTo>
                    <a:pt x="244656" y="70827"/>
                  </a:lnTo>
                  <a:lnTo>
                    <a:pt x="395120" y="68886"/>
                  </a:lnTo>
                  <a:lnTo>
                    <a:pt x="545584" y="67345"/>
                  </a:lnTo>
                  <a:lnTo>
                    <a:pt x="696048" y="66219"/>
                  </a:lnTo>
                  <a:lnTo>
                    <a:pt x="846512" y="65519"/>
                  </a:lnTo>
                  <a:lnTo>
                    <a:pt x="996976" y="65262"/>
                  </a:lnTo>
                  <a:lnTo>
                    <a:pt x="1147440" y="65461"/>
                  </a:lnTo>
                  <a:lnTo>
                    <a:pt x="1297904" y="66129"/>
                  </a:lnTo>
                  <a:lnTo>
                    <a:pt x="1448369" y="67278"/>
                  </a:lnTo>
                  <a:lnTo>
                    <a:pt x="1598833" y="68770"/>
                  </a:lnTo>
                  <a:lnTo>
                    <a:pt x="1749297" y="70499"/>
                  </a:lnTo>
                  <a:lnTo>
                    <a:pt x="1899761" y="72423"/>
                  </a:lnTo>
                  <a:lnTo>
                    <a:pt x="2050225" y="74477"/>
                  </a:lnTo>
                  <a:lnTo>
                    <a:pt x="2200689" y="76194"/>
                  </a:lnTo>
                  <a:lnTo>
                    <a:pt x="2351153" y="77638"/>
                  </a:lnTo>
                  <a:lnTo>
                    <a:pt x="2501617" y="79082"/>
                  </a:lnTo>
                  <a:lnTo>
                    <a:pt x="2652081" y="78880"/>
                  </a:lnTo>
                  <a:lnTo>
                    <a:pt x="2802545" y="77329"/>
                  </a:lnTo>
                  <a:lnTo>
                    <a:pt x="2953009" y="76628"/>
                  </a:lnTo>
                  <a:lnTo>
                    <a:pt x="3103473" y="79640"/>
                  </a:lnTo>
                  <a:lnTo>
                    <a:pt x="3253937" y="86663"/>
                  </a:lnTo>
                  <a:lnTo>
                    <a:pt x="3404401" y="93239"/>
                  </a:lnTo>
                  <a:lnTo>
                    <a:pt x="3554865" y="94892"/>
                  </a:lnTo>
                  <a:lnTo>
                    <a:pt x="3705329" y="94873"/>
                  </a:lnTo>
                  <a:lnTo>
                    <a:pt x="3855793" y="94506"/>
                  </a:lnTo>
                  <a:lnTo>
                    <a:pt x="4006257" y="90904"/>
                  </a:lnTo>
                  <a:lnTo>
                    <a:pt x="4156721" y="84003"/>
                  </a:lnTo>
                  <a:lnTo>
                    <a:pt x="4307185" y="76017"/>
                  </a:lnTo>
                  <a:lnTo>
                    <a:pt x="4457649" y="67064"/>
                  </a:lnTo>
                  <a:lnTo>
                    <a:pt x="4608114" y="57276"/>
                  </a:lnTo>
                  <a:lnTo>
                    <a:pt x="4758578" y="47769"/>
                  </a:lnTo>
                  <a:lnTo>
                    <a:pt x="4909042" y="39146"/>
                  </a:lnTo>
                  <a:lnTo>
                    <a:pt x="5059506" y="31393"/>
                  </a:lnTo>
                  <a:lnTo>
                    <a:pt x="5209970" y="24495"/>
                  </a:lnTo>
                  <a:lnTo>
                    <a:pt x="5360434" y="18440"/>
                  </a:lnTo>
                  <a:lnTo>
                    <a:pt x="5510898" y="13212"/>
                  </a:lnTo>
                  <a:lnTo>
                    <a:pt x="5661362" y="8796"/>
                  </a:lnTo>
                  <a:lnTo>
                    <a:pt x="5811826" y="5180"/>
                  </a:lnTo>
                  <a:lnTo>
                    <a:pt x="5962290" y="2349"/>
                  </a:lnTo>
                  <a:lnTo>
                    <a:pt x="6112754" y="28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49235"/>
              <a:ext cx="6145984" cy="495645"/>
            </a:xfrm>
            <a:custGeom>
              <a:avLst/>
              <a:pathLst>
                <a:path w="6145984" h="495645">
                  <a:moveTo>
                    <a:pt x="0" y="0"/>
                  </a:moveTo>
                  <a:lnTo>
                    <a:pt x="94192" y="31919"/>
                  </a:lnTo>
                  <a:lnTo>
                    <a:pt x="244656" y="77630"/>
                  </a:lnTo>
                  <a:lnTo>
                    <a:pt x="395120" y="117957"/>
                  </a:lnTo>
                  <a:lnTo>
                    <a:pt x="545584" y="152845"/>
                  </a:lnTo>
                  <a:lnTo>
                    <a:pt x="696048" y="182327"/>
                  </a:lnTo>
                  <a:lnTo>
                    <a:pt x="846512" y="206556"/>
                  </a:lnTo>
                  <a:lnTo>
                    <a:pt x="996976" y="225824"/>
                  </a:lnTo>
                  <a:lnTo>
                    <a:pt x="1147440" y="240537"/>
                  </a:lnTo>
                  <a:lnTo>
                    <a:pt x="1297904" y="251134"/>
                  </a:lnTo>
                  <a:lnTo>
                    <a:pt x="1448369" y="257985"/>
                  </a:lnTo>
                  <a:lnTo>
                    <a:pt x="1598833" y="261787"/>
                  </a:lnTo>
                  <a:lnTo>
                    <a:pt x="1749297" y="263150"/>
                  </a:lnTo>
                  <a:lnTo>
                    <a:pt x="1899761" y="262631"/>
                  </a:lnTo>
                  <a:lnTo>
                    <a:pt x="2050225" y="261223"/>
                  </a:lnTo>
                  <a:lnTo>
                    <a:pt x="2200689" y="258858"/>
                  </a:lnTo>
                  <a:lnTo>
                    <a:pt x="2351153" y="254372"/>
                  </a:lnTo>
                  <a:lnTo>
                    <a:pt x="2501617" y="250154"/>
                  </a:lnTo>
                  <a:lnTo>
                    <a:pt x="2652081" y="245321"/>
                  </a:lnTo>
                  <a:lnTo>
                    <a:pt x="2802545" y="236833"/>
                  </a:lnTo>
                  <a:lnTo>
                    <a:pt x="2953009" y="229480"/>
                  </a:lnTo>
                  <a:lnTo>
                    <a:pt x="3103473" y="231371"/>
                  </a:lnTo>
                  <a:lnTo>
                    <a:pt x="3253937" y="237801"/>
                  </a:lnTo>
                  <a:lnTo>
                    <a:pt x="3404401" y="242996"/>
                  </a:lnTo>
                  <a:lnTo>
                    <a:pt x="3554865" y="246833"/>
                  </a:lnTo>
                  <a:lnTo>
                    <a:pt x="3705329" y="254420"/>
                  </a:lnTo>
                  <a:lnTo>
                    <a:pt x="3855793" y="262046"/>
                  </a:lnTo>
                  <a:lnTo>
                    <a:pt x="4006257" y="264767"/>
                  </a:lnTo>
                  <a:lnTo>
                    <a:pt x="4156721" y="263097"/>
                  </a:lnTo>
                  <a:lnTo>
                    <a:pt x="4307185" y="259037"/>
                  </a:lnTo>
                  <a:lnTo>
                    <a:pt x="4457649" y="252209"/>
                  </a:lnTo>
                  <a:lnTo>
                    <a:pt x="4608114" y="242808"/>
                  </a:lnTo>
                  <a:lnTo>
                    <a:pt x="4758578" y="231623"/>
                  </a:lnTo>
                  <a:lnTo>
                    <a:pt x="4909042" y="219406"/>
                  </a:lnTo>
                  <a:lnTo>
                    <a:pt x="5059506" y="206545"/>
                  </a:lnTo>
                  <a:lnTo>
                    <a:pt x="5209970" y="193265"/>
                  </a:lnTo>
                  <a:lnTo>
                    <a:pt x="5360434" y="179664"/>
                  </a:lnTo>
                  <a:lnTo>
                    <a:pt x="5510898" y="165741"/>
                  </a:lnTo>
                  <a:lnTo>
                    <a:pt x="5661362" y="151425"/>
                  </a:lnTo>
                  <a:lnTo>
                    <a:pt x="5811826" y="136598"/>
                  </a:lnTo>
                  <a:lnTo>
                    <a:pt x="5962290" y="121115"/>
                  </a:lnTo>
                  <a:lnTo>
                    <a:pt x="6112754" y="104815"/>
                  </a:lnTo>
                  <a:lnTo>
                    <a:pt x="6145984" y="101000"/>
                  </a:lnTo>
                  <a:lnTo>
                    <a:pt x="6145984" y="479193"/>
                  </a:lnTo>
                  <a:lnTo>
                    <a:pt x="6112754" y="477269"/>
                  </a:lnTo>
                  <a:lnTo>
                    <a:pt x="5962290" y="469944"/>
                  </a:lnTo>
                  <a:lnTo>
                    <a:pt x="5811826" y="463829"/>
                  </a:lnTo>
                  <a:lnTo>
                    <a:pt x="5661362" y="458757"/>
                  </a:lnTo>
                  <a:lnTo>
                    <a:pt x="5510898" y="454570"/>
                  </a:lnTo>
                  <a:lnTo>
                    <a:pt x="5360434" y="451141"/>
                  </a:lnTo>
                  <a:lnTo>
                    <a:pt x="5209970" y="448388"/>
                  </a:lnTo>
                  <a:lnTo>
                    <a:pt x="5059506" y="446302"/>
                  </a:lnTo>
                  <a:lnTo>
                    <a:pt x="4909042" y="444969"/>
                  </a:lnTo>
                  <a:lnTo>
                    <a:pt x="4758578" y="444605"/>
                  </a:lnTo>
                  <a:lnTo>
                    <a:pt x="4608114" y="445587"/>
                  </a:lnTo>
                  <a:lnTo>
                    <a:pt x="4457649" y="447294"/>
                  </a:lnTo>
                  <a:lnTo>
                    <a:pt x="4307185" y="448432"/>
                  </a:lnTo>
                  <a:lnTo>
                    <a:pt x="4156721" y="449592"/>
                  </a:lnTo>
                  <a:lnTo>
                    <a:pt x="4006257" y="450829"/>
                  </a:lnTo>
                  <a:lnTo>
                    <a:pt x="3855793" y="447352"/>
                  </a:lnTo>
                  <a:lnTo>
                    <a:pt x="3705329" y="440498"/>
                  </a:lnTo>
                  <a:lnTo>
                    <a:pt x="3554865" y="435748"/>
                  </a:lnTo>
                  <a:lnTo>
                    <a:pt x="3404401" y="431414"/>
                  </a:lnTo>
                  <a:lnTo>
                    <a:pt x="3253937" y="425627"/>
                  </a:lnTo>
                  <a:lnTo>
                    <a:pt x="3103473" y="422910"/>
                  </a:lnTo>
                  <a:lnTo>
                    <a:pt x="2953009" y="422536"/>
                  </a:lnTo>
                  <a:lnTo>
                    <a:pt x="2802545" y="425267"/>
                  </a:lnTo>
                  <a:lnTo>
                    <a:pt x="2652081" y="432366"/>
                  </a:lnTo>
                  <a:lnTo>
                    <a:pt x="2501617" y="438484"/>
                  </a:lnTo>
                  <a:lnTo>
                    <a:pt x="2351153" y="439879"/>
                  </a:lnTo>
                  <a:lnTo>
                    <a:pt x="2200689" y="442974"/>
                  </a:lnTo>
                  <a:lnTo>
                    <a:pt x="2050225" y="446894"/>
                  </a:lnTo>
                  <a:lnTo>
                    <a:pt x="1899761" y="448933"/>
                  </a:lnTo>
                  <a:lnTo>
                    <a:pt x="1749297" y="451478"/>
                  </a:lnTo>
                  <a:lnTo>
                    <a:pt x="1598833" y="454396"/>
                  </a:lnTo>
                  <a:lnTo>
                    <a:pt x="1448369" y="456881"/>
                  </a:lnTo>
                  <a:lnTo>
                    <a:pt x="1297904" y="458370"/>
                  </a:lnTo>
                  <a:lnTo>
                    <a:pt x="1147440" y="459354"/>
                  </a:lnTo>
                  <a:lnTo>
                    <a:pt x="996976" y="460294"/>
                  </a:lnTo>
                  <a:lnTo>
                    <a:pt x="846512" y="461715"/>
                  </a:lnTo>
                  <a:lnTo>
                    <a:pt x="696048" y="464110"/>
                  </a:lnTo>
                  <a:lnTo>
                    <a:pt x="545584" y="467858"/>
                  </a:lnTo>
                  <a:lnTo>
                    <a:pt x="395120" y="473200"/>
                  </a:lnTo>
                  <a:lnTo>
                    <a:pt x="244656" y="480255"/>
                  </a:lnTo>
                  <a:lnTo>
                    <a:pt x="94192" y="489055"/>
                  </a:lnTo>
                  <a:lnTo>
                    <a:pt x="0" y="49564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49235"/>
              <a:ext cx="6145984" cy="264767"/>
            </a:xfrm>
            <a:custGeom>
              <a:avLst/>
              <a:pathLst>
                <a:path w="6145984" h="264767">
                  <a:moveTo>
                    <a:pt x="0" y="0"/>
                  </a:moveTo>
                  <a:lnTo>
                    <a:pt x="94192" y="31919"/>
                  </a:lnTo>
                  <a:lnTo>
                    <a:pt x="244656" y="77630"/>
                  </a:lnTo>
                  <a:lnTo>
                    <a:pt x="395120" y="117957"/>
                  </a:lnTo>
                  <a:lnTo>
                    <a:pt x="545584" y="152845"/>
                  </a:lnTo>
                  <a:lnTo>
                    <a:pt x="696048" y="182327"/>
                  </a:lnTo>
                  <a:lnTo>
                    <a:pt x="846512" y="206556"/>
                  </a:lnTo>
                  <a:lnTo>
                    <a:pt x="996976" y="225824"/>
                  </a:lnTo>
                  <a:lnTo>
                    <a:pt x="1147440" y="240537"/>
                  </a:lnTo>
                  <a:lnTo>
                    <a:pt x="1297904" y="251134"/>
                  </a:lnTo>
                  <a:lnTo>
                    <a:pt x="1448369" y="257985"/>
                  </a:lnTo>
                  <a:lnTo>
                    <a:pt x="1598833" y="261787"/>
                  </a:lnTo>
                  <a:lnTo>
                    <a:pt x="1749297" y="263150"/>
                  </a:lnTo>
                  <a:lnTo>
                    <a:pt x="1899761" y="262631"/>
                  </a:lnTo>
                  <a:lnTo>
                    <a:pt x="2050225" y="261223"/>
                  </a:lnTo>
                  <a:lnTo>
                    <a:pt x="2200689" y="258858"/>
                  </a:lnTo>
                  <a:lnTo>
                    <a:pt x="2351153" y="254372"/>
                  </a:lnTo>
                  <a:lnTo>
                    <a:pt x="2501617" y="250154"/>
                  </a:lnTo>
                  <a:lnTo>
                    <a:pt x="2652081" y="245321"/>
                  </a:lnTo>
                  <a:lnTo>
                    <a:pt x="2802545" y="236833"/>
                  </a:lnTo>
                  <a:lnTo>
                    <a:pt x="2953009" y="229480"/>
                  </a:lnTo>
                  <a:lnTo>
                    <a:pt x="3103473" y="231371"/>
                  </a:lnTo>
                  <a:lnTo>
                    <a:pt x="3253937" y="237801"/>
                  </a:lnTo>
                  <a:lnTo>
                    <a:pt x="3404401" y="242996"/>
                  </a:lnTo>
                  <a:lnTo>
                    <a:pt x="3554865" y="246833"/>
                  </a:lnTo>
                  <a:lnTo>
                    <a:pt x="3705329" y="254420"/>
                  </a:lnTo>
                  <a:lnTo>
                    <a:pt x="3855793" y="262046"/>
                  </a:lnTo>
                  <a:lnTo>
                    <a:pt x="4006257" y="264767"/>
                  </a:lnTo>
                  <a:lnTo>
                    <a:pt x="4156721" y="263097"/>
                  </a:lnTo>
                  <a:lnTo>
                    <a:pt x="4307185" y="259037"/>
                  </a:lnTo>
                  <a:lnTo>
                    <a:pt x="4457649" y="252209"/>
                  </a:lnTo>
                  <a:lnTo>
                    <a:pt x="4608114" y="242808"/>
                  </a:lnTo>
                  <a:lnTo>
                    <a:pt x="4758578" y="231623"/>
                  </a:lnTo>
                  <a:lnTo>
                    <a:pt x="4909042" y="219406"/>
                  </a:lnTo>
                  <a:lnTo>
                    <a:pt x="5059506" y="206545"/>
                  </a:lnTo>
                  <a:lnTo>
                    <a:pt x="5209970" y="193265"/>
                  </a:lnTo>
                  <a:lnTo>
                    <a:pt x="5360434" y="179664"/>
                  </a:lnTo>
                  <a:lnTo>
                    <a:pt x="5510898" y="165741"/>
                  </a:lnTo>
                  <a:lnTo>
                    <a:pt x="5661362" y="151425"/>
                  </a:lnTo>
                  <a:lnTo>
                    <a:pt x="5811826" y="136598"/>
                  </a:lnTo>
                  <a:lnTo>
                    <a:pt x="5962290" y="121115"/>
                  </a:lnTo>
                  <a:lnTo>
                    <a:pt x="6112754" y="104815"/>
                  </a:lnTo>
                  <a:lnTo>
                    <a:pt x="6145984" y="101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71772"/>
              <a:ext cx="6145984" cy="73109"/>
            </a:xfrm>
            <a:custGeom>
              <a:avLst/>
              <a:pathLst>
                <a:path w="6145984" h="73109">
                  <a:moveTo>
                    <a:pt x="6145984" y="56656"/>
                  </a:moveTo>
                  <a:lnTo>
                    <a:pt x="6112754" y="54733"/>
                  </a:lnTo>
                  <a:lnTo>
                    <a:pt x="5962290" y="47407"/>
                  </a:lnTo>
                  <a:lnTo>
                    <a:pt x="5811826" y="41293"/>
                  </a:lnTo>
                  <a:lnTo>
                    <a:pt x="5661362" y="36220"/>
                  </a:lnTo>
                  <a:lnTo>
                    <a:pt x="5510898" y="32033"/>
                  </a:lnTo>
                  <a:lnTo>
                    <a:pt x="5360434" y="28604"/>
                  </a:lnTo>
                  <a:lnTo>
                    <a:pt x="5209970" y="25851"/>
                  </a:lnTo>
                  <a:lnTo>
                    <a:pt x="5059506" y="23765"/>
                  </a:lnTo>
                  <a:lnTo>
                    <a:pt x="4909042" y="22432"/>
                  </a:lnTo>
                  <a:lnTo>
                    <a:pt x="4758578" y="22068"/>
                  </a:lnTo>
                  <a:lnTo>
                    <a:pt x="4608114" y="23050"/>
                  </a:lnTo>
                  <a:lnTo>
                    <a:pt x="4457649" y="24757"/>
                  </a:lnTo>
                  <a:lnTo>
                    <a:pt x="4307185" y="25895"/>
                  </a:lnTo>
                  <a:lnTo>
                    <a:pt x="4156721" y="27055"/>
                  </a:lnTo>
                  <a:lnTo>
                    <a:pt x="4006257" y="28292"/>
                  </a:lnTo>
                  <a:lnTo>
                    <a:pt x="3855793" y="24815"/>
                  </a:lnTo>
                  <a:lnTo>
                    <a:pt x="3705329" y="17961"/>
                  </a:lnTo>
                  <a:lnTo>
                    <a:pt x="3554865" y="13212"/>
                  </a:lnTo>
                  <a:lnTo>
                    <a:pt x="3404401" y="8877"/>
                  </a:lnTo>
                  <a:lnTo>
                    <a:pt x="3253937" y="3090"/>
                  </a:lnTo>
                  <a:lnTo>
                    <a:pt x="3103473" y="373"/>
                  </a:lnTo>
                  <a:lnTo>
                    <a:pt x="2953009" y="0"/>
                  </a:lnTo>
                  <a:lnTo>
                    <a:pt x="2802545" y="2730"/>
                  </a:lnTo>
                  <a:lnTo>
                    <a:pt x="2652081" y="9829"/>
                  </a:lnTo>
                  <a:lnTo>
                    <a:pt x="2501617" y="15947"/>
                  </a:lnTo>
                  <a:lnTo>
                    <a:pt x="2351153" y="17342"/>
                  </a:lnTo>
                  <a:lnTo>
                    <a:pt x="2200689" y="20437"/>
                  </a:lnTo>
                  <a:lnTo>
                    <a:pt x="2050225" y="24357"/>
                  </a:lnTo>
                  <a:lnTo>
                    <a:pt x="1899761" y="26396"/>
                  </a:lnTo>
                  <a:lnTo>
                    <a:pt x="1749297" y="28941"/>
                  </a:lnTo>
                  <a:lnTo>
                    <a:pt x="1598833" y="31859"/>
                  </a:lnTo>
                  <a:lnTo>
                    <a:pt x="1448369" y="34344"/>
                  </a:lnTo>
                  <a:lnTo>
                    <a:pt x="1297904" y="35833"/>
                  </a:lnTo>
                  <a:lnTo>
                    <a:pt x="1147440" y="36818"/>
                  </a:lnTo>
                  <a:lnTo>
                    <a:pt x="996976" y="37757"/>
                  </a:lnTo>
                  <a:lnTo>
                    <a:pt x="846512" y="39178"/>
                  </a:lnTo>
                  <a:lnTo>
                    <a:pt x="696048" y="41573"/>
                  </a:lnTo>
                  <a:lnTo>
                    <a:pt x="545584" y="45321"/>
                  </a:lnTo>
                  <a:lnTo>
                    <a:pt x="395120" y="50663"/>
                  </a:lnTo>
                  <a:lnTo>
                    <a:pt x="244656" y="57718"/>
                  </a:lnTo>
                  <a:lnTo>
                    <a:pt x="94192" y="66518"/>
                  </a:lnTo>
                  <a:lnTo>
                    <a:pt x="0" y="731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797058"/>
              <a:ext cx="6145984" cy="110269"/>
            </a:xfrm>
            <a:custGeom>
              <a:avLst/>
              <a:pathLst>
                <a:path w="6145984" h="110269">
                  <a:moveTo>
                    <a:pt x="0" y="0"/>
                  </a:moveTo>
                  <a:lnTo>
                    <a:pt x="94192" y="12664"/>
                  </a:lnTo>
                  <a:lnTo>
                    <a:pt x="244656" y="31119"/>
                  </a:lnTo>
                  <a:lnTo>
                    <a:pt x="395120" y="47755"/>
                  </a:lnTo>
                  <a:lnTo>
                    <a:pt x="545584" y="62529"/>
                  </a:lnTo>
                  <a:lnTo>
                    <a:pt x="696048" y="75395"/>
                  </a:lnTo>
                  <a:lnTo>
                    <a:pt x="846512" y="86312"/>
                  </a:lnTo>
                  <a:lnTo>
                    <a:pt x="996976" y="95236"/>
                  </a:lnTo>
                  <a:lnTo>
                    <a:pt x="1147440" y="102123"/>
                  </a:lnTo>
                  <a:lnTo>
                    <a:pt x="1297904" y="106929"/>
                  </a:lnTo>
                  <a:lnTo>
                    <a:pt x="1448369" y="109610"/>
                  </a:lnTo>
                  <a:lnTo>
                    <a:pt x="1598833" y="110269"/>
                  </a:lnTo>
                  <a:lnTo>
                    <a:pt x="1749297" y="109491"/>
                  </a:lnTo>
                  <a:lnTo>
                    <a:pt x="1899761" y="107959"/>
                  </a:lnTo>
                  <a:lnTo>
                    <a:pt x="2050225" y="106236"/>
                  </a:lnTo>
                  <a:lnTo>
                    <a:pt x="2200689" y="103093"/>
                  </a:lnTo>
                  <a:lnTo>
                    <a:pt x="2351153" y="99302"/>
                  </a:lnTo>
                  <a:lnTo>
                    <a:pt x="2501617" y="96496"/>
                  </a:lnTo>
                  <a:lnTo>
                    <a:pt x="2652081" y="91021"/>
                  </a:lnTo>
                  <a:lnTo>
                    <a:pt x="2802545" y="83227"/>
                  </a:lnTo>
                  <a:lnTo>
                    <a:pt x="2953009" y="78185"/>
                  </a:lnTo>
                  <a:lnTo>
                    <a:pt x="3103473" y="79317"/>
                  </a:lnTo>
                  <a:lnTo>
                    <a:pt x="3253937" y="83891"/>
                  </a:lnTo>
                  <a:lnTo>
                    <a:pt x="3404401" y="89382"/>
                  </a:lnTo>
                  <a:lnTo>
                    <a:pt x="3554865" y="93468"/>
                  </a:lnTo>
                  <a:lnTo>
                    <a:pt x="3705329" y="99636"/>
                  </a:lnTo>
                  <a:lnTo>
                    <a:pt x="3855793" y="106876"/>
                  </a:lnTo>
                  <a:lnTo>
                    <a:pt x="4006257" y="109975"/>
                  </a:lnTo>
                  <a:lnTo>
                    <a:pt x="4156721" y="108522"/>
                  </a:lnTo>
                  <a:lnTo>
                    <a:pt x="4307185" y="105911"/>
                  </a:lnTo>
                  <a:lnTo>
                    <a:pt x="4457649" y="101929"/>
                  </a:lnTo>
                  <a:lnTo>
                    <a:pt x="4608114" y="96374"/>
                  </a:lnTo>
                  <a:lnTo>
                    <a:pt x="4758578" y="90291"/>
                  </a:lnTo>
                  <a:lnTo>
                    <a:pt x="4909042" y="84365"/>
                  </a:lnTo>
                  <a:lnTo>
                    <a:pt x="5059506" y="78600"/>
                  </a:lnTo>
                  <a:lnTo>
                    <a:pt x="5209970" y="73004"/>
                  </a:lnTo>
                  <a:lnTo>
                    <a:pt x="5360434" y="67579"/>
                  </a:lnTo>
                  <a:lnTo>
                    <a:pt x="5510898" y="62332"/>
                  </a:lnTo>
                  <a:lnTo>
                    <a:pt x="5661362" y="57268"/>
                  </a:lnTo>
                  <a:lnTo>
                    <a:pt x="5811826" y="52391"/>
                  </a:lnTo>
                  <a:lnTo>
                    <a:pt x="5962290" y="47706"/>
                  </a:lnTo>
                  <a:lnTo>
                    <a:pt x="6112754" y="43219"/>
                  </a:lnTo>
                  <a:lnTo>
                    <a:pt x="6145984" y="422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17186"/>
              <a:ext cx="6145984" cy="895986"/>
            </a:xfrm>
            <a:custGeom>
              <a:avLst/>
              <a:pathLst>
                <a:path w="6145984" h="895986">
                  <a:moveTo>
                    <a:pt x="0" y="0"/>
                  </a:moveTo>
                  <a:lnTo>
                    <a:pt x="94192" y="55368"/>
                  </a:lnTo>
                  <a:lnTo>
                    <a:pt x="244656" y="136779"/>
                  </a:lnTo>
                  <a:lnTo>
                    <a:pt x="395120" y="211039"/>
                  </a:lnTo>
                  <a:lnTo>
                    <a:pt x="545584" y="278076"/>
                  </a:lnTo>
                  <a:lnTo>
                    <a:pt x="696048" y="337886"/>
                  </a:lnTo>
                  <a:lnTo>
                    <a:pt x="846512" y="390563"/>
                  </a:lnTo>
                  <a:lnTo>
                    <a:pt x="996976" y="436313"/>
                  </a:lnTo>
                  <a:lnTo>
                    <a:pt x="1147440" y="475432"/>
                  </a:lnTo>
                  <a:lnTo>
                    <a:pt x="1297904" y="508245"/>
                  </a:lnTo>
                  <a:lnTo>
                    <a:pt x="1448369" y="534973"/>
                  </a:lnTo>
                  <a:lnTo>
                    <a:pt x="1598833" y="554569"/>
                  </a:lnTo>
                  <a:lnTo>
                    <a:pt x="1749297" y="568127"/>
                  </a:lnTo>
                  <a:lnTo>
                    <a:pt x="1899761" y="578007"/>
                  </a:lnTo>
                  <a:lnTo>
                    <a:pt x="2050225" y="586664"/>
                  </a:lnTo>
                  <a:lnTo>
                    <a:pt x="2200689" y="591675"/>
                  </a:lnTo>
                  <a:lnTo>
                    <a:pt x="2351153" y="593528"/>
                  </a:lnTo>
                  <a:lnTo>
                    <a:pt x="2501617" y="597432"/>
                  </a:lnTo>
                  <a:lnTo>
                    <a:pt x="2652081" y="605322"/>
                  </a:lnTo>
                  <a:lnTo>
                    <a:pt x="2802545" y="612452"/>
                  </a:lnTo>
                  <a:lnTo>
                    <a:pt x="2953009" y="618850"/>
                  </a:lnTo>
                  <a:lnTo>
                    <a:pt x="3103473" y="628748"/>
                  </a:lnTo>
                  <a:lnTo>
                    <a:pt x="3253937" y="640734"/>
                  </a:lnTo>
                  <a:lnTo>
                    <a:pt x="3404401" y="651333"/>
                  </a:lnTo>
                  <a:lnTo>
                    <a:pt x="3554865" y="661492"/>
                  </a:lnTo>
                  <a:lnTo>
                    <a:pt x="3705329" y="675429"/>
                  </a:lnTo>
                  <a:lnTo>
                    <a:pt x="3855793" y="689354"/>
                  </a:lnTo>
                  <a:lnTo>
                    <a:pt x="4006257" y="698611"/>
                  </a:lnTo>
                  <a:lnTo>
                    <a:pt x="4156721" y="703826"/>
                  </a:lnTo>
                  <a:lnTo>
                    <a:pt x="4307185" y="706970"/>
                  </a:lnTo>
                  <a:lnTo>
                    <a:pt x="4457649" y="707115"/>
                  </a:lnTo>
                  <a:lnTo>
                    <a:pt x="4608114" y="703803"/>
                  </a:lnTo>
                  <a:lnTo>
                    <a:pt x="4758578" y="697999"/>
                  </a:lnTo>
                  <a:lnTo>
                    <a:pt x="4909042" y="690710"/>
                  </a:lnTo>
                  <a:lnTo>
                    <a:pt x="5059506" y="682254"/>
                  </a:lnTo>
                  <a:lnTo>
                    <a:pt x="5209970" y="672817"/>
                  </a:lnTo>
                  <a:lnTo>
                    <a:pt x="5360434" y="662483"/>
                  </a:lnTo>
                  <a:lnTo>
                    <a:pt x="5510898" y="651256"/>
                  </a:lnTo>
                  <a:lnTo>
                    <a:pt x="5661362" y="639085"/>
                  </a:lnTo>
                  <a:lnTo>
                    <a:pt x="5811826" y="625881"/>
                  </a:lnTo>
                  <a:lnTo>
                    <a:pt x="5962290" y="611531"/>
                  </a:lnTo>
                  <a:lnTo>
                    <a:pt x="6112754" y="595914"/>
                  </a:lnTo>
                  <a:lnTo>
                    <a:pt x="6145984" y="592158"/>
                  </a:lnTo>
                  <a:lnTo>
                    <a:pt x="6145984" y="895986"/>
                  </a:lnTo>
                  <a:lnTo>
                    <a:pt x="6112754" y="895132"/>
                  </a:lnTo>
                  <a:lnTo>
                    <a:pt x="5962290" y="891770"/>
                  </a:lnTo>
                  <a:lnTo>
                    <a:pt x="5811826" y="888768"/>
                  </a:lnTo>
                  <a:lnTo>
                    <a:pt x="5661362" y="885986"/>
                  </a:lnTo>
                  <a:lnTo>
                    <a:pt x="5510898" y="883292"/>
                  </a:lnTo>
                  <a:lnTo>
                    <a:pt x="5360434" y="880578"/>
                  </a:lnTo>
                  <a:lnTo>
                    <a:pt x="5209970" y="877775"/>
                  </a:lnTo>
                  <a:lnTo>
                    <a:pt x="5059506" y="874867"/>
                  </a:lnTo>
                  <a:lnTo>
                    <a:pt x="4909042" y="871920"/>
                  </a:lnTo>
                  <a:lnTo>
                    <a:pt x="4758578" y="869102"/>
                  </a:lnTo>
                  <a:lnTo>
                    <a:pt x="4608114" y="866710"/>
                  </a:lnTo>
                  <a:lnTo>
                    <a:pt x="4457649" y="863839"/>
                  </a:lnTo>
                  <a:lnTo>
                    <a:pt x="4307185" y="859124"/>
                  </a:lnTo>
                  <a:lnTo>
                    <a:pt x="4156721" y="853650"/>
                  </a:lnTo>
                  <a:lnTo>
                    <a:pt x="4006257" y="848087"/>
                  </a:lnTo>
                  <a:lnTo>
                    <a:pt x="3855793" y="838223"/>
                  </a:lnTo>
                  <a:lnTo>
                    <a:pt x="3705329" y="824918"/>
                  </a:lnTo>
                  <a:lnTo>
                    <a:pt x="3554865" y="813261"/>
                  </a:lnTo>
                  <a:lnTo>
                    <a:pt x="3404401" y="802703"/>
                  </a:lnTo>
                  <a:lnTo>
                    <a:pt x="3253937" y="791627"/>
                  </a:lnTo>
                  <a:lnTo>
                    <a:pt x="3103473" y="782625"/>
                  </a:lnTo>
                  <a:lnTo>
                    <a:pt x="2953009" y="773946"/>
                  </a:lnTo>
                  <a:lnTo>
                    <a:pt x="2802545" y="763834"/>
                  </a:lnTo>
                  <a:lnTo>
                    <a:pt x="2652081" y="755587"/>
                  </a:lnTo>
                  <a:lnTo>
                    <a:pt x="2501617" y="748731"/>
                  </a:lnTo>
                  <a:lnTo>
                    <a:pt x="2351153" y="742559"/>
                  </a:lnTo>
                  <a:lnTo>
                    <a:pt x="2200689" y="739588"/>
                  </a:lnTo>
                  <a:lnTo>
                    <a:pt x="2050225" y="735826"/>
                  </a:lnTo>
                  <a:lnTo>
                    <a:pt x="1899761" y="727677"/>
                  </a:lnTo>
                  <a:lnTo>
                    <a:pt x="1749297" y="719425"/>
                  </a:lnTo>
                  <a:lnTo>
                    <a:pt x="1598833" y="709304"/>
                  </a:lnTo>
                  <a:lnTo>
                    <a:pt x="1448369" y="694759"/>
                  </a:lnTo>
                  <a:lnTo>
                    <a:pt x="1297904" y="674732"/>
                  </a:lnTo>
                  <a:lnTo>
                    <a:pt x="1147440" y="651224"/>
                  </a:lnTo>
                  <a:lnTo>
                    <a:pt x="996976" y="624679"/>
                  </a:lnTo>
                  <a:lnTo>
                    <a:pt x="846512" y="595550"/>
                  </a:lnTo>
                  <a:lnTo>
                    <a:pt x="696048" y="564262"/>
                  </a:lnTo>
                  <a:lnTo>
                    <a:pt x="545584" y="531148"/>
                  </a:lnTo>
                  <a:lnTo>
                    <a:pt x="395120" y="496430"/>
                  </a:lnTo>
                  <a:lnTo>
                    <a:pt x="244656" y="460235"/>
                  </a:lnTo>
                  <a:lnTo>
                    <a:pt x="94192" y="422617"/>
                  </a:lnTo>
                  <a:lnTo>
                    <a:pt x="0" y="39818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17186"/>
              <a:ext cx="6145984" cy="707115"/>
            </a:xfrm>
            <a:custGeom>
              <a:avLst/>
              <a:pathLst>
                <a:path w="6145984" h="707115">
                  <a:moveTo>
                    <a:pt x="0" y="0"/>
                  </a:moveTo>
                  <a:lnTo>
                    <a:pt x="94192" y="55368"/>
                  </a:lnTo>
                  <a:lnTo>
                    <a:pt x="244656" y="136779"/>
                  </a:lnTo>
                  <a:lnTo>
                    <a:pt x="395120" y="211039"/>
                  </a:lnTo>
                  <a:lnTo>
                    <a:pt x="545584" y="278076"/>
                  </a:lnTo>
                  <a:lnTo>
                    <a:pt x="696048" y="337886"/>
                  </a:lnTo>
                  <a:lnTo>
                    <a:pt x="846512" y="390563"/>
                  </a:lnTo>
                  <a:lnTo>
                    <a:pt x="996976" y="436313"/>
                  </a:lnTo>
                  <a:lnTo>
                    <a:pt x="1147440" y="475432"/>
                  </a:lnTo>
                  <a:lnTo>
                    <a:pt x="1297904" y="508245"/>
                  </a:lnTo>
                  <a:lnTo>
                    <a:pt x="1448369" y="534973"/>
                  </a:lnTo>
                  <a:lnTo>
                    <a:pt x="1598833" y="554569"/>
                  </a:lnTo>
                  <a:lnTo>
                    <a:pt x="1749297" y="568127"/>
                  </a:lnTo>
                  <a:lnTo>
                    <a:pt x="1899761" y="578007"/>
                  </a:lnTo>
                  <a:lnTo>
                    <a:pt x="2050225" y="586664"/>
                  </a:lnTo>
                  <a:lnTo>
                    <a:pt x="2200689" y="591675"/>
                  </a:lnTo>
                  <a:lnTo>
                    <a:pt x="2351153" y="593528"/>
                  </a:lnTo>
                  <a:lnTo>
                    <a:pt x="2501617" y="597432"/>
                  </a:lnTo>
                  <a:lnTo>
                    <a:pt x="2652081" y="605322"/>
                  </a:lnTo>
                  <a:lnTo>
                    <a:pt x="2802545" y="612452"/>
                  </a:lnTo>
                  <a:lnTo>
                    <a:pt x="2953009" y="618850"/>
                  </a:lnTo>
                  <a:lnTo>
                    <a:pt x="3103473" y="628748"/>
                  </a:lnTo>
                  <a:lnTo>
                    <a:pt x="3253937" y="640734"/>
                  </a:lnTo>
                  <a:lnTo>
                    <a:pt x="3404401" y="651333"/>
                  </a:lnTo>
                  <a:lnTo>
                    <a:pt x="3554865" y="661492"/>
                  </a:lnTo>
                  <a:lnTo>
                    <a:pt x="3705329" y="675429"/>
                  </a:lnTo>
                  <a:lnTo>
                    <a:pt x="3855793" y="689354"/>
                  </a:lnTo>
                  <a:lnTo>
                    <a:pt x="4006257" y="698611"/>
                  </a:lnTo>
                  <a:lnTo>
                    <a:pt x="4156721" y="703826"/>
                  </a:lnTo>
                  <a:lnTo>
                    <a:pt x="4307185" y="706970"/>
                  </a:lnTo>
                  <a:lnTo>
                    <a:pt x="4457649" y="707115"/>
                  </a:lnTo>
                  <a:lnTo>
                    <a:pt x="4608114" y="703803"/>
                  </a:lnTo>
                  <a:lnTo>
                    <a:pt x="4758578" y="697999"/>
                  </a:lnTo>
                  <a:lnTo>
                    <a:pt x="4909042" y="690710"/>
                  </a:lnTo>
                  <a:lnTo>
                    <a:pt x="5059506" y="682254"/>
                  </a:lnTo>
                  <a:lnTo>
                    <a:pt x="5209970" y="672817"/>
                  </a:lnTo>
                  <a:lnTo>
                    <a:pt x="5360434" y="662483"/>
                  </a:lnTo>
                  <a:lnTo>
                    <a:pt x="5510898" y="651256"/>
                  </a:lnTo>
                  <a:lnTo>
                    <a:pt x="5661362" y="639085"/>
                  </a:lnTo>
                  <a:lnTo>
                    <a:pt x="5811826" y="625881"/>
                  </a:lnTo>
                  <a:lnTo>
                    <a:pt x="5962290" y="611531"/>
                  </a:lnTo>
                  <a:lnTo>
                    <a:pt x="6112754" y="595914"/>
                  </a:lnTo>
                  <a:lnTo>
                    <a:pt x="6145984" y="592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15373"/>
              <a:ext cx="6145984" cy="497800"/>
            </a:xfrm>
            <a:custGeom>
              <a:avLst/>
              <a:pathLst>
                <a:path w="6145984" h="497800">
                  <a:moveTo>
                    <a:pt x="6145984" y="497800"/>
                  </a:moveTo>
                  <a:lnTo>
                    <a:pt x="6112754" y="496946"/>
                  </a:lnTo>
                  <a:lnTo>
                    <a:pt x="5962290" y="493583"/>
                  </a:lnTo>
                  <a:lnTo>
                    <a:pt x="5811826" y="490582"/>
                  </a:lnTo>
                  <a:lnTo>
                    <a:pt x="5661362" y="487799"/>
                  </a:lnTo>
                  <a:lnTo>
                    <a:pt x="5510898" y="485105"/>
                  </a:lnTo>
                  <a:lnTo>
                    <a:pt x="5360434" y="482392"/>
                  </a:lnTo>
                  <a:lnTo>
                    <a:pt x="5209970" y="479588"/>
                  </a:lnTo>
                  <a:lnTo>
                    <a:pt x="5059506" y="476681"/>
                  </a:lnTo>
                  <a:lnTo>
                    <a:pt x="4909042" y="473734"/>
                  </a:lnTo>
                  <a:lnTo>
                    <a:pt x="4758578" y="470915"/>
                  </a:lnTo>
                  <a:lnTo>
                    <a:pt x="4608114" y="468523"/>
                  </a:lnTo>
                  <a:lnTo>
                    <a:pt x="4457649" y="465653"/>
                  </a:lnTo>
                  <a:lnTo>
                    <a:pt x="4307185" y="460937"/>
                  </a:lnTo>
                  <a:lnTo>
                    <a:pt x="4156721" y="455464"/>
                  </a:lnTo>
                  <a:lnTo>
                    <a:pt x="4006257" y="449900"/>
                  </a:lnTo>
                  <a:lnTo>
                    <a:pt x="3855793" y="440036"/>
                  </a:lnTo>
                  <a:lnTo>
                    <a:pt x="3705329" y="426731"/>
                  </a:lnTo>
                  <a:lnTo>
                    <a:pt x="3554865" y="415075"/>
                  </a:lnTo>
                  <a:lnTo>
                    <a:pt x="3404401" y="404516"/>
                  </a:lnTo>
                  <a:lnTo>
                    <a:pt x="3253937" y="393441"/>
                  </a:lnTo>
                  <a:lnTo>
                    <a:pt x="3103473" y="384438"/>
                  </a:lnTo>
                  <a:lnTo>
                    <a:pt x="2953009" y="375759"/>
                  </a:lnTo>
                  <a:lnTo>
                    <a:pt x="2802545" y="365647"/>
                  </a:lnTo>
                  <a:lnTo>
                    <a:pt x="2652081" y="357401"/>
                  </a:lnTo>
                  <a:lnTo>
                    <a:pt x="2501617" y="350544"/>
                  </a:lnTo>
                  <a:lnTo>
                    <a:pt x="2351153" y="344372"/>
                  </a:lnTo>
                  <a:lnTo>
                    <a:pt x="2200689" y="341402"/>
                  </a:lnTo>
                  <a:lnTo>
                    <a:pt x="2050225" y="337640"/>
                  </a:lnTo>
                  <a:lnTo>
                    <a:pt x="1899761" y="329490"/>
                  </a:lnTo>
                  <a:lnTo>
                    <a:pt x="1749297" y="321238"/>
                  </a:lnTo>
                  <a:lnTo>
                    <a:pt x="1598833" y="311118"/>
                  </a:lnTo>
                  <a:lnTo>
                    <a:pt x="1448369" y="296573"/>
                  </a:lnTo>
                  <a:lnTo>
                    <a:pt x="1297904" y="276545"/>
                  </a:lnTo>
                  <a:lnTo>
                    <a:pt x="1147440" y="253037"/>
                  </a:lnTo>
                  <a:lnTo>
                    <a:pt x="996976" y="226493"/>
                  </a:lnTo>
                  <a:lnTo>
                    <a:pt x="846512" y="197364"/>
                  </a:lnTo>
                  <a:lnTo>
                    <a:pt x="696048" y="166075"/>
                  </a:lnTo>
                  <a:lnTo>
                    <a:pt x="545584" y="132961"/>
                  </a:lnTo>
                  <a:lnTo>
                    <a:pt x="395120" y="98244"/>
                  </a:lnTo>
                  <a:lnTo>
                    <a:pt x="244656" y="62049"/>
                  </a:lnTo>
                  <a:lnTo>
                    <a:pt x="94192" y="244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16280"/>
              <a:ext cx="6145984" cy="586384"/>
            </a:xfrm>
            <a:custGeom>
              <a:avLst/>
              <a:pathLst>
                <a:path w="6145984" h="586384">
                  <a:moveTo>
                    <a:pt x="0" y="0"/>
                  </a:moveTo>
                  <a:lnTo>
                    <a:pt x="94192" y="39900"/>
                  </a:lnTo>
                  <a:lnTo>
                    <a:pt x="244656" y="99414"/>
                  </a:lnTo>
                  <a:lnTo>
                    <a:pt x="395120" y="154642"/>
                  </a:lnTo>
                  <a:lnTo>
                    <a:pt x="545584" y="205519"/>
                  </a:lnTo>
                  <a:lnTo>
                    <a:pt x="696048" y="251981"/>
                  </a:lnTo>
                  <a:lnTo>
                    <a:pt x="846512" y="293964"/>
                  </a:lnTo>
                  <a:lnTo>
                    <a:pt x="996976" y="331403"/>
                  </a:lnTo>
                  <a:lnTo>
                    <a:pt x="1147440" y="364235"/>
                  </a:lnTo>
                  <a:lnTo>
                    <a:pt x="1297904" y="392395"/>
                  </a:lnTo>
                  <a:lnTo>
                    <a:pt x="1448369" y="415773"/>
                  </a:lnTo>
                  <a:lnTo>
                    <a:pt x="1598833" y="432843"/>
                  </a:lnTo>
                  <a:lnTo>
                    <a:pt x="1749297" y="444683"/>
                  </a:lnTo>
                  <a:lnTo>
                    <a:pt x="1899761" y="453749"/>
                  </a:lnTo>
                  <a:lnTo>
                    <a:pt x="2050225" y="462152"/>
                  </a:lnTo>
                  <a:lnTo>
                    <a:pt x="2200689" y="466539"/>
                  </a:lnTo>
                  <a:lnTo>
                    <a:pt x="2351153" y="468950"/>
                  </a:lnTo>
                  <a:lnTo>
                    <a:pt x="2501617" y="473988"/>
                  </a:lnTo>
                  <a:lnTo>
                    <a:pt x="2652081" y="481361"/>
                  </a:lnTo>
                  <a:lnTo>
                    <a:pt x="2802545" y="489050"/>
                  </a:lnTo>
                  <a:lnTo>
                    <a:pt x="2953009" y="497305"/>
                  </a:lnTo>
                  <a:lnTo>
                    <a:pt x="3103473" y="506593"/>
                  </a:lnTo>
                  <a:lnTo>
                    <a:pt x="3253937" y="517087"/>
                  </a:lnTo>
                  <a:lnTo>
                    <a:pt x="3404401" y="527925"/>
                  </a:lnTo>
                  <a:lnTo>
                    <a:pt x="3554865" y="538284"/>
                  </a:lnTo>
                  <a:lnTo>
                    <a:pt x="3705329" y="551080"/>
                  </a:lnTo>
                  <a:lnTo>
                    <a:pt x="3855793" y="564695"/>
                  </a:lnTo>
                  <a:lnTo>
                    <a:pt x="4006257" y="574255"/>
                  </a:lnTo>
                  <a:lnTo>
                    <a:pt x="4156721" y="579645"/>
                  </a:lnTo>
                  <a:lnTo>
                    <a:pt x="4307185" y="583954"/>
                  </a:lnTo>
                  <a:lnTo>
                    <a:pt x="4457649" y="586384"/>
                  </a:lnTo>
                  <a:lnTo>
                    <a:pt x="4608114" y="586163"/>
                  </a:lnTo>
                  <a:lnTo>
                    <a:pt x="4758578" y="584457"/>
                  </a:lnTo>
                  <a:lnTo>
                    <a:pt x="4909042" y="582222"/>
                  </a:lnTo>
                  <a:lnTo>
                    <a:pt x="5059506" y="579467"/>
                  </a:lnTo>
                  <a:lnTo>
                    <a:pt x="5209970" y="576203"/>
                  </a:lnTo>
                  <a:lnTo>
                    <a:pt x="5360434" y="572437"/>
                  </a:lnTo>
                  <a:lnTo>
                    <a:pt x="5510898" y="568181"/>
                  </a:lnTo>
                  <a:lnTo>
                    <a:pt x="5661362" y="563442"/>
                  </a:lnTo>
                  <a:lnTo>
                    <a:pt x="5811826" y="558231"/>
                  </a:lnTo>
                  <a:lnTo>
                    <a:pt x="5962290" y="552557"/>
                  </a:lnTo>
                  <a:lnTo>
                    <a:pt x="6112754" y="546430"/>
                  </a:lnTo>
                  <a:lnTo>
                    <a:pt x="6145984" y="54497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288751"/>
              <a:ext cx="6145984" cy="923339"/>
            </a:xfrm>
            <a:custGeom>
              <a:avLst/>
              <a:pathLst>
                <a:path w="6145984" h="923339">
                  <a:moveTo>
                    <a:pt x="0" y="0"/>
                  </a:moveTo>
                  <a:lnTo>
                    <a:pt x="94192" y="62015"/>
                  </a:lnTo>
                  <a:lnTo>
                    <a:pt x="244656" y="153265"/>
                  </a:lnTo>
                  <a:lnTo>
                    <a:pt x="395120" y="236612"/>
                  </a:lnTo>
                  <a:lnTo>
                    <a:pt x="545584" y="312006"/>
                  </a:lnTo>
                  <a:lnTo>
                    <a:pt x="696048" y="379467"/>
                  </a:lnTo>
                  <a:lnTo>
                    <a:pt x="846512" y="439110"/>
                  </a:lnTo>
                  <a:lnTo>
                    <a:pt x="996976" y="491157"/>
                  </a:lnTo>
                  <a:lnTo>
                    <a:pt x="1147440" y="535921"/>
                  </a:lnTo>
                  <a:lnTo>
                    <a:pt x="1297904" y="573742"/>
                  </a:lnTo>
                  <a:lnTo>
                    <a:pt x="1448369" y="604858"/>
                  </a:lnTo>
                  <a:lnTo>
                    <a:pt x="1598833" y="628169"/>
                  </a:lnTo>
                  <a:lnTo>
                    <a:pt x="1749297" y="644511"/>
                  </a:lnTo>
                  <a:lnTo>
                    <a:pt x="1899761" y="655947"/>
                  </a:lnTo>
                  <a:lnTo>
                    <a:pt x="2050225" y="664385"/>
                  </a:lnTo>
                  <a:lnTo>
                    <a:pt x="2200689" y="663918"/>
                  </a:lnTo>
                  <a:lnTo>
                    <a:pt x="2351153" y="657306"/>
                  </a:lnTo>
                  <a:lnTo>
                    <a:pt x="2501617" y="654012"/>
                  </a:lnTo>
                  <a:lnTo>
                    <a:pt x="2652081" y="655594"/>
                  </a:lnTo>
                  <a:lnTo>
                    <a:pt x="2802545" y="656000"/>
                  </a:lnTo>
                  <a:lnTo>
                    <a:pt x="2953009" y="656251"/>
                  </a:lnTo>
                  <a:lnTo>
                    <a:pt x="3103473" y="660934"/>
                  </a:lnTo>
                  <a:lnTo>
                    <a:pt x="3253937" y="667938"/>
                  </a:lnTo>
                  <a:lnTo>
                    <a:pt x="3404401" y="673992"/>
                  </a:lnTo>
                  <a:lnTo>
                    <a:pt x="3554865" y="680174"/>
                  </a:lnTo>
                  <a:lnTo>
                    <a:pt x="3705329" y="689746"/>
                  </a:lnTo>
                  <a:lnTo>
                    <a:pt x="3855793" y="699624"/>
                  </a:lnTo>
                  <a:lnTo>
                    <a:pt x="4006257" y="706838"/>
                  </a:lnTo>
                  <a:lnTo>
                    <a:pt x="4156721" y="712040"/>
                  </a:lnTo>
                  <a:lnTo>
                    <a:pt x="4307185" y="715942"/>
                  </a:lnTo>
                  <a:lnTo>
                    <a:pt x="4457649" y="717563"/>
                  </a:lnTo>
                  <a:lnTo>
                    <a:pt x="4608114" y="716378"/>
                  </a:lnTo>
                  <a:lnTo>
                    <a:pt x="4758578" y="712900"/>
                  </a:lnTo>
                  <a:lnTo>
                    <a:pt x="4909042" y="707890"/>
                  </a:lnTo>
                  <a:lnTo>
                    <a:pt x="5059506" y="701662"/>
                  </a:lnTo>
                  <a:lnTo>
                    <a:pt x="5209970" y="694402"/>
                  </a:lnTo>
                  <a:lnTo>
                    <a:pt x="5360434" y="686195"/>
                  </a:lnTo>
                  <a:lnTo>
                    <a:pt x="5510898" y="677050"/>
                  </a:lnTo>
                  <a:lnTo>
                    <a:pt x="5661362" y="666921"/>
                  </a:lnTo>
                  <a:lnTo>
                    <a:pt x="5811826" y="655724"/>
                  </a:lnTo>
                  <a:lnTo>
                    <a:pt x="5962290" y="643353"/>
                  </a:lnTo>
                  <a:lnTo>
                    <a:pt x="6112754" y="629693"/>
                  </a:lnTo>
                  <a:lnTo>
                    <a:pt x="6145984" y="626365"/>
                  </a:lnTo>
                  <a:lnTo>
                    <a:pt x="6145984" y="923339"/>
                  </a:lnTo>
                  <a:lnTo>
                    <a:pt x="6112754" y="922160"/>
                  </a:lnTo>
                  <a:lnTo>
                    <a:pt x="5962290" y="917269"/>
                  </a:lnTo>
                  <a:lnTo>
                    <a:pt x="5811826" y="912681"/>
                  </a:lnTo>
                  <a:lnTo>
                    <a:pt x="5661362" y="908252"/>
                  </a:lnTo>
                  <a:lnTo>
                    <a:pt x="5510898" y="903852"/>
                  </a:lnTo>
                  <a:lnTo>
                    <a:pt x="5360434" y="899371"/>
                  </a:lnTo>
                  <a:lnTo>
                    <a:pt x="5209970" y="894736"/>
                  </a:lnTo>
                  <a:lnTo>
                    <a:pt x="5059506" y="889930"/>
                  </a:lnTo>
                  <a:lnTo>
                    <a:pt x="4909042" y="885012"/>
                  </a:lnTo>
                  <a:lnTo>
                    <a:pt x="4758578" y="880143"/>
                  </a:lnTo>
                  <a:lnTo>
                    <a:pt x="4608114" y="875610"/>
                  </a:lnTo>
                  <a:lnTo>
                    <a:pt x="4457649" y="870752"/>
                  </a:lnTo>
                  <a:lnTo>
                    <a:pt x="4307185" y="864663"/>
                  </a:lnTo>
                  <a:lnTo>
                    <a:pt x="4156721" y="858485"/>
                  </a:lnTo>
                  <a:lnTo>
                    <a:pt x="4006257" y="852942"/>
                  </a:lnTo>
                  <a:lnTo>
                    <a:pt x="3855793" y="845134"/>
                  </a:lnTo>
                  <a:lnTo>
                    <a:pt x="3705329" y="835862"/>
                  </a:lnTo>
                  <a:lnTo>
                    <a:pt x="3554865" y="828519"/>
                  </a:lnTo>
                  <a:lnTo>
                    <a:pt x="3404401" y="821947"/>
                  </a:lnTo>
                  <a:lnTo>
                    <a:pt x="3253937" y="815427"/>
                  </a:lnTo>
                  <a:lnTo>
                    <a:pt x="3103473" y="811339"/>
                  </a:lnTo>
                  <a:lnTo>
                    <a:pt x="2953009" y="807848"/>
                  </a:lnTo>
                  <a:lnTo>
                    <a:pt x="2802545" y="803966"/>
                  </a:lnTo>
                  <a:lnTo>
                    <a:pt x="2652081" y="802469"/>
                  </a:lnTo>
                  <a:lnTo>
                    <a:pt x="2501617" y="801897"/>
                  </a:lnTo>
                  <a:lnTo>
                    <a:pt x="2351153" y="802974"/>
                  </a:lnTo>
                  <a:lnTo>
                    <a:pt x="2200689" y="808494"/>
                  </a:lnTo>
                  <a:lnTo>
                    <a:pt x="2050225" y="810182"/>
                  </a:lnTo>
                  <a:lnTo>
                    <a:pt x="1899761" y="802240"/>
                  </a:lnTo>
                  <a:lnTo>
                    <a:pt x="1749297" y="792395"/>
                  </a:lnTo>
                  <a:lnTo>
                    <a:pt x="1598833" y="779414"/>
                  </a:lnTo>
                  <a:lnTo>
                    <a:pt x="1448369" y="761040"/>
                  </a:lnTo>
                  <a:lnTo>
                    <a:pt x="1297904" y="736473"/>
                  </a:lnTo>
                  <a:lnTo>
                    <a:pt x="1147440" y="707747"/>
                  </a:lnTo>
                  <a:lnTo>
                    <a:pt x="996976" y="675273"/>
                  </a:lnTo>
                  <a:lnTo>
                    <a:pt x="846512" y="639472"/>
                  </a:lnTo>
                  <a:lnTo>
                    <a:pt x="696048" y="600736"/>
                  </a:lnTo>
                  <a:lnTo>
                    <a:pt x="545584" y="559368"/>
                  </a:lnTo>
                  <a:lnTo>
                    <a:pt x="395120" y="515564"/>
                  </a:lnTo>
                  <a:lnTo>
                    <a:pt x="244656" y="469424"/>
                  </a:lnTo>
                  <a:lnTo>
                    <a:pt x="94192" y="420979"/>
                  </a:lnTo>
                  <a:lnTo>
                    <a:pt x="0" y="38920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288751"/>
              <a:ext cx="6145984" cy="717563"/>
            </a:xfrm>
            <a:custGeom>
              <a:avLst/>
              <a:pathLst>
                <a:path w="6145984" h="717563">
                  <a:moveTo>
                    <a:pt x="0" y="0"/>
                  </a:moveTo>
                  <a:lnTo>
                    <a:pt x="94192" y="62015"/>
                  </a:lnTo>
                  <a:lnTo>
                    <a:pt x="244656" y="153265"/>
                  </a:lnTo>
                  <a:lnTo>
                    <a:pt x="395120" y="236612"/>
                  </a:lnTo>
                  <a:lnTo>
                    <a:pt x="545584" y="312006"/>
                  </a:lnTo>
                  <a:lnTo>
                    <a:pt x="696048" y="379467"/>
                  </a:lnTo>
                  <a:lnTo>
                    <a:pt x="846512" y="439110"/>
                  </a:lnTo>
                  <a:lnTo>
                    <a:pt x="996976" y="491157"/>
                  </a:lnTo>
                  <a:lnTo>
                    <a:pt x="1147440" y="535921"/>
                  </a:lnTo>
                  <a:lnTo>
                    <a:pt x="1297904" y="573742"/>
                  </a:lnTo>
                  <a:lnTo>
                    <a:pt x="1448369" y="604858"/>
                  </a:lnTo>
                  <a:lnTo>
                    <a:pt x="1598833" y="628169"/>
                  </a:lnTo>
                  <a:lnTo>
                    <a:pt x="1749297" y="644511"/>
                  </a:lnTo>
                  <a:lnTo>
                    <a:pt x="1899761" y="655947"/>
                  </a:lnTo>
                  <a:lnTo>
                    <a:pt x="2050225" y="664385"/>
                  </a:lnTo>
                  <a:lnTo>
                    <a:pt x="2200689" y="663918"/>
                  </a:lnTo>
                  <a:lnTo>
                    <a:pt x="2351153" y="657306"/>
                  </a:lnTo>
                  <a:lnTo>
                    <a:pt x="2501617" y="654012"/>
                  </a:lnTo>
                  <a:lnTo>
                    <a:pt x="2652081" y="655594"/>
                  </a:lnTo>
                  <a:lnTo>
                    <a:pt x="2802545" y="656000"/>
                  </a:lnTo>
                  <a:lnTo>
                    <a:pt x="2953009" y="656251"/>
                  </a:lnTo>
                  <a:lnTo>
                    <a:pt x="3103473" y="660934"/>
                  </a:lnTo>
                  <a:lnTo>
                    <a:pt x="3253937" y="667938"/>
                  </a:lnTo>
                  <a:lnTo>
                    <a:pt x="3404401" y="673992"/>
                  </a:lnTo>
                  <a:lnTo>
                    <a:pt x="3554865" y="680174"/>
                  </a:lnTo>
                  <a:lnTo>
                    <a:pt x="3705329" y="689746"/>
                  </a:lnTo>
                  <a:lnTo>
                    <a:pt x="3855793" y="699624"/>
                  </a:lnTo>
                  <a:lnTo>
                    <a:pt x="4006257" y="706838"/>
                  </a:lnTo>
                  <a:lnTo>
                    <a:pt x="4156721" y="712040"/>
                  </a:lnTo>
                  <a:lnTo>
                    <a:pt x="4307185" y="715942"/>
                  </a:lnTo>
                  <a:lnTo>
                    <a:pt x="4457649" y="717563"/>
                  </a:lnTo>
                  <a:lnTo>
                    <a:pt x="4608114" y="716378"/>
                  </a:lnTo>
                  <a:lnTo>
                    <a:pt x="4758578" y="712900"/>
                  </a:lnTo>
                  <a:lnTo>
                    <a:pt x="4909042" y="707890"/>
                  </a:lnTo>
                  <a:lnTo>
                    <a:pt x="5059506" y="701662"/>
                  </a:lnTo>
                  <a:lnTo>
                    <a:pt x="5209970" y="694402"/>
                  </a:lnTo>
                  <a:lnTo>
                    <a:pt x="5360434" y="686195"/>
                  </a:lnTo>
                  <a:lnTo>
                    <a:pt x="5510898" y="677050"/>
                  </a:lnTo>
                  <a:lnTo>
                    <a:pt x="5661362" y="666921"/>
                  </a:lnTo>
                  <a:lnTo>
                    <a:pt x="5811826" y="655724"/>
                  </a:lnTo>
                  <a:lnTo>
                    <a:pt x="5962290" y="643353"/>
                  </a:lnTo>
                  <a:lnTo>
                    <a:pt x="6112754" y="629693"/>
                  </a:lnTo>
                  <a:lnTo>
                    <a:pt x="6145984" y="6263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77954"/>
              <a:ext cx="6145984" cy="534136"/>
            </a:xfrm>
            <a:custGeom>
              <a:avLst/>
              <a:pathLst>
                <a:path w="6145984" h="534136">
                  <a:moveTo>
                    <a:pt x="6145984" y="534136"/>
                  </a:moveTo>
                  <a:lnTo>
                    <a:pt x="6112754" y="532957"/>
                  </a:lnTo>
                  <a:lnTo>
                    <a:pt x="5962290" y="528066"/>
                  </a:lnTo>
                  <a:lnTo>
                    <a:pt x="5811826" y="523477"/>
                  </a:lnTo>
                  <a:lnTo>
                    <a:pt x="5661362" y="519049"/>
                  </a:lnTo>
                  <a:lnTo>
                    <a:pt x="5510898" y="514649"/>
                  </a:lnTo>
                  <a:lnTo>
                    <a:pt x="5360434" y="510167"/>
                  </a:lnTo>
                  <a:lnTo>
                    <a:pt x="5209970" y="505533"/>
                  </a:lnTo>
                  <a:lnTo>
                    <a:pt x="5059506" y="500727"/>
                  </a:lnTo>
                  <a:lnTo>
                    <a:pt x="4909042" y="495809"/>
                  </a:lnTo>
                  <a:lnTo>
                    <a:pt x="4758578" y="490940"/>
                  </a:lnTo>
                  <a:lnTo>
                    <a:pt x="4608114" y="486406"/>
                  </a:lnTo>
                  <a:lnTo>
                    <a:pt x="4457649" y="481549"/>
                  </a:lnTo>
                  <a:lnTo>
                    <a:pt x="4307185" y="475460"/>
                  </a:lnTo>
                  <a:lnTo>
                    <a:pt x="4156721" y="469281"/>
                  </a:lnTo>
                  <a:lnTo>
                    <a:pt x="4006257" y="463739"/>
                  </a:lnTo>
                  <a:lnTo>
                    <a:pt x="3855793" y="455931"/>
                  </a:lnTo>
                  <a:lnTo>
                    <a:pt x="3705329" y="446659"/>
                  </a:lnTo>
                  <a:lnTo>
                    <a:pt x="3554865" y="439316"/>
                  </a:lnTo>
                  <a:lnTo>
                    <a:pt x="3404401" y="432744"/>
                  </a:lnTo>
                  <a:lnTo>
                    <a:pt x="3253937" y="426224"/>
                  </a:lnTo>
                  <a:lnTo>
                    <a:pt x="3103473" y="422136"/>
                  </a:lnTo>
                  <a:lnTo>
                    <a:pt x="2953009" y="418645"/>
                  </a:lnTo>
                  <a:lnTo>
                    <a:pt x="2802545" y="414763"/>
                  </a:lnTo>
                  <a:lnTo>
                    <a:pt x="2652081" y="413266"/>
                  </a:lnTo>
                  <a:lnTo>
                    <a:pt x="2501617" y="412694"/>
                  </a:lnTo>
                  <a:lnTo>
                    <a:pt x="2351153" y="413771"/>
                  </a:lnTo>
                  <a:lnTo>
                    <a:pt x="2200689" y="419291"/>
                  </a:lnTo>
                  <a:lnTo>
                    <a:pt x="2050225" y="420979"/>
                  </a:lnTo>
                  <a:lnTo>
                    <a:pt x="1899761" y="413036"/>
                  </a:lnTo>
                  <a:lnTo>
                    <a:pt x="1749297" y="403192"/>
                  </a:lnTo>
                  <a:lnTo>
                    <a:pt x="1598833" y="390210"/>
                  </a:lnTo>
                  <a:lnTo>
                    <a:pt x="1448369" y="371837"/>
                  </a:lnTo>
                  <a:lnTo>
                    <a:pt x="1297904" y="347270"/>
                  </a:lnTo>
                  <a:lnTo>
                    <a:pt x="1147440" y="318544"/>
                  </a:lnTo>
                  <a:lnTo>
                    <a:pt x="996976" y="286070"/>
                  </a:lnTo>
                  <a:lnTo>
                    <a:pt x="846512" y="250269"/>
                  </a:lnTo>
                  <a:lnTo>
                    <a:pt x="696048" y="211532"/>
                  </a:lnTo>
                  <a:lnTo>
                    <a:pt x="545584" y="170165"/>
                  </a:lnTo>
                  <a:lnTo>
                    <a:pt x="395120" y="126361"/>
                  </a:lnTo>
                  <a:lnTo>
                    <a:pt x="244656" y="80221"/>
                  </a:lnTo>
                  <a:lnTo>
                    <a:pt x="94192" y="31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83353"/>
              <a:ext cx="6145984" cy="601920"/>
            </a:xfrm>
            <a:custGeom>
              <a:avLst/>
              <a:pathLst>
                <a:path w="6145984" h="601920">
                  <a:moveTo>
                    <a:pt x="0" y="0"/>
                  </a:moveTo>
                  <a:lnTo>
                    <a:pt x="94192" y="46895"/>
                  </a:lnTo>
                  <a:lnTo>
                    <a:pt x="244656" y="116743"/>
                  </a:lnTo>
                  <a:lnTo>
                    <a:pt x="395120" y="181487"/>
                  </a:lnTo>
                  <a:lnTo>
                    <a:pt x="545584" y="241086"/>
                  </a:lnTo>
                  <a:lnTo>
                    <a:pt x="696048" y="295500"/>
                  </a:lnTo>
                  <a:lnTo>
                    <a:pt x="846512" y="344689"/>
                  </a:lnTo>
                  <a:lnTo>
                    <a:pt x="996976" y="388614"/>
                  </a:lnTo>
                  <a:lnTo>
                    <a:pt x="1147440" y="427233"/>
                  </a:lnTo>
                  <a:lnTo>
                    <a:pt x="1297904" y="460506"/>
                  </a:lnTo>
                  <a:lnTo>
                    <a:pt x="1448369" y="488347"/>
                  </a:lnTo>
                  <a:lnTo>
                    <a:pt x="1598833" y="509190"/>
                  </a:lnTo>
                  <a:lnTo>
                    <a:pt x="1749297" y="523851"/>
                  </a:lnTo>
                  <a:lnTo>
                    <a:pt x="1899761" y="534492"/>
                  </a:lnTo>
                  <a:lnTo>
                    <a:pt x="2050225" y="542682"/>
                  </a:lnTo>
                  <a:lnTo>
                    <a:pt x="2200689" y="541604"/>
                  </a:lnTo>
                  <a:lnTo>
                    <a:pt x="2351153" y="535538"/>
                  </a:lnTo>
                  <a:lnTo>
                    <a:pt x="2501617" y="533353"/>
                  </a:lnTo>
                  <a:lnTo>
                    <a:pt x="2652081" y="534430"/>
                  </a:lnTo>
                  <a:lnTo>
                    <a:pt x="2802545" y="535382"/>
                  </a:lnTo>
                  <a:lnTo>
                    <a:pt x="2953009" y="537448"/>
                  </a:lnTo>
                  <a:lnTo>
                    <a:pt x="3103473" y="541535"/>
                  </a:lnTo>
                  <a:lnTo>
                    <a:pt x="3253937" y="547081"/>
                  </a:lnTo>
                  <a:lnTo>
                    <a:pt x="3404401" y="553368"/>
                  </a:lnTo>
                  <a:lnTo>
                    <a:pt x="3554865" y="559745"/>
                  </a:lnTo>
                  <a:lnTo>
                    <a:pt x="3705329" y="568203"/>
                  </a:lnTo>
                  <a:lnTo>
                    <a:pt x="3855793" y="577778"/>
                  </a:lnTo>
                  <a:lnTo>
                    <a:pt x="4006257" y="585288"/>
                  </a:lnTo>
                  <a:lnTo>
                    <a:pt x="4156721" y="590661"/>
                  </a:lnTo>
                  <a:lnTo>
                    <a:pt x="4307185" y="595701"/>
                  </a:lnTo>
                  <a:lnTo>
                    <a:pt x="4457649" y="599556"/>
                  </a:lnTo>
                  <a:lnTo>
                    <a:pt x="4608114" y="601392"/>
                  </a:lnTo>
                  <a:lnTo>
                    <a:pt x="4758578" y="601920"/>
                  </a:lnTo>
                  <a:lnTo>
                    <a:pt x="4909042" y="601850"/>
                  </a:lnTo>
                  <a:lnTo>
                    <a:pt x="5059506" y="601194"/>
                  </a:lnTo>
                  <a:lnTo>
                    <a:pt x="5209970" y="599967"/>
                  </a:lnTo>
                  <a:lnTo>
                    <a:pt x="5360434" y="598181"/>
                  </a:lnTo>
                  <a:lnTo>
                    <a:pt x="5510898" y="595850"/>
                  </a:lnTo>
                  <a:lnTo>
                    <a:pt x="5661362" y="592985"/>
                  </a:lnTo>
                  <a:lnTo>
                    <a:pt x="5811826" y="589601"/>
                  </a:lnTo>
                  <a:lnTo>
                    <a:pt x="5962290" y="585710"/>
                  </a:lnTo>
                  <a:lnTo>
                    <a:pt x="6112754" y="581325"/>
                  </a:lnTo>
                  <a:lnTo>
                    <a:pt x="6145984" y="58025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43250"/>
              <a:ext cx="6145984" cy="768383"/>
            </a:xfrm>
            <a:custGeom>
              <a:avLst/>
              <a:pathLst>
                <a:path w="6145984" h="768383">
                  <a:moveTo>
                    <a:pt x="0" y="0"/>
                  </a:moveTo>
                  <a:lnTo>
                    <a:pt x="94192" y="52766"/>
                  </a:lnTo>
                  <a:lnTo>
                    <a:pt x="244656" y="130254"/>
                  </a:lnTo>
                  <a:lnTo>
                    <a:pt x="395120" y="200832"/>
                  </a:lnTo>
                  <a:lnTo>
                    <a:pt x="545584" y="264426"/>
                  </a:lnTo>
                  <a:lnTo>
                    <a:pt x="696048" y="321023"/>
                  </a:lnTo>
                  <a:lnTo>
                    <a:pt x="846512" y="370695"/>
                  </a:lnTo>
                  <a:lnTo>
                    <a:pt x="996976" y="413613"/>
                  </a:lnTo>
                  <a:lnTo>
                    <a:pt x="1147440" y="450024"/>
                  </a:lnTo>
                  <a:lnTo>
                    <a:pt x="1297904" y="480201"/>
                  </a:lnTo>
                  <a:lnTo>
                    <a:pt x="1448369" y="504343"/>
                  </a:lnTo>
                  <a:lnTo>
                    <a:pt x="1598833" y="522158"/>
                  </a:lnTo>
                  <a:lnTo>
                    <a:pt x="1749297" y="534674"/>
                  </a:lnTo>
                  <a:lnTo>
                    <a:pt x="1899761" y="543599"/>
                  </a:lnTo>
                  <a:lnTo>
                    <a:pt x="2050225" y="550702"/>
                  </a:lnTo>
                  <a:lnTo>
                    <a:pt x="2200689" y="553332"/>
                  </a:lnTo>
                  <a:lnTo>
                    <a:pt x="2351153" y="552257"/>
                  </a:lnTo>
                  <a:lnTo>
                    <a:pt x="2501617" y="552592"/>
                  </a:lnTo>
                  <a:lnTo>
                    <a:pt x="2652081" y="555231"/>
                  </a:lnTo>
                  <a:lnTo>
                    <a:pt x="2802545" y="556266"/>
                  </a:lnTo>
                  <a:lnTo>
                    <a:pt x="2953009" y="557155"/>
                  </a:lnTo>
                  <a:lnTo>
                    <a:pt x="3103473" y="562115"/>
                  </a:lnTo>
                  <a:lnTo>
                    <a:pt x="3253937" y="568715"/>
                  </a:lnTo>
                  <a:lnTo>
                    <a:pt x="3404401" y="574339"/>
                  </a:lnTo>
                  <a:lnTo>
                    <a:pt x="3554865" y="580281"/>
                  </a:lnTo>
                  <a:lnTo>
                    <a:pt x="3705329" y="589490"/>
                  </a:lnTo>
                  <a:lnTo>
                    <a:pt x="3855793" y="598776"/>
                  </a:lnTo>
                  <a:lnTo>
                    <a:pt x="4006257" y="605016"/>
                  </a:lnTo>
                  <a:lnTo>
                    <a:pt x="4156721" y="608594"/>
                  </a:lnTo>
                  <a:lnTo>
                    <a:pt x="4307185" y="610434"/>
                  </a:lnTo>
                  <a:lnTo>
                    <a:pt x="4457649" y="609897"/>
                  </a:lnTo>
                  <a:lnTo>
                    <a:pt x="4608114" y="606747"/>
                  </a:lnTo>
                  <a:lnTo>
                    <a:pt x="4758578" y="601546"/>
                  </a:lnTo>
                  <a:lnTo>
                    <a:pt x="4909042" y="594957"/>
                  </a:lnTo>
                  <a:lnTo>
                    <a:pt x="5059506" y="587258"/>
                  </a:lnTo>
                  <a:lnTo>
                    <a:pt x="5209970" y="578617"/>
                  </a:lnTo>
                  <a:lnTo>
                    <a:pt x="5360434" y="569110"/>
                  </a:lnTo>
                  <a:lnTo>
                    <a:pt x="5510898" y="558744"/>
                  </a:lnTo>
                  <a:lnTo>
                    <a:pt x="5661362" y="547478"/>
                  </a:lnTo>
                  <a:lnTo>
                    <a:pt x="5811826" y="535239"/>
                  </a:lnTo>
                  <a:lnTo>
                    <a:pt x="5962290" y="521933"/>
                  </a:lnTo>
                  <a:lnTo>
                    <a:pt x="6112754" y="507456"/>
                  </a:lnTo>
                  <a:lnTo>
                    <a:pt x="6145984" y="503977"/>
                  </a:lnTo>
                  <a:lnTo>
                    <a:pt x="6145984" y="768383"/>
                  </a:lnTo>
                  <a:lnTo>
                    <a:pt x="6112754" y="767849"/>
                  </a:lnTo>
                  <a:lnTo>
                    <a:pt x="5962290" y="765809"/>
                  </a:lnTo>
                  <a:lnTo>
                    <a:pt x="5811826" y="764016"/>
                  </a:lnTo>
                  <a:lnTo>
                    <a:pt x="5661362" y="762343"/>
                  </a:lnTo>
                  <a:lnTo>
                    <a:pt x="5510898" y="760673"/>
                  </a:lnTo>
                  <a:lnTo>
                    <a:pt x="5360434" y="758907"/>
                  </a:lnTo>
                  <a:lnTo>
                    <a:pt x="5209970" y="756981"/>
                  </a:lnTo>
                  <a:lnTo>
                    <a:pt x="5059506" y="754880"/>
                  </a:lnTo>
                  <a:lnTo>
                    <a:pt x="4909042" y="752654"/>
                  </a:lnTo>
                  <a:lnTo>
                    <a:pt x="4758578" y="750448"/>
                  </a:lnTo>
                  <a:lnTo>
                    <a:pt x="4608114" y="748516"/>
                  </a:lnTo>
                  <a:lnTo>
                    <a:pt x="4457649" y="746286"/>
                  </a:lnTo>
                  <a:lnTo>
                    <a:pt x="4307185" y="742845"/>
                  </a:lnTo>
                  <a:lnTo>
                    <a:pt x="4156721" y="738978"/>
                  </a:lnTo>
                  <a:lnTo>
                    <a:pt x="4006257" y="735097"/>
                  </a:lnTo>
                  <a:lnTo>
                    <a:pt x="3855793" y="728328"/>
                  </a:lnTo>
                  <a:lnTo>
                    <a:pt x="3705329" y="719582"/>
                  </a:lnTo>
                  <a:lnTo>
                    <a:pt x="3554865" y="712357"/>
                  </a:lnTo>
                  <a:lnTo>
                    <a:pt x="3404401" y="706068"/>
                  </a:lnTo>
                  <a:lnTo>
                    <a:pt x="3253937" y="700030"/>
                  </a:lnTo>
                  <a:lnTo>
                    <a:pt x="3103473" y="696025"/>
                  </a:lnTo>
                  <a:lnTo>
                    <a:pt x="2953009" y="692126"/>
                  </a:lnTo>
                  <a:lnTo>
                    <a:pt x="2802545" y="688006"/>
                  </a:lnTo>
                  <a:lnTo>
                    <a:pt x="2652081" y="685999"/>
                  </a:lnTo>
                  <a:lnTo>
                    <a:pt x="2501617" y="684259"/>
                  </a:lnTo>
                  <a:lnTo>
                    <a:pt x="2351153" y="681950"/>
                  </a:lnTo>
                  <a:lnTo>
                    <a:pt x="2200689" y="682053"/>
                  </a:lnTo>
                  <a:lnTo>
                    <a:pt x="2050225" y="680510"/>
                  </a:lnTo>
                  <a:lnTo>
                    <a:pt x="1899761" y="673848"/>
                  </a:lnTo>
                  <a:lnTo>
                    <a:pt x="1749297" y="666340"/>
                  </a:lnTo>
                  <a:lnTo>
                    <a:pt x="1598833" y="656816"/>
                  </a:lnTo>
                  <a:lnTo>
                    <a:pt x="1448369" y="643396"/>
                  </a:lnTo>
                  <a:lnTo>
                    <a:pt x="1297904" y="625085"/>
                  </a:lnTo>
                  <a:lnTo>
                    <a:pt x="1147440" y="603006"/>
                  </a:lnTo>
                  <a:lnTo>
                    <a:pt x="996976" y="577538"/>
                  </a:lnTo>
                  <a:lnTo>
                    <a:pt x="846512" y="549084"/>
                  </a:lnTo>
                  <a:lnTo>
                    <a:pt x="696048" y="518025"/>
                  </a:lnTo>
                  <a:lnTo>
                    <a:pt x="545584" y="484660"/>
                  </a:lnTo>
                  <a:lnTo>
                    <a:pt x="395120" y="449192"/>
                  </a:lnTo>
                  <a:lnTo>
                    <a:pt x="244656" y="411741"/>
                  </a:lnTo>
                  <a:lnTo>
                    <a:pt x="94192" y="372363"/>
                  </a:lnTo>
                  <a:lnTo>
                    <a:pt x="0" y="34652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43250"/>
              <a:ext cx="6145984" cy="610434"/>
            </a:xfrm>
            <a:custGeom>
              <a:avLst/>
              <a:pathLst>
                <a:path w="6145984" h="610434">
                  <a:moveTo>
                    <a:pt x="0" y="0"/>
                  </a:moveTo>
                  <a:lnTo>
                    <a:pt x="94192" y="52766"/>
                  </a:lnTo>
                  <a:lnTo>
                    <a:pt x="244656" y="130254"/>
                  </a:lnTo>
                  <a:lnTo>
                    <a:pt x="395120" y="200832"/>
                  </a:lnTo>
                  <a:lnTo>
                    <a:pt x="545584" y="264426"/>
                  </a:lnTo>
                  <a:lnTo>
                    <a:pt x="696048" y="321023"/>
                  </a:lnTo>
                  <a:lnTo>
                    <a:pt x="846512" y="370695"/>
                  </a:lnTo>
                  <a:lnTo>
                    <a:pt x="996976" y="413613"/>
                  </a:lnTo>
                  <a:lnTo>
                    <a:pt x="1147440" y="450024"/>
                  </a:lnTo>
                  <a:lnTo>
                    <a:pt x="1297904" y="480201"/>
                  </a:lnTo>
                  <a:lnTo>
                    <a:pt x="1448369" y="504343"/>
                  </a:lnTo>
                  <a:lnTo>
                    <a:pt x="1598833" y="522158"/>
                  </a:lnTo>
                  <a:lnTo>
                    <a:pt x="1749297" y="534674"/>
                  </a:lnTo>
                  <a:lnTo>
                    <a:pt x="1899761" y="543599"/>
                  </a:lnTo>
                  <a:lnTo>
                    <a:pt x="2050225" y="550702"/>
                  </a:lnTo>
                  <a:lnTo>
                    <a:pt x="2200689" y="553332"/>
                  </a:lnTo>
                  <a:lnTo>
                    <a:pt x="2351153" y="552257"/>
                  </a:lnTo>
                  <a:lnTo>
                    <a:pt x="2501617" y="552592"/>
                  </a:lnTo>
                  <a:lnTo>
                    <a:pt x="2652081" y="555231"/>
                  </a:lnTo>
                  <a:lnTo>
                    <a:pt x="2802545" y="556266"/>
                  </a:lnTo>
                  <a:lnTo>
                    <a:pt x="2953009" y="557155"/>
                  </a:lnTo>
                  <a:lnTo>
                    <a:pt x="3103473" y="562115"/>
                  </a:lnTo>
                  <a:lnTo>
                    <a:pt x="3253937" y="568715"/>
                  </a:lnTo>
                  <a:lnTo>
                    <a:pt x="3404401" y="574339"/>
                  </a:lnTo>
                  <a:lnTo>
                    <a:pt x="3554865" y="580281"/>
                  </a:lnTo>
                  <a:lnTo>
                    <a:pt x="3705329" y="589490"/>
                  </a:lnTo>
                  <a:lnTo>
                    <a:pt x="3855793" y="598776"/>
                  </a:lnTo>
                  <a:lnTo>
                    <a:pt x="4006257" y="605016"/>
                  </a:lnTo>
                  <a:lnTo>
                    <a:pt x="4156721" y="608594"/>
                  </a:lnTo>
                  <a:lnTo>
                    <a:pt x="4307185" y="610434"/>
                  </a:lnTo>
                  <a:lnTo>
                    <a:pt x="4457649" y="609897"/>
                  </a:lnTo>
                  <a:lnTo>
                    <a:pt x="4608114" y="606747"/>
                  </a:lnTo>
                  <a:lnTo>
                    <a:pt x="4758578" y="601546"/>
                  </a:lnTo>
                  <a:lnTo>
                    <a:pt x="4909042" y="594957"/>
                  </a:lnTo>
                  <a:lnTo>
                    <a:pt x="5059506" y="587258"/>
                  </a:lnTo>
                  <a:lnTo>
                    <a:pt x="5209970" y="578617"/>
                  </a:lnTo>
                  <a:lnTo>
                    <a:pt x="5360434" y="569110"/>
                  </a:lnTo>
                  <a:lnTo>
                    <a:pt x="5510898" y="558744"/>
                  </a:lnTo>
                  <a:lnTo>
                    <a:pt x="5661362" y="547478"/>
                  </a:lnTo>
                  <a:lnTo>
                    <a:pt x="5811826" y="535239"/>
                  </a:lnTo>
                  <a:lnTo>
                    <a:pt x="5962290" y="521933"/>
                  </a:lnTo>
                  <a:lnTo>
                    <a:pt x="6112754" y="507456"/>
                  </a:lnTo>
                  <a:lnTo>
                    <a:pt x="6145984" y="5039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9770"/>
              <a:ext cx="6145984" cy="421862"/>
            </a:xfrm>
            <a:custGeom>
              <a:avLst/>
              <a:pathLst>
                <a:path w="6145984" h="421862">
                  <a:moveTo>
                    <a:pt x="6145984" y="421862"/>
                  </a:moveTo>
                  <a:lnTo>
                    <a:pt x="6112754" y="421329"/>
                  </a:lnTo>
                  <a:lnTo>
                    <a:pt x="5962290" y="419289"/>
                  </a:lnTo>
                  <a:lnTo>
                    <a:pt x="5811826" y="417496"/>
                  </a:lnTo>
                  <a:lnTo>
                    <a:pt x="5661362" y="415823"/>
                  </a:lnTo>
                  <a:lnTo>
                    <a:pt x="5510898" y="414152"/>
                  </a:lnTo>
                  <a:lnTo>
                    <a:pt x="5360434" y="412387"/>
                  </a:lnTo>
                  <a:lnTo>
                    <a:pt x="5209970" y="410461"/>
                  </a:lnTo>
                  <a:lnTo>
                    <a:pt x="5059506" y="408359"/>
                  </a:lnTo>
                  <a:lnTo>
                    <a:pt x="4909042" y="406134"/>
                  </a:lnTo>
                  <a:lnTo>
                    <a:pt x="4758578" y="403928"/>
                  </a:lnTo>
                  <a:lnTo>
                    <a:pt x="4608114" y="401995"/>
                  </a:lnTo>
                  <a:lnTo>
                    <a:pt x="4457649" y="399766"/>
                  </a:lnTo>
                  <a:lnTo>
                    <a:pt x="4307185" y="396325"/>
                  </a:lnTo>
                  <a:lnTo>
                    <a:pt x="4156721" y="392457"/>
                  </a:lnTo>
                  <a:lnTo>
                    <a:pt x="4006257" y="388577"/>
                  </a:lnTo>
                  <a:lnTo>
                    <a:pt x="3855793" y="381808"/>
                  </a:lnTo>
                  <a:lnTo>
                    <a:pt x="3705329" y="373062"/>
                  </a:lnTo>
                  <a:lnTo>
                    <a:pt x="3554865" y="365837"/>
                  </a:lnTo>
                  <a:lnTo>
                    <a:pt x="3404401" y="359548"/>
                  </a:lnTo>
                  <a:lnTo>
                    <a:pt x="3253937" y="353509"/>
                  </a:lnTo>
                  <a:lnTo>
                    <a:pt x="3103473" y="349505"/>
                  </a:lnTo>
                  <a:lnTo>
                    <a:pt x="2953009" y="345606"/>
                  </a:lnTo>
                  <a:lnTo>
                    <a:pt x="2802545" y="341485"/>
                  </a:lnTo>
                  <a:lnTo>
                    <a:pt x="2652081" y="339479"/>
                  </a:lnTo>
                  <a:lnTo>
                    <a:pt x="2501617" y="337739"/>
                  </a:lnTo>
                  <a:lnTo>
                    <a:pt x="2351153" y="335430"/>
                  </a:lnTo>
                  <a:lnTo>
                    <a:pt x="2200689" y="335533"/>
                  </a:lnTo>
                  <a:lnTo>
                    <a:pt x="2050225" y="333989"/>
                  </a:lnTo>
                  <a:lnTo>
                    <a:pt x="1899761" y="327328"/>
                  </a:lnTo>
                  <a:lnTo>
                    <a:pt x="1749297" y="319820"/>
                  </a:lnTo>
                  <a:lnTo>
                    <a:pt x="1598833" y="310296"/>
                  </a:lnTo>
                  <a:lnTo>
                    <a:pt x="1448369" y="296876"/>
                  </a:lnTo>
                  <a:lnTo>
                    <a:pt x="1297904" y="278565"/>
                  </a:lnTo>
                  <a:lnTo>
                    <a:pt x="1147440" y="256486"/>
                  </a:lnTo>
                  <a:lnTo>
                    <a:pt x="996976" y="231017"/>
                  </a:lnTo>
                  <a:lnTo>
                    <a:pt x="846512" y="202564"/>
                  </a:lnTo>
                  <a:lnTo>
                    <a:pt x="696048" y="171505"/>
                  </a:lnTo>
                  <a:lnTo>
                    <a:pt x="545584" y="138139"/>
                  </a:lnTo>
                  <a:lnTo>
                    <a:pt x="395120" y="102672"/>
                  </a:lnTo>
                  <a:lnTo>
                    <a:pt x="244656" y="65220"/>
                  </a:lnTo>
                  <a:lnTo>
                    <a:pt x="94192" y="258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16510"/>
              <a:ext cx="6145984" cy="504831"/>
            </a:xfrm>
            <a:custGeom>
              <a:avLst/>
              <a:pathLst>
                <a:path w="6145984" h="504831">
                  <a:moveTo>
                    <a:pt x="0" y="0"/>
                  </a:moveTo>
                  <a:lnTo>
                    <a:pt x="94192" y="39304"/>
                  </a:lnTo>
                  <a:lnTo>
                    <a:pt x="244656" y="97737"/>
                  </a:lnTo>
                  <a:lnTo>
                    <a:pt x="395120" y="151752"/>
                  </a:lnTo>
                  <a:lnTo>
                    <a:pt x="545584" y="201282"/>
                  </a:lnTo>
                  <a:lnTo>
                    <a:pt x="696048" y="246264"/>
                  </a:lnTo>
                  <a:lnTo>
                    <a:pt x="846512" y="286630"/>
                  </a:lnTo>
                  <a:lnTo>
                    <a:pt x="996976" y="322315"/>
                  </a:lnTo>
                  <a:lnTo>
                    <a:pt x="1147440" y="353255"/>
                  </a:lnTo>
                  <a:lnTo>
                    <a:pt x="1297904" y="379383"/>
                  </a:lnTo>
                  <a:lnTo>
                    <a:pt x="1448369" y="400609"/>
                  </a:lnTo>
                  <a:lnTo>
                    <a:pt x="1598833" y="416227"/>
                  </a:lnTo>
                  <a:lnTo>
                    <a:pt x="1749297" y="427247"/>
                  </a:lnTo>
                  <a:lnTo>
                    <a:pt x="1899761" y="435464"/>
                  </a:lnTo>
                  <a:lnTo>
                    <a:pt x="2050225" y="442346"/>
                  </a:lnTo>
                  <a:lnTo>
                    <a:pt x="2200689" y="444433"/>
                  </a:lnTo>
                  <a:lnTo>
                    <a:pt x="2351153" y="443843"/>
                  </a:lnTo>
                  <a:lnTo>
                    <a:pt x="2501617" y="445165"/>
                  </a:lnTo>
                  <a:lnTo>
                    <a:pt x="2652081" y="447355"/>
                  </a:lnTo>
                  <a:lnTo>
                    <a:pt x="2802545" y="448876"/>
                  </a:lnTo>
                  <a:lnTo>
                    <a:pt x="2953009" y="451381"/>
                  </a:lnTo>
                  <a:lnTo>
                    <a:pt x="3103473" y="455810"/>
                  </a:lnTo>
                  <a:lnTo>
                    <a:pt x="3253937" y="461112"/>
                  </a:lnTo>
                  <a:lnTo>
                    <a:pt x="3404401" y="466944"/>
                  </a:lnTo>
                  <a:lnTo>
                    <a:pt x="3554865" y="473059"/>
                  </a:lnTo>
                  <a:lnTo>
                    <a:pt x="3705329" y="481276"/>
                  </a:lnTo>
                  <a:lnTo>
                    <a:pt x="3855793" y="490292"/>
                  </a:lnTo>
                  <a:lnTo>
                    <a:pt x="4006257" y="496797"/>
                  </a:lnTo>
                  <a:lnTo>
                    <a:pt x="4156721" y="500526"/>
                  </a:lnTo>
                  <a:lnTo>
                    <a:pt x="4307185" y="503379"/>
                  </a:lnTo>
                  <a:lnTo>
                    <a:pt x="4457649" y="504831"/>
                  </a:lnTo>
                  <a:lnTo>
                    <a:pt x="4608114" y="504371"/>
                  </a:lnTo>
                  <a:lnTo>
                    <a:pt x="4758578" y="502737"/>
                  </a:lnTo>
                  <a:lnTo>
                    <a:pt x="4909042" y="500545"/>
                  </a:lnTo>
                  <a:lnTo>
                    <a:pt x="5059506" y="497809"/>
                  </a:lnTo>
                  <a:lnTo>
                    <a:pt x="5209970" y="494539"/>
                  </a:lnTo>
                  <a:lnTo>
                    <a:pt x="5360434" y="490748"/>
                  </a:lnTo>
                  <a:lnTo>
                    <a:pt x="5510898" y="486448"/>
                  </a:lnTo>
                  <a:lnTo>
                    <a:pt x="5661362" y="481651"/>
                  </a:lnTo>
                  <a:lnTo>
                    <a:pt x="5811826" y="476367"/>
                  </a:lnTo>
                  <a:lnTo>
                    <a:pt x="5962290" y="470611"/>
                  </a:lnTo>
                  <a:lnTo>
                    <a:pt x="6112754" y="464392"/>
                  </a:lnTo>
                  <a:lnTo>
                    <a:pt x="6145984" y="46292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49767"/>
              <a:ext cx="6145984" cy="385071"/>
            </a:xfrm>
            <a:custGeom>
              <a:avLst/>
              <a:pathLst>
                <a:path w="6145984" h="385071">
                  <a:moveTo>
                    <a:pt x="0" y="156215"/>
                  </a:moveTo>
                  <a:lnTo>
                    <a:pt x="94192" y="165257"/>
                  </a:lnTo>
                  <a:lnTo>
                    <a:pt x="244656" y="177593"/>
                  </a:lnTo>
                  <a:lnTo>
                    <a:pt x="395120" y="187788"/>
                  </a:lnTo>
                  <a:lnTo>
                    <a:pt x="545584" y="195831"/>
                  </a:lnTo>
                  <a:lnTo>
                    <a:pt x="696048" y="201754"/>
                  </a:lnTo>
                  <a:lnTo>
                    <a:pt x="846512" y="205642"/>
                  </a:lnTo>
                  <a:lnTo>
                    <a:pt x="996976" y="207647"/>
                  </a:lnTo>
                  <a:lnTo>
                    <a:pt x="1147440" y="207970"/>
                  </a:lnTo>
                  <a:lnTo>
                    <a:pt x="1297904" y="206831"/>
                  </a:lnTo>
                  <a:lnTo>
                    <a:pt x="1448369" y="204408"/>
                  </a:lnTo>
                  <a:lnTo>
                    <a:pt x="1598833" y="200704"/>
                  </a:lnTo>
                  <a:lnTo>
                    <a:pt x="1749297" y="195874"/>
                  </a:lnTo>
                  <a:lnTo>
                    <a:pt x="1899761" y="190236"/>
                  </a:lnTo>
                  <a:lnTo>
                    <a:pt x="2050225" y="184229"/>
                  </a:lnTo>
                  <a:lnTo>
                    <a:pt x="2200689" y="176700"/>
                  </a:lnTo>
                  <a:lnTo>
                    <a:pt x="2351153" y="167734"/>
                  </a:lnTo>
                  <a:lnTo>
                    <a:pt x="2501617" y="159723"/>
                  </a:lnTo>
                  <a:lnTo>
                    <a:pt x="2652081" y="151985"/>
                  </a:lnTo>
                  <a:lnTo>
                    <a:pt x="2802545" y="142724"/>
                  </a:lnTo>
                  <a:lnTo>
                    <a:pt x="2953009" y="134654"/>
                  </a:lnTo>
                  <a:lnTo>
                    <a:pt x="3103473" y="132390"/>
                  </a:lnTo>
                  <a:lnTo>
                    <a:pt x="3253937" y="134047"/>
                  </a:lnTo>
                  <a:lnTo>
                    <a:pt x="3404401" y="135389"/>
                  </a:lnTo>
                  <a:lnTo>
                    <a:pt x="3554865" y="134767"/>
                  </a:lnTo>
                  <a:lnTo>
                    <a:pt x="3705329" y="135415"/>
                  </a:lnTo>
                  <a:lnTo>
                    <a:pt x="3855793" y="136412"/>
                  </a:lnTo>
                  <a:lnTo>
                    <a:pt x="4006257" y="135103"/>
                  </a:lnTo>
                  <a:lnTo>
                    <a:pt x="4156721" y="131777"/>
                  </a:lnTo>
                  <a:lnTo>
                    <a:pt x="4307185" y="127464"/>
                  </a:lnTo>
                  <a:lnTo>
                    <a:pt x="4457649" y="121622"/>
                  </a:lnTo>
                  <a:lnTo>
                    <a:pt x="4608114" y="113981"/>
                  </a:lnTo>
                  <a:lnTo>
                    <a:pt x="4758578" y="105062"/>
                  </a:lnTo>
                  <a:lnTo>
                    <a:pt x="4909042" y="95432"/>
                  </a:lnTo>
                  <a:lnTo>
                    <a:pt x="5059506" y="85277"/>
                  </a:lnTo>
                  <a:lnTo>
                    <a:pt x="5209970" y="74708"/>
                  </a:lnTo>
                  <a:lnTo>
                    <a:pt x="5360434" y="63779"/>
                  </a:lnTo>
                  <a:lnTo>
                    <a:pt x="5510898" y="52495"/>
                  </a:lnTo>
                  <a:lnTo>
                    <a:pt x="5661362" y="40831"/>
                  </a:lnTo>
                  <a:lnTo>
                    <a:pt x="5811826" y="28742"/>
                  </a:lnTo>
                  <a:lnTo>
                    <a:pt x="5962290" y="16165"/>
                  </a:lnTo>
                  <a:lnTo>
                    <a:pt x="6112754" y="3036"/>
                  </a:lnTo>
                  <a:lnTo>
                    <a:pt x="6145984" y="0"/>
                  </a:lnTo>
                  <a:lnTo>
                    <a:pt x="6145984" y="174623"/>
                  </a:lnTo>
                  <a:lnTo>
                    <a:pt x="6112754" y="175010"/>
                  </a:lnTo>
                  <a:lnTo>
                    <a:pt x="5962290" y="177231"/>
                  </a:lnTo>
                  <a:lnTo>
                    <a:pt x="5811826" y="179835"/>
                  </a:lnTo>
                  <a:lnTo>
                    <a:pt x="5661362" y="182736"/>
                  </a:lnTo>
                  <a:lnTo>
                    <a:pt x="5510898" y="185856"/>
                  </a:lnTo>
                  <a:lnTo>
                    <a:pt x="5360434" y="189128"/>
                  </a:lnTo>
                  <a:lnTo>
                    <a:pt x="5209970" y="192507"/>
                  </a:lnTo>
                  <a:lnTo>
                    <a:pt x="5059506" y="195980"/>
                  </a:lnTo>
                  <a:lnTo>
                    <a:pt x="4909042" y="199581"/>
                  </a:lnTo>
                  <a:lnTo>
                    <a:pt x="4758578" y="203403"/>
                  </a:lnTo>
                  <a:lnTo>
                    <a:pt x="4608114" y="207611"/>
                  </a:lnTo>
                  <a:lnTo>
                    <a:pt x="4457649" y="211699"/>
                  </a:lnTo>
                  <a:lnTo>
                    <a:pt x="4307185" y="214913"/>
                  </a:lnTo>
                  <a:lnTo>
                    <a:pt x="4156721" y="217888"/>
                  </a:lnTo>
                  <a:lnTo>
                    <a:pt x="4006257" y="221014"/>
                  </a:lnTo>
                  <a:lnTo>
                    <a:pt x="3855793" y="221974"/>
                  </a:lnTo>
                  <a:lnTo>
                    <a:pt x="3705329" y="221333"/>
                  </a:lnTo>
                  <a:lnTo>
                    <a:pt x="3554865" y="221996"/>
                  </a:lnTo>
                  <a:lnTo>
                    <a:pt x="3404401" y="222388"/>
                  </a:lnTo>
                  <a:lnTo>
                    <a:pt x="3253937" y="220772"/>
                  </a:lnTo>
                  <a:lnTo>
                    <a:pt x="3103473" y="220829"/>
                  </a:lnTo>
                  <a:lnTo>
                    <a:pt x="2953009" y="223794"/>
                  </a:lnTo>
                  <a:lnTo>
                    <a:pt x="2802545" y="229730"/>
                  </a:lnTo>
                  <a:lnTo>
                    <a:pt x="2652081" y="238349"/>
                  </a:lnTo>
                  <a:lnTo>
                    <a:pt x="2501617" y="246680"/>
                  </a:lnTo>
                  <a:lnTo>
                    <a:pt x="2351153" y="253388"/>
                  </a:lnTo>
                  <a:lnTo>
                    <a:pt x="2200689" y="261712"/>
                  </a:lnTo>
                  <a:lnTo>
                    <a:pt x="2050225" y="269959"/>
                  </a:lnTo>
                  <a:lnTo>
                    <a:pt x="1899761" y="276258"/>
                  </a:lnTo>
                  <a:lnTo>
                    <a:pt x="1749297" y="282831"/>
                  </a:lnTo>
                  <a:lnTo>
                    <a:pt x="1598833" y="289637"/>
                  </a:lnTo>
                  <a:lnTo>
                    <a:pt x="1448369" y="296244"/>
                  </a:lnTo>
                  <a:lnTo>
                    <a:pt x="1297904" y="302518"/>
                  </a:lnTo>
                  <a:lnTo>
                    <a:pt x="1147440" y="309005"/>
                  </a:lnTo>
                  <a:lnTo>
                    <a:pt x="996976" y="315909"/>
                  </a:lnTo>
                  <a:lnTo>
                    <a:pt x="846512" y="323457"/>
                  </a:lnTo>
                  <a:lnTo>
                    <a:pt x="696048" y="331862"/>
                  </a:lnTo>
                  <a:lnTo>
                    <a:pt x="545584" y="341282"/>
                  </a:lnTo>
                  <a:lnTo>
                    <a:pt x="395120" y="351814"/>
                  </a:lnTo>
                  <a:lnTo>
                    <a:pt x="244656" y="363498"/>
                  </a:lnTo>
                  <a:lnTo>
                    <a:pt x="94192" y="376331"/>
                  </a:lnTo>
                  <a:lnTo>
                    <a:pt x="0" y="3850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49767"/>
              <a:ext cx="6145984" cy="207970"/>
            </a:xfrm>
            <a:custGeom>
              <a:avLst/>
              <a:pathLst>
                <a:path w="6145984" h="207970">
                  <a:moveTo>
                    <a:pt x="0" y="156215"/>
                  </a:moveTo>
                  <a:lnTo>
                    <a:pt x="94192" y="165257"/>
                  </a:lnTo>
                  <a:lnTo>
                    <a:pt x="244656" y="177593"/>
                  </a:lnTo>
                  <a:lnTo>
                    <a:pt x="395120" y="187788"/>
                  </a:lnTo>
                  <a:lnTo>
                    <a:pt x="545584" y="195831"/>
                  </a:lnTo>
                  <a:lnTo>
                    <a:pt x="696048" y="201754"/>
                  </a:lnTo>
                  <a:lnTo>
                    <a:pt x="846512" y="205642"/>
                  </a:lnTo>
                  <a:lnTo>
                    <a:pt x="996976" y="207647"/>
                  </a:lnTo>
                  <a:lnTo>
                    <a:pt x="1147440" y="207970"/>
                  </a:lnTo>
                  <a:lnTo>
                    <a:pt x="1297904" y="206831"/>
                  </a:lnTo>
                  <a:lnTo>
                    <a:pt x="1448369" y="204408"/>
                  </a:lnTo>
                  <a:lnTo>
                    <a:pt x="1598833" y="200704"/>
                  </a:lnTo>
                  <a:lnTo>
                    <a:pt x="1749297" y="195874"/>
                  </a:lnTo>
                  <a:lnTo>
                    <a:pt x="1899761" y="190236"/>
                  </a:lnTo>
                  <a:lnTo>
                    <a:pt x="2050225" y="184229"/>
                  </a:lnTo>
                  <a:lnTo>
                    <a:pt x="2200689" y="176700"/>
                  </a:lnTo>
                  <a:lnTo>
                    <a:pt x="2351153" y="167734"/>
                  </a:lnTo>
                  <a:lnTo>
                    <a:pt x="2501617" y="159723"/>
                  </a:lnTo>
                  <a:lnTo>
                    <a:pt x="2652081" y="151985"/>
                  </a:lnTo>
                  <a:lnTo>
                    <a:pt x="2802545" y="142724"/>
                  </a:lnTo>
                  <a:lnTo>
                    <a:pt x="2953009" y="134654"/>
                  </a:lnTo>
                  <a:lnTo>
                    <a:pt x="3103473" y="132390"/>
                  </a:lnTo>
                  <a:lnTo>
                    <a:pt x="3253937" y="134047"/>
                  </a:lnTo>
                  <a:lnTo>
                    <a:pt x="3404401" y="135389"/>
                  </a:lnTo>
                  <a:lnTo>
                    <a:pt x="3554865" y="134767"/>
                  </a:lnTo>
                  <a:lnTo>
                    <a:pt x="3705329" y="135415"/>
                  </a:lnTo>
                  <a:lnTo>
                    <a:pt x="3855793" y="136412"/>
                  </a:lnTo>
                  <a:lnTo>
                    <a:pt x="4006257" y="135103"/>
                  </a:lnTo>
                  <a:lnTo>
                    <a:pt x="4156721" y="131777"/>
                  </a:lnTo>
                  <a:lnTo>
                    <a:pt x="4307185" y="127464"/>
                  </a:lnTo>
                  <a:lnTo>
                    <a:pt x="4457649" y="121622"/>
                  </a:lnTo>
                  <a:lnTo>
                    <a:pt x="4608114" y="113981"/>
                  </a:lnTo>
                  <a:lnTo>
                    <a:pt x="4758578" y="105062"/>
                  </a:lnTo>
                  <a:lnTo>
                    <a:pt x="4909042" y="95432"/>
                  </a:lnTo>
                  <a:lnTo>
                    <a:pt x="5059506" y="85277"/>
                  </a:lnTo>
                  <a:lnTo>
                    <a:pt x="5209970" y="74708"/>
                  </a:lnTo>
                  <a:lnTo>
                    <a:pt x="5360434" y="63779"/>
                  </a:lnTo>
                  <a:lnTo>
                    <a:pt x="5510898" y="52495"/>
                  </a:lnTo>
                  <a:lnTo>
                    <a:pt x="5661362" y="40831"/>
                  </a:lnTo>
                  <a:lnTo>
                    <a:pt x="5811826" y="28742"/>
                  </a:lnTo>
                  <a:lnTo>
                    <a:pt x="5962290" y="16165"/>
                  </a:lnTo>
                  <a:lnTo>
                    <a:pt x="6112754" y="303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4390"/>
              <a:ext cx="6145984" cy="210447"/>
            </a:xfrm>
            <a:custGeom>
              <a:avLst/>
              <a:pathLst>
                <a:path w="6145984" h="210447">
                  <a:moveTo>
                    <a:pt x="6145984" y="0"/>
                  </a:moveTo>
                  <a:lnTo>
                    <a:pt x="6112754" y="386"/>
                  </a:lnTo>
                  <a:lnTo>
                    <a:pt x="5962290" y="2607"/>
                  </a:lnTo>
                  <a:lnTo>
                    <a:pt x="5811826" y="5211"/>
                  </a:lnTo>
                  <a:lnTo>
                    <a:pt x="5661362" y="8113"/>
                  </a:lnTo>
                  <a:lnTo>
                    <a:pt x="5510898" y="11233"/>
                  </a:lnTo>
                  <a:lnTo>
                    <a:pt x="5360434" y="14504"/>
                  </a:lnTo>
                  <a:lnTo>
                    <a:pt x="5209970" y="17883"/>
                  </a:lnTo>
                  <a:lnTo>
                    <a:pt x="5059506" y="21357"/>
                  </a:lnTo>
                  <a:lnTo>
                    <a:pt x="4909042" y="24958"/>
                  </a:lnTo>
                  <a:lnTo>
                    <a:pt x="4758578" y="28779"/>
                  </a:lnTo>
                  <a:lnTo>
                    <a:pt x="4608114" y="32987"/>
                  </a:lnTo>
                  <a:lnTo>
                    <a:pt x="4457649" y="37075"/>
                  </a:lnTo>
                  <a:lnTo>
                    <a:pt x="4307185" y="40290"/>
                  </a:lnTo>
                  <a:lnTo>
                    <a:pt x="4156721" y="43264"/>
                  </a:lnTo>
                  <a:lnTo>
                    <a:pt x="4006257" y="46390"/>
                  </a:lnTo>
                  <a:lnTo>
                    <a:pt x="3855793" y="47350"/>
                  </a:lnTo>
                  <a:lnTo>
                    <a:pt x="3705329" y="46710"/>
                  </a:lnTo>
                  <a:lnTo>
                    <a:pt x="3554865" y="47372"/>
                  </a:lnTo>
                  <a:lnTo>
                    <a:pt x="3404401" y="47764"/>
                  </a:lnTo>
                  <a:lnTo>
                    <a:pt x="3253937" y="46148"/>
                  </a:lnTo>
                  <a:lnTo>
                    <a:pt x="3103473" y="46206"/>
                  </a:lnTo>
                  <a:lnTo>
                    <a:pt x="2953009" y="49171"/>
                  </a:lnTo>
                  <a:lnTo>
                    <a:pt x="2802545" y="55106"/>
                  </a:lnTo>
                  <a:lnTo>
                    <a:pt x="2652081" y="63725"/>
                  </a:lnTo>
                  <a:lnTo>
                    <a:pt x="2501617" y="72057"/>
                  </a:lnTo>
                  <a:lnTo>
                    <a:pt x="2351153" y="78765"/>
                  </a:lnTo>
                  <a:lnTo>
                    <a:pt x="2200689" y="87089"/>
                  </a:lnTo>
                  <a:lnTo>
                    <a:pt x="2050225" y="95335"/>
                  </a:lnTo>
                  <a:lnTo>
                    <a:pt x="1899761" y="101634"/>
                  </a:lnTo>
                  <a:lnTo>
                    <a:pt x="1749297" y="108207"/>
                  </a:lnTo>
                  <a:lnTo>
                    <a:pt x="1598833" y="115014"/>
                  </a:lnTo>
                  <a:lnTo>
                    <a:pt x="1448369" y="121620"/>
                  </a:lnTo>
                  <a:lnTo>
                    <a:pt x="1297904" y="127895"/>
                  </a:lnTo>
                  <a:lnTo>
                    <a:pt x="1147440" y="134382"/>
                  </a:lnTo>
                  <a:lnTo>
                    <a:pt x="996976" y="141285"/>
                  </a:lnTo>
                  <a:lnTo>
                    <a:pt x="846512" y="148834"/>
                  </a:lnTo>
                  <a:lnTo>
                    <a:pt x="696048" y="157238"/>
                  </a:lnTo>
                  <a:lnTo>
                    <a:pt x="545584" y="166659"/>
                  </a:lnTo>
                  <a:lnTo>
                    <a:pt x="395120" y="177191"/>
                  </a:lnTo>
                  <a:lnTo>
                    <a:pt x="244656" y="188874"/>
                  </a:lnTo>
                  <a:lnTo>
                    <a:pt x="94192" y="201708"/>
                  </a:lnTo>
                  <a:lnTo>
                    <a:pt x="0" y="210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37078"/>
              <a:ext cx="6145984" cy="183483"/>
            </a:xfrm>
            <a:custGeom>
              <a:avLst/>
              <a:pathLst>
                <a:path w="6145984" h="183483">
                  <a:moveTo>
                    <a:pt x="0" y="183331"/>
                  </a:moveTo>
                  <a:lnTo>
                    <a:pt x="94192" y="183483"/>
                  </a:lnTo>
                  <a:lnTo>
                    <a:pt x="244656" y="183234"/>
                  </a:lnTo>
                  <a:lnTo>
                    <a:pt x="395120" y="182489"/>
                  </a:lnTo>
                  <a:lnTo>
                    <a:pt x="545584" y="181245"/>
                  </a:lnTo>
                  <a:lnTo>
                    <a:pt x="696048" y="179496"/>
                  </a:lnTo>
                  <a:lnTo>
                    <a:pt x="846512" y="177238"/>
                  </a:lnTo>
                  <a:lnTo>
                    <a:pt x="996976" y="174466"/>
                  </a:lnTo>
                  <a:lnTo>
                    <a:pt x="1147440" y="171176"/>
                  </a:lnTo>
                  <a:lnTo>
                    <a:pt x="1297904" y="167363"/>
                  </a:lnTo>
                  <a:lnTo>
                    <a:pt x="1448369" y="163014"/>
                  </a:lnTo>
                  <a:lnTo>
                    <a:pt x="1598833" y="157859"/>
                  </a:lnTo>
                  <a:lnTo>
                    <a:pt x="1749297" y="152040"/>
                  </a:lnTo>
                  <a:lnTo>
                    <a:pt x="1899761" y="145935"/>
                  </a:lnTo>
                  <a:lnTo>
                    <a:pt x="2050225" y="139782"/>
                  </a:lnTo>
                  <a:lnTo>
                    <a:pt x="2200689" y="131894"/>
                  </a:lnTo>
                  <a:lnTo>
                    <a:pt x="2351153" y="123249"/>
                  </a:lnTo>
                  <a:lnTo>
                    <a:pt x="2501617" y="115890"/>
                  </a:lnTo>
                  <a:lnTo>
                    <a:pt x="2652081" y="107855"/>
                  </a:lnTo>
                  <a:lnTo>
                    <a:pt x="2802545" y="98915"/>
                  </a:lnTo>
                  <a:lnTo>
                    <a:pt x="2953009" y="91912"/>
                  </a:lnTo>
                  <a:lnTo>
                    <a:pt x="3103473" y="89298"/>
                  </a:lnTo>
                  <a:lnTo>
                    <a:pt x="3253937" y="90098"/>
                  </a:lnTo>
                  <a:lnTo>
                    <a:pt x="3404401" y="91577"/>
                  </a:lnTo>
                  <a:lnTo>
                    <a:pt x="3554865" y="91070"/>
                  </a:lnTo>
                  <a:lnTo>
                    <a:pt x="3705329" y="91062"/>
                  </a:lnTo>
                  <a:lnTo>
                    <a:pt x="3855793" y="91881"/>
                  </a:lnTo>
                  <a:lnTo>
                    <a:pt x="4006257" y="90747"/>
                  </a:lnTo>
                  <a:lnTo>
                    <a:pt x="4156721" y="87520"/>
                  </a:lnTo>
                  <a:lnTo>
                    <a:pt x="4307185" y="83877"/>
                  </a:lnTo>
                  <a:lnTo>
                    <a:pt x="4457649" y="79349"/>
                  </a:lnTo>
                  <a:lnTo>
                    <a:pt x="4608114" y="73484"/>
                  </a:lnTo>
                  <a:lnTo>
                    <a:pt x="4758578" y="66920"/>
                  </a:lnTo>
                  <a:lnTo>
                    <a:pt x="4909042" y="60195"/>
                  </a:lnTo>
                  <a:lnTo>
                    <a:pt x="5059506" y="53317"/>
                  </a:lnTo>
                  <a:lnTo>
                    <a:pt x="5209970" y="46296"/>
                  </a:lnTo>
                  <a:lnTo>
                    <a:pt x="5360434" y="39141"/>
                  </a:lnTo>
                  <a:lnTo>
                    <a:pt x="5510898" y="31864"/>
                  </a:lnTo>
                  <a:lnTo>
                    <a:pt x="5661362" y="24472"/>
                  </a:lnTo>
                  <a:lnTo>
                    <a:pt x="5811826" y="16977"/>
                  </a:lnTo>
                  <a:lnTo>
                    <a:pt x="5962290" y="9386"/>
                  </a:lnTo>
                  <a:lnTo>
                    <a:pt x="6112754" y="17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58211"/>
              <a:ext cx="6145984" cy="936063"/>
            </a:xfrm>
            <a:custGeom>
              <a:avLst/>
              <a:pathLst>
                <a:path w="6145984" h="936063">
                  <a:moveTo>
                    <a:pt x="0" y="574177"/>
                  </a:moveTo>
                  <a:lnTo>
                    <a:pt x="94192" y="587180"/>
                  </a:lnTo>
                  <a:lnTo>
                    <a:pt x="244656" y="604548"/>
                  </a:lnTo>
                  <a:lnTo>
                    <a:pt x="395120" y="618455"/>
                  </a:lnTo>
                  <a:lnTo>
                    <a:pt x="545584" y="628880"/>
                  </a:lnTo>
                  <a:lnTo>
                    <a:pt x="696048" y="635868"/>
                  </a:lnTo>
                  <a:lnTo>
                    <a:pt x="846512" y="639556"/>
                  </a:lnTo>
                  <a:lnTo>
                    <a:pt x="996976" y="640183"/>
                  </a:lnTo>
                  <a:lnTo>
                    <a:pt x="1147440" y="638073"/>
                  </a:lnTo>
                  <a:lnTo>
                    <a:pt x="1297904" y="633579"/>
                  </a:lnTo>
                  <a:lnTo>
                    <a:pt x="1448369" y="626976"/>
                  </a:lnTo>
                  <a:lnTo>
                    <a:pt x="1598833" y="617937"/>
                  </a:lnTo>
                  <a:lnTo>
                    <a:pt x="1749297" y="606855"/>
                  </a:lnTo>
                  <a:lnTo>
                    <a:pt x="1899761" y="594663"/>
                  </a:lnTo>
                  <a:lnTo>
                    <a:pt x="2050225" y="582479"/>
                  </a:lnTo>
                  <a:lnTo>
                    <a:pt x="2200689" y="568466"/>
                  </a:lnTo>
                  <a:lnTo>
                    <a:pt x="2351153" y="552432"/>
                  </a:lnTo>
                  <a:lnTo>
                    <a:pt x="2501617" y="537965"/>
                  </a:lnTo>
                  <a:lnTo>
                    <a:pt x="2652081" y="526113"/>
                  </a:lnTo>
                  <a:lnTo>
                    <a:pt x="2802545" y="513279"/>
                  </a:lnTo>
                  <a:lnTo>
                    <a:pt x="2953009" y="500622"/>
                  </a:lnTo>
                  <a:lnTo>
                    <a:pt x="3103473" y="494418"/>
                  </a:lnTo>
                  <a:lnTo>
                    <a:pt x="3253937" y="494395"/>
                  </a:lnTo>
                  <a:lnTo>
                    <a:pt x="3404401" y="492909"/>
                  </a:lnTo>
                  <a:lnTo>
                    <a:pt x="3554865" y="486397"/>
                  </a:lnTo>
                  <a:lnTo>
                    <a:pt x="3705329" y="482381"/>
                  </a:lnTo>
                  <a:lnTo>
                    <a:pt x="3855793" y="478481"/>
                  </a:lnTo>
                  <a:lnTo>
                    <a:pt x="4006257" y="466985"/>
                  </a:lnTo>
                  <a:lnTo>
                    <a:pt x="4156721" y="448295"/>
                  </a:lnTo>
                  <a:lnTo>
                    <a:pt x="4307185" y="426670"/>
                  </a:lnTo>
                  <a:lnTo>
                    <a:pt x="4457649" y="401314"/>
                  </a:lnTo>
                  <a:lnTo>
                    <a:pt x="4608114" y="371877"/>
                  </a:lnTo>
                  <a:lnTo>
                    <a:pt x="4758578" y="339888"/>
                  </a:lnTo>
                  <a:lnTo>
                    <a:pt x="4909042" y="306626"/>
                  </a:lnTo>
                  <a:lnTo>
                    <a:pt x="5059506" y="272375"/>
                  </a:lnTo>
                  <a:lnTo>
                    <a:pt x="5209970" y="237301"/>
                  </a:lnTo>
                  <a:lnTo>
                    <a:pt x="5360434" y="201469"/>
                  </a:lnTo>
                  <a:lnTo>
                    <a:pt x="5510898" y="164874"/>
                  </a:lnTo>
                  <a:lnTo>
                    <a:pt x="5661362" y="127456"/>
                  </a:lnTo>
                  <a:lnTo>
                    <a:pt x="5811826" y="89122"/>
                  </a:lnTo>
                  <a:lnTo>
                    <a:pt x="5962290" y="49756"/>
                  </a:lnTo>
                  <a:lnTo>
                    <a:pt x="6112754" y="9233"/>
                  </a:lnTo>
                  <a:lnTo>
                    <a:pt x="6145984" y="0"/>
                  </a:lnTo>
                  <a:lnTo>
                    <a:pt x="6145984" y="283818"/>
                  </a:lnTo>
                  <a:lnTo>
                    <a:pt x="6112754" y="288745"/>
                  </a:lnTo>
                  <a:lnTo>
                    <a:pt x="5962290" y="311538"/>
                  </a:lnTo>
                  <a:lnTo>
                    <a:pt x="5811826" y="334696"/>
                  </a:lnTo>
                  <a:lnTo>
                    <a:pt x="5661362" y="358097"/>
                  </a:lnTo>
                  <a:lnTo>
                    <a:pt x="5510898" y="381629"/>
                  </a:lnTo>
                  <a:lnTo>
                    <a:pt x="5360434" y="405202"/>
                  </a:lnTo>
                  <a:lnTo>
                    <a:pt x="5209970" y="428761"/>
                  </a:lnTo>
                  <a:lnTo>
                    <a:pt x="5059506" y="452304"/>
                  </a:lnTo>
                  <a:lnTo>
                    <a:pt x="4909042" y="475902"/>
                  </a:lnTo>
                  <a:lnTo>
                    <a:pt x="4758578" y="499722"/>
                  </a:lnTo>
                  <a:lnTo>
                    <a:pt x="4608114" y="524055"/>
                  </a:lnTo>
                  <a:lnTo>
                    <a:pt x="4457649" y="547717"/>
                  </a:lnTo>
                  <a:lnTo>
                    <a:pt x="4307185" y="568803"/>
                  </a:lnTo>
                  <a:lnTo>
                    <a:pt x="4156721" y="588252"/>
                  </a:lnTo>
                  <a:lnTo>
                    <a:pt x="4006257" y="606617"/>
                  </a:lnTo>
                  <a:lnTo>
                    <a:pt x="3855793" y="617546"/>
                  </a:lnTo>
                  <a:lnTo>
                    <a:pt x="3705329" y="622025"/>
                  </a:lnTo>
                  <a:lnTo>
                    <a:pt x="3554865" y="628171"/>
                  </a:lnTo>
                  <a:lnTo>
                    <a:pt x="3404401" y="634310"/>
                  </a:lnTo>
                  <a:lnTo>
                    <a:pt x="3253937" y="635351"/>
                  </a:lnTo>
                  <a:lnTo>
                    <a:pt x="3103473" y="638161"/>
                  </a:lnTo>
                  <a:lnTo>
                    <a:pt x="2953009" y="645503"/>
                  </a:lnTo>
                  <a:lnTo>
                    <a:pt x="2802545" y="654691"/>
                  </a:lnTo>
                  <a:lnTo>
                    <a:pt x="2652081" y="666483"/>
                  </a:lnTo>
                  <a:lnTo>
                    <a:pt x="2501617" y="679299"/>
                  </a:lnTo>
                  <a:lnTo>
                    <a:pt x="2351153" y="691648"/>
                  </a:lnTo>
                  <a:lnTo>
                    <a:pt x="2200689" y="706638"/>
                  </a:lnTo>
                  <a:lnTo>
                    <a:pt x="2050225" y="721818"/>
                  </a:lnTo>
                  <a:lnTo>
                    <a:pt x="1899761" y="734475"/>
                  </a:lnTo>
                  <a:lnTo>
                    <a:pt x="1749297" y="748188"/>
                  </a:lnTo>
                  <a:lnTo>
                    <a:pt x="1598833" y="762482"/>
                  </a:lnTo>
                  <a:lnTo>
                    <a:pt x="1448369" y="776239"/>
                  </a:lnTo>
                  <a:lnTo>
                    <a:pt x="1297904" y="789101"/>
                  </a:lnTo>
                  <a:lnTo>
                    <a:pt x="1147440" y="802287"/>
                  </a:lnTo>
                  <a:lnTo>
                    <a:pt x="996976" y="816143"/>
                  </a:lnTo>
                  <a:lnTo>
                    <a:pt x="846512" y="831043"/>
                  </a:lnTo>
                  <a:lnTo>
                    <a:pt x="696048" y="847335"/>
                  </a:lnTo>
                  <a:lnTo>
                    <a:pt x="545584" y="865284"/>
                  </a:lnTo>
                  <a:lnTo>
                    <a:pt x="395120" y="885050"/>
                  </a:lnTo>
                  <a:lnTo>
                    <a:pt x="244656" y="906702"/>
                  </a:lnTo>
                  <a:lnTo>
                    <a:pt x="94192" y="930242"/>
                  </a:lnTo>
                  <a:lnTo>
                    <a:pt x="59704" y="93606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58211"/>
              <a:ext cx="6145984" cy="640183"/>
            </a:xfrm>
            <a:custGeom>
              <a:avLst/>
              <a:pathLst>
                <a:path w="6145984" h="640183">
                  <a:moveTo>
                    <a:pt x="0" y="574177"/>
                  </a:moveTo>
                  <a:lnTo>
                    <a:pt x="94192" y="587180"/>
                  </a:lnTo>
                  <a:lnTo>
                    <a:pt x="244656" y="604548"/>
                  </a:lnTo>
                  <a:lnTo>
                    <a:pt x="395120" y="618455"/>
                  </a:lnTo>
                  <a:lnTo>
                    <a:pt x="545584" y="628880"/>
                  </a:lnTo>
                  <a:lnTo>
                    <a:pt x="696048" y="635868"/>
                  </a:lnTo>
                  <a:lnTo>
                    <a:pt x="846512" y="639556"/>
                  </a:lnTo>
                  <a:lnTo>
                    <a:pt x="996976" y="640183"/>
                  </a:lnTo>
                  <a:lnTo>
                    <a:pt x="1147440" y="638073"/>
                  </a:lnTo>
                  <a:lnTo>
                    <a:pt x="1297904" y="633579"/>
                  </a:lnTo>
                  <a:lnTo>
                    <a:pt x="1448369" y="626976"/>
                  </a:lnTo>
                  <a:lnTo>
                    <a:pt x="1598833" y="617937"/>
                  </a:lnTo>
                  <a:lnTo>
                    <a:pt x="1749297" y="606855"/>
                  </a:lnTo>
                  <a:lnTo>
                    <a:pt x="1899761" y="594663"/>
                  </a:lnTo>
                  <a:lnTo>
                    <a:pt x="2050225" y="582479"/>
                  </a:lnTo>
                  <a:lnTo>
                    <a:pt x="2200689" y="568466"/>
                  </a:lnTo>
                  <a:lnTo>
                    <a:pt x="2351153" y="552432"/>
                  </a:lnTo>
                  <a:lnTo>
                    <a:pt x="2501617" y="537965"/>
                  </a:lnTo>
                  <a:lnTo>
                    <a:pt x="2652081" y="526113"/>
                  </a:lnTo>
                  <a:lnTo>
                    <a:pt x="2802545" y="513279"/>
                  </a:lnTo>
                  <a:lnTo>
                    <a:pt x="2953009" y="500622"/>
                  </a:lnTo>
                  <a:lnTo>
                    <a:pt x="3103473" y="494418"/>
                  </a:lnTo>
                  <a:lnTo>
                    <a:pt x="3253937" y="494395"/>
                  </a:lnTo>
                  <a:lnTo>
                    <a:pt x="3404401" y="492909"/>
                  </a:lnTo>
                  <a:lnTo>
                    <a:pt x="3554865" y="486397"/>
                  </a:lnTo>
                  <a:lnTo>
                    <a:pt x="3705329" y="482381"/>
                  </a:lnTo>
                  <a:lnTo>
                    <a:pt x="3855793" y="478481"/>
                  </a:lnTo>
                  <a:lnTo>
                    <a:pt x="4006257" y="466985"/>
                  </a:lnTo>
                  <a:lnTo>
                    <a:pt x="4156721" y="448295"/>
                  </a:lnTo>
                  <a:lnTo>
                    <a:pt x="4307185" y="426670"/>
                  </a:lnTo>
                  <a:lnTo>
                    <a:pt x="4457649" y="401314"/>
                  </a:lnTo>
                  <a:lnTo>
                    <a:pt x="4608114" y="371877"/>
                  </a:lnTo>
                  <a:lnTo>
                    <a:pt x="4758578" y="339888"/>
                  </a:lnTo>
                  <a:lnTo>
                    <a:pt x="4909042" y="306626"/>
                  </a:lnTo>
                  <a:lnTo>
                    <a:pt x="5059506" y="272375"/>
                  </a:lnTo>
                  <a:lnTo>
                    <a:pt x="5209970" y="237301"/>
                  </a:lnTo>
                  <a:lnTo>
                    <a:pt x="5360434" y="201469"/>
                  </a:lnTo>
                  <a:lnTo>
                    <a:pt x="5510898" y="164874"/>
                  </a:lnTo>
                  <a:lnTo>
                    <a:pt x="5661362" y="127456"/>
                  </a:lnTo>
                  <a:lnTo>
                    <a:pt x="5811826" y="89122"/>
                  </a:lnTo>
                  <a:lnTo>
                    <a:pt x="5962290" y="49756"/>
                  </a:lnTo>
                  <a:lnTo>
                    <a:pt x="6112754" y="923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01580" y="4742030"/>
              <a:ext cx="6086280" cy="652244"/>
            </a:xfrm>
            <a:custGeom>
              <a:avLst/>
              <a:pathLst>
                <a:path w="6086280" h="652244">
                  <a:moveTo>
                    <a:pt x="6086280" y="0"/>
                  </a:moveTo>
                  <a:lnTo>
                    <a:pt x="6053050" y="4926"/>
                  </a:lnTo>
                  <a:lnTo>
                    <a:pt x="5902586" y="27719"/>
                  </a:lnTo>
                  <a:lnTo>
                    <a:pt x="5752122" y="50877"/>
                  </a:lnTo>
                  <a:lnTo>
                    <a:pt x="5601658" y="74278"/>
                  </a:lnTo>
                  <a:lnTo>
                    <a:pt x="5451194" y="97810"/>
                  </a:lnTo>
                  <a:lnTo>
                    <a:pt x="5300729" y="121383"/>
                  </a:lnTo>
                  <a:lnTo>
                    <a:pt x="5150265" y="144942"/>
                  </a:lnTo>
                  <a:lnTo>
                    <a:pt x="4999801" y="168485"/>
                  </a:lnTo>
                  <a:lnTo>
                    <a:pt x="4849337" y="192083"/>
                  </a:lnTo>
                  <a:lnTo>
                    <a:pt x="4698873" y="215904"/>
                  </a:lnTo>
                  <a:lnTo>
                    <a:pt x="4548409" y="240236"/>
                  </a:lnTo>
                  <a:lnTo>
                    <a:pt x="4397945" y="263898"/>
                  </a:lnTo>
                  <a:lnTo>
                    <a:pt x="4247481" y="284984"/>
                  </a:lnTo>
                  <a:lnTo>
                    <a:pt x="4097017" y="304433"/>
                  </a:lnTo>
                  <a:lnTo>
                    <a:pt x="3946553" y="322798"/>
                  </a:lnTo>
                  <a:lnTo>
                    <a:pt x="3796089" y="333727"/>
                  </a:lnTo>
                  <a:lnTo>
                    <a:pt x="3645625" y="338206"/>
                  </a:lnTo>
                  <a:lnTo>
                    <a:pt x="3495161" y="344352"/>
                  </a:lnTo>
                  <a:lnTo>
                    <a:pt x="3344697" y="350491"/>
                  </a:lnTo>
                  <a:lnTo>
                    <a:pt x="3194233" y="351532"/>
                  </a:lnTo>
                  <a:lnTo>
                    <a:pt x="3043769" y="354342"/>
                  </a:lnTo>
                  <a:lnTo>
                    <a:pt x="2893305" y="361684"/>
                  </a:lnTo>
                  <a:lnTo>
                    <a:pt x="2742841" y="370872"/>
                  </a:lnTo>
                  <a:lnTo>
                    <a:pt x="2592377" y="382664"/>
                  </a:lnTo>
                  <a:lnTo>
                    <a:pt x="2441913" y="395481"/>
                  </a:lnTo>
                  <a:lnTo>
                    <a:pt x="2291448" y="407829"/>
                  </a:lnTo>
                  <a:lnTo>
                    <a:pt x="2140984" y="422819"/>
                  </a:lnTo>
                  <a:lnTo>
                    <a:pt x="1990520" y="437999"/>
                  </a:lnTo>
                  <a:lnTo>
                    <a:pt x="1840056" y="450656"/>
                  </a:lnTo>
                  <a:lnTo>
                    <a:pt x="1689592" y="464369"/>
                  </a:lnTo>
                  <a:lnTo>
                    <a:pt x="1539128" y="478663"/>
                  </a:lnTo>
                  <a:lnTo>
                    <a:pt x="1388664" y="492420"/>
                  </a:lnTo>
                  <a:lnTo>
                    <a:pt x="1238200" y="505282"/>
                  </a:lnTo>
                  <a:lnTo>
                    <a:pt x="1087736" y="518469"/>
                  </a:lnTo>
                  <a:lnTo>
                    <a:pt x="937272" y="532324"/>
                  </a:lnTo>
                  <a:lnTo>
                    <a:pt x="786808" y="547224"/>
                  </a:lnTo>
                  <a:lnTo>
                    <a:pt x="636344" y="563516"/>
                  </a:lnTo>
                  <a:lnTo>
                    <a:pt x="485880" y="581465"/>
                  </a:lnTo>
                  <a:lnTo>
                    <a:pt x="335416" y="601231"/>
                  </a:lnTo>
                  <a:lnTo>
                    <a:pt x="184952" y="622883"/>
                  </a:lnTo>
                  <a:lnTo>
                    <a:pt x="34488" y="646424"/>
                  </a:lnTo>
                  <a:lnTo>
                    <a:pt x="0" y="6522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00121"/>
              <a:ext cx="6145984" cy="618249"/>
            </a:xfrm>
            <a:custGeom>
              <a:avLst/>
              <a:pathLst>
                <a:path w="6145984" h="618249">
                  <a:moveTo>
                    <a:pt x="0" y="618249"/>
                  </a:moveTo>
                  <a:lnTo>
                    <a:pt x="94192" y="616802"/>
                  </a:lnTo>
                  <a:lnTo>
                    <a:pt x="244656" y="613715"/>
                  </a:lnTo>
                  <a:lnTo>
                    <a:pt x="395120" y="609843"/>
                  </a:lnTo>
                  <a:lnTo>
                    <a:pt x="545584" y="605173"/>
                  </a:lnTo>
                  <a:lnTo>
                    <a:pt x="696048" y="599692"/>
                  </a:lnTo>
                  <a:lnTo>
                    <a:pt x="846512" y="593390"/>
                  </a:lnTo>
                  <a:lnTo>
                    <a:pt x="996976" y="586253"/>
                  </a:lnTo>
                  <a:lnTo>
                    <a:pt x="1147440" y="578271"/>
                  </a:lnTo>
                  <a:lnTo>
                    <a:pt x="1297904" y="569431"/>
                  </a:lnTo>
                  <a:lnTo>
                    <a:pt x="1448369" y="559698"/>
                  </a:lnTo>
                  <a:lnTo>
                    <a:pt x="1598833" y="548300"/>
                  </a:lnTo>
                  <a:lnTo>
                    <a:pt x="1749297" y="535612"/>
                  </a:lnTo>
                  <a:lnTo>
                    <a:pt x="1899761" y="522660"/>
                  </a:lnTo>
                  <a:lnTo>
                    <a:pt x="2050225" y="510239"/>
                  </a:lnTo>
                  <a:lnTo>
                    <a:pt x="2200689" y="495642"/>
                  </a:lnTo>
                  <a:lnTo>
                    <a:pt x="2351153" y="480131"/>
                  </a:lnTo>
                  <a:lnTo>
                    <a:pt x="2501617" y="466723"/>
                  </a:lnTo>
                  <a:lnTo>
                    <a:pt x="2652081" y="454389"/>
                  </a:lnTo>
                  <a:lnTo>
                    <a:pt x="2802545" y="442076"/>
                  </a:lnTo>
                  <a:lnTo>
                    <a:pt x="2953009" y="431153"/>
                  </a:lnTo>
                  <a:lnTo>
                    <a:pt x="3103473" y="424380"/>
                  </a:lnTo>
                  <a:lnTo>
                    <a:pt x="3253937" y="422964"/>
                  </a:lnTo>
                  <a:lnTo>
                    <a:pt x="3404401" y="421700"/>
                  </a:lnTo>
                  <a:lnTo>
                    <a:pt x="3554865" y="415375"/>
                  </a:lnTo>
                  <a:lnTo>
                    <a:pt x="3705329" y="410293"/>
                  </a:lnTo>
                  <a:lnTo>
                    <a:pt x="3855793" y="406104"/>
                  </a:lnTo>
                  <a:lnTo>
                    <a:pt x="4006257" y="394891"/>
                  </a:lnTo>
                  <a:lnTo>
                    <a:pt x="4156721" y="376364"/>
                  </a:lnTo>
                  <a:lnTo>
                    <a:pt x="4307185" y="355827"/>
                  </a:lnTo>
                  <a:lnTo>
                    <a:pt x="4457649" y="332606"/>
                  </a:lnTo>
                  <a:lnTo>
                    <a:pt x="4608114" y="306056"/>
                  </a:lnTo>
                  <a:lnTo>
                    <a:pt x="4758578" y="277896"/>
                  </a:lnTo>
                  <a:lnTo>
                    <a:pt x="4909042" y="249354"/>
                  </a:lnTo>
                  <a:lnTo>
                    <a:pt x="5059506" y="220430"/>
                  </a:lnTo>
                  <a:lnTo>
                    <a:pt x="5209970" y="191121"/>
                  </a:lnTo>
                  <a:lnTo>
                    <a:pt x="5360434" y="161426"/>
                  </a:lnTo>
                  <a:lnTo>
                    <a:pt x="5510898" y="131342"/>
                  </a:lnTo>
                  <a:lnTo>
                    <a:pt x="5661362" y="100867"/>
                  </a:lnTo>
                  <a:lnTo>
                    <a:pt x="5811826" y="70000"/>
                  </a:lnTo>
                  <a:lnTo>
                    <a:pt x="5962290" y="38738"/>
                  </a:lnTo>
                  <a:lnTo>
                    <a:pt x="6112754" y="707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77006"/>
              <a:ext cx="6145984" cy="696331"/>
            </a:xfrm>
            <a:custGeom>
              <a:avLst/>
              <a:pathLst>
                <a:path w="6145984" h="696331">
                  <a:moveTo>
                    <a:pt x="0" y="286739"/>
                  </a:moveTo>
                  <a:lnTo>
                    <a:pt x="94192" y="291030"/>
                  </a:lnTo>
                  <a:lnTo>
                    <a:pt x="244656" y="295963"/>
                  </a:lnTo>
                  <a:lnTo>
                    <a:pt x="395120" y="298912"/>
                  </a:lnTo>
                  <a:lnTo>
                    <a:pt x="545584" y="299855"/>
                  </a:lnTo>
                  <a:lnTo>
                    <a:pt x="696048" y="298844"/>
                  </a:lnTo>
                  <a:lnTo>
                    <a:pt x="846512" y="296032"/>
                  </a:lnTo>
                  <a:lnTo>
                    <a:pt x="996976" y="291684"/>
                  </a:lnTo>
                  <a:lnTo>
                    <a:pt x="1147440" y="286161"/>
                  </a:lnTo>
                  <a:lnTo>
                    <a:pt x="1297904" y="279850"/>
                  </a:lnTo>
                  <a:lnTo>
                    <a:pt x="1448369" y="273086"/>
                  </a:lnTo>
                  <a:lnTo>
                    <a:pt x="1598833" y="266426"/>
                  </a:lnTo>
                  <a:lnTo>
                    <a:pt x="1749297" y="260012"/>
                  </a:lnTo>
                  <a:lnTo>
                    <a:pt x="1899761" y="253846"/>
                  </a:lnTo>
                  <a:lnTo>
                    <a:pt x="2050225" y="248452"/>
                  </a:lnTo>
                  <a:lnTo>
                    <a:pt x="2200689" y="245665"/>
                  </a:lnTo>
                  <a:lnTo>
                    <a:pt x="2351153" y="243204"/>
                  </a:lnTo>
                  <a:lnTo>
                    <a:pt x="2501617" y="240481"/>
                  </a:lnTo>
                  <a:lnTo>
                    <a:pt x="2652081" y="240107"/>
                  </a:lnTo>
                  <a:lnTo>
                    <a:pt x="2802545" y="239478"/>
                  </a:lnTo>
                  <a:lnTo>
                    <a:pt x="2953009" y="237589"/>
                  </a:lnTo>
                  <a:lnTo>
                    <a:pt x="3103473" y="237375"/>
                  </a:lnTo>
                  <a:lnTo>
                    <a:pt x="3253937" y="237129"/>
                  </a:lnTo>
                  <a:lnTo>
                    <a:pt x="3404401" y="235468"/>
                  </a:lnTo>
                  <a:lnTo>
                    <a:pt x="3554865" y="235578"/>
                  </a:lnTo>
                  <a:lnTo>
                    <a:pt x="3705329" y="240522"/>
                  </a:lnTo>
                  <a:lnTo>
                    <a:pt x="3855793" y="245614"/>
                  </a:lnTo>
                  <a:lnTo>
                    <a:pt x="4006257" y="247049"/>
                  </a:lnTo>
                  <a:lnTo>
                    <a:pt x="4156721" y="245249"/>
                  </a:lnTo>
                  <a:lnTo>
                    <a:pt x="4307185" y="241175"/>
                  </a:lnTo>
                  <a:lnTo>
                    <a:pt x="4457649" y="233776"/>
                  </a:lnTo>
                  <a:lnTo>
                    <a:pt x="4608114" y="222487"/>
                  </a:lnTo>
                  <a:lnTo>
                    <a:pt x="4758578" y="208151"/>
                  </a:lnTo>
                  <a:lnTo>
                    <a:pt x="4909042" y="191767"/>
                  </a:lnTo>
                  <a:lnTo>
                    <a:pt x="5059506" y="173679"/>
                  </a:lnTo>
                  <a:lnTo>
                    <a:pt x="5209970" y="154098"/>
                  </a:lnTo>
                  <a:lnTo>
                    <a:pt x="5360434" y="133130"/>
                  </a:lnTo>
                  <a:lnTo>
                    <a:pt x="5510898" y="110798"/>
                  </a:lnTo>
                  <a:lnTo>
                    <a:pt x="5661362" y="87070"/>
                  </a:lnTo>
                  <a:lnTo>
                    <a:pt x="5811826" y="61872"/>
                  </a:lnTo>
                  <a:lnTo>
                    <a:pt x="5962290" y="35109"/>
                  </a:lnTo>
                  <a:lnTo>
                    <a:pt x="6112754" y="6673"/>
                  </a:lnTo>
                  <a:lnTo>
                    <a:pt x="6145984" y="0"/>
                  </a:lnTo>
                  <a:lnTo>
                    <a:pt x="6145984" y="312531"/>
                  </a:lnTo>
                  <a:lnTo>
                    <a:pt x="6112754" y="314462"/>
                  </a:lnTo>
                  <a:lnTo>
                    <a:pt x="5962290" y="323374"/>
                  </a:lnTo>
                  <a:lnTo>
                    <a:pt x="5811826" y="332290"/>
                  </a:lnTo>
                  <a:lnTo>
                    <a:pt x="5661362" y="341043"/>
                  </a:lnTo>
                  <a:lnTo>
                    <a:pt x="5510898" y="349481"/>
                  </a:lnTo>
                  <a:lnTo>
                    <a:pt x="5360434" y="357473"/>
                  </a:lnTo>
                  <a:lnTo>
                    <a:pt x="5209970" y="364927"/>
                  </a:lnTo>
                  <a:lnTo>
                    <a:pt x="5059506" y="371810"/>
                  </a:lnTo>
                  <a:lnTo>
                    <a:pt x="4909042" y="378168"/>
                  </a:lnTo>
                  <a:lnTo>
                    <a:pt x="4758578" y="384156"/>
                  </a:lnTo>
                  <a:lnTo>
                    <a:pt x="4608114" y="390060"/>
                  </a:lnTo>
                  <a:lnTo>
                    <a:pt x="4457649" y="394990"/>
                  </a:lnTo>
                  <a:lnTo>
                    <a:pt x="4307185" y="397687"/>
                  </a:lnTo>
                  <a:lnTo>
                    <a:pt x="4156721" y="399365"/>
                  </a:lnTo>
                  <a:lnTo>
                    <a:pt x="4006257" y="400807"/>
                  </a:lnTo>
                  <a:lnTo>
                    <a:pt x="3855793" y="398747"/>
                  </a:lnTo>
                  <a:lnTo>
                    <a:pt x="3705329" y="394293"/>
                  </a:lnTo>
                  <a:lnTo>
                    <a:pt x="3554865" y="391694"/>
                  </a:lnTo>
                  <a:lnTo>
                    <a:pt x="3404401" y="391173"/>
                  </a:lnTo>
                  <a:lnTo>
                    <a:pt x="3253937" y="392344"/>
                  </a:lnTo>
                  <a:lnTo>
                    <a:pt x="3103473" y="395659"/>
                  </a:lnTo>
                  <a:lnTo>
                    <a:pt x="2953009" y="397127"/>
                  </a:lnTo>
                  <a:lnTo>
                    <a:pt x="2802545" y="395196"/>
                  </a:lnTo>
                  <a:lnTo>
                    <a:pt x="2652081" y="394677"/>
                  </a:lnTo>
                  <a:lnTo>
                    <a:pt x="2501617" y="396113"/>
                  </a:lnTo>
                  <a:lnTo>
                    <a:pt x="2351153" y="396504"/>
                  </a:lnTo>
                  <a:lnTo>
                    <a:pt x="2200689" y="397815"/>
                  </a:lnTo>
                  <a:lnTo>
                    <a:pt x="2050225" y="401887"/>
                  </a:lnTo>
                  <a:lnTo>
                    <a:pt x="1899761" y="407803"/>
                  </a:lnTo>
                  <a:lnTo>
                    <a:pt x="1749297" y="415643"/>
                  </a:lnTo>
                  <a:lnTo>
                    <a:pt x="1598833" y="425594"/>
                  </a:lnTo>
                  <a:lnTo>
                    <a:pt x="1448369" y="437449"/>
                  </a:lnTo>
                  <a:lnTo>
                    <a:pt x="1297904" y="451106"/>
                  </a:lnTo>
                  <a:lnTo>
                    <a:pt x="1147440" y="466987"/>
                  </a:lnTo>
                  <a:lnTo>
                    <a:pt x="996976" y="485445"/>
                  </a:lnTo>
                  <a:lnTo>
                    <a:pt x="846512" y="506890"/>
                  </a:lnTo>
                  <a:lnTo>
                    <a:pt x="696048" y="531704"/>
                  </a:lnTo>
                  <a:lnTo>
                    <a:pt x="545584" y="560175"/>
                  </a:lnTo>
                  <a:lnTo>
                    <a:pt x="395120" y="592477"/>
                  </a:lnTo>
                  <a:lnTo>
                    <a:pt x="244656" y="628685"/>
                  </a:lnTo>
                  <a:lnTo>
                    <a:pt x="94192" y="668799"/>
                  </a:lnTo>
                  <a:lnTo>
                    <a:pt x="0" y="69633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77006"/>
              <a:ext cx="6145984" cy="299855"/>
            </a:xfrm>
            <a:custGeom>
              <a:avLst/>
              <a:pathLst>
                <a:path w="6145984" h="299855">
                  <a:moveTo>
                    <a:pt x="0" y="286739"/>
                  </a:moveTo>
                  <a:lnTo>
                    <a:pt x="94192" y="291030"/>
                  </a:lnTo>
                  <a:lnTo>
                    <a:pt x="244656" y="295963"/>
                  </a:lnTo>
                  <a:lnTo>
                    <a:pt x="395120" y="298912"/>
                  </a:lnTo>
                  <a:lnTo>
                    <a:pt x="545584" y="299855"/>
                  </a:lnTo>
                  <a:lnTo>
                    <a:pt x="696048" y="298844"/>
                  </a:lnTo>
                  <a:lnTo>
                    <a:pt x="846512" y="296032"/>
                  </a:lnTo>
                  <a:lnTo>
                    <a:pt x="996976" y="291684"/>
                  </a:lnTo>
                  <a:lnTo>
                    <a:pt x="1147440" y="286161"/>
                  </a:lnTo>
                  <a:lnTo>
                    <a:pt x="1297904" y="279850"/>
                  </a:lnTo>
                  <a:lnTo>
                    <a:pt x="1448369" y="273086"/>
                  </a:lnTo>
                  <a:lnTo>
                    <a:pt x="1598833" y="266426"/>
                  </a:lnTo>
                  <a:lnTo>
                    <a:pt x="1749297" y="260012"/>
                  </a:lnTo>
                  <a:lnTo>
                    <a:pt x="1899761" y="253846"/>
                  </a:lnTo>
                  <a:lnTo>
                    <a:pt x="2050225" y="248452"/>
                  </a:lnTo>
                  <a:lnTo>
                    <a:pt x="2200689" y="245665"/>
                  </a:lnTo>
                  <a:lnTo>
                    <a:pt x="2351153" y="243204"/>
                  </a:lnTo>
                  <a:lnTo>
                    <a:pt x="2501617" y="240481"/>
                  </a:lnTo>
                  <a:lnTo>
                    <a:pt x="2652081" y="240107"/>
                  </a:lnTo>
                  <a:lnTo>
                    <a:pt x="2802545" y="239478"/>
                  </a:lnTo>
                  <a:lnTo>
                    <a:pt x="2953009" y="237589"/>
                  </a:lnTo>
                  <a:lnTo>
                    <a:pt x="3103473" y="237375"/>
                  </a:lnTo>
                  <a:lnTo>
                    <a:pt x="3253937" y="237129"/>
                  </a:lnTo>
                  <a:lnTo>
                    <a:pt x="3404401" y="235468"/>
                  </a:lnTo>
                  <a:lnTo>
                    <a:pt x="3554865" y="235578"/>
                  </a:lnTo>
                  <a:lnTo>
                    <a:pt x="3705329" y="240522"/>
                  </a:lnTo>
                  <a:lnTo>
                    <a:pt x="3855793" y="245614"/>
                  </a:lnTo>
                  <a:lnTo>
                    <a:pt x="4006257" y="247049"/>
                  </a:lnTo>
                  <a:lnTo>
                    <a:pt x="4156721" y="245249"/>
                  </a:lnTo>
                  <a:lnTo>
                    <a:pt x="4307185" y="241175"/>
                  </a:lnTo>
                  <a:lnTo>
                    <a:pt x="4457649" y="233776"/>
                  </a:lnTo>
                  <a:lnTo>
                    <a:pt x="4608114" y="222487"/>
                  </a:lnTo>
                  <a:lnTo>
                    <a:pt x="4758578" y="208151"/>
                  </a:lnTo>
                  <a:lnTo>
                    <a:pt x="4909042" y="191767"/>
                  </a:lnTo>
                  <a:lnTo>
                    <a:pt x="5059506" y="173679"/>
                  </a:lnTo>
                  <a:lnTo>
                    <a:pt x="5209970" y="154098"/>
                  </a:lnTo>
                  <a:lnTo>
                    <a:pt x="5360434" y="133130"/>
                  </a:lnTo>
                  <a:lnTo>
                    <a:pt x="5510898" y="110798"/>
                  </a:lnTo>
                  <a:lnTo>
                    <a:pt x="5661362" y="87070"/>
                  </a:lnTo>
                  <a:lnTo>
                    <a:pt x="5811826" y="61872"/>
                  </a:lnTo>
                  <a:lnTo>
                    <a:pt x="5962290" y="35109"/>
                  </a:lnTo>
                  <a:lnTo>
                    <a:pt x="6112754" y="667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89537"/>
              <a:ext cx="6145984" cy="383799"/>
            </a:xfrm>
            <a:custGeom>
              <a:avLst/>
              <a:pathLst>
                <a:path w="6145984" h="383799">
                  <a:moveTo>
                    <a:pt x="6145984" y="0"/>
                  </a:moveTo>
                  <a:lnTo>
                    <a:pt x="6112754" y="1930"/>
                  </a:lnTo>
                  <a:lnTo>
                    <a:pt x="5962290" y="10843"/>
                  </a:lnTo>
                  <a:lnTo>
                    <a:pt x="5811826" y="19758"/>
                  </a:lnTo>
                  <a:lnTo>
                    <a:pt x="5661362" y="28512"/>
                  </a:lnTo>
                  <a:lnTo>
                    <a:pt x="5510898" y="36950"/>
                  </a:lnTo>
                  <a:lnTo>
                    <a:pt x="5360434" y="44941"/>
                  </a:lnTo>
                  <a:lnTo>
                    <a:pt x="5209970" y="52395"/>
                  </a:lnTo>
                  <a:lnTo>
                    <a:pt x="5059506" y="59278"/>
                  </a:lnTo>
                  <a:lnTo>
                    <a:pt x="4909042" y="65637"/>
                  </a:lnTo>
                  <a:lnTo>
                    <a:pt x="4758578" y="71624"/>
                  </a:lnTo>
                  <a:lnTo>
                    <a:pt x="4608114" y="77529"/>
                  </a:lnTo>
                  <a:lnTo>
                    <a:pt x="4457649" y="82459"/>
                  </a:lnTo>
                  <a:lnTo>
                    <a:pt x="4307185" y="85156"/>
                  </a:lnTo>
                  <a:lnTo>
                    <a:pt x="4156721" y="86834"/>
                  </a:lnTo>
                  <a:lnTo>
                    <a:pt x="4006257" y="88276"/>
                  </a:lnTo>
                  <a:lnTo>
                    <a:pt x="3855793" y="86216"/>
                  </a:lnTo>
                  <a:lnTo>
                    <a:pt x="3705329" y="81761"/>
                  </a:lnTo>
                  <a:lnTo>
                    <a:pt x="3554865" y="79163"/>
                  </a:lnTo>
                  <a:lnTo>
                    <a:pt x="3404401" y="78642"/>
                  </a:lnTo>
                  <a:lnTo>
                    <a:pt x="3253937" y="79813"/>
                  </a:lnTo>
                  <a:lnTo>
                    <a:pt x="3103473" y="83128"/>
                  </a:lnTo>
                  <a:lnTo>
                    <a:pt x="2953009" y="84595"/>
                  </a:lnTo>
                  <a:lnTo>
                    <a:pt x="2802545" y="82665"/>
                  </a:lnTo>
                  <a:lnTo>
                    <a:pt x="2652081" y="82146"/>
                  </a:lnTo>
                  <a:lnTo>
                    <a:pt x="2501617" y="83582"/>
                  </a:lnTo>
                  <a:lnTo>
                    <a:pt x="2351153" y="83973"/>
                  </a:lnTo>
                  <a:lnTo>
                    <a:pt x="2200689" y="85284"/>
                  </a:lnTo>
                  <a:lnTo>
                    <a:pt x="2050225" y="89356"/>
                  </a:lnTo>
                  <a:lnTo>
                    <a:pt x="1899761" y="95271"/>
                  </a:lnTo>
                  <a:lnTo>
                    <a:pt x="1749297" y="103111"/>
                  </a:lnTo>
                  <a:lnTo>
                    <a:pt x="1598833" y="113063"/>
                  </a:lnTo>
                  <a:lnTo>
                    <a:pt x="1448369" y="124918"/>
                  </a:lnTo>
                  <a:lnTo>
                    <a:pt x="1297904" y="138575"/>
                  </a:lnTo>
                  <a:lnTo>
                    <a:pt x="1147440" y="154456"/>
                  </a:lnTo>
                  <a:lnTo>
                    <a:pt x="996976" y="172914"/>
                  </a:lnTo>
                  <a:lnTo>
                    <a:pt x="846512" y="194359"/>
                  </a:lnTo>
                  <a:lnTo>
                    <a:pt x="696048" y="219172"/>
                  </a:lnTo>
                  <a:lnTo>
                    <a:pt x="545584" y="247644"/>
                  </a:lnTo>
                  <a:lnTo>
                    <a:pt x="395120" y="279946"/>
                  </a:lnTo>
                  <a:lnTo>
                    <a:pt x="244656" y="316153"/>
                  </a:lnTo>
                  <a:lnTo>
                    <a:pt x="94192" y="356267"/>
                  </a:lnTo>
                  <a:lnTo>
                    <a:pt x="0" y="3837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33271"/>
              <a:ext cx="6145984" cy="335269"/>
            </a:xfrm>
            <a:custGeom>
              <a:avLst/>
              <a:pathLst>
                <a:path w="6145984" h="335269">
                  <a:moveTo>
                    <a:pt x="0" y="335269"/>
                  </a:moveTo>
                  <a:lnTo>
                    <a:pt x="94192" y="323649"/>
                  </a:lnTo>
                  <a:lnTo>
                    <a:pt x="244656" y="306058"/>
                  </a:lnTo>
                  <a:lnTo>
                    <a:pt x="395120" y="289429"/>
                  </a:lnTo>
                  <a:lnTo>
                    <a:pt x="545584" y="273749"/>
                  </a:lnTo>
                  <a:lnTo>
                    <a:pt x="696048" y="259008"/>
                  </a:lnTo>
                  <a:lnTo>
                    <a:pt x="846512" y="245195"/>
                  </a:lnTo>
                  <a:lnTo>
                    <a:pt x="996976" y="232299"/>
                  </a:lnTo>
                  <a:lnTo>
                    <a:pt x="1147440" y="220308"/>
                  </a:lnTo>
                  <a:lnTo>
                    <a:pt x="1297904" y="209213"/>
                  </a:lnTo>
                  <a:lnTo>
                    <a:pt x="1448369" y="199002"/>
                  </a:lnTo>
                  <a:lnTo>
                    <a:pt x="1598833" y="189744"/>
                  </a:lnTo>
                  <a:lnTo>
                    <a:pt x="1749297" y="181561"/>
                  </a:lnTo>
                  <a:lnTo>
                    <a:pt x="1899761" y="174559"/>
                  </a:lnTo>
                  <a:lnTo>
                    <a:pt x="2050225" y="168904"/>
                  </a:lnTo>
                  <a:lnTo>
                    <a:pt x="2200689" y="165475"/>
                  </a:lnTo>
                  <a:lnTo>
                    <a:pt x="2351153" y="163588"/>
                  </a:lnTo>
                  <a:lnTo>
                    <a:pt x="2501617" y="162031"/>
                  </a:lnTo>
                  <a:lnTo>
                    <a:pt x="2652081" y="161126"/>
                  </a:lnTo>
                  <a:lnTo>
                    <a:pt x="2802545" y="161071"/>
                  </a:lnTo>
                  <a:lnTo>
                    <a:pt x="2953009" y="161092"/>
                  </a:lnTo>
                  <a:lnTo>
                    <a:pt x="3103473" y="160251"/>
                  </a:lnTo>
                  <a:lnTo>
                    <a:pt x="3253937" y="158471"/>
                  </a:lnTo>
                  <a:lnTo>
                    <a:pt x="3404401" y="157055"/>
                  </a:lnTo>
                  <a:lnTo>
                    <a:pt x="3554865" y="157371"/>
                  </a:lnTo>
                  <a:lnTo>
                    <a:pt x="3705329" y="161142"/>
                  </a:lnTo>
                  <a:lnTo>
                    <a:pt x="3855793" y="165915"/>
                  </a:lnTo>
                  <a:lnTo>
                    <a:pt x="4006257" y="167663"/>
                  </a:lnTo>
                  <a:lnTo>
                    <a:pt x="4156721" y="166042"/>
                  </a:lnTo>
                  <a:lnTo>
                    <a:pt x="4307185" y="163165"/>
                  </a:lnTo>
                  <a:lnTo>
                    <a:pt x="4457649" y="158117"/>
                  </a:lnTo>
                  <a:lnTo>
                    <a:pt x="4608114" y="150008"/>
                  </a:lnTo>
                  <a:lnTo>
                    <a:pt x="4758578" y="139888"/>
                  </a:lnTo>
                  <a:lnTo>
                    <a:pt x="4909042" y="128702"/>
                  </a:lnTo>
                  <a:lnTo>
                    <a:pt x="5059506" y="116478"/>
                  </a:lnTo>
                  <a:lnTo>
                    <a:pt x="5209970" y="103247"/>
                  </a:lnTo>
                  <a:lnTo>
                    <a:pt x="5360434" y="89036"/>
                  </a:lnTo>
                  <a:lnTo>
                    <a:pt x="5510898" y="73874"/>
                  </a:lnTo>
                  <a:lnTo>
                    <a:pt x="5661362" y="57791"/>
                  </a:lnTo>
                  <a:lnTo>
                    <a:pt x="5811826" y="40815"/>
                  </a:lnTo>
                  <a:lnTo>
                    <a:pt x="5962290" y="22976"/>
                  </a:lnTo>
                  <a:lnTo>
                    <a:pt x="6112754" y="430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702198"/>
              <a:ext cx="6145984" cy="685348"/>
            </a:xfrm>
            <a:custGeom>
              <a:avLst/>
              <a:pathLst>
                <a:path w="6145984" h="685348">
                  <a:moveTo>
                    <a:pt x="0" y="298955"/>
                  </a:moveTo>
                  <a:lnTo>
                    <a:pt x="94192" y="302556"/>
                  </a:lnTo>
                  <a:lnTo>
                    <a:pt x="244656" y="306402"/>
                  </a:lnTo>
                  <a:lnTo>
                    <a:pt x="395120" y="308275"/>
                  </a:lnTo>
                  <a:lnTo>
                    <a:pt x="545584" y="308148"/>
                  </a:lnTo>
                  <a:lnTo>
                    <a:pt x="696048" y="306060"/>
                  </a:lnTo>
                  <a:lnTo>
                    <a:pt x="846512" y="302147"/>
                  </a:lnTo>
                  <a:lnTo>
                    <a:pt x="996976" y="296652"/>
                  </a:lnTo>
                  <a:lnTo>
                    <a:pt x="1147440" y="289905"/>
                  </a:lnTo>
                  <a:lnTo>
                    <a:pt x="1297904" y="282264"/>
                  </a:lnTo>
                  <a:lnTo>
                    <a:pt x="1448369" y="274035"/>
                  </a:lnTo>
                  <a:lnTo>
                    <a:pt x="1598833" y="265750"/>
                  </a:lnTo>
                  <a:lnTo>
                    <a:pt x="1749297" y="257621"/>
                  </a:lnTo>
                  <a:lnTo>
                    <a:pt x="1899761" y="249751"/>
                  </a:lnTo>
                  <a:lnTo>
                    <a:pt x="2050225" y="242654"/>
                  </a:lnTo>
                  <a:lnTo>
                    <a:pt x="2200689" y="237144"/>
                  </a:lnTo>
                  <a:lnTo>
                    <a:pt x="2351153" y="231898"/>
                  </a:lnTo>
                  <a:lnTo>
                    <a:pt x="2501617" y="227840"/>
                  </a:lnTo>
                  <a:lnTo>
                    <a:pt x="2652081" y="229057"/>
                  </a:lnTo>
                  <a:lnTo>
                    <a:pt x="2802545" y="232112"/>
                  </a:lnTo>
                  <a:lnTo>
                    <a:pt x="2953009" y="233982"/>
                  </a:lnTo>
                  <a:lnTo>
                    <a:pt x="3103473" y="237245"/>
                  </a:lnTo>
                  <a:lnTo>
                    <a:pt x="3253937" y="242590"/>
                  </a:lnTo>
                  <a:lnTo>
                    <a:pt x="3404401" y="246574"/>
                  </a:lnTo>
                  <a:lnTo>
                    <a:pt x="3554865" y="249911"/>
                  </a:lnTo>
                  <a:lnTo>
                    <a:pt x="3705329" y="256432"/>
                  </a:lnTo>
                  <a:lnTo>
                    <a:pt x="3855793" y="262670"/>
                  </a:lnTo>
                  <a:lnTo>
                    <a:pt x="4006257" y="264497"/>
                  </a:lnTo>
                  <a:lnTo>
                    <a:pt x="4156721" y="262216"/>
                  </a:lnTo>
                  <a:lnTo>
                    <a:pt x="4307185" y="257130"/>
                  </a:lnTo>
                  <a:lnTo>
                    <a:pt x="4457649" y="248384"/>
                  </a:lnTo>
                  <a:lnTo>
                    <a:pt x="4608114" y="235584"/>
                  </a:lnTo>
                  <a:lnTo>
                    <a:pt x="4758578" y="219767"/>
                  </a:lnTo>
                  <a:lnTo>
                    <a:pt x="4909042" y="201970"/>
                  </a:lnTo>
                  <a:lnTo>
                    <a:pt x="5059506" y="182518"/>
                  </a:lnTo>
                  <a:lnTo>
                    <a:pt x="5209970" y="161610"/>
                  </a:lnTo>
                  <a:lnTo>
                    <a:pt x="5360434" y="139346"/>
                  </a:lnTo>
                  <a:lnTo>
                    <a:pt x="5510898" y="115747"/>
                  </a:lnTo>
                  <a:lnTo>
                    <a:pt x="5661362" y="90783"/>
                  </a:lnTo>
                  <a:lnTo>
                    <a:pt x="5811826" y="64383"/>
                  </a:lnTo>
                  <a:lnTo>
                    <a:pt x="5962290" y="36459"/>
                  </a:lnTo>
                  <a:lnTo>
                    <a:pt x="6112754" y="6908"/>
                  </a:lnTo>
                  <a:lnTo>
                    <a:pt x="6145984" y="0"/>
                  </a:lnTo>
                  <a:lnTo>
                    <a:pt x="6145984" y="294829"/>
                  </a:lnTo>
                  <a:lnTo>
                    <a:pt x="6112754" y="297263"/>
                  </a:lnTo>
                  <a:lnTo>
                    <a:pt x="5962290" y="308397"/>
                  </a:lnTo>
                  <a:lnTo>
                    <a:pt x="5811826" y="319485"/>
                  </a:lnTo>
                  <a:lnTo>
                    <a:pt x="5661362" y="330371"/>
                  </a:lnTo>
                  <a:lnTo>
                    <a:pt x="5510898" y="340911"/>
                  </a:lnTo>
                  <a:lnTo>
                    <a:pt x="5360434" y="350982"/>
                  </a:lnTo>
                  <a:lnTo>
                    <a:pt x="5209970" y="360498"/>
                  </a:lnTo>
                  <a:lnTo>
                    <a:pt x="5059506" y="369427"/>
                  </a:lnTo>
                  <a:lnTo>
                    <a:pt x="4909042" y="377813"/>
                  </a:lnTo>
                  <a:lnTo>
                    <a:pt x="4758578" y="385802"/>
                  </a:lnTo>
                  <a:lnTo>
                    <a:pt x="4608114" y="393665"/>
                  </a:lnTo>
                  <a:lnTo>
                    <a:pt x="4457649" y="400467"/>
                  </a:lnTo>
                  <a:lnTo>
                    <a:pt x="4307185" y="404777"/>
                  </a:lnTo>
                  <a:lnTo>
                    <a:pt x="4156721" y="407603"/>
                  </a:lnTo>
                  <a:lnTo>
                    <a:pt x="4006257" y="409546"/>
                  </a:lnTo>
                  <a:lnTo>
                    <a:pt x="3855793" y="407130"/>
                  </a:lnTo>
                  <a:lnTo>
                    <a:pt x="3705329" y="401494"/>
                  </a:lnTo>
                  <a:lnTo>
                    <a:pt x="3554865" y="397185"/>
                  </a:lnTo>
                  <a:lnTo>
                    <a:pt x="3404401" y="393460"/>
                  </a:lnTo>
                  <a:lnTo>
                    <a:pt x="3253937" y="389014"/>
                  </a:lnTo>
                  <a:lnTo>
                    <a:pt x="3103473" y="386564"/>
                  </a:lnTo>
                  <a:lnTo>
                    <a:pt x="2953009" y="384484"/>
                  </a:lnTo>
                  <a:lnTo>
                    <a:pt x="2802545" y="379010"/>
                  </a:lnTo>
                  <a:lnTo>
                    <a:pt x="2652081" y="374872"/>
                  </a:lnTo>
                  <a:lnTo>
                    <a:pt x="2501617" y="374657"/>
                  </a:lnTo>
                  <a:lnTo>
                    <a:pt x="2351153" y="376515"/>
                  </a:lnTo>
                  <a:lnTo>
                    <a:pt x="2200689" y="380677"/>
                  </a:lnTo>
                  <a:lnTo>
                    <a:pt x="2050225" y="387399"/>
                  </a:lnTo>
                  <a:lnTo>
                    <a:pt x="1899761" y="394987"/>
                  </a:lnTo>
                  <a:lnTo>
                    <a:pt x="1749297" y="404437"/>
                  </a:lnTo>
                  <a:lnTo>
                    <a:pt x="1598833" y="415903"/>
                  </a:lnTo>
                  <a:lnTo>
                    <a:pt x="1448369" y="429089"/>
                  </a:lnTo>
                  <a:lnTo>
                    <a:pt x="1297904" y="443820"/>
                  </a:lnTo>
                  <a:lnTo>
                    <a:pt x="1147440" y="460489"/>
                  </a:lnTo>
                  <a:lnTo>
                    <a:pt x="996976" y="479438"/>
                  </a:lnTo>
                  <a:lnTo>
                    <a:pt x="846512" y="501063"/>
                  </a:lnTo>
                  <a:lnTo>
                    <a:pt x="696048" y="525731"/>
                  </a:lnTo>
                  <a:lnTo>
                    <a:pt x="545584" y="553724"/>
                  </a:lnTo>
                  <a:lnTo>
                    <a:pt x="395120" y="585213"/>
                  </a:lnTo>
                  <a:lnTo>
                    <a:pt x="244656" y="620278"/>
                  </a:lnTo>
                  <a:lnTo>
                    <a:pt x="94192" y="658927"/>
                  </a:lnTo>
                  <a:lnTo>
                    <a:pt x="0" y="6853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02198"/>
              <a:ext cx="6145984" cy="308275"/>
            </a:xfrm>
            <a:custGeom>
              <a:avLst/>
              <a:pathLst>
                <a:path w="6145984" h="308275">
                  <a:moveTo>
                    <a:pt x="0" y="298955"/>
                  </a:moveTo>
                  <a:lnTo>
                    <a:pt x="94192" y="302556"/>
                  </a:lnTo>
                  <a:lnTo>
                    <a:pt x="244656" y="306402"/>
                  </a:lnTo>
                  <a:lnTo>
                    <a:pt x="395120" y="308275"/>
                  </a:lnTo>
                  <a:lnTo>
                    <a:pt x="545584" y="308148"/>
                  </a:lnTo>
                  <a:lnTo>
                    <a:pt x="696048" y="306060"/>
                  </a:lnTo>
                  <a:lnTo>
                    <a:pt x="846512" y="302147"/>
                  </a:lnTo>
                  <a:lnTo>
                    <a:pt x="996976" y="296652"/>
                  </a:lnTo>
                  <a:lnTo>
                    <a:pt x="1147440" y="289905"/>
                  </a:lnTo>
                  <a:lnTo>
                    <a:pt x="1297904" y="282264"/>
                  </a:lnTo>
                  <a:lnTo>
                    <a:pt x="1448369" y="274035"/>
                  </a:lnTo>
                  <a:lnTo>
                    <a:pt x="1598833" y="265750"/>
                  </a:lnTo>
                  <a:lnTo>
                    <a:pt x="1749297" y="257621"/>
                  </a:lnTo>
                  <a:lnTo>
                    <a:pt x="1899761" y="249751"/>
                  </a:lnTo>
                  <a:lnTo>
                    <a:pt x="2050225" y="242654"/>
                  </a:lnTo>
                  <a:lnTo>
                    <a:pt x="2200689" y="237144"/>
                  </a:lnTo>
                  <a:lnTo>
                    <a:pt x="2351153" y="231898"/>
                  </a:lnTo>
                  <a:lnTo>
                    <a:pt x="2501617" y="227840"/>
                  </a:lnTo>
                  <a:lnTo>
                    <a:pt x="2652081" y="229057"/>
                  </a:lnTo>
                  <a:lnTo>
                    <a:pt x="2802545" y="232112"/>
                  </a:lnTo>
                  <a:lnTo>
                    <a:pt x="2953009" y="233982"/>
                  </a:lnTo>
                  <a:lnTo>
                    <a:pt x="3103473" y="237245"/>
                  </a:lnTo>
                  <a:lnTo>
                    <a:pt x="3253937" y="242590"/>
                  </a:lnTo>
                  <a:lnTo>
                    <a:pt x="3404401" y="246574"/>
                  </a:lnTo>
                  <a:lnTo>
                    <a:pt x="3554865" y="249911"/>
                  </a:lnTo>
                  <a:lnTo>
                    <a:pt x="3705329" y="256432"/>
                  </a:lnTo>
                  <a:lnTo>
                    <a:pt x="3855793" y="262670"/>
                  </a:lnTo>
                  <a:lnTo>
                    <a:pt x="4006257" y="264497"/>
                  </a:lnTo>
                  <a:lnTo>
                    <a:pt x="4156721" y="262216"/>
                  </a:lnTo>
                  <a:lnTo>
                    <a:pt x="4307185" y="257130"/>
                  </a:lnTo>
                  <a:lnTo>
                    <a:pt x="4457649" y="248384"/>
                  </a:lnTo>
                  <a:lnTo>
                    <a:pt x="4608114" y="235584"/>
                  </a:lnTo>
                  <a:lnTo>
                    <a:pt x="4758578" y="219767"/>
                  </a:lnTo>
                  <a:lnTo>
                    <a:pt x="4909042" y="201970"/>
                  </a:lnTo>
                  <a:lnTo>
                    <a:pt x="5059506" y="182518"/>
                  </a:lnTo>
                  <a:lnTo>
                    <a:pt x="5209970" y="161610"/>
                  </a:lnTo>
                  <a:lnTo>
                    <a:pt x="5360434" y="139346"/>
                  </a:lnTo>
                  <a:lnTo>
                    <a:pt x="5510898" y="115747"/>
                  </a:lnTo>
                  <a:lnTo>
                    <a:pt x="5661362" y="90783"/>
                  </a:lnTo>
                  <a:lnTo>
                    <a:pt x="5811826" y="64383"/>
                  </a:lnTo>
                  <a:lnTo>
                    <a:pt x="5962290" y="36459"/>
                  </a:lnTo>
                  <a:lnTo>
                    <a:pt x="6112754" y="690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97028"/>
              <a:ext cx="6145984" cy="390519"/>
            </a:xfrm>
            <a:custGeom>
              <a:avLst/>
              <a:pathLst>
                <a:path w="6145984" h="390519">
                  <a:moveTo>
                    <a:pt x="6145984" y="0"/>
                  </a:moveTo>
                  <a:lnTo>
                    <a:pt x="6112754" y="2434"/>
                  </a:lnTo>
                  <a:lnTo>
                    <a:pt x="5962290" y="13567"/>
                  </a:lnTo>
                  <a:lnTo>
                    <a:pt x="5811826" y="24655"/>
                  </a:lnTo>
                  <a:lnTo>
                    <a:pt x="5661362" y="35542"/>
                  </a:lnTo>
                  <a:lnTo>
                    <a:pt x="5510898" y="46082"/>
                  </a:lnTo>
                  <a:lnTo>
                    <a:pt x="5360434" y="56152"/>
                  </a:lnTo>
                  <a:lnTo>
                    <a:pt x="5209970" y="65668"/>
                  </a:lnTo>
                  <a:lnTo>
                    <a:pt x="5059506" y="74597"/>
                  </a:lnTo>
                  <a:lnTo>
                    <a:pt x="4909042" y="82983"/>
                  </a:lnTo>
                  <a:lnTo>
                    <a:pt x="4758578" y="90973"/>
                  </a:lnTo>
                  <a:lnTo>
                    <a:pt x="4608114" y="98836"/>
                  </a:lnTo>
                  <a:lnTo>
                    <a:pt x="4457649" y="105637"/>
                  </a:lnTo>
                  <a:lnTo>
                    <a:pt x="4307185" y="109948"/>
                  </a:lnTo>
                  <a:lnTo>
                    <a:pt x="4156721" y="112773"/>
                  </a:lnTo>
                  <a:lnTo>
                    <a:pt x="4006257" y="114716"/>
                  </a:lnTo>
                  <a:lnTo>
                    <a:pt x="3855793" y="112300"/>
                  </a:lnTo>
                  <a:lnTo>
                    <a:pt x="3705329" y="106664"/>
                  </a:lnTo>
                  <a:lnTo>
                    <a:pt x="3554865" y="102355"/>
                  </a:lnTo>
                  <a:lnTo>
                    <a:pt x="3404401" y="98631"/>
                  </a:lnTo>
                  <a:lnTo>
                    <a:pt x="3253937" y="94185"/>
                  </a:lnTo>
                  <a:lnTo>
                    <a:pt x="3103473" y="91734"/>
                  </a:lnTo>
                  <a:lnTo>
                    <a:pt x="2953009" y="89654"/>
                  </a:lnTo>
                  <a:lnTo>
                    <a:pt x="2802545" y="84181"/>
                  </a:lnTo>
                  <a:lnTo>
                    <a:pt x="2652081" y="80042"/>
                  </a:lnTo>
                  <a:lnTo>
                    <a:pt x="2501617" y="79827"/>
                  </a:lnTo>
                  <a:lnTo>
                    <a:pt x="2351153" y="81686"/>
                  </a:lnTo>
                  <a:lnTo>
                    <a:pt x="2200689" y="85847"/>
                  </a:lnTo>
                  <a:lnTo>
                    <a:pt x="2050225" y="92569"/>
                  </a:lnTo>
                  <a:lnTo>
                    <a:pt x="1899761" y="100158"/>
                  </a:lnTo>
                  <a:lnTo>
                    <a:pt x="1749297" y="109608"/>
                  </a:lnTo>
                  <a:lnTo>
                    <a:pt x="1598833" y="121073"/>
                  </a:lnTo>
                  <a:lnTo>
                    <a:pt x="1448369" y="134260"/>
                  </a:lnTo>
                  <a:lnTo>
                    <a:pt x="1297904" y="148990"/>
                  </a:lnTo>
                  <a:lnTo>
                    <a:pt x="1147440" y="165660"/>
                  </a:lnTo>
                  <a:lnTo>
                    <a:pt x="996976" y="184609"/>
                  </a:lnTo>
                  <a:lnTo>
                    <a:pt x="846512" y="206233"/>
                  </a:lnTo>
                  <a:lnTo>
                    <a:pt x="696048" y="230901"/>
                  </a:lnTo>
                  <a:lnTo>
                    <a:pt x="545584" y="258894"/>
                  </a:lnTo>
                  <a:lnTo>
                    <a:pt x="395120" y="290384"/>
                  </a:lnTo>
                  <a:lnTo>
                    <a:pt x="244656" y="325448"/>
                  </a:lnTo>
                  <a:lnTo>
                    <a:pt x="94192" y="364098"/>
                  </a:lnTo>
                  <a:lnTo>
                    <a:pt x="0" y="390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49613"/>
              <a:ext cx="6145984" cy="344737"/>
            </a:xfrm>
            <a:custGeom>
              <a:avLst/>
              <a:pathLst>
                <a:path w="6145984" h="344737">
                  <a:moveTo>
                    <a:pt x="0" y="344737"/>
                  </a:moveTo>
                  <a:lnTo>
                    <a:pt x="94192" y="333327"/>
                  </a:lnTo>
                  <a:lnTo>
                    <a:pt x="244656" y="315925"/>
                  </a:lnTo>
                  <a:lnTo>
                    <a:pt x="395120" y="299329"/>
                  </a:lnTo>
                  <a:lnTo>
                    <a:pt x="545584" y="283521"/>
                  </a:lnTo>
                  <a:lnTo>
                    <a:pt x="696048" y="268481"/>
                  </a:lnTo>
                  <a:lnTo>
                    <a:pt x="846512" y="254190"/>
                  </a:lnTo>
                  <a:lnTo>
                    <a:pt x="996976" y="240630"/>
                  </a:lnTo>
                  <a:lnTo>
                    <a:pt x="1147440" y="227782"/>
                  </a:lnTo>
                  <a:lnTo>
                    <a:pt x="1297904" y="215627"/>
                  </a:lnTo>
                  <a:lnTo>
                    <a:pt x="1448369" y="204147"/>
                  </a:lnTo>
                  <a:lnTo>
                    <a:pt x="1598833" y="193412"/>
                  </a:lnTo>
                  <a:lnTo>
                    <a:pt x="1749297" y="183614"/>
                  </a:lnTo>
                  <a:lnTo>
                    <a:pt x="1899761" y="174954"/>
                  </a:lnTo>
                  <a:lnTo>
                    <a:pt x="2050225" y="167612"/>
                  </a:lnTo>
                  <a:lnTo>
                    <a:pt x="2200689" y="161496"/>
                  </a:lnTo>
                  <a:lnTo>
                    <a:pt x="2351153" y="156792"/>
                  </a:lnTo>
                  <a:lnTo>
                    <a:pt x="2501617" y="153834"/>
                  </a:lnTo>
                  <a:lnTo>
                    <a:pt x="2652081" y="154550"/>
                  </a:lnTo>
                  <a:lnTo>
                    <a:pt x="2802545" y="158146"/>
                  </a:lnTo>
                  <a:lnTo>
                    <a:pt x="2953009" y="161818"/>
                  </a:lnTo>
                  <a:lnTo>
                    <a:pt x="3103473" y="164489"/>
                  </a:lnTo>
                  <a:lnTo>
                    <a:pt x="3253937" y="168387"/>
                  </a:lnTo>
                  <a:lnTo>
                    <a:pt x="3404401" y="172602"/>
                  </a:lnTo>
                  <a:lnTo>
                    <a:pt x="3554865" y="176133"/>
                  </a:lnTo>
                  <a:lnTo>
                    <a:pt x="3705329" y="181548"/>
                  </a:lnTo>
                  <a:lnTo>
                    <a:pt x="3855793" y="187485"/>
                  </a:lnTo>
                  <a:lnTo>
                    <a:pt x="4006257" y="189606"/>
                  </a:lnTo>
                  <a:lnTo>
                    <a:pt x="4156721" y="187495"/>
                  </a:lnTo>
                  <a:lnTo>
                    <a:pt x="4307185" y="183539"/>
                  </a:lnTo>
                  <a:lnTo>
                    <a:pt x="4457649" y="177010"/>
                  </a:lnTo>
                  <a:lnTo>
                    <a:pt x="4608114" y="167210"/>
                  </a:lnTo>
                  <a:lnTo>
                    <a:pt x="4758578" y="155370"/>
                  </a:lnTo>
                  <a:lnTo>
                    <a:pt x="4909042" y="142477"/>
                  </a:lnTo>
                  <a:lnTo>
                    <a:pt x="5059506" y="128557"/>
                  </a:lnTo>
                  <a:lnTo>
                    <a:pt x="5209970" y="113639"/>
                  </a:lnTo>
                  <a:lnTo>
                    <a:pt x="5360434" y="97749"/>
                  </a:lnTo>
                  <a:lnTo>
                    <a:pt x="5510898" y="80914"/>
                  </a:lnTo>
                  <a:lnTo>
                    <a:pt x="5661362" y="63162"/>
                  </a:lnTo>
                  <a:lnTo>
                    <a:pt x="5811826" y="44519"/>
                  </a:lnTo>
                  <a:lnTo>
                    <a:pt x="5962290" y="25013"/>
                  </a:lnTo>
                  <a:lnTo>
                    <a:pt x="6112754" y="46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43657"/>
              <a:ext cx="6145984" cy="514144"/>
            </a:xfrm>
            <a:custGeom>
              <a:avLst/>
              <a:pathLst>
                <a:path w="6145984" h="514144">
                  <a:moveTo>
                    <a:pt x="0" y="181687"/>
                  </a:moveTo>
                  <a:lnTo>
                    <a:pt x="94192" y="187941"/>
                  </a:lnTo>
                  <a:lnTo>
                    <a:pt x="244656" y="195964"/>
                  </a:lnTo>
                  <a:lnTo>
                    <a:pt x="395120" y="201968"/>
                  </a:lnTo>
                  <a:lnTo>
                    <a:pt x="545584" y="205939"/>
                  </a:lnTo>
                  <a:lnTo>
                    <a:pt x="696048" y="207917"/>
                  </a:lnTo>
                  <a:lnTo>
                    <a:pt x="846512" y="208028"/>
                  </a:lnTo>
                  <a:lnTo>
                    <a:pt x="996976" y="206487"/>
                  </a:lnTo>
                  <a:lnTo>
                    <a:pt x="1147440" y="203588"/>
                  </a:lnTo>
                  <a:lnTo>
                    <a:pt x="1297904" y="199646"/>
                  </a:lnTo>
                  <a:lnTo>
                    <a:pt x="1448369" y="194929"/>
                  </a:lnTo>
                  <a:lnTo>
                    <a:pt x="1598833" y="189767"/>
                  </a:lnTo>
                  <a:lnTo>
                    <a:pt x="1749297" y="184291"/>
                  </a:lnTo>
                  <a:lnTo>
                    <a:pt x="1899761" y="178612"/>
                  </a:lnTo>
                  <a:lnTo>
                    <a:pt x="2050225" y="173136"/>
                  </a:lnTo>
                  <a:lnTo>
                    <a:pt x="2200689" y="167703"/>
                  </a:lnTo>
                  <a:lnTo>
                    <a:pt x="2351153" y="161599"/>
                  </a:lnTo>
                  <a:lnTo>
                    <a:pt x="2501617" y="156522"/>
                  </a:lnTo>
                  <a:lnTo>
                    <a:pt x="2652081" y="154134"/>
                  </a:lnTo>
                  <a:lnTo>
                    <a:pt x="2802545" y="151648"/>
                  </a:lnTo>
                  <a:lnTo>
                    <a:pt x="2953009" y="149077"/>
                  </a:lnTo>
                  <a:lnTo>
                    <a:pt x="3103473" y="149897"/>
                  </a:lnTo>
                  <a:lnTo>
                    <a:pt x="3253937" y="152812"/>
                  </a:lnTo>
                  <a:lnTo>
                    <a:pt x="3404401" y="154922"/>
                  </a:lnTo>
                  <a:lnTo>
                    <a:pt x="3554865" y="157008"/>
                  </a:lnTo>
                  <a:lnTo>
                    <a:pt x="3705329" y="162014"/>
                  </a:lnTo>
                  <a:lnTo>
                    <a:pt x="3855793" y="167146"/>
                  </a:lnTo>
                  <a:lnTo>
                    <a:pt x="4006257" y="169460"/>
                  </a:lnTo>
                  <a:lnTo>
                    <a:pt x="4156721" y="169400"/>
                  </a:lnTo>
                  <a:lnTo>
                    <a:pt x="4307185" y="167590"/>
                  </a:lnTo>
                  <a:lnTo>
                    <a:pt x="4457649" y="162940"/>
                  </a:lnTo>
                  <a:lnTo>
                    <a:pt x="4608114" y="154761"/>
                  </a:lnTo>
                  <a:lnTo>
                    <a:pt x="4758578" y="144140"/>
                  </a:lnTo>
                  <a:lnTo>
                    <a:pt x="4909042" y="132197"/>
                  </a:lnTo>
                  <a:lnTo>
                    <a:pt x="5059506" y="119207"/>
                  </a:lnTo>
                  <a:lnTo>
                    <a:pt x="5209970" y="105336"/>
                  </a:lnTo>
                  <a:lnTo>
                    <a:pt x="5360434" y="90665"/>
                  </a:lnTo>
                  <a:lnTo>
                    <a:pt x="5510898" y="75209"/>
                  </a:lnTo>
                  <a:lnTo>
                    <a:pt x="5661362" y="58935"/>
                  </a:lnTo>
                  <a:lnTo>
                    <a:pt x="5811826" y="41781"/>
                  </a:lnTo>
                  <a:lnTo>
                    <a:pt x="5962290" y="23662"/>
                  </a:lnTo>
                  <a:lnTo>
                    <a:pt x="6112754" y="4488"/>
                  </a:lnTo>
                  <a:lnTo>
                    <a:pt x="6145984" y="0"/>
                  </a:lnTo>
                  <a:lnTo>
                    <a:pt x="6145984" y="253674"/>
                  </a:lnTo>
                  <a:lnTo>
                    <a:pt x="6112754" y="254313"/>
                  </a:lnTo>
                  <a:lnTo>
                    <a:pt x="5962290" y="257641"/>
                  </a:lnTo>
                  <a:lnTo>
                    <a:pt x="5811826" y="261273"/>
                  </a:lnTo>
                  <a:lnTo>
                    <a:pt x="5661362" y="265080"/>
                  </a:lnTo>
                  <a:lnTo>
                    <a:pt x="5510898" y="268943"/>
                  </a:lnTo>
                  <a:lnTo>
                    <a:pt x="5360434" y="272759"/>
                  </a:lnTo>
                  <a:lnTo>
                    <a:pt x="5209970" y="276461"/>
                  </a:lnTo>
                  <a:lnTo>
                    <a:pt x="5059506" y="280026"/>
                  </a:lnTo>
                  <a:lnTo>
                    <a:pt x="4909042" y="283495"/>
                  </a:lnTo>
                  <a:lnTo>
                    <a:pt x="4758578" y="286999"/>
                  </a:lnTo>
                  <a:lnTo>
                    <a:pt x="4608114" y="290777"/>
                  </a:lnTo>
                  <a:lnTo>
                    <a:pt x="4457649" y="293793"/>
                  </a:lnTo>
                  <a:lnTo>
                    <a:pt x="4307185" y="294628"/>
                  </a:lnTo>
                  <a:lnTo>
                    <a:pt x="4156721" y="294493"/>
                  </a:lnTo>
                  <a:lnTo>
                    <a:pt x="4006257" y="294262"/>
                  </a:lnTo>
                  <a:lnTo>
                    <a:pt x="3855793" y="291441"/>
                  </a:lnTo>
                  <a:lnTo>
                    <a:pt x="3705329" y="286827"/>
                  </a:lnTo>
                  <a:lnTo>
                    <a:pt x="3554865" y="283724"/>
                  </a:lnTo>
                  <a:lnTo>
                    <a:pt x="3404401" y="281305"/>
                  </a:lnTo>
                  <a:lnTo>
                    <a:pt x="3253937" y="278797"/>
                  </a:lnTo>
                  <a:lnTo>
                    <a:pt x="3103473" y="278372"/>
                  </a:lnTo>
                  <a:lnTo>
                    <a:pt x="2953009" y="278571"/>
                  </a:lnTo>
                  <a:lnTo>
                    <a:pt x="2802545" y="278041"/>
                  </a:lnTo>
                  <a:lnTo>
                    <a:pt x="2652081" y="279595"/>
                  </a:lnTo>
                  <a:lnTo>
                    <a:pt x="2501617" y="282845"/>
                  </a:lnTo>
                  <a:lnTo>
                    <a:pt x="2351153" y="286029"/>
                  </a:lnTo>
                  <a:lnTo>
                    <a:pt x="2200689" y="291200"/>
                  </a:lnTo>
                  <a:lnTo>
                    <a:pt x="2050225" y="297676"/>
                  </a:lnTo>
                  <a:lnTo>
                    <a:pt x="1899761" y="303575"/>
                  </a:lnTo>
                  <a:lnTo>
                    <a:pt x="1749297" y="310613"/>
                  </a:lnTo>
                  <a:lnTo>
                    <a:pt x="1598833" y="318960"/>
                  </a:lnTo>
                  <a:lnTo>
                    <a:pt x="1448369" y="328339"/>
                  </a:lnTo>
                  <a:lnTo>
                    <a:pt x="1297904" y="338651"/>
                  </a:lnTo>
                  <a:lnTo>
                    <a:pt x="1147440" y="350361"/>
                  </a:lnTo>
                  <a:lnTo>
                    <a:pt x="996976" y="363759"/>
                  </a:lnTo>
                  <a:lnTo>
                    <a:pt x="846512" y="379177"/>
                  </a:lnTo>
                  <a:lnTo>
                    <a:pt x="696048" y="396925"/>
                  </a:lnTo>
                  <a:lnTo>
                    <a:pt x="545584" y="417235"/>
                  </a:lnTo>
                  <a:lnTo>
                    <a:pt x="395120" y="440249"/>
                  </a:lnTo>
                  <a:lnTo>
                    <a:pt x="244656" y="466027"/>
                  </a:lnTo>
                  <a:lnTo>
                    <a:pt x="94192" y="494568"/>
                  </a:lnTo>
                  <a:lnTo>
                    <a:pt x="0" y="5141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43657"/>
              <a:ext cx="6145984" cy="208028"/>
            </a:xfrm>
            <a:custGeom>
              <a:avLst/>
              <a:pathLst>
                <a:path w="6145984" h="208028">
                  <a:moveTo>
                    <a:pt x="0" y="181687"/>
                  </a:moveTo>
                  <a:lnTo>
                    <a:pt x="94192" y="187941"/>
                  </a:lnTo>
                  <a:lnTo>
                    <a:pt x="244656" y="195964"/>
                  </a:lnTo>
                  <a:lnTo>
                    <a:pt x="395120" y="201968"/>
                  </a:lnTo>
                  <a:lnTo>
                    <a:pt x="545584" y="205939"/>
                  </a:lnTo>
                  <a:lnTo>
                    <a:pt x="696048" y="207917"/>
                  </a:lnTo>
                  <a:lnTo>
                    <a:pt x="846512" y="208028"/>
                  </a:lnTo>
                  <a:lnTo>
                    <a:pt x="996976" y="206487"/>
                  </a:lnTo>
                  <a:lnTo>
                    <a:pt x="1147440" y="203588"/>
                  </a:lnTo>
                  <a:lnTo>
                    <a:pt x="1297904" y="199646"/>
                  </a:lnTo>
                  <a:lnTo>
                    <a:pt x="1448369" y="194929"/>
                  </a:lnTo>
                  <a:lnTo>
                    <a:pt x="1598833" y="189767"/>
                  </a:lnTo>
                  <a:lnTo>
                    <a:pt x="1749297" y="184291"/>
                  </a:lnTo>
                  <a:lnTo>
                    <a:pt x="1899761" y="178612"/>
                  </a:lnTo>
                  <a:lnTo>
                    <a:pt x="2050225" y="173136"/>
                  </a:lnTo>
                  <a:lnTo>
                    <a:pt x="2200689" y="167703"/>
                  </a:lnTo>
                  <a:lnTo>
                    <a:pt x="2351153" y="161599"/>
                  </a:lnTo>
                  <a:lnTo>
                    <a:pt x="2501617" y="156522"/>
                  </a:lnTo>
                  <a:lnTo>
                    <a:pt x="2652081" y="154134"/>
                  </a:lnTo>
                  <a:lnTo>
                    <a:pt x="2802545" y="151648"/>
                  </a:lnTo>
                  <a:lnTo>
                    <a:pt x="2953009" y="149077"/>
                  </a:lnTo>
                  <a:lnTo>
                    <a:pt x="3103473" y="149897"/>
                  </a:lnTo>
                  <a:lnTo>
                    <a:pt x="3253937" y="152812"/>
                  </a:lnTo>
                  <a:lnTo>
                    <a:pt x="3404401" y="154922"/>
                  </a:lnTo>
                  <a:lnTo>
                    <a:pt x="3554865" y="157008"/>
                  </a:lnTo>
                  <a:lnTo>
                    <a:pt x="3705329" y="162014"/>
                  </a:lnTo>
                  <a:lnTo>
                    <a:pt x="3855793" y="167146"/>
                  </a:lnTo>
                  <a:lnTo>
                    <a:pt x="4006257" y="169460"/>
                  </a:lnTo>
                  <a:lnTo>
                    <a:pt x="4156721" y="169400"/>
                  </a:lnTo>
                  <a:lnTo>
                    <a:pt x="4307185" y="167590"/>
                  </a:lnTo>
                  <a:lnTo>
                    <a:pt x="4457649" y="162940"/>
                  </a:lnTo>
                  <a:lnTo>
                    <a:pt x="4608114" y="154761"/>
                  </a:lnTo>
                  <a:lnTo>
                    <a:pt x="4758578" y="144140"/>
                  </a:lnTo>
                  <a:lnTo>
                    <a:pt x="4909042" y="132197"/>
                  </a:lnTo>
                  <a:lnTo>
                    <a:pt x="5059506" y="119207"/>
                  </a:lnTo>
                  <a:lnTo>
                    <a:pt x="5209970" y="105336"/>
                  </a:lnTo>
                  <a:lnTo>
                    <a:pt x="5360434" y="90665"/>
                  </a:lnTo>
                  <a:lnTo>
                    <a:pt x="5510898" y="75209"/>
                  </a:lnTo>
                  <a:lnTo>
                    <a:pt x="5661362" y="58935"/>
                  </a:lnTo>
                  <a:lnTo>
                    <a:pt x="5811826" y="41781"/>
                  </a:lnTo>
                  <a:lnTo>
                    <a:pt x="5962290" y="23662"/>
                  </a:lnTo>
                  <a:lnTo>
                    <a:pt x="6112754" y="44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97332"/>
              <a:ext cx="6145984" cy="260469"/>
            </a:xfrm>
            <a:custGeom>
              <a:avLst/>
              <a:pathLst>
                <a:path w="6145984" h="260469">
                  <a:moveTo>
                    <a:pt x="6145984" y="0"/>
                  </a:moveTo>
                  <a:lnTo>
                    <a:pt x="6112754" y="638"/>
                  </a:lnTo>
                  <a:lnTo>
                    <a:pt x="5962290" y="3966"/>
                  </a:lnTo>
                  <a:lnTo>
                    <a:pt x="5811826" y="7598"/>
                  </a:lnTo>
                  <a:lnTo>
                    <a:pt x="5661362" y="11405"/>
                  </a:lnTo>
                  <a:lnTo>
                    <a:pt x="5510898" y="15268"/>
                  </a:lnTo>
                  <a:lnTo>
                    <a:pt x="5360434" y="19085"/>
                  </a:lnTo>
                  <a:lnTo>
                    <a:pt x="5209970" y="22786"/>
                  </a:lnTo>
                  <a:lnTo>
                    <a:pt x="5059506" y="26351"/>
                  </a:lnTo>
                  <a:lnTo>
                    <a:pt x="4909042" y="29820"/>
                  </a:lnTo>
                  <a:lnTo>
                    <a:pt x="4758578" y="33324"/>
                  </a:lnTo>
                  <a:lnTo>
                    <a:pt x="4608114" y="37102"/>
                  </a:lnTo>
                  <a:lnTo>
                    <a:pt x="4457649" y="40118"/>
                  </a:lnTo>
                  <a:lnTo>
                    <a:pt x="4307185" y="40953"/>
                  </a:lnTo>
                  <a:lnTo>
                    <a:pt x="4156721" y="40818"/>
                  </a:lnTo>
                  <a:lnTo>
                    <a:pt x="4006257" y="40587"/>
                  </a:lnTo>
                  <a:lnTo>
                    <a:pt x="3855793" y="37766"/>
                  </a:lnTo>
                  <a:lnTo>
                    <a:pt x="3705329" y="33152"/>
                  </a:lnTo>
                  <a:lnTo>
                    <a:pt x="3554865" y="30049"/>
                  </a:lnTo>
                  <a:lnTo>
                    <a:pt x="3404401" y="27630"/>
                  </a:lnTo>
                  <a:lnTo>
                    <a:pt x="3253937" y="25122"/>
                  </a:lnTo>
                  <a:lnTo>
                    <a:pt x="3103473" y="24697"/>
                  </a:lnTo>
                  <a:lnTo>
                    <a:pt x="2953009" y="24896"/>
                  </a:lnTo>
                  <a:lnTo>
                    <a:pt x="2802545" y="24366"/>
                  </a:lnTo>
                  <a:lnTo>
                    <a:pt x="2652081" y="25920"/>
                  </a:lnTo>
                  <a:lnTo>
                    <a:pt x="2501617" y="29170"/>
                  </a:lnTo>
                  <a:lnTo>
                    <a:pt x="2351153" y="32354"/>
                  </a:lnTo>
                  <a:lnTo>
                    <a:pt x="2200689" y="37525"/>
                  </a:lnTo>
                  <a:lnTo>
                    <a:pt x="2050225" y="44001"/>
                  </a:lnTo>
                  <a:lnTo>
                    <a:pt x="1899761" y="49900"/>
                  </a:lnTo>
                  <a:lnTo>
                    <a:pt x="1749297" y="56938"/>
                  </a:lnTo>
                  <a:lnTo>
                    <a:pt x="1598833" y="65285"/>
                  </a:lnTo>
                  <a:lnTo>
                    <a:pt x="1448369" y="74664"/>
                  </a:lnTo>
                  <a:lnTo>
                    <a:pt x="1297904" y="84976"/>
                  </a:lnTo>
                  <a:lnTo>
                    <a:pt x="1147440" y="96686"/>
                  </a:lnTo>
                  <a:lnTo>
                    <a:pt x="996976" y="110084"/>
                  </a:lnTo>
                  <a:lnTo>
                    <a:pt x="846512" y="125502"/>
                  </a:lnTo>
                  <a:lnTo>
                    <a:pt x="696048" y="143250"/>
                  </a:lnTo>
                  <a:lnTo>
                    <a:pt x="545584" y="163560"/>
                  </a:lnTo>
                  <a:lnTo>
                    <a:pt x="395120" y="186574"/>
                  </a:lnTo>
                  <a:lnTo>
                    <a:pt x="244656" y="212352"/>
                  </a:lnTo>
                  <a:lnTo>
                    <a:pt x="94192" y="240893"/>
                  </a:lnTo>
                  <a:lnTo>
                    <a:pt x="0" y="260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0494"/>
              <a:ext cx="6145984" cy="221078"/>
            </a:xfrm>
            <a:custGeom>
              <a:avLst/>
              <a:pathLst>
                <a:path w="6145984" h="221078">
                  <a:moveTo>
                    <a:pt x="0" y="221078"/>
                  </a:moveTo>
                  <a:lnTo>
                    <a:pt x="94192" y="214417"/>
                  </a:lnTo>
                  <a:lnTo>
                    <a:pt x="244656" y="204158"/>
                  </a:lnTo>
                  <a:lnTo>
                    <a:pt x="395120" y="194271"/>
                  </a:lnTo>
                  <a:lnTo>
                    <a:pt x="545584" y="184749"/>
                  </a:lnTo>
                  <a:lnTo>
                    <a:pt x="696048" y="175583"/>
                  </a:lnTo>
                  <a:lnTo>
                    <a:pt x="846512" y="166765"/>
                  </a:lnTo>
                  <a:lnTo>
                    <a:pt x="996976" y="158286"/>
                  </a:lnTo>
                  <a:lnTo>
                    <a:pt x="1147440" y="150137"/>
                  </a:lnTo>
                  <a:lnTo>
                    <a:pt x="1297904" y="142311"/>
                  </a:lnTo>
                  <a:lnTo>
                    <a:pt x="1448369" y="134796"/>
                  </a:lnTo>
                  <a:lnTo>
                    <a:pt x="1598833" y="127526"/>
                  </a:lnTo>
                  <a:lnTo>
                    <a:pt x="1749297" y="120615"/>
                  </a:lnTo>
                  <a:lnTo>
                    <a:pt x="1899761" y="114256"/>
                  </a:lnTo>
                  <a:lnTo>
                    <a:pt x="2050225" y="108568"/>
                  </a:lnTo>
                  <a:lnTo>
                    <a:pt x="2200689" y="102614"/>
                  </a:lnTo>
                  <a:lnTo>
                    <a:pt x="2351153" y="96976"/>
                  </a:lnTo>
                  <a:lnTo>
                    <a:pt x="2501617" y="92846"/>
                  </a:lnTo>
                  <a:lnTo>
                    <a:pt x="2652081" y="90027"/>
                  </a:lnTo>
                  <a:lnTo>
                    <a:pt x="2802545" y="88007"/>
                  </a:lnTo>
                  <a:lnTo>
                    <a:pt x="2953009" y="86987"/>
                  </a:lnTo>
                  <a:lnTo>
                    <a:pt x="3103473" y="87297"/>
                  </a:lnTo>
                  <a:lnTo>
                    <a:pt x="3253937" y="88967"/>
                  </a:lnTo>
                  <a:lnTo>
                    <a:pt x="3404401" y="91276"/>
                  </a:lnTo>
                  <a:lnTo>
                    <a:pt x="3554865" y="93528"/>
                  </a:lnTo>
                  <a:lnTo>
                    <a:pt x="3705329" y="97583"/>
                  </a:lnTo>
                  <a:lnTo>
                    <a:pt x="3855793" y="102456"/>
                  </a:lnTo>
                  <a:lnTo>
                    <a:pt x="4006257" y="105024"/>
                  </a:lnTo>
                  <a:lnTo>
                    <a:pt x="4156721" y="105109"/>
                  </a:lnTo>
                  <a:lnTo>
                    <a:pt x="4307185" y="104272"/>
                  </a:lnTo>
                  <a:lnTo>
                    <a:pt x="4457649" y="101529"/>
                  </a:lnTo>
                  <a:lnTo>
                    <a:pt x="4608114" y="95931"/>
                  </a:lnTo>
                  <a:lnTo>
                    <a:pt x="4758578" y="88732"/>
                  </a:lnTo>
                  <a:lnTo>
                    <a:pt x="4909042" y="81009"/>
                  </a:lnTo>
                  <a:lnTo>
                    <a:pt x="5059506" y="72779"/>
                  </a:lnTo>
                  <a:lnTo>
                    <a:pt x="5209970" y="64061"/>
                  </a:lnTo>
                  <a:lnTo>
                    <a:pt x="5360434" y="54875"/>
                  </a:lnTo>
                  <a:lnTo>
                    <a:pt x="5510898" y="45238"/>
                  </a:lnTo>
                  <a:lnTo>
                    <a:pt x="5661362" y="35170"/>
                  </a:lnTo>
                  <a:lnTo>
                    <a:pt x="5811826" y="24689"/>
                  </a:lnTo>
                  <a:lnTo>
                    <a:pt x="5962290" y="13814"/>
                  </a:lnTo>
                  <a:lnTo>
                    <a:pt x="6112754" y="256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39916"/>
              <a:ext cx="6145984" cy="270672"/>
            </a:xfrm>
            <a:custGeom>
              <a:avLst/>
              <a:pathLst>
                <a:path w="6145984" h="270672">
                  <a:moveTo>
                    <a:pt x="0" y="0"/>
                  </a:moveTo>
                  <a:lnTo>
                    <a:pt x="94192" y="20380"/>
                  </a:lnTo>
                  <a:lnTo>
                    <a:pt x="244656" y="49783"/>
                  </a:lnTo>
                  <a:lnTo>
                    <a:pt x="395120" y="75947"/>
                  </a:lnTo>
                  <a:lnTo>
                    <a:pt x="545584" y="98806"/>
                  </a:lnTo>
                  <a:lnTo>
                    <a:pt x="696048" y="118335"/>
                  </a:lnTo>
                  <a:lnTo>
                    <a:pt x="846512" y="134565"/>
                  </a:lnTo>
                  <a:lnTo>
                    <a:pt x="996976" y="147587"/>
                  </a:lnTo>
                  <a:lnTo>
                    <a:pt x="1147440" y="157543"/>
                  </a:lnTo>
                  <a:lnTo>
                    <a:pt x="1297904" y="164595"/>
                  </a:lnTo>
                  <a:lnTo>
                    <a:pt x="1448369" y="168883"/>
                  </a:lnTo>
                  <a:lnTo>
                    <a:pt x="1598833" y="171427"/>
                  </a:lnTo>
                  <a:lnTo>
                    <a:pt x="1749297" y="173046"/>
                  </a:lnTo>
                  <a:lnTo>
                    <a:pt x="1899761" y="174195"/>
                  </a:lnTo>
                  <a:lnTo>
                    <a:pt x="2050225" y="175567"/>
                  </a:lnTo>
                  <a:lnTo>
                    <a:pt x="2200689" y="177733"/>
                  </a:lnTo>
                  <a:lnTo>
                    <a:pt x="2351153" y="179315"/>
                  </a:lnTo>
                  <a:lnTo>
                    <a:pt x="2501617" y="180126"/>
                  </a:lnTo>
                  <a:lnTo>
                    <a:pt x="2652081" y="180525"/>
                  </a:lnTo>
                  <a:lnTo>
                    <a:pt x="2802545" y="179400"/>
                  </a:lnTo>
                  <a:lnTo>
                    <a:pt x="2953009" y="177767"/>
                  </a:lnTo>
                  <a:lnTo>
                    <a:pt x="3103473" y="179198"/>
                  </a:lnTo>
                  <a:lnTo>
                    <a:pt x="3253937" y="182948"/>
                  </a:lnTo>
                  <a:lnTo>
                    <a:pt x="3404401" y="185379"/>
                  </a:lnTo>
                  <a:lnTo>
                    <a:pt x="3554865" y="185319"/>
                  </a:lnTo>
                  <a:lnTo>
                    <a:pt x="3705329" y="185694"/>
                  </a:lnTo>
                  <a:lnTo>
                    <a:pt x="3855793" y="185549"/>
                  </a:lnTo>
                  <a:lnTo>
                    <a:pt x="4006257" y="182614"/>
                  </a:lnTo>
                  <a:lnTo>
                    <a:pt x="4156721" y="177176"/>
                  </a:lnTo>
                  <a:lnTo>
                    <a:pt x="4307185" y="170230"/>
                  </a:lnTo>
                  <a:lnTo>
                    <a:pt x="4457649" y="161604"/>
                  </a:lnTo>
                  <a:lnTo>
                    <a:pt x="4608114" y="151397"/>
                  </a:lnTo>
                  <a:lnTo>
                    <a:pt x="4758578" y="140619"/>
                  </a:lnTo>
                  <a:lnTo>
                    <a:pt x="4909042" y="129981"/>
                  </a:lnTo>
                  <a:lnTo>
                    <a:pt x="5059506" y="119646"/>
                  </a:lnTo>
                  <a:lnTo>
                    <a:pt x="5209970" y="109702"/>
                  </a:lnTo>
                  <a:lnTo>
                    <a:pt x="5360434" y="100180"/>
                  </a:lnTo>
                  <a:lnTo>
                    <a:pt x="5510898" y="91067"/>
                  </a:lnTo>
                  <a:lnTo>
                    <a:pt x="5661362" y="82319"/>
                  </a:lnTo>
                  <a:lnTo>
                    <a:pt x="5811826" y="73868"/>
                  </a:lnTo>
                  <a:lnTo>
                    <a:pt x="5962290" y="65636"/>
                  </a:lnTo>
                  <a:lnTo>
                    <a:pt x="6112754" y="57538"/>
                  </a:lnTo>
                  <a:lnTo>
                    <a:pt x="6145984" y="55760"/>
                  </a:lnTo>
                  <a:lnTo>
                    <a:pt x="6145984" y="226630"/>
                  </a:lnTo>
                  <a:lnTo>
                    <a:pt x="6112754" y="225815"/>
                  </a:lnTo>
                  <a:lnTo>
                    <a:pt x="5962290" y="223239"/>
                  </a:lnTo>
                  <a:lnTo>
                    <a:pt x="5811826" y="221713"/>
                  </a:lnTo>
                  <a:lnTo>
                    <a:pt x="5661362" y="221173"/>
                  </a:lnTo>
                  <a:lnTo>
                    <a:pt x="5510898" y="221562"/>
                  </a:lnTo>
                  <a:lnTo>
                    <a:pt x="5360434" y="222835"/>
                  </a:lnTo>
                  <a:lnTo>
                    <a:pt x="5209970" y="224968"/>
                  </a:lnTo>
                  <a:lnTo>
                    <a:pt x="5059506" y="227969"/>
                  </a:lnTo>
                  <a:lnTo>
                    <a:pt x="4909042" y="231892"/>
                  </a:lnTo>
                  <a:lnTo>
                    <a:pt x="4758578" y="236845"/>
                  </a:lnTo>
                  <a:lnTo>
                    <a:pt x="4608114" y="243014"/>
                  </a:lnTo>
                  <a:lnTo>
                    <a:pt x="4457649" y="249744"/>
                  </a:lnTo>
                  <a:lnTo>
                    <a:pt x="4307185" y="255799"/>
                  </a:lnTo>
                  <a:lnTo>
                    <a:pt x="4156721" y="261436"/>
                  </a:lnTo>
                  <a:lnTo>
                    <a:pt x="4006257" y="266678"/>
                  </a:lnTo>
                  <a:lnTo>
                    <a:pt x="3855793" y="269271"/>
                  </a:lnTo>
                  <a:lnTo>
                    <a:pt x="3705329" y="269765"/>
                  </a:lnTo>
                  <a:lnTo>
                    <a:pt x="3554865" y="270672"/>
                  </a:lnTo>
                  <a:lnTo>
                    <a:pt x="3404401" y="270508"/>
                  </a:lnTo>
                  <a:lnTo>
                    <a:pt x="3253937" y="267809"/>
                  </a:lnTo>
                  <a:lnTo>
                    <a:pt x="3103473" y="265736"/>
                  </a:lnTo>
                  <a:lnTo>
                    <a:pt x="2953009" y="264991"/>
                  </a:lnTo>
                  <a:lnTo>
                    <a:pt x="2802545" y="264535"/>
                  </a:lnTo>
                  <a:lnTo>
                    <a:pt x="2652081" y="265033"/>
                  </a:lnTo>
                  <a:lnTo>
                    <a:pt x="2501617" y="265215"/>
                  </a:lnTo>
                  <a:lnTo>
                    <a:pt x="2351153" y="263129"/>
                  </a:lnTo>
                  <a:lnTo>
                    <a:pt x="2200689" y="260918"/>
                  </a:lnTo>
                  <a:lnTo>
                    <a:pt x="2050225" y="259454"/>
                  </a:lnTo>
                  <a:lnTo>
                    <a:pt x="1899761" y="258367"/>
                  </a:lnTo>
                  <a:lnTo>
                    <a:pt x="1749297" y="258134"/>
                  </a:lnTo>
                  <a:lnTo>
                    <a:pt x="1598833" y="258449"/>
                  </a:lnTo>
                  <a:lnTo>
                    <a:pt x="1448369" y="258745"/>
                  </a:lnTo>
                  <a:lnTo>
                    <a:pt x="1297904" y="258225"/>
                  </a:lnTo>
                  <a:lnTo>
                    <a:pt x="1147440" y="256406"/>
                  </a:lnTo>
                  <a:lnTo>
                    <a:pt x="996976" y="253521"/>
                  </a:lnTo>
                  <a:lnTo>
                    <a:pt x="846512" y="249847"/>
                  </a:lnTo>
                  <a:lnTo>
                    <a:pt x="696048" y="245647"/>
                  </a:lnTo>
                  <a:lnTo>
                    <a:pt x="545584" y="241130"/>
                  </a:lnTo>
                  <a:lnTo>
                    <a:pt x="395120" y="236447"/>
                  </a:lnTo>
                  <a:lnTo>
                    <a:pt x="244656" y="231691"/>
                  </a:lnTo>
                  <a:lnTo>
                    <a:pt x="94192" y="226916"/>
                  </a:lnTo>
                  <a:lnTo>
                    <a:pt x="0" y="22393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39916"/>
              <a:ext cx="6145984" cy="185694"/>
            </a:xfrm>
            <a:custGeom>
              <a:avLst/>
              <a:pathLst>
                <a:path w="6145984" h="185694">
                  <a:moveTo>
                    <a:pt x="0" y="0"/>
                  </a:moveTo>
                  <a:lnTo>
                    <a:pt x="94192" y="20380"/>
                  </a:lnTo>
                  <a:lnTo>
                    <a:pt x="244656" y="49783"/>
                  </a:lnTo>
                  <a:lnTo>
                    <a:pt x="395120" y="75947"/>
                  </a:lnTo>
                  <a:lnTo>
                    <a:pt x="545584" y="98806"/>
                  </a:lnTo>
                  <a:lnTo>
                    <a:pt x="696048" y="118335"/>
                  </a:lnTo>
                  <a:lnTo>
                    <a:pt x="846512" y="134565"/>
                  </a:lnTo>
                  <a:lnTo>
                    <a:pt x="996976" y="147587"/>
                  </a:lnTo>
                  <a:lnTo>
                    <a:pt x="1147440" y="157543"/>
                  </a:lnTo>
                  <a:lnTo>
                    <a:pt x="1297904" y="164595"/>
                  </a:lnTo>
                  <a:lnTo>
                    <a:pt x="1448369" y="168883"/>
                  </a:lnTo>
                  <a:lnTo>
                    <a:pt x="1598833" y="171427"/>
                  </a:lnTo>
                  <a:lnTo>
                    <a:pt x="1749297" y="173046"/>
                  </a:lnTo>
                  <a:lnTo>
                    <a:pt x="1899761" y="174195"/>
                  </a:lnTo>
                  <a:lnTo>
                    <a:pt x="2050225" y="175567"/>
                  </a:lnTo>
                  <a:lnTo>
                    <a:pt x="2200689" y="177733"/>
                  </a:lnTo>
                  <a:lnTo>
                    <a:pt x="2351153" y="179315"/>
                  </a:lnTo>
                  <a:lnTo>
                    <a:pt x="2501617" y="180126"/>
                  </a:lnTo>
                  <a:lnTo>
                    <a:pt x="2652081" y="180525"/>
                  </a:lnTo>
                  <a:lnTo>
                    <a:pt x="2802545" y="179400"/>
                  </a:lnTo>
                  <a:lnTo>
                    <a:pt x="2953009" y="177767"/>
                  </a:lnTo>
                  <a:lnTo>
                    <a:pt x="3103473" y="179198"/>
                  </a:lnTo>
                  <a:lnTo>
                    <a:pt x="3253937" y="182948"/>
                  </a:lnTo>
                  <a:lnTo>
                    <a:pt x="3404401" y="185379"/>
                  </a:lnTo>
                  <a:lnTo>
                    <a:pt x="3554865" y="185319"/>
                  </a:lnTo>
                  <a:lnTo>
                    <a:pt x="3705329" y="185694"/>
                  </a:lnTo>
                  <a:lnTo>
                    <a:pt x="3855793" y="185549"/>
                  </a:lnTo>
                  <a:lnTo>
                    <a:pt x="4006257" y="182614"/>
                  </a:lnTo>
                  <a:lnTo>
                    <a:pt x="4156721" y="177176"/>
                  </a:lnTo>
                  <a:lnTo>
                    <a:pt x="4307185" y="170230"/>
                  </a:lnTo>
                  <a:lnTo>
                    <a:pt x="4457649" y="161604"/>
                  </a:lnTo>
                  <a:lnTo>
                    <a:pt x="4608114" y="151397"/>
                  </a:lnTo>
                  <a:lnTo>
                    <a:pt x="4758578" y="140619"/>
                  </a:lnTo>
                  <a:lnTo>
                    <a:pt x="4909042" y="129981"/>
                  </a:lnTo>
                  <a:lnTo>
                    <a:pt x="5059506" y="119646"/>
                  </a:lnTo>
                  <a:lnTo>
                    <a:pt x="5209970" y="109702"/>
                  </a:lnTo>
                  <a:lnTo>
                    <a:pt x="5360434" y="100180"/>
                  </a:lnTo>
                  <a:lnTo>
                    <a:pt x="5510898" y="91067"/>
                  </a:lnTo>
                  <a:lnTo>
                    <a:pt x="5661362" y="82319"/>
                  </a:lnTo>
                  <a:lnTo>
                    <a:pt x="5811826" y="73868"/>
                  </a:lnTo>
                  <a:lnTo>
                    <a:pt x="5962290" y="65636"/>
                  </a:lnTo>
                  <a:lnTo>
                    <a:pt x="6112754" y="57538"/>
                  </a:lnTo>
                  <a:lnTo>
                    <a:pt x="6145984" y="557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61090"/>
              <a:ext cx="6145984" cy="49499"/>
            </a:xfrm>
            <a:custGeom>
              <a:avLst/>
              <a:pathLst>
                <a:path w="6145984" h="49499">
                  <a:moveTo>
                    <a:pt x="6145984" y="5456"/>
                  </a:moveTo>
                  <a:lnTo>
                    <a:pt x="6112754" y="4641"/>
                  </a:lnTo>
                  <a:lnTo>
                    <a:pt x="5962290" y="2065"/>
                  </a:lnTo>
                  <a:lnTo>
                    <a:pt x="5811826" y="539"/>
                  </a:lnTo>
                  <a:lnTo>
                    <a:pt x="5661362" y="0"/>
                  </a:lnTo>
                  <a:lnTo>
                    <a:pt x="5510898" y="388"/>
                  </a:lnTo>
                  <a:lnTo>
                    <a:pt x="5360434" y="1661"/>
                  </a:lnTo>
                  <a:lnTo>
                    <a:pt x="5209970" y="3794"/>
                  </a:lnTo>
                  <a:lnTo>
                    <a:pt x="5059506" y="6796"/>
                  </a:lnTo>
                  <a:lnTo>
                    <a:pt x="4909042" y="10718"/>
                  </a:lnTo>
                  <a:lnTo>
                    <a:pt x="4758578" y="15672"/>
                  </a:lnTo>
                  <a:lnTo>
                    <a:pt x="4608114" y="21840"/>
                  </a:lnTo>
                  <a:lnTo>
                    <a:pt x="4457649" y="28571"/>
                  </a:lnTo>
                  <a:lnTo>
                    <a:pt x="4307185" y="34626"/>
                  </a:lnTo>
                  <a:lnTo>
                    <a:pt x="4156721" y="40262"/>
                  </a:lnTo>
                  <a:lnTo>
                    <a:pt x="4006257" y="45505"/>
                  </a:lnTo>
                  <a:lnTo>
                    <a:pt x="3855793" y="48098"/>
                  </a:lnTo>
                  <a:lnTo>
                    <a:pt x="3705329" y="48591"/>
                  </a:lnTo>
                  <a:lnTo>
                    <a:pt x="3554865" y="49499"/>
                  </a:lnTo>
                  <a:lnTo>
                    <a:pt x="3404401" y="49334"/>
                  </a:lnTo>
                  <a:lnTo>
                    <a:pt x="3253937" y="46636"/>
                  </a:lnTo>
                  <a:lnTo>
                    <a:pt x="3103473" y="44563"/>
                  </a:lnTo>
                  <a:lnTo>
                    <a:pt x="2953009" y="43817"/>
                  </a:lnTo>
                  <a:lnTo>
                    <a:pt x="2802545" y="43362"/>
                  </a:lnTo>
                  <a:lnTo>
                    <a:pt x="2652081" y="43859"/>
                  </a:lnTo>
                  <a:lnTo>
                    <a:pt x="2501617" y="44041"/>
                  </a:lnTo>
                  <a:lnTo>
                    <a:pt x="2351153" y="41955"/>
                  </a:lnTo>
                  <a:lnTo>
                    <a:pt x="2200689" y="39744"/>
                  </a:lnTo>
                  <a:lnTo>
                    <a:pt x="2050225" y="38281"/>
                  </a:lnTo>
                  <a:lnTo>
                    <a:pt x="1899761" y="37193"/>
                  </a:lnTo>
                  <a:lnTo>
                    <a:pt x="1749297" y="36960"/>
                  </a:lnTo>
                  <a:lnTo>
                    <a:pt x="1598833" y="37275"/>
                  </a:lnTo>
                  <a:lnTo>
                    <a:pt x="1448369" y="37572"/>
                  </a:lnTo>
                  <a:lnTo>
                    <a:pt x="1297904" y="37051"/>
                  </a:lnTo>
                  <a:lnTo>
                    <a:pt x="1147440" y="35233"/>
                  </a:lnTo>
                  <a:lnTo>
                    <a:pt x="996976" y="32348"/>
                  </a:lnTo>
                  <a:lnTo>
                    <a:pt x="846512" y="28674"/>
                  </a:lnTo>
                  <a:lnTo>
                    <a:pt x="696048" y="24473"/>
                  </a:lnTo>
                  <a:lnTo>
                    <a:pt x="545584" y="19957"/>
                  </a:lnTo>
                  <a:lnTo>
                    <a:pt x="395120" y="15274"/>
                  </a:lnTo>
                  <a:lnTo>
                    <a:pt x="244656" y="10518"/>
                  </a:lnTo>
                  <a:lnTo>
                    <a:pt x="94192" y="5743"/>
                  </a:lnTo>
                  <a:lnTo>
                    <a:pt x="0" y="27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1884"/>
              <a:ext cx="6145984" cy="116028"/>
            </a:xfrm>
            <a:custGeom>
              <a:avLst/>
              <a:pathLst>
                <a:path w="6145984" h="116028">
                  <a:moveTo>
                    <a:pt x="0" y="0"/>
                  </a:moveTo>
                  <a:lnTo>
                    <a:pt x="94192" y="11680"/>
                  </a:lnTo>
                  <a:lnTo>
                    <a:pt x="244656" y="28769"/>
                  </a:lnTo>
                  <a:lnTo>
                    <a:pt x="395120" y="44229"/>
                  </a:lnTo>
                  <a:lnTo>
                    <a:pt x="545584" y="58000"/>
                  </a:lnTo>
                  <a:lnTo>
                    <a:pt x="696048" y="70023"/>
                  </a:lnTo>
                  <a:lnTo>
                    <a:pt x="846512" y="80238"/>
                  </a:lnTo>
                  <a:lnTo>
                    <a:pt x="996976" y="88586"/>
                  </a:lnTo>
                  <a:lnTo>
                    <a:pt x="1147440" y="95007"/>
                  </a:lnTo>
                  <a:lnTo>
                    <a:pt x="1297904" y="99442"/>
                  </a:lnTo>
                  <a:lnTo>
                    <a:pt x="1448369" y="101846"/>
                  </a:lnTo>
                  <a:lnTo>
                    <a:pt x="1598833" y="102970"/>
                  </a:lnTo>
                  <a:lnTo>
                    <a:pt x="1749297" y="103622"/>
                  </a:lnTo>
                  <a:lnTo>
                    <a:pt x="1899761" y="104313"/>
                  </a:lnTo>
                  <a:lnTo>
                    <a:pt x="2050225" y="105543"/>
                  </a:lnTo>
                  <a:lnTo>
                    <a:pt x="2200689" y="107358"/>
                  </a:lnTo>
                  <a:lnTo>
                    <a:pt x="2351153" y="109254"/>
                  </a:lnTo>
                  <a:lnTo>
                    <a:pt x="2501617" y="110702"/>
                  </a:lnTo>
                  <a:lnTo>
                    <a:pt x="2652081" y="110811"/>
                  </a:lnTo>
                  <a:lnTo>
                    <a:pt x="2802545" y="110000"/>
                  </a:lnTo>
                  <a:lnTo>
                    <a:pt x="2953009" y="109411"/>
                  </a:lnTo>
                  <a:lnTo>
                    <a:pt x="3103473" y="110499"/>
                  </a:lnTo>
                  <a:lnTo>
                    <a:pt x="3253937" y="113411"/>
                  </a:lnTo>
                  <a:lnTo>
                    <a:pt x="3404401" y="115975"/>
                  </a:lnTo>
                  <a:lnTo>
                    <a:pt x="3554865" y="116028"/>
                  </a:lnTo>
                  <a:lnTo>
                    <a:pt x="3705329" y="115761"/>
                  </a:lnTo>
                  <a:lnTo>
                    <a:pt x="3855793" y="115442"/>
                  </a:lnTo>
                  <a:lnTo>
                    <a:pt x="4006257" y="112678"/>
                  </a:lnTo>
                  <a:lnTo>
                    <a:pt x="4156721" y="107338"/>
                  </a:lnTo>
                  <a:lnTo>
                    <a:pt x="4307185" y="101047"/>
                  </a:lnTo>
                  <a:lnTo>
                    <a:pt x="4457649" y="93706"/>
                  </a:lnTo>
                  <a:lnTo>
                    <a:pt x="4608114" y="85238"/>
                  </a:lnTo>
                  <a:lnTo>
                    <a:pt x="4758578" y="76764"/>
                  </a:lnTo>
                  <a:lnTo>
                    <a:pt x="4909042" y="68969"/>
                  </a:lnTo>
                  <a:lnTo>
                    <a:pt x="5059506" y="61840"/>
                  </a:lnTo>
                  <a:lnTo>
                    <a:pt x="5209970" y="55367"/>
                  </a:lnTo>
                  <a:lnTo>
                    <a:pt x="5360434" y="49539"/>
                  </a:lnTo>
                  <a:lnTo>
                    <a:pt x="5510898" y="44347"/>
                  </a:lnTo>
                  <a:lnTo>
                    <a:pt x="5661362" y="39778"/>
                  </a:lnTo>
                  <a:lnTo>
                    <a:pt x="5811826" y="35822"/>
                  </a:lnTo>
                  <a:lnTo>
                    <a:pt x="5962290" y="32470"/>
                  </a:lnTo>
                  <a:lnTo>
                    <a:pt x="6112754" y="29708"/>
                  </a:lnTo>
                  <a:lnTo>
                    <a:pt x="6145984" y="2922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79248"/>
              <a:ext cx="6145984" cy="715034"/>
            </a:xfrm>
            <a:custGeom>
              <a:avLst/>
              <a:pathLst>
                <a:path w="6145984" h="715034">
                  <a:moveTo>
                    <a:pt x="0" y="0"/>
                  </a:moveTo>
                  <a:lnTo>
                    <a:pt x="94192" y="45634"/>
                  </a:lnTo>
                  <a:lnTo>
                    <a:pt x="244656" y="112808"/>
                  </a:lnTo>
                  <a:lnTo>
                    <a:pt x="395120" y="174207"/>
                  </a:lnTo>
                  <a:lnTo>
                    <a:pt x="545584" y="229815"/>
                  </a:lnTo>
                  <a:lnTo>
                    <a:pt x="696048" y="279679"/>
                  </a:lnTo>
                  <a:lnTo>
                    <a:pt x="846512" y="323937"/>
                  </a:lnTo>
                  <a:lnTo>
                    <a:pt x="996976" y="362828"/>
                  </a:lnTo>
                  <a:lnTo>
                    <a:pt x="1147440" y="396674"/>
                  </a:lnTo>
                  <a:lnTo>
                    <a:pt x="1297904" y="425823"/>
                  </a:lnTo>
                  <a:lnTo>
                    <a:pt x="1448369" y="450539"/>
                  </a:lnTo>
                  <a:lnTo>
                    <a:pt x="1598833" y="470055"/>
                  </a:lnTo>
                  <a:lnTo>
                    <a:pt x="1749297" y="484685"/>
                  </a:lnTo>
                  <a:lnTo>
                    <a:pt x="1899761" y="495564"/>
                  </a:lnTo>
                  <a:lnTo>
                    <a:pt x="2050225" y="503826"/>
                  </a:lnTo>
                  <a:lnTo>
                    <a:pt x="2200689" y="505421"/>
                  </a:lnTo>
                  <a:lnTo>
                    <a:pt x="2351153" y="502187"/>
                  </a:lnTo>
                  <a:lnTo>
                    <a:pt x="2501617" y="501202"/>
                  </a:lnTo>
                  <a:lnTo>
                    <a:pt x="2652081" y="503203"/>
                  </a:lnTo>
                  <a:lnTo>
                    <a:pt x="2802545" y="503375"/>
                  </a:lnTo>
                  <a:lnTo>
                    <a:pt x="2953009" y="503493"/>
                  </a:lnTo>
                  <a:lnTo>
                    <a:pt x="3103473" y="509469"/>
                  </a:lnTo>
                  <a:lnTo>
                    <a:pt x="3253937" y="519982"/>
                  </a:lnTo>
                  <a:lnTo>
                    <a:pt x="3404401" y="528837"/>
                  </a:lnTo>
                  <a:lnTo>
                    <a:pt x="3554865" y="533847"/>
                  </a:lnTo>
                  <a:lnTo>
                    <a:pt x="3705329" y="539277"/>
                  </a:lnTo>
                  <a:lnTo>
                    <a:pt x="3855793" y="543995"/>
                  </a:lnTo>
                  <a:lnTo>
                    <a:pt x="4006257" y="545125"/>
                  </a:lnTo>
                  <a:lnTo>
                    <a:pt x="4156721" y="543240"/>
                  </a:lnTo>
                  <a:lnTo>
                    <a:pt x="4307185" y="539490"/>
                  </a:lnTo>
                  <a:lnTo>
                    <a:pt x="4457649" y="533657"/>
                  </a:lnTo>
                  <a:lnTo>
                    <a:pt x="4608114" y="525948"/>
                  </a:lnTo>
                  <a:lnTo>
                    <a:pt x="4758578" y="517251"/>
                  </a:lnTo>
                  <a:lnTo>
                    <a:pt x="4909042" y="508265"/>
                  </a:lnTo>
                  <a:lnTo>
                    <a:pt x="5059506" y="499261"/>
                  </a:lnTo>
                  <a:lnTo>
                    <a:pt x="5209970" y="490390"/>
                  </a:lnTo>
                  <a:lnTo>
                    <a:pt x="5360434" y="481709"/>
                  </a:lnTo>
                  <a:lnTo>
                    <a:pt x="5510898" y="473202"/>
                  </a:lnTo>
                  <a:lnTo>
                    <a:pt x="5661362" y="464803"/>
                  </a:lnTo>
                  <a:lnTo>
                    <a:pt x="5811826" y="456411"/>
                  </a:lnTo>
                  <a:lnTo>
                    <a:pt x="5962290" y="447903"/>
                  </a:lnTo>
                  <a:lnTo>
                    <a:pt x="6112754" y="439148"/>
                  </a:lnTo>
                  <a:lnTo>
                    <a:pt x="6145984" y="437131"/>
                  </a:lnTo>
                  <a:lnTo>
                    <a:pt x="6145984" y="715034"/>
                  </a:lnTo>
                  <a:lnTo>
                    <a:pt x="6112754" y="712834"/>
                  </a:lnTo>
                  <a:lnTo>
                    <a:pt x="5962290" y="704229"/>
                  </a:lnTo>
                  <a:lnTo>
                    <a:pt x="5811826" y="696866"/>
                  </a:lnTo>
                  <a:lnTo>
                    <a:pt x="5661362" y="690637"/>
                  </a:lnTo>
                  <a:lnTo>
                    <a:pt x="5510898" y="685439"/>
                  </a:lnTo>
                  <a:lnTo>
                    <a:pt x="5360434" y="681195"/>
                  </a:lnTo>
                  <a:lnTo>
                    <a:pt x="5209970" y="677859"/>
                  </a:lnTo>
                  <a:lnTo>
                    <a:pt x="5059506" y="675439"/>
                  </a:lnTo>
                  <a:lnTo>
                    <a:pt x="4909042" y="674013"/>
                  </a:lnTo>
                  <a:lnTo>
                    <a:pt x="4758578" y="673754"/>
                  </a:lnTo>
                  <a:lnTo>
                    <a:pt x="4608114" y="674954"/>
                  </a:lnTo>
                  <a:lnTo>
                    <a:pt x="4457649" y="677008"/>
                  </a:lnTo>
                  <a:lnTo>
                    <a:pt x="4307185" y="678661"/>
                  </a:lnTo>
                  <a:lnTo>
                    <a:pt x="4156721" y="680280"/>
                  </a:lnTo>
                  <a:lnTo>
                    <a:pt x="4006257" y="681847"/>
                  </a:lnTo>
                  <a:lnTo>
                    <a:pt x="3855793" y="680161"/>
                  </a:lnTo>
                  <a:lnTo>
                    <a:pt x="3705329" y="676010"/>
                  </a:lnTo>
                  <a:lnTo>
                    <a:pt x="3554865" y="672666"/>
                  </a:lnTo>
                  <a:lnTo>
                    <a:pt x="3404401" y="667291"/>
                  </a:lnTo>
                  <a:lnTo>
                    <a:pt x="3253937" y="658000"/>
                  </a:lnTo>
                  <a:lnTo>
                    <a:pt x="3103473" y="650215"/>
                  </a:lnTo>
                  <a:lnTo>
                    <a:pt x="2953009" y="645354"/>
                  </a:lnTo>
                  <a:lnTo>
                    <a:pt x="2802545" y="641840"/>
                  </a:lnTo>
                  <a:lnTo>
                    <a:pt x="2652081" y="640646"/>
                  </a:lnTo>
                  <a:lnTo>
                    <a:pt x="2501617" y="639590"/>
                  </a:lnTo>
                  <a:lnTo>
                    <a:pt x="2351153" y="638502"/>
                  </a:lnTo>
                  <a:lnTo>
                    <a:pt x="2200689" y="640712"/>
                  </a:lnTo>
                  <a:lnTo>
                    <a:pt x="2050225" y="640260"/>
                  </a:lnTo>
                  <a:lnTo>
                    <a:pt x="1899761" y="632462"/>
                  </a:lnTo>
                  <a:lnTo>
                    <a:pt x="1749297" y="623072"/>
                  </a:lnTo>
                  <a:lnTo>
                    <a:pt x="1598833" y="611587"/>
                  </a:lnTo>
                  <a:lnTo>
                    <a:pt x="1448369" y="596691"/>
                  </a:lnTo>
                  <a:lnTo>
                    <a:pt x="1297904" y="578104"/>
                  </a:lnTo>
                  <a:lnTo>
                    <a:pt x="1147440" y="557465"/>
                  </a:lnTo>
                  <a:lnTo>
                    <a:pt x="996976" y="535120"/>
                  </a:lnTo>
                  <a:lnTo>
                    <a:pt x="846512" y="511432"/>
                  </a:lnTo>
                  <a:lnTo>
                    <a:pt x="696048" y="486738"/>
                  </a:lnTo>
                  <a:lnTo>
                    <a:pt x="545584" y="461292"/>
                  </a:lnTo>
                  <a:lnTo>
                    <a:pt x="395120" y="435246"/>
                  </a:lnTo>
                  <a:lnTo>
                    <a:pt x="244656" y="408665"/>
                  </a:lnTo>
                  <a:lnTo>
                    <a:pt x="94192" y="381546"/>
                  </a:lnTo>
                  <a:lnTo>
                    <a:pt x="0" y="3642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79248"/>
              <a:ext cx="6145984" cy="545125"/>
            </a:xfrm>
            <a:custGeom>
              <a:avLst/>
              <a:pathLst>
                <a:path w="6145984" h="545125">
                  <a:moveTo>
                    <a:pt x="0" y="0"/>
                  </a:moveTo>
                  <a:lnTo>
                    <a:pt x="94192" y="45634"/>
                  </a:lnTo>
                  <a:lnTo>
                    <a:pt x="244656" y="112808"/>
                  </a:lnTo>
                  <a:lnTo>
                    <a:pt x="395120" y="174207"/>
                  </a:lnTo>
                  <a:lnTo>
                    <a:pt x="545584" y="229815"/>
                  </a:lnTo>
                  <a:lnTo>
                    <a:pt x="696048" y="279679"/>
                  </a:lnTo>
                  <a:lnTo>
                    <a:pt x="846512" y="323937"/>
                  </a:lnTo>
                  <a:lnTo>
                    <a:pt x="996976" y="362828"/>
                  </a:lnTo>
                  <a:lnTo>
                    <a:pt x="1147440" y="396674"/>
                  </a:lnTo>
                  <a:lnTo>
                    <a:pt x="1297904" y="425823"/>
                  </a:lnTo>
                  <a:lnTo>
                    <a:pt x="1448369" y="450539"/>
                  </a:lnTo>
                  <a:lnTo>
                    <a:pt x="1598833" y="470055"/>
                  </a:lnTo>
                  <a:lnTo>
                    <a:pt x="1749297" y="484685"/>
                  </a:lnTo>
                  <a:lnTo>
                    <a:pt x="1899761" y="495564"/>
                  </a:lnTo>
                  <a:lnTo>
                    <a:pt x="2050225" y="503826"/>
                  </a:lnTo>
                  <a:lnTo>
                    <a:pt x="2200689" y="505421"/>
                  </a:lnTo>
                  <a:lnTo>
                    <a:pt x="2351153" y="502187"/>
                  </a:lnTo>
                  <a:lnTo>
                    <a:pt x="2501617" y="501202"/>
                  </a:lnTo>
                  <a:lnTo>
                    <a:pt x="2652081" y="503203"/>
                  </a:lnTo>
                  <a:lnTo>
                    <a:pt x="2802545" y="503375"/>
                  </a:lnTo>
                  <a:lnTo>
                    <a:pt x="2953009" y="503493"/>
                  </a:lnTo>
                  <a:lnTo>
                    <a:pt x="3103473" y="509469"/>
                  </a:lnTo>
                  <a:lnTo>
                    <a:pt x="3253937" y="519982"/>
                  </a:lnTo>
                  <a:lnTo>
                    <a:pt x="3404401" y="528837"/>
                  </a:lnTo>
                  <a:lnTo>
                    <a:pt x="3554865" y="533847"/>
                  </a:lnTo>
                  <a:lnTo>
                    <a:pt x="3705329" y="539277"/>
                  </a:lnTo>
                  <a:lnTo>
                    <a:pt x="3855793" y="543995"/>
                  </a:lnTo>
                  <a:lnTo>
                    <a:pt x="4006257" y="545125"/>
                  </a:lnTo>
                  <a:lnTo>
                    <a:pt x="4156721" y="543240"/>
                  </a:lnTo>
                  <a:lnTo>
                    <a:pt x="4307185" y="539490"/>
                  </a:lnTo>
                  <a:lnTo>
                    <a:pt x="4457649" y="533657"/>
                  </a:lnTo>
                  <a:lnTo>
                    <a:pt x="4608114" y="525948"/>
                  </a:lnTo>
                  <a:lnTo>
                    <a:pt x="4758578" y="517251"/>
                  </a:lnTo>
                  <a:lnTo>
                    <a:pt x="4909042" y="508265"/>
                  </a:lnTo>
                  <a:lnTo>
                    <a:pt x="5059506" y="499261"/>
                  </a:lnTo>
                  <a:lnTo>
                    <a:pt x="5209970" y="490390"/>
                  </a:lnTo>
                  <a:lnTo>
                    <a:pt x="5360434" y="481709"/>
                  </a:lnTo>
                  <a:lnTo>
                    <a:pt x="5510898" y="473202"/>
                  </a:lnTo>
                  <a:lnTo>
                    <a:pt x="5661362" y="464803"/>
                  </a:lnTo>
                  <a:lnTo>
                    <a:pt x="5811826" y="456411"/>
                  </a:lnTo>
                  <a:lnTo>
                    <a:pt x="5962290" y="447903"/>
                  </a:lnTo>
                  <a:lnTo>
                    <a:pt x="6112754" y="439148"/>
                  </a:lnTo>
                  <a:lnTo>
                    <a:pt x="6145984" y="4371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43458"/>
              <a:ext cx="6145984" cy="350824"/>
            </a:xfrm>
            <a:custGeom>
              <a:avLst/>
              <a:pathLst>
                <a:path w="6145984" h="350824">
                  <a:moveTo>
                    <a:pt x="6145984" y="350824"/>
                  </a:moveTo>
                  <a:lnTo>
                    <a:pt x="6112754" y="348625"/>
                  </a:lnTo>
                  <a:lnTo>
                    <a:pt x="5962290" y="340019"/>
                  </a:lnTo>
                  <a:lnTo>
                    <a:pt x="5811826" y="332657"/>
                  </a:lnTo>
                  <a:lnTo>
                    <a:pt x="5661362" y="326427"/>
                  </a:lnTo>
                  <a:lnTo>
                    <a:pt x="5510898" y="321229"/>
                  </a:lnTo>
                  <a:lnTo>
                    <a:pt x="5360434" y="316985"/>
                  </a:lnTo>
                  <a:lnTo>
                    <a:pt x="5209970" y="313650"/>
                  </a:lnTo>
                  <a:lnTo>
                    <a:pt x="5059506" y="311230"/>
                  </a:lnTo>
                  <a:lnTo>
                    <a:pt x="4909042" y="309803"/>
                  </a:lnTo>
                  <a:lnTo>
                    <a:pt x="4758578" y="309544"/>
                  </a:lnTo>
                  <a:lnTo>
                    <a:pt x="4608114" y="310744"/>
                  </a:lnTo>
                  <a:lnTo>
                    <a:pt x="4457649" y="312798"/>
                  </a:lnTo>
                  <a:lnTo>
                    <a:pt x="4307185" y="314451"/>
                  </a:lnTo>
                  <a:lnTo>
                    <a:pt x="4156721" y="316071"/>
                  </a:lnTo>
                  <a:lnTo>
                    <a:pt x="4006257" y="317637"/>
                  </a:lnTo>
                  <a:lnTo>
                    <a:pt x="3855793" y="315952"/>
                  </a:lnTo>
                  <a:lnTo>
                    <a:pt x="3705329" y="311801"/>
                  </a:lnTo>
                  <a:lnTo>
                    <a:pt x="3554865" y="308456"/>
                  </a:lnTo>
                  <a:lnTo>
                    <a:pt x="3404401" y="303081"/>
                  </a:lnTo>
                  <a:lnTo>
                    <a:pt x="3253937" y="293790"/>
                  </a:lnTo>
                  <a:lnTo>
                    <a:pt x="3103473" y="286005"/>
                  </a:lnTo>
                  <a:lnTo>
                    <a:pt x="2953009" y="281144"/>
                  </a:lnTo>
                  <a:lnTo>
                    <a:pt x="2802545" y="277630"/>
                  </a:lnTo>
                  <a:lnTo>
                    <a:pt x="2652081" y="276436"/>
                  </a:lnTo>
                  <a:lnTo>
                    <a:pt x="2501617" y="275381"/>
                  </a:lnTo>
                  <a:lnTo>
                    <a:pt x="2351153" y="274292"/>
                  </a:lnTo>
                  <a:lnTo>
                    <a:pt x="2200689" y="276503"/>
                  </a:lnTo>
                  <a:lnTo>
                    <a:pt x="2050225" y="276050"/>
                  </a:lnTo>
                  <a:lnTo>
                    <a:pt x="1899761" y="268253"/>
                  </a:lnTo>
                  <a:lnTo>
                    <a:pt x="1749297" y="258862"/>
                  </a:lnTo>
                  <a:lnTo>
                    <a:pt x="1598833" y="247378"/>
                  </a:lnTo>
                  <a:lnTo>
                    <a:pt x="1448369" y="232481"/>
                  </a:lnTo>
                  <a:lnTo>
                    <a:pt x="1297904" y="213894"/>
                  </a:lnTo>
                  <a:lnTo>
                    <a:pt x="1147440" y="193255"/>
                  </a:lnTo>
                  <a:lnTo>
                    <a:pt x="996976" y="170911"/>
                  </a:lnTo>
                  <a:lnTo>
                    <a:pt x="846512" y="147222"/>
                  </a:lnTo>
                  <a:lnTo>
                    <a:pt x="696048" y="122528"/>
                  </a:lnTo>
                  <a:lnTo>
                    <a:pt x="545584" y="97082"/>
                  </a:lnTo>
                  <a:lnTo>
                    <a:pt x="395120" y="71037"/>
                  </a:lnTo>
                  <a:lnTo>
                    <a:pt x="244656" y="44455"/>
                  </a:lnTo>
                  <a:lnTo>
                    <a:pt x="94192" y="173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61353"/>
              <a:ext cx="6145984" cy="431381"/>
            </a:xfrm>
            <a:custGeom>
              <a:avLst/>
              <a:pathLst>
                <a:path w="6145984" h="431381">
                  <a:moveTo>
                    <a:pt x="0" y="0"/>
                  </a:moveTo>
                  <a:lnTo>
                    <a:pt x="94192" y="31485"/>
                  </a:lnTo>
                  <a:lnTo>
                    <a:pt x="244656" y="78632"/>
                  </a:lnTo>
                  <a:lnTo>
                    <a:pt x="395120" y="122622"/>
                  </a:lnTo>
                  <a:lnTo>
                    <a:pt x="545584" y="163448"/>
                  </a:lnTo>
                  <a:lnTo>
                    <a:pt x="696048" y="201103"/>
                  </a:lnTo>
                  <a:lnTo>
                    <a:pt x="846512" y="235580"/>
                  </a:lnTo>
                  <a:lnTo>
                    <a:pt x="996976" y="266869"/>
                  </a:lnTo>
                  <a:lnTo>
                    <a:pt x="1147440" y="294965"/>
                  </a:lnTo>
                  <a:lnTo>
                    <a:pt x="1297904" y="319859"/>
                  </a:lnTo>
                  <a:lnTo>
                    <a:pt x="1448369" y="341510"/>
                  </a:lnTo>
                  <a:lnTo>
                    <a:pt x="1598833" y="358716"/>
                  </a:lnTo>
                  <a:lnTo>
                    <a:pt x="1749297" y="371773"/>
                  </a:lnTo>
                  <a:lnTo>
                    <a:pt x="1899761" y="381908"/>
                  </a:lnTo>
                  <a:lnTo>
                    <a:pt x="2050225" y="389938"/>
                  </a:lnTo>
                  <a:lnTo>
                    <a:pt x="2200689" y="390962"/>
                  </a:lnTo>
                  <a:lnTo>
                    <a:pt x="2351153" y="388240"/>
                  </a:lnTo>
                  <a:lnTo>
                    <a:pt x="2501617" y="388291"/>
                  </a:lnTo>
                  <a:lnTo>
                    <a:pt x="2652081" y="389820"/>
                  </a:lnTo>
                  <a:lnTo>
                    <a:pt x="2802545" y="390503"/>
                  </a:lnTo>
                  <a:lnTo>
                    <a:pt x="2953009" y="392318"/>
                  </a:lnTo>
                  <a:lnTo>
                    <a:pt x="3103473" y="397737"/>
                  </a:lnTo>
                  <a:lnTo>
                    <a:pt x="3253937" y="406886"/>
                  </a:lnTo>
                  <a:lnTo>
                    <a:pt x="3404401" y="415959"/>
                  </a:lnTo>
                  <a:lnTo>
                    <a:pt x="3554865" y="421151"/>
                  </a:lnTo>
                  <a:lnTo>
                    <a:pt x="3705329" y="425539"/>
                  </a:lnTo>
                  <a:lnTo>
                    <a:pt x="3855793" y="429973"/>
                  </a:lnTo>
                  <a:lnTo>
                    <a:pt x="4006257" y="431381"/>
                  </a:lnTo>
                  <a:lnTo>
                    <a:pt x="4156721" y="429655"/>
                  </a:lnTo>
                  <a:lnTo>
                    <a:pt x="4307185" y="426970"/>
                  </a:lnTo>
                  <a:lnTo>
                    <a:pt x="4457649" y="423228"/>
                  </a:lnTo>
                  <a:lnTo>
                    <a:pt x="4608114" y="418346"/>
                  </a:lnTo>
                  <a:lnTo>
                    <a:pt x="4758578" y="413398"/>
                  </a:lnTo>
                  <a:lnTo>
                    <a:pt x="4909042" y="409034"/>
                  </a:lnTo>
                  <a:lnTo>
                    <a:pt x="5059506" y="405245"/>
                  </a:lnTo>
                  <a:lnTo>
                    <a:pt x="5209970" y="402020"/>
                  </a:lnTo>
                  <a:lnTo>
                    <a:pt x="5360434" y="399347"/>
                  </a:lnTo>
                  <a:lnTo>
                    <a:pt x="5510898" y="397216"/>
                  </a:lnTo>
                  <a:lnTo>
                    <a:pt x="5661362" y="395615"/>
                  </a:lnTo>
                  <a:lnTo>
                    <a:pt x="5811826" y="394534"/>
                  </a:lnTo>
                  <a:lnTo>
                    <a:pt x="5962290" y="393961"/>
                  </a:lnTo>
                  <a:lnTo>
                    <a:pt x="6112754" y="393886"/>
                  </a:lnTo>
                  <a:lnTo>
                    <a:pt x="6145984" y="3939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15432"/>
              <a:ext cx="6145984" cy="859664"/>
            </a:xfrm>
            <a:custGeom>
              <a:avLst/>
              <a:pathLst>
                <a:path w="6145984" h="859664">
                  <a:moveTo>
                    <a:pt x="0" y="0"/>
                  </a:moveTo>
                  <a:lnTo>
                    <a:pt x="94192" y="54954"/>
                  </a:lnTo>
                  <a:lnTo>
                    <a:pt x="244656" y="136040"/>
                  </a:lnTo>
                  <a:lnTo>
                    <a:pt x="395120" y="210321"/>
                  </a:lnTo>
                  <a:lnTo>
                    <a:pt x="545584" y="277722"/>
                  </a:lnTo>
                  <a:lnTo>
                    <a:pt x="696048" y="338222"/>
                  </a:lnTo>
                  <a:lnTo>
                    <a:pt x="846512" y="391876"/>
                  </a:lnTo>
                  <a:lnTo>
                    <a:pt x="996976" y="438826"/>
                  </a:lnTo>
                  <a:lnTo>
                    <a:pt x="1147440" y="479282"/>
                  </a:lnTo>
                  <a:lnTo>
                    <a:pt x="1297904" y="513478"/>
                  </a:lnTo>
                  <a:lnTo>
                    <a:pt x="1448369" y="541565"/>
                  </a:lnTo>
                  <a:lnTo>
                    <a:pt x="1598833" y="562656"/>
                  </a:lnTo>
                  <a:lnTo>
                    <a:pt x="1749297" y="577788"/>
                  </a:lnTo>
                  <a:lnTo>
                    <a:pt x="1899761" y="589084"/>
                  </a:lnTo>
                  <a:lnTo>
                    <a:pt x="2050225" y="598784"/>
                  </a:lnTo>
                  <a:lnTo>
                    <a:pt x="2200689" y="605788"/>
                  </a:lnTo>
                  <a:lnTo>
                    <a:pt x="2351153" y="610283"/>
                  </a:lnTo>
                  <a:lnTo>
                    <a:pt x="2501617" y="615794"/>
                  </a:lnTo>
                  <a:lnTo>
                    <a:pt x="2652081" y="625188"/>
                  </a:lnTo>
                  <a:lnTo>
                    <a:pt x="2802545" y="634604"/>
                  </a:lnTo>
                  <a:lnTo>
                    <a:pt x="2953009" y="642158"/>
                  </a:lnTo>
                  <a:lnTo>
                    <a:pt x="3103473" y="649909"/>
                  </a:lnTo>
                  <a:lnTo>
                    <a:pt x="3253937" y="657819"/>
                  </a:lnTo>
                  <a:lnTo>
                    <a:pt x="3404401" y="663888"/>
                  </a:lnTo>
                  <a:lnTo>
                    <a:pt x="3554865" y="669466"/>
                  </a:lnTo>
                  <a:lnTo>
                    <a:pt x="3705329" y="676528"/>
                  </a:lnTo>
                  <a:lnTo>
                    <a:pt x="3855793" y="682563"/>
                  </a:lnTo>
                  <a:lnTo>
                    <a:pt x="4006257" y="685845"/>
                  </a:lnTo>
                  <a:lnTo>
                    <a:pt x="4156721" y="686847"/>
                  </a:lnTo>
                  <a:lnTo>
                    <a:pt x="4307185" y="686182"/>
                  </a:lnTo>
                  <a:lnTo>
                    <a:pt x="4457649" y="683973"/>
                  </a:lnTo>
                  <a:lnTo>
                    <a:pt x="4608114" y="680691"/>
                  </a:lnTo>
                  <a:lnTo>
                    <a:pt x="4758578" y="676619"/>
                  </a:lnTo>
                  <a:lnTo>
                    <a:pt x="4909042" y="671975"/>
                  </a:lnTo>
                  <a:lnTo>
                    <a:pt x="5059506" y="666990"/>
                  </a:lnTo>
                  <a:lnTo>
                    <a:pt x="5209970" y="661797"/>
                  </a:lnTo>
                  <a:lnTo>
                    <a:pt x="5360434" y="656446"/>
                  </a:lnTo>
                  <a:lnTo>
                    <a:pt x="5510898" y="650928"/>
                  </a:lnTo>
                  <a:lnTo>
                    <a:pt x="5661362" y="645191"/>
                  </a:lnTo>
                  <a:lnTo>
                    <a:pt x="5811826" y="639152"/>
                  </a:lnTo>
                  <a:lnTo>
                    <a:pt x="5962290" y="632711"/>
                  </a:lnTo>
                  <a:lnTo>
                    <a:pt x="6112754" y="625759"/>
                  </a:lnTo>
                  <a:lnTo>
                    <a:pt x="6145984" y="624087"/>
                  </a:lnTo>
                  <a:lnTo>
                    <a:pt x="6145984" y="859664"/>
                  </a:lnTo>
                  <a:lnTo>
                    <a:pt x="6112754" y="857761"/>
                  </a:lnTo>
                  <a:lnTo>
                    <a:pt x="5962290" y="849997"/>
                  </a:lnTo>
                  <a:lnTo>
                    <a:pt x="5811826" y="842985"/>
                  </a:lnTo>
                  <a:lnTo>
                    <a:pt x="5661362" y="836629"/>
                  </a:lnTo>
                  <a:lnTo>
                    <a:pt x="5510898" y="830841"/>
                  </a:lnTo>
                  <a:lnTo>
                    <a:pt x="5360434" y="825549"/>
                  </a:lnTo>
                  <a:lnTo>
                    <a:pt x="5209970" y="820713"/>
                  </a:lnTo>
                  <a:lnTo>
                    <a:pt x="5059506" y="816335"/>
                  </a:lnTo>
                  <a:lnTo>
                    <a:pt x="4909042" y="812479"/>
                  </a:lnTo>
                  <a:lnTo>
                    <a:pt x="4758578" y="809286"/>
                  </a:lnTo>
                  <a:lnTo>
                    <a:pt x="4608114" y="807003"/>
                  </a:lnTo>
                  <a:lnTo>
                    <a:pt x="4457649" y="805491"/>
                  </a:lnTo>
                  <a:lnTo>
                    <a:pt x="4307185" y="804156"/>
                  </a:lnTo>
                  <a:lnTo>
                    <a:pt x="4156721" y="803015"/>
                  </a:lnTo>
                  <a:lnTo>
                    <a:pt x="4006257" y="801743"/>
                  </a:lnTo>
                  <a:lnTo>
                    <a:pt x="3855793" y="797990"/>
                  </a:lnTo>
                  <a:lnTo>
                    <a:pt x="3705329" y="792436"/>
                  </a:lnTo>
                  <a:lnTo>
                    <a:pt x="3554865" y="787142"/>
                  </a:lnTo>
                  <a:lnTo>
                    <a:pt x="3404401" y="781255"/>
                  </a:lnTo>
                  <a:lnTo>
                    <a:pt x="3253937" y="774816"/>
                  </a:lnTo>
                  <a:lnTo>
                    <a:pt x="3103473" y="769219"/>
                  </a:lnTo>
                  <a:lnTo>
                    <a:pt x="2953009" y="762413"/>
                  </a:lnTo>
                  <a:lnTo>
                    <a:pt x="2802545" y="751980"/>
                  </a:lnTo>
                  <a:lnTo>
                    <a:pt x="2652081" y="741698"/>
                  </a:lnTo>
                  <a:lnTo>
                    <a:pt x="2501617" y="733106"/>
                  </a:lnTo>
                  <a:lnTo>
                    <a:pt x="2351153" y="725836"/>
                  </a:lnTo>
                  <a:lnTo>
                    <a:pt x="2200689" y="720474"/>
                  </a:lnTo>
                  <a:lnTo>
                    <a:pt x="2050225" y="714438"/>
                  </a:lnTo>
                  <a:lnTo>
                    <a:pt x="1899761" y="705132"/>
                  </a:lnTo>
                  <a:lnTo>
                    <a:pt x="1749297" y="695098"/>
                  </a:lnTo>
                  <a:lnTo>
                    <a:pt x="1598833" y="682632"/>
                  </a:lnTo>
                  <a:lnTo>
                    <a:pt x="1448369" y="665458"/>
                  </a:lnTo>
                  <a:lnTo>
                    <a:pt x="1297904" y="642565"/>
                  </a:lnTo>
                  <a:lnTo>
                    <a:pt x="1147440" y="615584"/>
                  </a:lnTo>
                  <a:lnTo>
                    <a:pt x="996976" y="584877"/>
                  </a:lnTo>
                  <a:lnTo>
                    <a:pt x="846512" y="550815"/>
                  </a:lnTo>
                  <a:lnTo>
                    <a:pt x="696048" y="513745"/>
                  </a:lnTo>
                  <a:lnTo>
                    <a:pt x="545584" y="473944"/>
                  </a:lnTo>
                  <a:lnTo>
                    <a:pt x="395120" y="431603"/>
                  </a:lnTo>
                  <a:lnTo>
                    <a:pt x="244656" y="386836"/>
                  </a:lnTo>
                  <a:lnTo>
                    <a:pt x="94192" y="339705"/>
                  </a:lnTo>
                  <a:lnTo>
                    <a:pt x="0" y="30873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15432"/>
              <a:ext cx="6145984" cy="686847"/>
            </a:xfrm>
            <a:custGeom>
              <a:avLst/>
              <a:pathLst>
                <a:path w="6145984" h="686847">
                  <a:moveTo>
                    <a:pt x="0" y="0"/>
                  </a:moveTo>
                  <a:lnTo>
                    <a:pt x="94192" y="54954"/>
                  </a:lnTo>
                  <a:lnTo>
                    <a:pt x="244656" y="136040"/>
                  </a:lnTo>
                  <a:lnTo>
                    <a:pt x="395120" y="210321"/>
                  </a:lnTo>
                  <a:lnTo>
                    <a:pt x="545584" y="277722"/>
                  </a:lnTo>
                  <a:lnTo>
                    <a:pt x="696048" y="338222"/>
                  </a:lnTo>
                  <a:lnTo>
                    <a:pt x="846512" y="391876"/>
                  </a:lnTo>
                  <a:lnTo>
                    <a:pt x="996976" y="438826"/>
                  </a:lnTo>
                  <a:lnTo>
                    <a:pt x="1147440" y="479282"/>
                  </a:lnTo>
                  <a:lnTo>
                    <a:pt x="1297904" y="513478"/>
                  </a:lnTo>
                  <a:lnTo>
                    <a:pt x="1448369" y="541565"/>
                  </a:lnTo>
                  <a:lnTo>
                    <a:pt x="1598833" y="562656"/>
                  </a:lnTo>
                  <a:lnTo>
                    <a:pt x="1749297" y="577788"/>
                  </a:lnTo>
                  <a:lnTo>
                    <a:pt x="1899761" y="589084"/>
                  </a:lnTo>
                  <a:lnTo>
                    <a:pt x="2050225" y="598784"/>
                  </a:lnTo>
                  <a:lnTo>
                    <a:pt x="2200689" y="605788"/>
                  </a:lnTo>
                  <a:lnTo>
                    <a:pt x="2351153" y="610283"/>
                  </a:lnTo>
                  <a:lnTo>
                    <a:pt x="2501617" y="615794"/>
                  </a:lnTo>
                  <a:lnTo>
                    <a:pt x="2652081" y="625188"/>
                  </a:lnTo>
                  <a:lnTo>
                    <a:pt x="2802545" y="634604"/>
                  </a:lnTo>
                  <a:lnTo>
                    <a:pt x="2953009" y="642158"/>
                  </a:lnTo>
                  <a:lnTo>
                    <a:pt x="3103473" y="649909"/>
                  </a:lnTo>
                  <a:lnTo>
                    <a:pt x="3253937" y="657819"/>
                  </a:lnTo>
                  <a:lnTo>
                    <a:pt x="3404401" y="663888"/>
                  </a:lnTo>
                  <a:lnTo>
                    <a:pt x="3554865" y="669466"/>
                  </a:lnTo>
                  <a:lnTo>
                    <a:pt x="3705329" y="676528"/>
                  </a:lnTo>
                  <a:lnTo>
                    <a:pt x="3855793" y="682563"/>
                  </a:lnTo>
                  <a:lnTo>
                    <a:pt x="4006257" y="685845"/>
                  </a:lnTo>
                  <a:lnTo>
                    <a:pt x="4156721" y="686847"/>
                  </a:lnTo>
                  <a:lnTo>
                    <a:pt x="4307185" y="686182"/>
                  </a:lnTo>
                  <a:lnTo>
                    <a:pt x="4457649" y="683973"/>
                  </a:lnTo>
                  <a:lnTo>
                    <a:pt x="4608114" y="680691"/>
                  </a:lnTo>
                  <a:lnTo>
                    <a:pt x="4758578" y="676619"/>
                  </a:lnTo>
                  <a:lnTo>
                    <a:pt x="4909042" y="671975"/>
                  </a:lnTo>
                  <a:lnTo>
                    <a:pt x="5059506" y="666990"/>
                  </a:lnTo>
                  <a:lnTo>
                    <a:pt x="5209970" y="661797"/>
                  </a:lnTo>
                  <a:lnTo>
                    <a:pt x="5360434" y="656446"/>
                  </a:lnTo>
                  <a:lnTo>
                    <a:pt x="5510898" y="650928"/>
                  </a:lnTo>
                  <a:lnTo>
                    <a:pt x="5661362" y="645191"/>
                  </a:lnTo>
                  <a:lnTo>
                    <a:pt x="5811826" y="639152"/>
                  </a:lnTo>
                  <a:lnTo>
                    <a:pt x="5962290" y="632711"/>
                  </a:lnTo>
                  <a:lnTo>
                    <a:pt x="6112754" y="625759"/>
                  </a:lnTo>
                  <a:lnTo>
                    <a:pt x="6145984" y="6240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24171"/>
              <a:ext cx="6145984" cy="550925"/>
            </a:xfrm>
            <a:custGeom>
              <a:avLst/>
              <a:pathLst>
                <a:path w="6145984" h="550925">
                  <a:moveTo>
                    <a:pt x="6145984" y="550925"/>
                  </a:moveTo>
                  <a:lnTo>
                    <a:pt x="6112754" y="549022"/>
                  </a:lnTo>
                  <a:lnTo>
                    <a:pt x="5962290" y="541258"/>
                  </a:lnTo>
                  <a:lnTo>
                    <a:pt x="5811826" y="534246"/>
                  </a:lnTo>
                  <a:lnTo>
                    <a:pt x="5661362" y="527890"/>
                  </a:lnTo>
                  <a:lnTo>
                    <a:pt x="5510898" y="522102"/>
                  </a:lnTo>
                  <a:lnTo>
                    <a:pt x="5360434" y="516810"/>
                  </a:lnTo>
                  <a:lnTo>
                    <a:pt x="5209970" y="511974"/>
                  </a:lnTo>
                  <a:lnTo>
                    <a:pt x="5059506" y="507597"/>
                  </a:lnTo>
                  <a:lnTo>
                    <a:pt x="4909042" y="503740"/>
                  </a:lnTo>
                  <a:lnTo>
                    <a:pt x="4758578" y="500547"/>
                  </a:lnTo>
                  <a:lnTo>
                    <a:pt x="4608114" y="498264"/>
                  </a:lnTo>
                  <a:lnTo>
                    <a:pt x="4457649" y="496752"/>
                  </a:lnTo>
                  <a:lnTo>
                    <a:pt x="4307185" y="495417"/>
                  </a:lnTo>
                  <a:lnTo>
                    <a:pt x="4156721" y="494276"/>
                  </a:lnTo>
                  <a:lnTo>
                    <a:pt x="4006257" y="493005"/>
                  </a:lnTo>
                  <a:lnTo>
                    <a:pt x="3855793" y="489251"/>
                  </a:lnTo>
                  <a:lnTo>
                    <a:pt x="3705329" y="483697"/>
                  </a:lnTo>
                  <a:lnTo>
                    <a:pt x="3554865" y="478403"/>
                  </a:lnTo>
                  <a:lnTo>
                    <a:pt x="3404401" y="472516"/>
                  </a:lnTo>
                  <a:lnTo>
                    <a:pt x="3253937" y="466077"/>
                  </a:lnTo>
                  <a:lnTo>
                    <a:pt x="3103473" y="460480"/>
                  </a:lnTo>
                  <a:lnTo>
                    <a:pt x="2953009" y="453674"/>
                  </a:lnTo>
                  <a:lnTo>
                    <a:pt x="2802545" y="443241"/>
                  </a:lnTo>
                  <a:lnTo>
                    <a:pt x="2652081" y="432959"/>
                  </a:lnTo>
                  <a:lnTo>
                    <a:pt x="2501617" y="424367"/>
                  </a:lnTo>
                  <a:lnTo>
                    <a:pt x="2351153" y="417097"/>
                  </a:lnTo>
                  <a:lnTo>
                    <a:pt x="2200689" y="411735"/>
                  </a:lnTo>
                  <a:lnTo>
                    <a:pt x="2050225" y="405700"/>
                  </a:lnTo>
                  <a:lnTo>
                    <a:pt x="1899761" y="396394"/>
                  </a:lnTo>
                  <a:lnTo>
                    <a:pt x="1749297" y="386359"/>
                  </a:lnTo>
                  <a:lnTo>
                    <a:pt x="1598833" y="373893"/>
                  </a:lnTo>
                  <a:lnTo>
                    <a:pt x="1448369" y="356719"/>
                  </a:lnTo>
                  <a:lnTo>
                    <a:pt x="1297904" y="333826"/>
                  </a:lnTo>
                  <a:lnTo>
                    <a:pt x="1147440" y="306845"/>
                  </a:lnTo>
                  <a:lnTo>
                    <a:pt x="996976" y="276138"/>
                  </a:lnTo>
                  <a:lnTo>
                    <a:pt x="846512" y="242077"/>
                  </a:lnTo>
                  <a:lnTo>
                    <a:pt x="696048" y="205007"/>
                  </a:lnTo>
                  <a:lnTo>
                    <a:pt x="545584" y="165205"/>
                  </a:lnTo>
                  <a:lnTo>
                    <a:pt x="395120" y="122864"/>
                  </a:lnTo>
                  <a:lnTo>
                    <a:pt x="244656" y="78097"/>
                  </a:lnTo>
                  <a:lnTo>
                    <a:pt x="94192" y="309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69802"/>
              <a:ext cx="6145984" cy="590800"/>
            </a:xfrm>
            <a:custGeom>
              <a:avLst/>
              <a:pathLst>
                <a:path w="6145984" h="590800">
                  <a:moveTo>
                    <a:pt x="0" y="0"/>
                  </a:moveTo>
                  <a:lnTo>
                    <a:pt x="94192" y="42960"/>
                  </a:lnTo>
                  <a:lnTo>
                    <a:pt x="244656" y="107069"/>
                  </a:lnTo>
                  <a:lnTo>
                    <a:pt x="395120" y="166593"/>
                  </a:lnTo>
                  <a:lnTo>
                    <a:pt x="545584" y="221464"/>
                  </a:lnTo>
                  <a:lnTo>
                    <a:pt x="696048" y="271614"/>
                  </a:lnTo>
                  <a:lnTo>
                    <a:pt x="846512" y="316976"/>
                  </a:lnTo>
                  <a:lnTo>
                    <a:pt x="996976" y="357482"/>
                  </a:lnTo>
                  <a:lnTo>
                    <a:pt x="1147440" y="393063"/>
                  </a:lnTo>
                  <a:lnTo>
                    <a:pt x="1297904" y="423652"/>
                  </a:lnTo>
                  <a:lnTo>
                    <a:pt x="1448369" y="449142"/>
                  </a:lnTo>
                  <a:lnTo>
                    <a:pt x="1598833" y="468274"/>
                  </a:lnTo>
                  <a:lnTo>
                    <a:pt x="1749297" y="482073"/>
                  </a:lnTo>
                  <a:lnTo>
                    <a:pt x="1899761" y="492739"/>
                  </a:lnTo>
                  <a:lnTo>
                    <a:pt x="2050225" y="502242"/>
                  </a:lnTo>
                  <a:lnTo>
                    <a:pt x="2200689" y="508761"/>
                  </a:lnTo>
                  <a:lnTo>
                    <a:pt x="2351153" y="513690"/>
                  </a:lnTo>
                  <a:lnTo>
                    <a:pt x="2501617" y="520081"/>
                  </a:lnTo>
                  <a:lnTo>
                    <a:pt x="2652081" y="529074"/>
                  </a:lnTo>
                  <a:lnTo>
                    <a:pt x="2802545" y="538923"/>
                  </a:lnTo>
                  <a:lnTo>
                    <a:pt x="2953009" y="547916"/>
                  </a:lnTo>
                  <a:lnTo>
                    <a:pt x="3103473" y="555195"/>
                  </a:lnTo>
                  <a:lnTo>
                    <a:pt x="3253937" y="561948"/>
                  </a:lnTo>
                  <a:lnTo>
                    <a:pt x="3404401" y="568202"/>
                  </a:lnTo>
                  <a:lnTo>
                    <a:pt x="3554865" y="573934"/>
                  </a:lnTo>
                  <a:lnTo>
                    <a:pt x="3705329" y="580112"/>
                  </a:lnTo>
                  <a:lnTo>
                    <a:pt x="3855793" y="585907"/>
                  </a:lnTo>
                  <a:lnTo>
                    <a:pt x="4006257" y="589425"/>
                  </a:lnTo>
                  <a:lnTo>
                    <a:pt x="4156721" y="590562"/>
                  </a:lnTo>
                  <a:lnTo>
                    <a:pt x="4307185" y="590800"/>
                  </a:lnTo>
                  <a:lnTo>
                    <a:pt x="4457649" y="590362"/>
                  </a:lnTo>
                  <a:lnTo>
                    <a:pt x="4608114" y="589477"/>
                  </a:lnTo>
                  <a:lnTo>
                    <a:pt x="4758578" y="588583"/>
                  </a:lnTo>
                  <a:lnTo>
                    <a:pt x="4909042" y="587857"/>
                  </a:lnTo>
                  <a:lnTo>
                    <a:pt x="5059506" y="587293"/>
                  </a:lnTo>
                  <a:lnTo>
                    <a:pt x="5209970" y="586885"/>
                  </a:lnTo>
                  <a:lnTo>
                    <a:pt x="5360434" y="586628"/>
                  </a:lnTo>
                  <a:lnTo>
                    <a:pt x="5510898" y="586515"/>
                  </a:lnTo>
                  <a:lnTo>
                    <a:pt x="5661362" y="586541"/>
                  </a:lnTo>
                  <a:lnTo>
                    <a:pt x="5811826" y="586699"/>
                  </a:lnTo>
                  <a:lnTo>
                    <a:pt x="5962290" y="586984"/>
                  </a:lnTo>
                  <a:lnTo>
                    <a:pt x="6112754" y="587391"/>
                  </a:lnTo>
                  <a:lnTo>
                    <a:pt x="6145984" y="58750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31137"/>
              <a:ext cx="6145984" cy="929696"/>
            </a:xfrm>
            <a:custGeom>
              <a:avLst/>
              <a:pathLst>
                <a:path w="6145984" h="929696">
                  <a:moveTo>
                    <a:pt x="0" y="0"/>
                  </a:moveTo>
                  <a:lnTo>
                    <a:pt x="94192" y="64622"/>
                  </a:lnTo>
                  <a:lnTo>
                    <a:pt x="244656" y="160210"/>
                  </a:lnTo>
                  <a:lnTo>
                    <a:pt x="395120" y="248080"/>
                  </a:lnTo>
                  <a:lnTo>
                    <a:pt x="545584" y="328185"/>
                  </a:lnTo>
                  <a:lnTo>
                    <a:pt x="696048" y="400531"/>
                  </a:lnTo>
                  <a:lnTo>
                    <a:pt x="846512" y="465196"/>
                  </a:lnTo>
                  <a:lnTo>
                    <a:pt x="996976" y="522338"/>
                  </a:lnTo>
                  <a:lnTo>
                    <a:pt x="1147440" y="572185"/>
                  </a:lnTo>
                  <a:lnTo>
                    <a:pt x="1297904" y="614984"/>
                  </a:lnTo>
                  <a:lnTo>
                    <a:pt x="1448369" y="650893"/>
                  </a:lnTo>
                  <a:lnTo>
                    <a:pt x="1598833" y="678561"/>
                  </a:lnTo>
                  <a:lnTo>
                    <a:pt x="1749297" y="698721"/>
                  </a:lnTo>
                  <a:lnTo>
                    <a:pt x="1899761" y="713429"/>
                  </a:lnTo>
                  <a:lnTo>
                    <a:pt x="2050225" y="724564"/>
                  </a:lnTo>
                  <a:lnTo>
                    <a:pt x="2200689" y="727282"/>
                  </a:lnTo>
                  <a:lnTo>
                    <a:pt x="2351153" y="724447"/>
                  </a:lnTo>
                  <a:lnTo>
                    <a:pt x="2501617" y="724470"/>
                  </a:lnTo>
                  <a:lnTo>
                    <a:pt x="2652081" y="730216"/>
                  </a:lnTo>
                  <a:lnTo>
                    <a:pt x="2802545" y="736141"/>
                  </a:lnTo>
                  <a:lnTo>
                    <a:pt x="2953009" y="740763"/>
                  </a:lnTo>
                  <a:lnTo>
                    <a:pt x="3103473" y="746633"/>
                  </a:lnTo>
                  <a:lnTo>
                    <a:pt x="3253937" y="753929"/>
                  </a:lnTo>
                  <a:lnTo>
                    <a:pt x="3404401" y="759666"/>
                  </a:lnTo>
                  <a:lnTo>
                    <a:pt x="3554865" y="764027"/>
                  </a:lnTo>
                  <a:lnTo>
                    <a:pt x="3705329" y="769200"/>
                  </a:lnTo>
                  <a:lnTo>
                    <a:pt x="3855793" y="773385"/>
                  </a:lnTo>
                  <a:lnTo>
                    <a:pt x="4006257" y="774985"/>
                  </a:lnTo>
                  <a:lnTo>
                    <a:pt x="4156721" y="774371"/>
                  </a:lnTo>
                  <a:lnTo>
                    <a:pt x="4307185" y="772122"/>
                  </a:lnTo>
                  <a:lnTo>
                    <a:pt x="4457649" y="768540"/>
                  </a:lnTo>
                  <a:lnTo>
                    <a:pt x="4608114" y="764255"/>
                  </a:lnTo>
                  <a:lnTo>
                    <a:pt x="4758578" y="759431"/>
                  </a:lnTo>
                  <a:lnTo>
                    <a:pt x="4909042" y="754153"/>
                  </a:lnTo>
                  <a:lnTo>
                    <a:pt x="5059506" y="748642"/>
                  </a:lnTo>
                  <a:lnTo>
                    <a:pt x="5209970" y="743024"/>
                  </a:lnTo>
                  <a:lnTo>
                    <a:pt x="5360434" y="737346"/>
                  </a:lnTo>
                  <a:lnTo>
                    <a:pt x="5510898" y="731599"/>
                  </a:lnTo>
                  <a:lnTo>
                    <a:pt x="5661362" y="725731"/>
                  </a:lnTo>
                  <a:lnTo>
                    <a:pt x="5811826" y="719663"/>
                  </a:lnTo>
                  <a:lnTo>
                    <a:pt x="5962290" y="713298"/>
                  </a:lnTo>
                  <a:lnTo>
                    <a:pt x="6112754" y="706533"/>
                  </a:lnTo>
                  <a:lnTo>
                    <a:pt x="6145984" y="704927"/>
                  </a:lnTo>
                  <a:lnTo>
                    <a:pt x="6145984" y="929696"/>
                  </a:lnTo>
                  <a:lnTo>
                    <a:pt x="6112754" y="927891"/>
                  </a:lnTo>
                  <a:lnTo>
                    <a:pt x="5962290" y="920616"/>
                  </a:lnTo>
                  <a:lnTo>
                    <a:pt x="5811826" y="914144"/>
                  </a:lnTo>
                  <a:lnTo>
                    <a:pt x="5661362" y="908386"/>
                  </a:lnTo>
                  <a:lnTo>
                    <a:pt x="5510898" y="903257"/>
                  </a:lnTo>
                  <a:lnTo>
                    <a:pt x="5360434" y="898692"/>
                  </a:lnTo>
                  <a:lnTo>
                    <a:pt x="5209970" y="894650"/>
                  </a:lnTo>
                  <a:lnTo>
                    <a:pt x="5059506" y="891136"/>
                  </a:lnTo>
                  <a:lnTo>
                    <a:pt x="4909042" y="888211"/>
                  </a:lnTo>
                  <a:lnTo>
                    <a:pt x="4758578" y="886011"/>
                  </a:lnTo>
                  <a:lnTo>
                    <a:pt x="4608114" y="884771"/>
                  </a:lnTo>
                  <a:lnTo>
                    <a:pt x="4457649" y="884484"/>
                  </a:lnTo>
                  <a:lnTo>
                    <a:pt x="4307185" y="884684"/>
                  </a:lnTo>
                  <a:lnTo>
                    <a:pt x="4156721" y="885209"/>
                  </a:lnTo>
                  <a:lnTo>
                    <a:pt x="4006257" y="885566"/>
                  </a:lnTo>
                  <a:lnTo>
                    <a:pt x="3855793" y="883517"/>
                  </a:lnTo>
                  <a:lnTo>
                    <a:pt x="3705329" y="879791"/>
                  </a:lnTo>
                  <a:lnTo>
                    <a:pt x="3554865" y="876304"/>
                  </a:lnTo>
                  <a:lnTo>
                    <a:pt x="3404401" y="871648"/>
                  </a:lnTo>
                  <a:lnTo>
                    <a:pt x="3253937" y="865559"/>
                  </a:lnTo>
                  <a:lnTo>
                    <a:pt x="3103473" y="860470"/>
                  </a:lnTo>
                  <a:lnTo>
                    <a:pt x="2953009" y="855501"/>
                  </a:lnTo>
                  <a:lnTo>
                    <a:pt x="2802545" y="848132"/>
                  </a:lnTo>
                  <a:lnTo>
                    <a:pt x="2652081" y="841381"/>
                  </a:lnTo>
                  <a:lnTo>
                    <a:pt x="2501617" y="836399"/>
                  </a:lnTo>
                  <a:lnTo>
                    <a:pt x="2351153" y="834699"/>
                  </a:lnTo>
                  <a:lnTo>
                    <a:pt x="2200689" y="836707"/>
                  </a:lnTo>
                  <a:lnTo>
                    <a:pt x="2050225" y="834913"/>
                  </a:lnTo>
                  <a:lnTo>
                    <a:pt x="1899761" y="824153"/>
                  </a:lnTo>
                  <a:lnTo>
                    <a:pt x="1749297" y="810650"/>
                  </a:lnTo>
                  <a:lnTo>
                    <a:pt x="1598833" y="793032"/>
                  </a:lnTo>
                  <a:lnTo>
                    <a:pt x="1448369" y="769101"/>
                  </a:lnTo>
                  <a:lnTo>
                    <a:pt x="1297904" y="738149"/>
                  </a:lnTo>
                  <a:lnTo>
                    <a:pt x="1147440" y="702234"/>
                  </a:lnTo>
                  <a:lnTo>
                    <a:pt x="996976" y="661689"/>
                  </a:lnTo>
                  <a:lnTo>
                    <a:pt x="846512" y="616843"/>
                  </a:lnTo>
                  <a:lnTo>
                    <a:pt x="696048" y="568002"/>
                  </a:lnTo>
                  <a:lnTo>
                    <a:pt x="545584" y="515405"/>
                  </a:lnTo>
                  <a:lnTo>
                    <a:pt x="395120" y="459210"/>
                  </a:lnTo>
                  <a:lnTo>
                    <a:pt x="244656" y="399500"/>
                  </a:lnTo>
                  <a:lnTo>
                    <a:pt x="94192" y="336310"/>
                  </a:lnTo>
                  <a:lnTo>
                    <a:pt x="0" y="2945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31137"/>
              <a:ext cx="6145984" cy="774985"/>
            </a:xfrm>
            <a:custGeom>
              <a:avLst/>
              <a:pathLst>
                <a:path w="6145984" h="774985">
                  <a:moveTo>
                    <a:pt x="0" y="0"/>
                  </a:moveTo>
                  <a:lnTo>
                    <a:pt x="94192" y="64622"/>
                  </a:lnTo>
                  <a:lnTo>
                    <a:pt x="244656" y="160210"/>
                  </a:lnTo>
                  <a:lnTo>
                    <a:pt x="395120" y="248080"/>
                  </a:lnTo>
                  <a:lnTo>
                    <a:pt x="545584" y="328185"/>
                  </a:lnTo>
                  <a:lnTo>
                    <a:pt x="696048" y="400531"/>
                  </a:lnTo>
                  <a:lnTo>
                    <a:pt x="846512" y="465196"/>
                  </a:lnTo>
                  <a:lnTo>
                    <a:pt x="996976" y="522338"/>
                  </a:lnTo>
                  <a:lnTo>
                    <a:pt x="1147440" y="572185"/>
                  </a:lnTo>
                  <a:lnTo>
                    <a:pt x="1297904" y="614984"/>
                  </a:lnTo>
                  <a:lnTo>
                    <a:pt x="1448369" y="650893"/>
                  </a:lnTo>
                  <a:lnTo>
                    <a:pt x="1598833" y="678561"/>
                  </a:lnTo>
                  <a:lnTo>
                    <a:pt x="1749297" y="698721"/>
                  </a:lnTo>
                  <a:lnTo>
                    <a:pt x="1899761" y="713429"/>
                  </a:lnTo>
                  <a:lnTo>
                    <a:pt x="2050225" y="724564"/>
                  </a:lnTo>
                  <a:lnTo>
                    <a:pt x="2200689" y="727282"/>
                  </a:lnTo>
                  <a:lnTo>
                    <a:pt x="2351153" y="724447"/>
                  </a:lnTo>
                  <a:lnTo>
                    <a:pt x="2501617" y="724470"/>
                  </a:lnTo>
                  <a:lnTo>
                    <a:pt x="2652081" y="730216"/>
                  </a:lnTo>
                  <a:lnTo>
                    <a:pt x="2802545" y="736141"/>
                  </a:lnTo>
                  <a:lnTo>
                    <a:pt x="2953009" y="740763"/>
                  </a:lnTo>
                  <a:lnTo>
                    <a:pt x="3103473" y="746633"/>
                  </a:lnTo>
                  <a:lnTo>
                    <a:pt x="3253937" y="753929"/>
                  </a:lnTo>
                  <a:lnTo>
                    <a:pt x="3404401" y="759666"/>
                  </a:lnTo>
                  <a:lnTo>
                    <a:pt x="3554865" y="764027"/>
                  </a:lnTo>
                  <a:lnTo>
                    <a:pt x="3705329" y="769200"/>
                  </a:lnTo>
                  <a:lnTo>
                    <a:pt x="3855793" y="773385"/>
                  </a:lnTo>
                  <a:lnTo>
                    <a:pt x="4006257" y="774985"/>
                  </a:lnTo>
                  <a:lnTo>
                    <a:pt x="4156721" y="774371"/>
                  </a:lnTo>
                  <a:lnTo>
                    <a:pt x="4307185" y="772122"/>
                  </a:lnTo>
                  <a:lnTo>
                    <a:pt x="4457649" y="768540"/>
                  </a:lnTo>
                  <a:lnTo>
                    <a:pt x="4608114" y="764255"/>
                  </a:lnTo>
                  <a:lnTo>
                    <a:pt x="4758578" y="759431"/>
                  </a:lnTo>
                  <a:lnTo>
                    <a:pt x="4909042" y="754153"/>
                  </a:lnTo>
                  <a:lnTo>
                    <a:pt x="5059506" y="748642"/>
                  </a:lnTo>
                  <a:lnTo>
                    <a:pt x="5209970" y="743024"/>
                  </a:lnTo>
                  <a:lnTo>
                    <a:pt x="5360434" y="737346"/>
                  </a:lnTo>
                  <a:lnTo>
                    <a:pt x="5510898" y="731599"/>
                  </a:lnTo>
                  <a:lnTo>
                    <a:pt x="5661362" y="725731"/>
                  </a:lnTo>
                  <a:lnTo>
                    <a:pt x="5811826" y="719663"/>
                  </a:lnTo>
                  <a:lnTo>
                    <a:pt x="5962290" y="713298"/>
                  </a:lnTo>
                  <a:lnTo>
                    <a:pt x="6112754" y="706533"/>
                  </a:lnTo>
                  <a:lnTo>
                    <a:pt x="6145984" y="704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25712"/>
              <a:ext cx="6145984" cy="635121"/>
            </a:xfrm>
            <a:custGeom>
              <a:avLst/>
              <a:pathLst>
                <a:path w="6145984" h="635121">
                  <a:moveTo>
                    <a:pt x="6145984" y="635121"/>
                  </a:moveTo>
                  <a:lnTo>
                    <a:pt x="6112754" y="633317"/>
                  </a:lnTo>
                  <a:lnTo>
                    <a:pt x="5962290" y="626041"/>
                  </a:lnTo>
                  <a:lnTo>
                    <a:pt x="5811826" y="619569"/>
                  </a:lnTo>
                  <a:lnTo>
                    <a:pt x="5661362" y="613811"/>
                  </a:lnTo>
                  <a:lnTo>
                    <a:pt x="5510898" y="608682"/>
                  </a:lnTo>
                  <a:lnTo>
                    <a:pt x="5360434" y="604117"/>
                  </a:lnTo>
                  <a:lnTo>
                    <a:pt x="5209970" y="600075"/>
                  </a:lnTo>
                  <a:lnTo>
                    <a:pt x="5059506" y="596561"/>
                  </a:lnTo>
                  <a:lnTo>
                    <a:pt x="4909042" y="593636"/>
                  </a:lnTo>
                  <a:lnTo>
                    <a:pt x="4758578" y="591436"/>
                  </a:lnTo>
                  <a:lnTo>
                    <a:pt x="4608114" y="590196"/>
                  </a:lnTo>
                  <a:lnTo>
                    <a:pt x="4457649" y="589909"/>
                  </a:lnTo>
                  <a:lnTo>
                    <a:pt x="4307185" y="590109"/>
                  </a:lnTo>
                  <a:lnTo>
                    <a:pt x="4156721" y="590635"/>
                  </a:lnTo>
                  <a:lnTo>
                    <a:pt x="4006257" y="590991"/>
                  </a:lnTo>
                  <a:lnTo>
                    <a:pt x="3855793" y="588942"/>
                  </a:lnTo>
                  <a:lnTo>
                    <a:pt x="3705329" y="585216"/>
                  </a:lnTo>
                  <a:lnTo>
                    <a:pt x="3554865" y="581729"/>
                  </a:lnTo>
                  <a:lnTo>
                    <a:pt x="3404401" y="577073"/>
                  </a:lnTo>
                  <a:lnTo>
                    <a:pt x="3253937" y="570984"/>
                  </a:lnTo>
                  <a:lnTo>
                    <a:pt x="3103473" y="565895"/>
                  </a:lnTo>
                  <a:lnTo>
                    <a:pt x="2953009" y="560926"/>
                  </a:lnTo>
                  <a:lnTo>
                    <a:pt x="2802545" y="553557"/>
                  </a:lnTo>
                  <a:lnTo>
                    <a:pt x="2652081" y="546806"/>
                  </a:lnTo>
                  <a:lnTo>
                    <a:pt x="2501617" y="541824"/>
                  </a:lnTo>
                  <a:lnTo>
                    <a:pt x="2351153" y="540124"/>
                  </a:lnTo>
                  <a:lnTo>
                    <a:pt x="2200689" y="542132"/>
                  </a:lnTo>
                  <a:lnTo>
                    <a:pt x="2050225" y="540338"/>
                  </a:lnTo>
                  <a:lnTo>
                    <a:pt x="1899761" y="529578"/>
                  </a:lnTo>
                  <a:lnTo>
                    <a:pt x="1749297" y="516075"/>
                  </a:lnTo>
                  <a:lnTo>
                    <a:pt x="1598833" y="498458"/>
                  </a:lnTo>
                  <a:lnTo>
                    <a:pt x="1448369" y="474527"/>
                  </a:lnTo>
                  <a:lnTo>
                    <a:pt x="1297904" y="443574"/>
                  </a:lnTo>
                  <a:lnTo>
                    <a:pt x="1147440" y="407659"/>
                  </a:lnTo>
                  <a:lnTo>
                    <a:pt x="996976" y="367114"/>
                  </a:lnTo>
                  <a:lnTo>
                    <a:pt x="846512" y="322268"/>
                  </a:lnTo>
                  <a:lnTo>
                    <a:pt x="696048" y="273427"/>
                  </a:lnTo>
                  <a:lnTo>
                    <a:pt x="545584" y="220830"/>
                  </a:lnTo>
                  <a:lnTo>
                    <a:pt x="395120" y="164635"/>
                  </a:lnTo>
                  <a:lnTo>
                    <a:pt x="244656" y="104925"/>
                  </a:lnTo>
                  <a:lnTo>
                    <a:pt x="94192" y="41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78425"/>
              <a:ext cx="6145984" cy="682988"/>
            </a:xfrm>
            <a:custGeom>
              <a:avLst/>
              <a:pathLst>
                <a:path w="6145984" h="682988">
                  <a:moveTo>
                    <a:pt x="0" y="0"/>
                  </a:moveTo>
                  <a:lnTo>
                    <a:pt x="94192" y="53179"/>
                  </a:lnTo>
                  <a:lnTo>
                    <a:pt x="244656" y="132568"/>
                  </a:lnTo>
                  <a:lnTo>
                    <a:pt x="395120" y="206357"/>
                  </a:lnTo>
                  <a:lnTo>
                    <a:pt x="545584" y="274508"/>
                  </a:lnTo>
                  <a:lnTo>
                    <a:pt x="696048" y="336979"/>
                  </a:lnTo>
                  <a:lnTo>
                    <a:pt x="846512" y="393732"/>
                  </a:lnTo>
                  <a:lnTo>
                    <a:pt x="996976" y="444726"/>
                  </a:lnTo>
                  <a:lnTo>
                    <a:pt x="1147440" y="489922"/>
                  </a:lnTo>
                  <a:lnTo>
                    <a:pt x="1297904" y="529279"/>
                  </a:lnTo>
                  <a:lnTo>
                    <a:pt x="1448369" y="562710"/>
                  </a:lnTo>
                  <a:lnTo>
                    <a:pt x="1598833" y="588509"/>
                  </a:lnTo>
                  <a:lnTo>
                    <a:pt x="1749297" y="607398"/>
                  </a:lnTo>
                  <a:lnTo>
                    <a:pt x="1899761" y="621504"/>
                  </a:lnTo>
                  <a:lnTo>
                    <a:pt x="2050225" y="632451"/>
                  </a:lnTo>
                  <a:lnTo>
                    <a:pt x="2200689" y="634707"/>
                  </a:lnTo>
                  <a:lnTo>
                    <a:pt x="2351153" y="632285"/>
                  </a:lnTo>
                  <a:lnTo>
                    <a:pt x="2501617" y="633147"/>
                  </a:lnTo>
                  <a:lnTo>
                    <a:pt x="2652081" y="638511"/>
                  </a:lnTo>
                  <a:lnTo>
                    <a:pt x="2802545" y="644849"/>
                  </a:lnTo>
                  <a:lnTo>
                    <a:pt x="2953009" y="650845"/>
                  </a:lnTo>
                  <a:lnTo>
                    <a:pt x="3103473" y="656264"/>
                  </a:lnTo>
                  <a:lnTo>
                    <a:pt x="3253937" y="662457"/>
                  </a:lnTo>
                  <a:lnTo>
                    <a:pt x="3404401" y="668369"/>
                  </a:lnTo>
                  <a:lnTo>
                    <a:pt x="3554865" y="672878"/>
                  </a:lnTo>
                  <a:lnTo>
                    <a:pt x="3705329" y="677208"/>
                  </a:lnTo>
                  <a:lnTo>
                    <a:pt x="3855793" y="681164"/>
                  </a:lnTo>
                  <a:lnTo>
                    <a:pt x="4006257" y="682988"/>
                  </a:lnTo>
                  <a:lnTo>
                    <a:pt x="4156721" y="682503"/>
                  </a:lnTo>
                  <a:lnTo>
                    <a:pt x="4307185" y="681116"/>
                  </a:lnTo>
                  <a:lnTo>
                    <a:pt x="4457649" y="679224"/>
                  </a:lnTo>
                  <a:lnTo>
                    <a:pt x="4608114" y="677225"/>
                  </a:lnTo>
                  <a:lnTo>
                    <a:pt x="4758578" y="675433"/>
                  </a:lnTo>
                  <a:lnTo>
                    <a:pt x="4909042" y="673894"/>
                  </a:lnTo>
                  <a:lnTo>
                    <a:pt x="5059506" y="672602"/>
                  </a:lnTo>
                  <a:lnTo>
                    <a:pt x="5209970" y="671550"/>
                  </a:lnTo>
                  <a:lnTo>
                    <a:pt x="5360434" y="670731"/>
                  </a:lnTo>
                  <a:lnTo>
                    <a:pt x="5510898" y="670141"/>
                  </a:lnTo>
                  <a:lnTo>
                    <a:pt x="5661362" y="669771"/>
                  </a:lnTo>
                  <a:lnTo>
                    <a:pt x="5811826" y="669616"/>
                  </a:lnTo>
                  <a:lnTo>
                    <a:pt x="5962290" y="669669"/>
                  </a:lnTo>
                  <a:lnTo>
                    <a:pt x="6112754" y="669925"/>
                  </a:lnTo>
                  <a:lnTo>
                    <a:pt x="6145984" y="6700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548977"/>
              <a:ext cx="6145984" cy="708504"/>
            </a:xfrm>
            <a:custGeom>
              <a:avLst/>
              <a:pathLst>
                <a:path w="6145984" h="708504">
                  <a:moveTo>
                    <a:pt x="0" y="0"/>
                  </a:moveTo>
                  <a:lnTo>
                    <a:pt x="94192" y="49994"/>
                  </a:lnTo>
                  <a:lnTo>
                    <a:pt x="244656" y="123479"/>
                  </a:lnTo>
                  <a:lnTo>
                    <a:pt x="395120" y="190472"/>
                  </a:lnTo>
                  <a:lnTo>
                    <a:pt x="545584" y="250885"/>
                  </a:lnTo>
                  <a:lnTo>
                    <a:pt x="696048" y="304678"/>
                  </a:lnTo>
                  <a:lnTo>
                    <a:pt x="846512" y="351876"/>
                  </a:lnTo>
                  <a:lnTo>
                    <a:pt x="996976" y="392575"/>
                  </a:lnTo>
                  <a:lnTo>
                    <a:pt x="1147440" y="426933"/>
                  </a:lnTo>
                  <a:lnTo>
                    <a:pt x="1297904" y="455128"/>
                  </a:lnTo>
                  <a:lnTo>
                    <a:pt x="1448369" y="477276"/>
                  </a:lnTo>
                  <a:lnTo>
                    <a:pt x="1598833" y="493135"/>
                  </a:lnTo>
                  <a:lnTo>
                    <a:pt x="1749297" y="503858"/>
                  </a:lnTo>
                  <a:lnTo>
                    <a:pt x="1899761" y="511238"/>
                  </a:lnTo>
                  <a:lnTo>
                    <a:pt x="2050225" y="517118"/>
                  </a:lnTo>
                  <a:lnTo>
                    <a:pt x="2200689" y="519912"/>
                  </a:lnTo>
                  <a:lnTo>
                    <a:pt x="2351153" y="520226"/>
                  </a:lnTo>
                  <a:lnTo>
                    <a:pt x="2501617" y="521926"/>
                  </a:lnTo>
                  <a:lnTo>
                    <a:pt x="2652081" y="528129"/>
                  </a:lnTo>
                  <a:lnTo>
                    <a:pt x="2802545" y="535220"/>
                  </a:lnTo>
                  <a:lnTo>
                    <a:pt x="2953009" y="541004"/>
                  </a:lnTo>
                  <a:lnTo>
                    <a:pt x="3103473" y="547601"/>
                  </a:lnTo>
                  <a:lnTo>
                    <a:pt x="3253937" y="556083"/>
                  </a:lnTo>
                  <a:lnTo>
                    <a:pt x="3404401" y="563182"/>
                  </a:lnTo>
                  <a:lnTo>
                    <a:pt x="3554865" y="568418"/>
                  </a:lnTo>
                  <a:lnTo>
                    <a:pt x="3705329" y="574285"/>
                  </a:lnTo>
                  <a:lnTo>
                    <a:pt x="3855793" y="579221"/>
                  </a:lnTo>
                  <a:lnTo>
                    <a:pt x="4006257" y="581145"/>
                  </a:lnTo>
                  <a:lnTo>
                    <a:pt x="4156721" y="580280"/>
                  </a:lnTo>
                  <a:lnTo>
                    <a:pt x="4307185" y="577600"/>
                  </a:lnTo>
                  <a:lnTo>
                    <a:pt x="4457649" y="573503"/>
                  </a:lnTo>
                  <a:lnTo>
                    <a:pt x="4608114" y="568680"/>
                  </a:lnTo>
                  <a:lnTo>
                    <a:pt x="4758578" y="563388"/>
                  </a:lnTo>
                  <a:lnTo>
                    <a:pt x="4909042" y="557722"/>
                  </a:lnTo>
                  <a:lnTo>
                    <a:pt x="5059506" y="551881"/>
                  </a:lnTo>
                  <a:lnTo>
                    <a:pt x="5209970" y="545973"/>
                  </a:lnTo>
                  <a:lnTo>
                    <a:pt x="5360434" y="540042"/>
                  </a:lnTo>
                  <a:lnTo>
                    <a:pt x="5510898" y="534076"/>
                  </a:lnTo>
                  <a:lnTo>
                    <a:pt x="5661362" y="528028"/>
                  </a:lnTo>
                  <a:lnTo>
                    <a:pt x="5811826" y="521826"/>
                  </a:lnTo>
                  <a:lnTo>
                    <a:pt x="5962290" y="515382"/>
                  </a:lnTo>
                  <a:lnTo>
                    <a:pt x="6112754" y="508601"/>
                  </a:lnTo>
                  <a:lnTo>
                    <a:pt x="6145984" y="507008"/>
                  </a:lnTo>
                  <a:lnTo>
                    <a:pt x="6145984" y="708504"/>
                  </a:lnTo>
                  <a:lnTo>
                    <a:pt x="6112754" y="707040"/>
                  </a:lnTo>
                  <a:lnTo>
                    <a:pt x="5962290" y="701234"/>
                  </a:lnTo>
                  <a:lnTo>
                    <a:pt x="5811826" y="696171"/>
                  </a:lnTo>
                  <a:lnTo>
                    <a:pt x="5661362" y="691771"/>
                  </a:lnTo>
                  <a:lnTo>
                    <a:pt x="5510898" y="687960"/>
                  </a:lnTo>
                  <a:lnTo>
                    <a:pt x="5360434" y="684681"/>
                  </a:lnTo>
                  <a:lnTo>
                    <a:pt x="5209970" y="681900"/>
                  </a:lnTo>
                  <a:lnTo>
                    <a:pt x="5059506" y="679621"/>
                  </a:lnTo>
                  <a:lnTo>
                    <a:pt x="4909042" y="677900"/>
                  </a:lnTo>
                  <a:lnTo>
                    <a:pt x="4758578" y="676862"/>
                  </a:lnTo>
                  <a:lnTo>
                    <a:pt x="4608114" y="676718"/>
                  </a:lnTo>
                  <a:lnTo>
                    <a:pt x="4457649" y="677441"/>
                  </a:lnTo>
                  <a:lnTo>
                    <a:pt x="4307185" y="678507"/>
                  </a:lnTo>
                  <a:lnTo>
                    <a:pt x="4156721" y="679642"/>
                  </a:lnTo>
                  <a:lnTo>
                    <a:pt x="4006257" y="680277"/>
                  </a:lnTo>
                  <a:lnTo>
                    <a:pt x="3855793" y="677950"/>
                  </a:lnTo>
                  <a:lnTo>
                    <a:pt x="3705329" y="673425"/>
                  </a:lnTo>
                  <a:lnTo>
                    <a:pt x="3554865" y="669070"/>
                  </a:lnTo>
                  <a:lnTo>
                    <a:pt x="3404401" y="663569"/>
                  </a:lnTo>
                  <a:lnTo>
                    <a:pt x="3253937" y="656155"/>
                  </a:lnTo>
                  <a:lnTo>
                    <a:pt x="3103473" y="649651"/>
                  </a:lnTo>
                  <a:lnTo>
                    <a:pt x="2953009" y="643863"/>
                  </a:lnTo>
                  <a:lnTo>
                    <a:pt x="2802545" y="635616"/>
                  </a:lnTo>
                  <a:lnTo>
                    <a:pt x="2652081" y="627784"/>
                  </a:lnTo>
                  <a:lnTo>
                    <a:pt x="2501617" y="622266"/>
                  </a:lnTo>
                  <a:lnTo>
                    <a:pt x="2351153" y="619063"/>
                  </a:lnTo>
                  <a:lnTo>
                    <a:pt x="2200689" y="618007"/>
                  </a:lnTo>
                  <a:lnTo>
                    <a:pt x="2050225" y="616042"/>
                  </a:lnTo>
                  <a:lnTo>
                    <a:pt x="1899761" y="610498"/>
                  </a:lnTo>
                  <a:lnTo>
                    <a:pt x="1749297" y="604197"/>
                  </a:lnTo>
                  <a:lnTo>
                    <a:pt x="1598833" y="595755"/>
                  </a:lnTo>
                  <a:lnTo>
                    <a:pt x="1448369" y="583246"/>
                  </a:lnTo>
                  <a:lnTo>
                    <a:pt x="1297904" y="565540"/>
                  </a:lnTo>
                  <a:lnTo>
                    <a:pt x="1147440" y="543517"/>
                  </a:lnTo>
                  <a:lnTo>
                    <a:pt x="996976" y="517498"/>
                  </a:lnTo>
                  <a:lnTo>
                    <a:pt x="846512" y="487822"/>
                  </a:lnTo>
                  <a:lnTo>
                    <a:pt x="696048" y="454809"/>
                  </a:lnTo>
                  <a:lnTo>
                    <a:pt x="545584" y="418720"/>
                  </a:lnTo>
                  <a:lnTo>
                    <a:pt x="395120" y="379741"/>
                  </a:lnTo>
                  <a:lnTo>
                    <a:pt x="244656" y="337993"/>
                  </a:lnTo>
                  <a:lnTo>
                    <a:pt x="94192" y="293551"/>
                  </a:lnTo>
                  <a:lnTo>
                    <a:pt x="0" y="26407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48977"/>
              <a:ext cx="6145984" cy="581145"/>
            </a:xfrm>
            <a:custGeom>
              <a:avLst/>
              <a:pathLst>
                <a:path w="6145984" h="581145">
                  <a:moveTo>
                    <a:pt x="0" y="0"/>
                  </a:moveTo>
                  <a:lnTo>
                    <a:pt x="94192" y="49994"/>
                  </a:lnTo>
                  <a:lnTo>
                    <a:pt x="244656" y="123479"/>
                  </a:lnTo>
                  <a:lnTo>
                    <a:pt x="395120" y="190472"/>
                  </a:lnTo>
                  <a:lnTo>
                    <a:pt x="545584" y="250885"/>
                  </a:lnTo>
                  <a:lnTo>
                    <a:pt x="696048" y="304678"/>
                  </a:lnTo>
                  <a:lnTo>
                    <a:pt x="846512" y="351876"/>
                  </a:lnTo>
                  <a:lnTo>
                    <a:pt x="996976" y="392575"/>
                  </a:lnTo>
                  <a:lnTo>
                    <a:pt x="1147440" y="426933"/>
                  </a:lnTo>
                  <a:lnTo>
                    <a:pt x="1297904" y="455128"/>
                  </a:lnTo>
                  <a:lnTo>
                    <a:pt x="1448369" y="477276"/>
                  </a:lnTo>
                  <a:lnTo>
                    <a:pt x="1598833" y="493135"/>
                  </a:lnTo>
                  <a:lnTo>
                    <a:pt x="1749297" y="503858"/>
                  </a:lnTo>
                  <a:lnTo>
                    <a:pt x="1899761" y="511238"/>
                  </a:lnTo>
                  <a:lnTo>
                    <a:pt x="2050225" y="517118"/>
                  </a:lnTo>
                  <a:lnTo>
                    <a:pt x="2200689" y="519912"/>
                  </a:lnTo>
                  <a:lnTo>
                    <a:pt x="2351153" y="520226"/>
                  </a:lnTo>
                  <a:lnTo>
                    <a:pt x="2501617" y="521926"/>
                  </a:lnTo>
                  <a:lnTo>
                    <a:pt x="2652081" y="528129"/>
                  </a:lnTo>
                  <a:lnTo>
                    <a:pt x="2802545" y="535220"/>
                  </a:lnTo>
                  <a:lnTo>
                    <a:pt x="2953009" y="541004"/>
                  </a:lnTo>
                  <a:lnTo>
                    <a:pt x="3103473" y="547601"/>
                  </a:lnTo>
                  <a:lnTo>
                    <a:pt x="3253937" y="556083"/>
                  </a:lnTo>
                  <a:lnTo>
                    <a:pt x="3404401" y="563182"/>
                  </a:lnTo>
                  <a:lnTo>
                    <a:pt x="3554865" y="568418"/>
                  </a:lnTo>
                  <a:lnTo>
                    <a:pt x="3705329" y="574285"/>
                  </a:lnTo>
                  <a:lnTo>
                    <a:pt x="3855793" y="579221"/>
                  </a:lnTo>
                  <a:lnTo>
                    <a:pt x="4006257" y="581145"/>
                  </a:lnTo>
                  <a:lnTo>
                    <a:pt x="4156721" y="580280"/>
                  </a:lnTo>
                  <a:lnTo>
                    <a:pt x="4307185" y="577600"/>
                  </a:lnTo>
                  <a:lnTo>
                    <a:pt x="4457649" y="573503"/>
                  </a:lnTo>
                  <a:lnTo>
                    <a:pt x="4608114" y="568680"/>
                  </a:lnTo>
                  <a:lnTo>
                    <a:pt x="4758578" y="563388"/>
                  </a:lnTo>
                  <a:lnTo>
                    <a:pt x="4909042" y="557722"/>
                  </a:lnTo>
                  <a:lnTo>
                    <a:pt x="5059506" y="551881"/>
                  </a:lnTo>
                  <a:lnTo>
                    <a:pt x="5209970" y="545973"/>
                  </a:lnTo>
                  <a:lnTo>
                    <a:pt x="5360434" y="540042"/>
                  </a:lnTo>
                  <a:lnTo>
                    <a:pt x="5510898" y="534076"/>
                  </a:lnTo>
                  <a:lnTo>
                    <a:pt x="5661362" y="528028"/>
                  </a:lnTo>
                  <a:lnTo>
                    <a:pt x="5811826" y="521826"/>
                  </a:lnTo>
                  <a:lnTo>
                    <a:pt x="5962290" y="515382"/>
                  </a:lnTo>
                  <a:lnTo>
                    <a:pt x="6112754" y="508601"/>
                  </a:lnTo>
                  <a:lnTo>
                    <a:pt x="6145984" y="5070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13052"/>
              <a:ext cx="6145984" cy="444430"/>
            </a:xfrm>
            <a:custGeom>
              <a:avLst/>
              <a:pathLst>
                <a:path w="6145984" h="444430">
                  <a:moveTo>
                    <a:pt x="6145984" y="444430"/>
                  </a:moveTo>
                  <a:lnTo>
                    <a:pt x="6112754" y="442965"/>
                  </a:lnTo>
                  <a:lnTo>
                    <a:pt x="5962290" y="437159"/>
                  </a:lnTo>
                  <a:lnTo>
                    <a:pt x="5811826" y="432096"/>
                  </a:lnTo>
                  <a:lnTo>
                    <a:pt x="5661362" y="427697"/>
                  </a:lnTo>
                  <a:lnTo>
                    <a:pt x="5510898" y="423886"/>
                  </a:lnTo>
                  <a:lnTo>
                    <a:pt x="5360434" y="420607"/>
                  </a:lnTo>
                  <a:lnTo>
                    <a:pt x="5209970" y="417825"/>
                  </a:lnTo>
                  <a:lnTo>
                    <a:pt x="5059506" y="415546"/>
                  </a:lnTo>
                  <a:lnTo>
                    <a:pt x="4909042" y="413825"/>
                  </a:lnTo>
                  <a:lnTo>
                    <a:pt x="4758578" y="412788"/>
                  </a:lnTo>
                  <a:lnTo>
                    <a:pt x="4608114" y="412644"/>
                  </a:lnTo>
                  <a:lnTo>
                    <a:pt x="4457649" y="413367"/>
                  </a:lnTo>
                  <a:lnTo>
                    <a:pt x="4307185" y="414433"/>
                  </a:lnTo>
                  <a:lnTo>
                    <a:pt x="4156721" y="415568"/>
                  </a:lnTo>
                  <a:lnTo>
                    <a:pt x="4006257" y="416203"/>
                  </a:lnTo>
                  <a:lnTo>
                    <a:pt x="3855793" y="413876"/>
                  </a:lnTo>
                  <a:lnTo>
                    <a:pt x="3705329" y="409350"/>
                  </a:lnTo>
                  <a:lnTo>
                    <a:pt x="3554865" y="404996"/>
                  </a:lnTo>
                  <a:lnTo>
                    <a:pt x="3404401" y="399495"/>
                  </a:lnTo>
                  <a:lnTo>
                    <a:pt x="3253937" y="392080"/>
                  </a:lnTo>
                  <a:lnTo>
                    <a:pt x="3103473" y="385576"/>
                  </a:lnTo>
                  <a:lnTo>
                    <a:pt x="2953009" y="379788"/>
                  </a:lnTo>
                  <a:lnTo>
                    <a:pt x="2802545" y="371541"/>
                  </a:lnTo>
                  <a:lnTo>
                    <a:pt x="2652081" y="363709"/>
                  </a:lnTo>
                  <a:lnTo>
                    <a:pt x="2501617" y="358192"/>
                  </a:lnTo>
                  <a:lnTo>
                    <a:pt x="2351153" y="354988"/>
                  </a:lnTo>
                  <a:lnTo>
                    <a:pt x="2200689" y="353933"/>
                  </a:lnTo>
                  <a:lnTo>
                    <a:pt x="2050225" y="351967"/>
                  </a:lnTo>
                  <a:lnTo>
                    <a:pt x="1899761" y="346423"/>
                  </a:lnTo>
                  <a:lnTo>
                    <a:pt x="1749297" y="340123"/>
                  </a:lnTo>
                  <a:lnTo>
                    <a:pt x="1598833" y="331680"/>
                  </a:lnTo>
                  <a:lnTo>
                    <a:pt x="1448369" y="319171"/>
                  </a:lnTo>
                  <a:lnTo>
                    <a:pt x="1297904" y="301466"/>
                  </a:lnTo>
                  <a:lnTo>
                    <a:pt x="1147440" y="279442"/>
                  </a:lnTo>
                  <a:lnTo>
                    <a:pt x="996976" y="253423"/>
                  </a:lnTo>
                  <a:lnTo>
                    <a:pt x="846512" y="223747"/>
                  </a:lnTo>
                  <a:lnTo>
                    <a:pt x="696048" y="190735"/>
                  </a:lnTo>
                  <a:lnTo>
                    <a:pt x="545584" y="154646"/>
                  </a:lnTo>
                  <a:lnTo>
                    <a:pt x="395120" y="115666"/>
                  </a:lnTo>
                  <a:lnTo>
                    <a:pt x="244656" y="73918"/>
                  </a:lnTo>
                  <a:lnTo>
                    <a:pt x="94192" y="2947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81015"/>
              <a:ext cx="6145984" cy="498674"/>
            </a:xfrm>
            <a:custGeom>
              <a:avLst/>
              <a:pathLst>
                <a:path w="6145984" h="498674">
                  <a:moveTo>
                    <a:pt x="0" y="0"/>
                  </a:moveTo>
                  <a:lnTo>
                    <a:pt x="94192" y="39736"/>
                  </a:lnTo>
                  <a:lnTo>
                    <a:pt x="244656" y="98699"/>
                  </a:lnTo>
                  <a:lnTo>
                    <a:pt x="395120" y="153069"/>
                  </a:lnTo>
                  <a:lnTo>
                    <a:pt x="545584" y="202765"/>
                  </a:lnTo>
                  <a:lnTo>
                    <a:pt x="696048" y="247707"/>
                  </a:lnTo>
                  <a:lnTo>
                    <a:pt x="846512" y="287812"/>
                  </a:lnTo>
                  <a:lnTo>
                    <a:pt x="996976" y="322999"/>
                  </a:lnTo>
                  <a:lnTo>
                    <a:pt x="1147440" y="353188"/>
                  </a:lnTo>
                  <a:lnTo>
                    <a:pt x="1297904" y="378297"/>
                  </a:lnTo>
                  <a:lnTo>
                    <a:pt x="1448369" y="398224"/>
                  </a:lnTo>
                  <a:lnTo>
                    <a:pt x="1598833" y="412408"/>
                  </a:lnTo>
                  <a:lnTo>
                    <a:pt x="1749297" y="421990"/>
                  </a:lnTo>
                  <a:lnTo>
                    <a:pt x="1899761" y="428831"/>
                  </a:lnTo>
                  <a:lnTo>
                    <a:pt x="2050225" y="434543"/>
                  </a:lnTo>
                  <a:lnTo>
                    <a:pt x="2200689" y="436922"/>
                  </a:lnTo>
                  <a:lnTo>
                    <a:pt x="2351153" y="437607"/>
                  </a:lnTo>
                  <a:lnTo>
                    <a:pt x="2501617" y="440059"/>
                  </a:lnTo>
                  <a:lnTo>
                    <a:pt x="2652081" y="445919"/>
                  </a:lnTo>
                  <a:lnTo>
                    <a:pt x="2802545" y="453381"/>
                  </a:lnTo>
                  <a:lnTo>
                    <a:pt x="2953009" y="460396"/>
                  </a:lnTo>
                  <a:lnTo>
                    <a:pt x="3103473" y="466588"/>
                  </a:lnTo>
                  <a:lnTo>
                    <a:pt x="3253937" y="474082"/>
                  </a:lnTo>
                  <a:lnTo>
                    <a:pt x="3404401" y="481339"/>
                  </a:lnTo>
                  <a:lnTo>
                    <a:pt x="3554865" y="486707"/>
                  </a:lnTo>
                  <a:lnTo>
                    <a:pt x="3705329" y="491817"/>
                  </a:lnTo>
                  <a:lnTo>
                    <a:pt x="3855793" y="496548"/>
                  </a:lnTo>
                  <a:lnTo>
                    <a:pt x="4006257" y="498674"/>
                  </a:lnTo>
                  <a:lnTo>
                    <a:pt x="4156721" y="497924"/>
                  </a:lnTo>
                  <a:lnTo>
                    <a:pt x="4307185" y="496016"/>
                  </a:lnTo>
                  <a:lnTo>
                    <a:pt x="4457649" y="493435"/>
                  </a:lnTo>
                  <a:lnTo>
                    <a:pt x="4608114" y="490662"/>
                  </a:lnTo>
                  <a:lnTo>
                    <a:pt x="4758578" y="488088"/>
                  </a:lnTo>
                  <a:lnTo>
                    <a:pt x="4909042" y="485774"/>
                  </a:lnTo>
                  <a:lnTo>
                    <a:pt x="5059506" y="483714"/>
                  </a:lnTo>
                  <a:lnTo>
                    <a:pt x="5209970" y="481899"/>
                  </a:lnTo>
                  <a:lnTo>
                    <a:pt x="5360434" y="480324"/>
                  </a:lnTo>
                  <a:lnTo>
                    <a:pt x="5510898" y="478981"/>
                  </a:lnTo>
                  <a:lnTo>
                    <a:pt x="5661362" y="477862"/>
                  </a:lnTo>
                  <a:lnTo>
                    <a:pt x="5811826" y="476961"/>
                  </a:lnTo>
                  <a:lnTo>
                    <a:pt x="5962290" y="476270"/>
                  </a:lnTo>
                  <a:lnTo>
                    <a:pt x="6112754" y="475783"/>
                  </a:lnTo>
                  <a:lnTo>
                    <a:pt x="6145984" y="47571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2026-09-08T15:57:32Z</dcterms:modified>
  <cp:category/>
</cp:coreProperties>
</file>