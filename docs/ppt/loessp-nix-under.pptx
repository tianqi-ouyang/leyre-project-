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886568"/>
              <a:ext cx="6015395" cy="439289"/>
            </a:xfrm>
            <a:custGeom>
              <a:avLst/>
              <a:pathLst>
                <a:path w="6015395" h="439289">
                  <a:moveTo>
                    <a:pt x="0" y="0"/>
                  </a:moveTo>
                  <a:lnTo>
                    <a:pt x="82883" y="21482"/>
                  </a:lnTo>
                  <a:lnTo>
                    <a:pt x="165766" y="42029"/>
                  </a:lnTo>
                  <a:lnTo>
                    <a:pt x="248649" y="61628"/>
                  </a:lnTo>
                  <a:lnTo>
                    <a:pt x="331532" y="80265"/>
                  </a:lnTo>
                  <a:lnTo>
                    <a:pt x="414416" y="97927"/>
                  </a:lnTo>
                  <a:lnTo>
                    <a:pt x="497299" y="114599"/>
                  </a:lnTo>
                  <a:lnTo>
                    <a:pt x="580182" y="130263"/>
                  </a:lnTo>
                  <a:lnTo>
                    <a:pt x="663065" y="144902"/>
                  </a:lnTo>
                  <a:lnTo>
                    <a:pt x="745948" y="158496"/>
                  </a:lnTo>
                  <a:lnTo>
                    <a:pt x="828832" y="171023"/>
                  </a:lnTo>
                  <a:lnTo>
                    <a:pt x="911715" y="182463"/>
                  </a:lnTo>
                  <a:lnTo>
                    <a:pt x="994598" y="192796"/>
                  </a:lnTo>
                  <a:lnTo>
                    <a:pt x="1077481" y="202005"/>
                  </a:lnTo>
                  <a:lnTo>
                    <a:pt x="1160364" y="210077"/>
                  </a:lnTo>
                  <a:lnTo>
                    <a:pt x="1243248" y="217013"/>
                  </a:lnTo>
                  <a:lnTo>
                    <a:pt x="1326131" y="222827"/>
                  </a:lnTo>
                  <a:lnTo>
                    <a:pt x="1409014" y="227554"/>
                  </a:lnTo>
                  <a:lnTo>
                    <a:pt x="1491897" y="231250"/>
                  </a:lnTo>
                  <a:lnTo>
                    <a:pt x="1574780" y="233993"/>
                  </a:lnTo>
                  <a:lnTo>
                    <a:pt x="1657664" y="235877"/>
                  </a:lnTo>
                  <a:lnTo>
                    <a:pt x="1740547" y="237001"/>
                  </a:lnTo>
                  <a:lnTo>
                    <a:pt x="1823430" y="237423"/>
                  </a:lnTo>
                  <a:lnTo>
                    <a:pt x="1906313" y="237156"/>
                  </a:lnTo>
                  <a:lnTo>
                    <a:pt x="1989196" y="236294"/>
                  </a:lnTo>
                  <a:lnTo>
                    <a:pt x="2072080" y="234927"/>
                  </a:lnTo>
                  <a:lnTo>
                    <a:pt x="2154963" y="233162"/>
                  </a:lnTo>
                  <a:lnTo>
                    <a:pt x="2237846" y="231136"/>
                  </a:lnTo>
                  <a:lnTo>
                    <a:pt x="2320729" y="228847"/>
                  </a:lnTo>
                  <a:lnTo>
                    <a:pt x="2403612" y="225462"/>
                  </a:lnTo>
                  <a:lnTo>
                    <a:pt x="2486496" y="221204"/>
                  </a:lnTo>
                  <a:lnTo>
                    <a:pt x="2569379" y="216873"/>
                  </a:lnTo>
                  <a:lnTo>
                    <a:pt x="2652262" y="213744"/>
                  </a:lnTo>
                  <a:lnTo>
                    <a:pt x="2735145" y="211562"/>
                  </a:lnTo>
                  <a:lnTo>
                    <a:pt x="2818028" y="209362"/>
                  </a:lnTo>
                  <a:lnTo>
                    <a:pt x="2900912" y="207014"/>
                  </a:lnTo>
                  <a:lnTo>
                    <a:pt x="2983795" y="205154"/>
                  </a:lnTo>
                  <a:lnTo>
                    <a:pt x="3066678" y="204777"/>
                  </a:lnTo>
                  <a:lnTo>
                    <a:pt x="3149561" y="205184"/>
                  </a:lnTo>
                  <a:lnTo>
                    <a:pt x="3232444" y="205333"/>
                  </a:lnTo>
                  <a:lnTo>
                    <a:pt x="3315328" y="205162"/>
                  </a:lnTo>
                  <a:lnTo>
                    <a:pt x="3398211" y="205983"/>
                  </a:lnTo>
                  <a:lnTo>
                    <a:pt x="3481094" y="207612"/>
                  </a:lnTo>
                  <a:lnTo>
                    <a:pt x="3563977" y="208904"/>
                  </a:lnTo>
                  <a:lnTo>
                    <a:pt x="3646860" y="209151"/>
                  </a:lnTo>
                  <a:lnTo>
                    <a:pt x="3729744" y="207978"/>
                  </a:lnTo>
                  <a:lnTo>
                    <a:pt x="3812627" y="205984"/>
                  </a:lnTo>
                  <a:lnTo>
                    <a:pt x="3895510" y="203563"/>
                  </a:lnTo>
                  <a:lnTo>
                    <a:pt x="3978393" y="200756"/>
                  </a:lnTo>
                  <a:lnTo>
                    <a:pt x="4061276" y="197670"/>
                  </a:lnTo>
                  <a:lnTo>
                    <a:pt x="4144160" y="194486"/>
                  </a:lnTo>
                  <a:lnTo>
                    <a:pt x="4227043" y="191432"/>
                  </a:lnTo>
                  <a:lnTo>
                    <a:pt x="4309926" y="188749"/>
                  </a:lnTo>
                  <a:lnTo>
                    <a:pt x="4392809" y="186353"/>
                  </a:lnTo>
                  <a:lnTo>
                    <a:pt x="4475692" y="184072"/>
                  </a:lnTo>
                  <a:lnTo>
                    <a:pt x="4558576" y="181877"/>
                  </a:lnTo>
                  <a:lnTo>
                    <a:pt x="4641459" y="179721"/>
                  </a:lnTo>
                  <a:lnTo>
                    <a:pt x="4724342" y="177543"/>
                  </a:lnTo>
                  <a:lnTo>
                    <a:pt x="4807225" y="175277"/>
                  </a:lnTo>
                  <a:lnTo>
                    <a:pt x="4890108" y="172853"/>
                  </a:lnTo>
                  <a:lnTo>
                    <a:pt x="4972992" y="170204"/>
                  </a:lnTo>
                  <a:lnTo>
                    <a:pt x="5055875" y="167267"/>
                  </a:lnTo>
                  <a:lnTo>
                    <a:pt x="5138758" y="163992"/>
                  </a:lnTo>
                  <a:lnTo>
                    <a:pt x="5221641" y="160336"/>
                  </a:lnTo>
                  <a:lnTo>
                    <a:pt x="5304524" y="156269"/>
                  </a:lnTo>
                  <a:lnTo>
                    <a:pt x="5387408" y="151772"/>
                  </a:lnTo>
                  <a:lnTo>
                    <a:pt x="5470291" y="146833"/>
                  </a:lnTo>
                  <a:lnTo>
                    <a:pt x="5553174" y="141445"/>
                  </a:lnTo>
                  <a:lnTo>
                    <a:pt x="5636057" y="135610"/>
                  </a:lnTo>
                  <a:lnTo>
                    <a:pt x="5718940" y="129328"/>
                  </a:lnTo>
                  <a:lnTo>
                    <a:pt x="5801824" y="122605"/>
                  </a:lnTo>
                  <a:lnTo>
                    <a:pt x="5884707" y="115447"/>
                  </a:lnTo>
                  <a:lnTo>
                    <a:pt x="5967590" y="107858"/>
                  </a:lnTo>
                  <a:lnTo>
                    <a:pt x="6015395" y="103236"/>
                  </a:lnTo>
                  <a:lnTo>
                    <a:pt x="6015395" y="397947"/>
                  </a:lnTo>
                  <a:lnTo>
                    <a:pt x="5967590" y="390148"/>
                  </a:lnTo>
                  <a:lnTo>
                    <a:pt x="5884707" y="377368"/>
                  </a:lnTo>
                  <a:lnTo>
                    <a:pt x="5801824" y="365346"/>
                  </a:lnTo>
                  <a:lnTo>
                    <a:pt x="5718940" y="354097"/>
                  </a:lnTo>
                  <a:lnTo>
                    <a:pt x="5636057" y="343637"/>
                  </a:lnTo>
                  <a:lnTo>
                    <a:pt x="5553174" y="333983"/>
                  </a:lnTo>
                  <a:lnTo>
                    <a:pt x="5470291" y="325146"/>
                  </a:lnTo>
                  <a:lnTo>
                    <a:pt x="5387408" y="317137"/>
                  </a:lnTo>
                  <a:lnTo>
                    <a:pt x="5304524" y="309961"/>
                  </a:lnTo>
                  <a:lnTo>
                    <a:pt x="5221641" y="303617"/>
                  </a:lnTo>
                  <a:lnTo>
                    <a:pt x="5138758" y="298095"/>
                  </a:lnTo>
                  <a:lnTo>
                    <a:pt x="5055875" y="293376"/>
                  </a:lnTo>
                  <a:lnTo>
                    <a:pt x="4972992" y="289429"/>
                  </a:lnTo>
                  <a:lnTo>
                    <a:pt x="4890108" y="286213"/>
                  </a:lnTo>
                  <a:lnTo>
                    <a:pt x="4807225" y="283676"/>
                  </a:lnTo>
                  <a:lnTo>
                    <a:pt x="4724342" y="281763"/>
                  </a:lnTo>
                  <a:lnTo>
                    <a:pt x="4641459" y="280412"/>
                  </a:lnTo>
                  <a:lnTo>
                    <a:pt x="4558576" y="279569"/>
                  </a:lnTo>
                  <a:lnTo>
                    <a:pt x="4475692" y="279184"/>
                  </a:lnTo>
                  <a:lnTo>
                    <a:pt x="4392809" y="279221"/>
                  </a:lnTo>
                  <a:lnTo>
                    <a:pt x="4309926" y="279658"/>
                  </a:lnTo>
                  <a:lnTo>
                    <a:pt x="4227043" y="280483"/>
                  </a:lnTo>
                  <a:lnTo>
                    <a:pt x="4144160" y="281647"/>
                  </a:lnTo>
                  <a:lnTo>
                    <a:pt x="4061276" y="283115"/>
                  </a:lnTo>
                  <a:lnTo>
                    <a:pt x="3978393" y="284833"/>
                  </a:lnTo>
                  <a:lnTo>
                    <a:pt x="3895510" y="286700"/>
                  </a:lnTo>
                  <a:lnTo>
                    <a:pt x="3812627" y="288542"/>
                  </a:lnTo>
                  <a:lnTo>
                    <a:pt x="3729744" y="290117"/>
                  </a:lnTo>
                  <a:lnTo>
                    <a:pt x="3646860" y="290437"/>
                  </a:lnTo>
                  <a:lnTo>
                    <a:pt x="3563977" y="288802"/>
                  </a:lnTo>
                  <a:lnTo>
                    <a:pt x="3481094" y="286540"/>
                  </a:lnTo>
                  <a:lnTo>
                    <a:pt x="3398211" y="284710"/>
                  </a:lnTo>
                  <a:lnTo>
                    <a:pt x="3315328" y="283937"/>
                  </a:lnTo>
                  <a:lnTo>
                    <a:pt x="3232444" y="283201"/>
                  </a:lnTo>
                  <a:lnTo>
                    <a:pt x="3149561" y="281923"/>
                  </a:lnTo>
                  <a:lnTo>
                    <a:pt x="3066678" y="281440"/>
                  </a:lnTo>
                  <a:lnTo>
                    <a:pt x="2983795" y="282124"/>
                  </a:lnTo>
                  <a:lnTo>
                    <a:pt x="2900912" y="283376"/>
                  </a:lnTo>
                  <a:lnTo>
                    <a:pt x="2818028" y="285207"/>
                  </a:lnTo>
                  <a:lnTo>
                    <a:pt x="2735145" y="287853"/>
                  </a:lnTo>
                  <a:lnTo>
                    <a:pt x="2652262" y="290786"/>
                  </a:lnTo>
                  <a:lnTo>
                    <a:pt x="2569379" y="293796"/>
                  </a:lnTo>
                  <a:lnTo>
                    <a:pt x="2486496" y="297943"/>
                  </a:lnTo>
                  <a:lnTo>
                    <a:pt x="2403612" y="302719"/>
                  </a:lnTo>
                  <a:lnTo>
                    <a:pt x="2320729" y="307048"/>
                  </a:lnTo>
                  <a:lnTo>
                    <a:pt x="2237846" y="309868"/>
                  </a:lnTo>
                  <a:lnTo>
                    <a:pt x="2154963" y="312423"/>
                  </a:lnTo>
                  <a:lnTo>
                    <a:pt x="2072080" y="314971"/>
                  </a:lnTo>
                  <a:lnTo>
                    <a:pt x="1989196" y="317453"/>
                  </a:lnTo>
                  <a:lnTo>
                    <a:pt x="1906313" y="319782"/>
                  </a:lnTo>
                  <a:lnTo>
                    <a:pt x="1823430" y="321854"/>
                  </a:lnTo>
                  <a:lnTo>
                    <a:pt x="1740547" y="323588"/>
                  </a:lnTo>
                  <a:lnTo>
                    <a:pt x="1657664" y="325237"/>
                  </a:lnTo>
                  <a:lnTo>
                    <a:pt x="1574780" y="326999"/>
                  </a:lnTo>
                  <a:lnTo>
                    <a:pt x="1491897" y="328975"/>
                  </a:lnTo>
                  <a:lnTo>
                    <a:pt x="1409014" y="331264"/>
                  </a:lnTo>
                  <a:lnTo>
                    <a:pt x="1326131" y="333944"/>
                  </a:lnTo>
                  <a:lnTo>
                    <a:pt x="1243248" y="337075"/>
                  </a:lnTo>
                  <a:lnTo>
                    <a:pt x="1160364" y="340694"/>
                  </a:lnTo>
                  <a:lnTo>
                    <a:pt x="1077481" y="344819"/>
                  </a:lnTo>
                  <a:lnTo>
                    <a:pt x="994598" y="349452"/>
                  </a:lnTo>
                  <a:lnTo>
                    <a:pt x="911715" y="354583"/>
                  </a:lnTo>
                  <a:lnTo>
                    <a:pt x="828832" y="360199"/>
                  </a:lnTo>
                  <a:lnTo>
                    <a:pt x="745948" y="366282"/>
                  </a:lnTo>
                  <a:lnTo>
                    <a:pt x="663065" y="372812"/>
                  </a:lnTo>
                  <a:lnTo>
                    <a:pt x="580182" y="379773"/>
                  </a:lnTo>
                  <a:lnTo>
                    <a:pt x="497299" y="387147"/>
                  </a:lnTo>
                  <a:lnTo>
                    <a:pt x="414416" y="394919"/>
                  </a:lnTo>
                  <a:lnTo>
                    <a:pt x="331532" y="403073"/>
                  </a:lnTo>
                  <a:lnTo>
                    <a:pt x="248649" y="411599"/>
                  </a:lnTo>
                  <a:lnTo>
                    <a:pt x="165766" y="420483"/>
                  </a:lnTo>
                  <a:lnTo>
                    <a:pt x="82883" y="429716"/>
                  </a:lnTo>
                  <a:lnTo>
                    <a:pt x="0" y="43928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886568"/>
              <a:ext cx="6015395" cy="237423"/>
            </a:xfrm>
            <a:custGeom>
              <a:avLst/>
              <a:pathLst>
                <a:path w="6015395" h="237423">
                  <a:moveTo>
                    <a:pt x="0" y="0"/>
                  </a:moveTo>
                  <a:lnTo>
                    <a:pt x="82883" y="21482"/>
                  </a:lnTo>
                  <a:lnTo>
                    <a:pt x="165766" y="42029"/>
                  </a:lnTo>
                  <a:lnTo>
                    <a:pt x="248649" y="61628"/>
                  </a:lnTo>
                  <a:lnTo>
                    <a:pt x="331532" y="80265"/>
                  </a:lnTo>
                  <a:lnTo>
                    <a:pt x="414416" y="97927"/>
                  </a:lnTo>
                  <a:lnTo>
                    <a:pt x="497299" y="114599"/>
                  </a:lnTo>
                  <a:lnTo>
                    <a:pt x="580182" y="130263"/>
                  </a:lnTo>
                  <a:lnTo>
                    <a:pt x="663065" y="144902"/>
                  </a:lnTo>
                  <a:lnTo>
                    <a:pt x="745948" y="158496"/>
                  </a:lnTo>
                  <a:lnTo>
                    <a:pt x="828832" y="171023"/>
                  </a:lnTo>
                  <a:lnTo>
                    <a:pt x="911715" y="182463"/>
                  </a:lnTo>
                  <a:lnTo>
                    <a:pt x="994598" y="192796"/>
                  </a:lnTo>
                  <a:lnTo>
                    <a:pt x="1077481" y="202005"/>
                  </a:lnTo>
                  <a:lnTo>
                    <a:pt x="1160364" y="210077"/>
                  </a:lnTo>
                  <a:lnTo>
                    <a:pt x="1243248" y="217013"/>
                  </a:lnTo>
                  <a:lnTo>
                    <a:pt x="1326131" y="222827"/>
                  </a:lnTo>
                  <a:lnTo>
                    <a:pt x="1409014" y="227554"/>
                  </a:lnTo>
                  <a:lnTo>
                    <a:pt x="1491897" y="231250"/>
                  </a:lnTo>
                  <a:lnTo>
                    <a:pt x="1574780" y="233993"/>
                  </a:lnTo>
                  <a:lnTo>
                    <a:pt x="1657664" y="235877"/>
                  </a:lnTo>
                  <a:lnTo>
                    <a:pt x="1740547" y="237001"/>
                  </a:lnTo>
                  <a:lnTo>
                    <a:pt x="1823430" y="237423"/>
                  </a:lnTo>
                  <a:lnTo>
                    <a:pt x="1906313" y="237156"/>
                  </a:lnTo>
                  <a:lnTo>
                    <a:pt x="1989196" y="236294"/>
                  </a:lnTo>
                  <a:lnTo>
                    <a:pt x="2072080" y="234927"/>
                  </a:lnTo>
                  <a:lnTo>
                    <a:pt x="2154963" y="233162"/>
                  </a:lnTo>
                  <a:lnTo>
                    <a:pt x="2237846" y="231136"/>
                  </a:lnTo>
                  <a:lnTo>
                    <a:pt x="2320729" y="228847"/>
                  </a:lnTo>
                  <a:lnTo>
                    <a:pt x="2403612" y="225462"/>
                  </a:lnTo>
                  <a:lnTo>
                    <a:pt x="2486496" y="221204"/>
                  </a:lnTo>
                  <a:lnTo>
                    <a:pt x="2569379" y="216873"/>
                  </a:lnTo>
                  <a:lnTo>
                    <a:pt x="2652262" y="213744"/>
                  </a:lnTo>
                  <a:lnTo>
                    <a:pt x="2735145" y="211562"/>
                  </a:lnTo>
                  <a:lnTo>
                    <a:pt x="2818028" y="209362"/>
                  </a:lnTo>
                  <a:lnTo>
                    <a:pt x="2900912" y="207014"/>
                  </a:lnTo>
                  <a:lnTo>
                    <a:pt x="2983795" y="205154"/>
                  </a:lnTo>
                  <a:lnTo>
                    <a:pt x="3066678" y="204777"/>
                  </a:lnTo>
                  <a:lnTo>
                    <a:pt x="3149561" y="205184"/>
                  </a:lnTo>
                  <a:lnTo>
                    <a:pt x="3232444" y="205333"/>
                  </a:lnTo>
                  <a:lnTo>
                    <a:pt x="3315328" y="205162"/>
                  </a:lnTo>
                  <a:lnTo>
                    <a:pt x="3398211" y="205983"/>
                  </a:lnTo>
                  <a:lnTo>
                    <a:pt x="3481094" y="207612"/>
                  </a:lnTo>
                  <a:lnTo>
                    <a:pt x="3563977" y="208904"/>
                  </a:lnTo>
                  <a:lnTo>
                    <a:pt x="3646860" y="209151"/>
                  </a:lnTo>
                  <a:lnTo>
                    <a:pt x="3729744" y="207978"/>
                  </a:lnTo>
                  <a:lnTo>
                    <a:pt x="3812627" y="205984"/>
                  </a:lnTo>
                  <a:lnTo>
                    <a:pt x="3895510" y="203563"/>
                  </a:lnTo>
                  <a:lnTo>
                    <a:pt x="3978393" y="200756"/>
                  </a:lnTo>
                  <a:lnTo>
                    <a:pt x="4061276" y="197670"/>
                  </a:lnTo>
                  <a:lnTo>
                    <a:pt x="4144160" y="194486"/>
                  </a:lnTo>
                  <a:lnTo>
                    <a:pt x="4227043" y="191432"/>
                  </a:lnTo>
                  <a:lnTo>
                    <a:pt x="4309926" y="188749"/>
                  </a:lnTo>
                  <a:lnTo>
                    <a:pt x="4392809" y="186353"/>
                  </a:lnTo>
                  <a:lnTo>
                    <a:pt x="4475692" y="184072"/>
                  </a:lnTo>
                  <a:lnTo>
                    <a:pt x="4558576" y="181877"/>
                  </a:lnTo>
                  <a:lnTo>
                    <a:pt x="4641459" y="179721"/>
                  </a:lnTo>
                  <a:lnTo>
                    <a:pt x="4724342" y="177543"/>
                  </a:lnTo>
                  <a:lnTo>
                    <a:pt x="4807225" y="175277"/>
                  </a:lnTo>
                  <a:lnTo>
                    <a:pt x="4890108" y="172853"/>
                  </a:lnTo>
                  <a:lnTo>
                    <a:pt x="4972992" y="170204"/>
                  </a:lnTo>
                  <a:lnTo>
                    <a:pt x="5055875" y="167267"/>
                  </a:lnTo>
                  <a:lnTo>
                    <a:pt x="5138758" y="163992"/>
                  </a:lnTo>
                  <a:lnTo>
                    <a:pt x="5221641" y="160336"/>
                  </a:lnTo>
                  <a:lnTo>
                    <a:pt x="5304524" y="156269"/>
                  </a:lnTo>
                  <a:lnTo>
                    <a:pt x="5387408" y="151772"/>
                  </a:lnTo>
                  <a:lnTo>
                    <a:pt x="5470291" y="146833"/>
                  </a:lnTo>
                  <a:lnTo>
                    <a:pt x="5553174" y="141445"/>
                  </a:lnTo>
                  <a:lnTo>
                    <a:pt x="5636057" y="135610"/>
                  </a:lnTo>
                  <a:lnTo>
                    <a:pt x="5718940" y="129328"/>
                  </a:lnTo>
                  <a:lnTo>
                    <a:pt x="5801824" y="122605"/>
                  </a:lnTo>
                  <a:lnTo>
                    <a:pt x="5884707" y="115447"/>
                  </a:lnTo>
                  <a:lnTo>
                    <a:pt x="5967590" y="107858"/>
                  </a:lnTo>
                  <a:lnTo>
                    <a:pt x="6015395" y="103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5165753"/>
              <a:ext cx="6015395" cy="160105"/>
            </a:xfrm>
            <a:custGeom>
              <a:avLst/>
              <a:pathLst>
                <a:path w="6015395" h="160105">
                  <a:moveTo>
                    <a:pt x="6015395" y="118762"/>
                  </a:moveTo>
                  <a:lnTo>
                    <a:pt x="5967590" y="110963"/>
                  </a:lnTo>
                  <a:lnTo>
                    <a:pt x="5884707" y="98184"/>
                  </a:lnTo>
                  <a:lnTo>
                    <a:pt x="5801824" y="86161"/>
                  </a:lnTo>
                  <a:lnTo>
                    <a:pt x="5718940" y="74912"/>
                  </a:lnTo>
                  <a:lnTo>
                    <a:pt x="5636057" y="64453"/>
                  </a:lnTo>
                  <a:lnTo>
                    <a:pt x="5553174" y="54798"/>
                  </a:lnTo>
                  <a:lnTo>
                    <a:pt x="5470291" y="45962"/>
                  </a:lnTo>
                  <a:lnTo>
                    <a:pt x="5387408" y="37953"/>
                  </a:lnTo>
                  <a:lnTo>
                    <a:pt x="5304524" y="30777"/>
                  </a:lnTo>
                  <a:lnTo>
                    <a:pt x="5221641" y="24433"/>
                  </a:lnTo>
                  <a:lnTo>
                    <a:pt x="5138758" y="18911"/>
                  </a:lnTo>
                  <a:lnTo>
                    <a:pt x="5055875" y="14192"/>
                  </a:lnTo>
                  <a:lnTo>
                    <a:pt x="4972992" y="10245"/>
                  </a:lnTo>
                  <a:lnTo>
                    <a:pt x="4890108" y="7029"/>
                  </a:lnTo>
                  <a:lnTo>
                    <a:pt x="4807225" y="4492"/>
                  </a:lnTo>
                  <a:lnTo>
                    <a:pt x="4724342" y="2578"/>
                  </a:lnTo>
                  <a:lnTo>
                    <a:pt x="4641459" y="1228"/>
                  </a:lnTo>
                  <a:lnTo>
                    <a:pt x="4558576" y="385"/>
                  </a:lnTo>
                  <a:lnTo>
                    <a:pt x="4475692" y="0"/>
                  </a:lnTo>
                  <a:lnTo>
                    <a:pt x="4392809" y="36"/>
                  </a:lnTo>
                  <a:lnTo>
                    <a:pt x="4309926" y="474"/>
                  </a:lnTo>
                  <a:lnTo>
                    <a:pt x="4227043" y="1298"/>
                  </a:lnTo>
                  <a:lnTo>
                    <a:pt x="4144160" y="2463"/>
                  </a:lnTo>
                  <a:lnTo>
                    <a:pt x="4061276" y="3930"/>
                  </a:lnTo>
                  <a:lnTo>
                    <a:pt x="3978393" y="5649"/>
                  </a:lnTo>
                  <a:lnTo>
                    <a:pt x="3895510" y="7515"/>
                  </a:lnTo>
                  <a:lnTo>
                    <a:pt x="3812627" y="9357"/>
                  </a:lnTo>
                  <a:lnTo>
                    <a:pt x="3729744" y="10932"/>
                  </a:lnTo>
                  <a:lnTo>
                    <a:pt x="3646860" y="11253"/>
                  </a:lnTo>
                  <a:lnTo>
                    <a:pt x="3563977" y="9617"/>
                  </a:lnTo>
                  <a:lnTo>
                    <a:pt x="3481094" y="7356"/>
                  </a:lnTo>
                  <a:lnTo>
                    <a:pt x="3398211" y="5525"/>
                  </a:lnTo>
                  <a:lnTo>
                    <a:pt x="3315328" y="4752"/>
                  </a:lnTo>
                  <a:lnTo>
                    <a:pt x="3232444" y="4017"/>
                  </a:lnTo>
                  <a:lnTo>
                    <a:pt x="3149561" y="2739"/>
                  </a:lnTo>
                  <a:lnTo>
                    <a:pt x="3066678" y="2255"/>
                  </a:lnTo>
                  <a:lnTo>
                    <a:pt x="2983795" y="2940"/>
                  </a:lnTo>
                  <a:lnTo>
                    <a:pt x="2900912" y="4191"/>
                  </a:lnTo>
                  <a:lnTo>
                    <a:pt x="2818028" y="6022"/>
                  </a:lnTo>
                  <a:lnTo>
                    <a:pt x="2735145" y="8669"/>
                  </a:lnTo>
                  <a:lnTo>
                    <a:pt x="2652262" y="11601"/>
                  </a:lnTo>
                  <a:lnTo>
                    <a:pt x="2569379" y="14611"/>
                  </a:lnTo>
                  <a:lnTo>
                    <a:pt x="2486496" y="18758"/>
                  </a:lnTo>
                  <a:lnTo>
                    <a:pt x="2403612" y="23534"/>
                  </a:lnTo>
                  <a:lnTo>
                    <a:pt x="2320729" y="27864"/>
                  </a:lnTo>
                  <a:lnTo>
                    <a:pt x="2237846" y="30683"/>
                  </a:lnTo>
                  <a:lnTo>
                    <a:pt x="2154963" y="33239"/>
                  </a:lnTo>
                  <a:lnTo>
                    <a:pt x="2072080" y="35786"/>
                  </a:lnTo>
                  <a:lnTo>
                    <a:pt x="1989196" y="38268"/>
                  </a:lnTo>
                  <a:lnTo>
                    <a:pt x="1906313" y="40597"/>
                  </a:lnTo>
                  <a:lnTo>
                    <a:pt x="1823430" y="42669"/>
                  </a:lnTo>
                  <a:lnTo>
                    <a:pt x="1740547" y="44403"/>
                  </a:lnTo>
                  <a:lnTo>
                    <a:pt x="1657664" y="46052"/>
                  </a:lnTo>
                  <a:lnTo>
                    <a:pt x="1574780" y="47814"/>
                  </a:lnTo>
                  <a:lnTo>
                    <a:pt x="1491897" y="49791"/>
                  </a:lnTo>
                  <a:lnTo>
                    <a:pt x="1409014" y="52079"/>
                  </a:lnTo>
                  <a:lnTo>
                    <a:pt x="1326131" y="54759"/>
                  </a:lnTo>
                  <a:lnTo>
                    <a:pt x="1243248" y="57890"/>
                  </a:lnTo>
                  <a:lnTo>
                    <a:pt x="1160364" y="61510"/>
                  </a:lnTo>
                  <a:lnTo>
                    <a:pt x="1077481" y="65635"/>
                  </a:lnTo>
                  <a:lnTo>
                    <a:pt x="994598" y="70267"/>
                  </a:lnTo>
                  <a:lnTo>
                    <a:pt x="911715" y="75399"/>
                  </a:lnTo>
                  <a:lnTo>
                    <a:pt x="828832" y="81015"/>
                  </a:lnTo>
                  <a:lnTo>
                    <a:pt x="745948" y="87097"/>
                  </a:lnTo>
                  <a:lnTo>
                    <a:pt x="663065" y="93628"/>
                  </a:lnTo>
                  <a:lnTo>
                    <a:pt x="580182" y="100589"/>
                  </a:lnTo>
                  <a:lnTo>
                    <a:pt x="497299" y="107963"/>
                  </a:lnTo>
                  <a:lnTo>
                    <a:pt x="414416" y="115734"/>
                  </a:lnTo>
                  <a:lnTo>
                    <a:pt x="331532" y="123889"/>
                  </a:lnTo>
                  <a:lnTo>
                    <a:pt x="248649" y="132414"/>
                  </a:lnTo>
                  <a:lnTo>
                    <a:pt x="165766" y="141299"/>
                  </a:lnTo>
                  <a:lnTo>
                    <a:pt x="82883" y="150532"/>
                  </a:lnTo>
                  <a:lnTo>
                    <a:pt x="0" y="1601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5106213"/>
              <a:ext cx="6015395" cy="60912"/>
            </a:xfrm>
            <a:custGeom>
              <a:avLst/>
              <a:pathLst>
                <a:path w="6015395" h="60912">
                  <a:moveTo>
                    <a:pt x="0" y="0"/>
                  </a:moveTo>
                  <a:lnTo>
                    <a:pt x="82883" y="5955"/>
                  </a:lnTo>
                  <a:lnTo>
                    <a:pt x="165766" y="11611"/>
                  </a:lnTo>
                  <a:lnTo>
                    <a:pt x="248649" y="16968"/>
                  </a:lnTo>
                  <a:lnTo>
                    <a:pt x="331532" y="22024"/>
                  </a:lnTo>
                  <a:lnTo>
                    <a:pt x="414416" y="26778"/>
                  </a:lnTo>
                  <a:lnTo>
                    <a:pt x="497299" y="31228"/>
                  </a:lnTo>
                  <a:lnTo>
                    <a:pt x="580182" y="35373"/>
                  </a:lnTo>
                  <a:lnTo>
                    <a:pt x="663065" y="39212"/>
                  </a:lnTo>
                  <a:lnTo>
                    <a:pt x="745948" y="42744"/>
                  </a:lnTo>
                  <a:lnTo>
                    <a:pt x="828832" y="45966"/>
                  </a:lnTo>
                  <a:lnTo>
                    <a:pt x="911715" y="48878"/>
                  </a:lnTo>
                  <a:lnTo>
                    <a:pt x="994598" y="51479"/>
                  </a:lnTo>
                  <a:lnTo>
                    <a:pt x="1077481" y="53767"/>
                  </a:lnTo>
                  <a:lnTo>
                    <a:pt x="1160364" y="55741"/>
                  </a:lnTo>
                  <a:lnTo>
                    <a:pt x="1243248" y="57399"/>
                  </a:lnTo>
                  <a:lnTo>
                    <a:pt x="1326131" y="58741"/>
                  </a:lnTo>
                  <a:lnTo>
                    <a:pt x="1409014" y="59764"/>
                  </a:lnTo>
                  <a:lnTo>
                    <a:pt x="1491897" y="60468"/>
                  </a:lnTo>
                  <a:lnTo>
                    <a:pt x="1574780" y="60851"/>
                  </a:lnTo>
                  <a:lnTo>
                    <a:pt x="1657664" y="60912"/>
                  </a:lnTo>
                  <a:lnTo>
                    <a:pt x="1740547" y="60650"/>
                  </a:lnTo>
                  <a:lnTo>
                    <a:pt x="1823430" y="59994"/>
                  </a:lnTo>
                  <a:lnTo>
                    <a:pt x="1906313" y="58824"/>
                  </a:lnTo>
                  <a:lnTo>
                    <a:pt x="1989196" y="57228"/>
                  </a:lnTo>
                  <a:lnTo>
                    <a:pt x="2072080" y="55304"/>
                  </a:lnTo>
                  <a:lnTo>
                    <a:pt x="2154963" y="53148"/>
                  </a:lnTo>
                  <a:lnTo>
                    <a:pt x="2237846" y="50857"/>
                  </a:lnTo>
                  <a:lnTo>
                    <a:pt x="2320729" y="48303"/>
                  </a:lnTo>
                  <a:lnTo>
                    <a:pt x="2403612" y="44445"/>
                  </a:lnTo>
                  <a:lnTo>
                    <a:pt x="2486496" y="39928"/>
                  </a:lnTo>
                  <a:lnTo>
                    <a:pt x="2569379" y="35690"/>
                  </a:lnTo>
                  <a:lnTo>
                    <a:pt x="2652262" y="32620"/>
                  </a:lnTo>
                  <a:lnTo>
                    <a:pt x="2735145" y="30063"/>
                  </a:lnTo>
                  <a:lnTo>
                    <a:pt x="2818028" y="27640"/>
                  </a:lnTo>
                  <a:lnTo>
                    <a:pt x="2900912" y="25550"/>
                  </a:lnTo>
                  <a:lnTo>
                    <a:pt x="2983795" y="23994"/>
                  </a:lnTo>
                  <a:lnTo>
                    <a:pt x="3066678" y="23463"/>
                  </a:lnTo>
                  <a:lnTo>
                    <a:pt x="3149561" y="23909"/>
                  </a:lnTo>
                  <a:lnTo>
                    <a:pt x="3232444" y="24622"/>
                  </a:lnTo>
                  <a:lnTo>
                    <a:pt x="3315328" y="24904"/>
                  </a:lnTo>
                  <a:lnTo>
                    <a:pt x="3398211" y="25702"/>
                  </a:lnTo>
                  <a:lnTo>
                    <a:pt x="3481094" y="27431"/>
                  </a:lnTo>
                  <a:lnTo>
                    <a:pt x="3563977" y="29208"/>
                  </a:lnTo>
                  <a:lnTo>
                    <a:pt x="3646860" y="30149"/>
                  </a:lnTo>
                  <a:lnTo>
                    <a:pt x="3729744" y="29403"/>
                  </a:lnTo>
                  <a:lnTo>
                    <a:pt x="3812627" y="27618"/>
                  </a:lnTo>
                  <a:lnTo>
                    <a:pt x="3895510" y="25487"/>
                  </a:lnTo>
                  <a:lnTo>
                    <a:pt x="3978393" y="23150"/>
                  </a:lnTo>
                  <a:lnTo>
                    <a:pt x="4061276" y="20748"/>
                  </a:lnTo>
                  <a:lnTo>
                    <a:pt x="4144160" y="18422"/>
                  </a:lnTo>
                  <a:lnTo>
                    <a:pt x="4227043" y="16312"/>
                  </a:lnTo>
                  <a:lnTo>
                    <a:pt x="4309926" y="14559"/>
                  </a:lnTo>
                  <a:lnTo>
                    <a:pt x="4392809" y="13142"/>
                  </a:lnTo>
                  <a:lnTo>
                    <a:pt x="4475692" y="11983"/>
                  </a:lnTo>
                  <a:lnTo>
                    <a:pt x="4558576" y="11078"/>
                  </a:lnTo>
                  <a:lnTo>
                    <a:pt x="4641459" y="10422"/>
                  </a:lnTo>
                  <a:lnTo>
                    <a:pt x="4724342" y="10008"/>
                  </a:lnTo>
                  <a:lnTo>
                    <a:pt x="4807225" y="9832"/>
                  </a:lnTo>
                  <a:lnTo>
                    <a:pt x="4890108" y="9888"/>
                  </a:lnTo>
                  <a:lnTo>
                    <a:pt x="4972992" y="10172"/>
                  </a:lnTo>
                  <a:lnTo>
                    <a:pt x="5055875" y="10677"/>
                  </a:lnTo>
                  <a:lnTo>
                    <a:pt x="5138758" y="11399"/>
                  </a:lnTo>
                  <a:lnTo>
                    <a:pt x="5221641" y="12332"/>
                  </a:lnTo>
                  <a:lnTo>
                    <a:pt x="5304524" y="13470"/>
                  </a:lnTo>
                  <a:lnTo>
                    <a:pt x="5387408" y="14810"/>
                  </a:lnTo>
                  <a:lnTo>
                    <a:pt x="5470291" y="16345"/>
                  </a:lnTo>
                  <a:lnTo>
                    <a:pt x="5553174" y="18069"/>
                  </a:lnTo>
                  <a:lnTo>
                    <a:pt x="5636057" y="19979"/>
                  </a:lnTo>
                  <a:lnTo>
                    <a:pt x="5718940" y="22068"/>
                  </a:lnTo>
                  <a:lnTo>
                    <a:pt x="5801824" y="24331"/>
                  </a:lnTo>
                  <a:lnTo>
                    <a:pt x="5884707" y="26763"/>
                  </a:lnTo>
                  <a:lnTo>
                    <a:pt x="5967590" y="29358"/>
                  </a:lnTo>
                  <a:lnTo>
                    <a:pt x="6015395" y="309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4814870"/>
              <a:ext cx="6015395" cy="555232"/>
            </a:xfrm>
            <a:custGeom>
              <a:avLst/>
              <a:pathLst>
                <a:path w="6015395" h="555232">
                  <a:moveTo>
                    <a:pt x="0" y="0"/>
                  </a:moveTo>
                  <a:lnTo>
                    <a:pt x="82883" y="24494"/>
                  </a:lnTo>
                  <a:lnTo>
                    <a:pt x="165766" y="47885"/>
                  </a:lnTo>
                  <a:lnTo>
                    <a:pt x="248649" y="70157"/>
                  </a:lnTo>
                  <a:lnTo>
                    <a:pt x="331532" y="91296"/>
                  </a:lnTo>
                  <a:lnTo>
                    <a:pt x="414416" y="111284"/>
                  </a:lnTo>
                  <a:lnTo>
                    <a:pt x="497299" y="130103"/>
                  </a:lnTo>
                  <a:lnTo>
                    <a:pt x="580182" y="147732"/>
                  </a:lnTo>
                  <a:lnTo>
                    <a:pt x="663065" y="164148"/>
                  </a:lnTo>
                  <a:lnTo>
                    <a:pt x="745948" y="179327"/>
                  </a:lnTo>
                  <a:lnTo>
                    <a:pt x="828832" y="193245"/>
                  </a:lnTo>
                  <a:lnTo>
                    <a:pt x="911715" y="205875"/>
                  </a:lnTo>
                  <a:lnTo>
                    <a:pt x="994598" y="217192"/>
                  </a:lnTo>
                  <a:lnTo>
                    <a:pt x="1077481" y="227175"/>
                  </a:lnTo>
                  <a:lnTo>
                    <a:pt x="1160364" y="235812"/>
                  </a:lnTo>
                  <a:lnTo>
                    <a:pt x="1243248" y="243100"/>
                  </a:lnTo>
                  <a:lnTo>
                    <a:pt x="1326131" y="249061"/>
                  </a:lnTo>
                  <a:lnTo>
                    <a:pt x="1409014" y="253737"/>
                  </a:lnTo>
                  <a:lnTo>
                    <a:pt x="1491897" y="257203"/>
                  </a:lnTo>
                  <a:lnTo>
                    <a:pt x="1574780" y="259556"/>
                  </a:lnTo>
                  <a:lnTo>
                    <a:pt x="1657664" y="260915"/>
                  </a:lnTo>
                  <a:lnTo>
                    <a:pt x="1740547" y="261408"/>
                  </a:lnTo>
                  <a:lnTo>
                    <a:pt x="1823430" y="261119"/>
                  </a:lnTo>
                  <a:lnTo>
                    <a:pt x="1906313" y="260084"/>
                  </a:lnTo>
                  <a:lnTo>
                    <a:pt x="1989196" y="258411"/>
                  </a:lnTo>
                  <a:lnTo>
                    <a:pt x="2072080" y="256198"/>
                  </a:lnTo>
                  <a:lnTo>
                    <a:pt x="2154963" y="253568"/>
                  </a:lnTo>
                  <a:lnTo>
                    <a:pt x="2237846" y="250680"/>
                  </a:lnTo>
                  <a:lnTo>
                    <a:pt x="2320729" y="247418"/>
                  </a:lnTo>
                  <a:lnTo>
                    <a:pt x="2403612" y="242243"/>
                  </a:lnTo>
                  <a:lnTo>
                    <a:pt x="2486496" y="235728"/>
                  </a:lnTo>
                  <a:lnTo>
                    <a:pt x="2569379" y="229308"/>
                  </a:lnTo>
                  <a:lnTo>
                    <a:pt x="2652262" y="224990"/>
                  </a:lnTo>
                  <a:lnTo>
                    <a:pt x="2735145" y="222077"/>
                  </a:lnTo>
                  <a:lnTo>
                    <a:pt x="2818028" y="219209"/>
                  </a:lnTo>
                  <a:lnTo>
                    <a:pt x="2900912" y="216407"/>
                  </a:lnTo>
                  <a:lnTo>
                    <a:pt x="2983795" y="214659"/>
                  </a:lnTo>
                  <a:lnTo>
                    <a:pt x="3066678" y="215560"/>
                  </a:lnTo>
                  <a:lnTo>
                    <a:pt x="3149561" y="218151"/>
                  </a:lnTo>
                  <a:lnTo>
                    <a:pt x="3232444" y="220630"/>
                  </a:lnTo>
                  <a:lnTo>
                    <a:pt x="3315328" y="222435"/>
                  </a:lnTo>
                  <a:lnTo>
                    <a:pt x="3398211" y="225347"/>
                  </a:lnTo>
                  <a:lnTo>
                    <a:pt x="3481094" y="229452"/>
                  </a:lnTo>
                  <a:lnTo>
                    <a:pt x="3563977" y="233303"/>
                  </a:lnTo>
                  <a:lnTo>
                    <a:pt x="3646860" y="236000"/>
                  </a:lnTo>
                  <a:lnTo>
                    <a:pt x="3729744" y="237073"/>
                  </a:lnTo>
                  <a:lnTo>
                    <a:pt x="3812627" y="237342"/>
                  </a:lnTo>
                  <a:lnTo>
                    <a:pt x="3895510" y="237267"/>
                  </a:lnTo>
                  <a:lnTo>
                    <a:pt x="3978393" y="236805"/>
                  </a:lnTo>
                  <a:lnTo>
                    <a:pt x="4061276" y="235999"/>
                  </a:lnTo>
                  <a:lnTo>
                    <a:pt x="4144160" y="234982"/>
                  </a:lnTo>
                  <a:lnTo>
                    <a:pt x="4227043" y="233949"/>
                  </a:lnTo>
                  <a:lnTo>
                    <a:pt x="4309926" y="233115"/>
                  </a:lnTo>
                  <a:lnTo>
                    <a:pt x="4392809" y="232411"/>
                  </a:lnTo>
                  <a:lnTo>
                    <a:pt x="4475692" y="231693"/>
                  </a:lnTo>
                  <a:lnTo>
                    <a:pt x="4558576" y="230925"/>
                  </a:lnTo>
                  <a:lnTo>
                    <a:pt x="4641459" y="230048"/>
                  </a:lnTo>
                  <a:lnTo>
                    <a:pt x="4724342" y="228991"/>
                  </a:lnTo>
                  <a:lnTo>
                    <a:pt x="4807225" y="227670"/>
                  </a:lnTo>
                  <a:lnTo>
                    <a:pt x="4890108" y="225999"/>
                  </a:lnTo>
                  <a:lnTo>
                    <a:pt x="4972992" y="223895"/>
                  </a:lnTo>
                  <a:lnTo>
                    <a:pt x="5055875" y="221282"/>
                  </a:lnTo>
                  <a:lnTo>
                    <a:pt x="5138758" y="218098"/>
                  </a:lnTo>
                  <a:lnTo>
                    <a:pt x="5221641" y="214291"/>
                  </a:lnTo>
                  <a:lnTo>
                    <a:pt x="5304524" y="209826"/>
                  </a:lnTo>
                  <a:lnTo>
                    <a:pt x="5387408" y="204680"/>
                  </a:lnTo>
                  <a:lnTo>
                    <a:pt x="5470291" y="198839"/>
                  </a:lnTo>
                  <a:lnTo>
                    <a:pt x="5553174" y="192300"/>
                  </a:lnTo>
                  <a:lnTo>
                    <a:pt x="5636057" y="185063"/>
                  </a:lnTo>
                  <a:lnTo>
                    <a:pt x="5718940" y="177135"/>
                  </a:lnTo>
                  <a:lnTo>
                    <a:pt x="5801824" y="168522"/>
                  </a:lnTo>
                  <a:lnTo>
                    <a:pt x="5884707" y="159234"/>
                  </a:lnTo>
                  <a:lnTo>
                    <a:pt x="5967590" y="149280"/>
                  </a:lnTo>
                  <a:lnTo>
                    <a:pt x="6015395" y="143160"/>
                  </a:lnTo>
                  <a:lnTo>
                    <a:pt x="6015395" y="515655"/>
                  </a:lnTo>
                  <a:lnTo>
                    <a:pt x="5967590" y="506076"/>
                  </a:lnTo>
                  <a:lnTo>
                    <a:pt x="5884707" y="490285"/>
                  </a:lnTo>
                  <a:lnTo>
                    <a:pt x="5801824" y="475329"/>
                  </a:lnTo>
                  <a:lnTo>
                    <a:pt x="5718940" y="461227"/>
                  </a:lnTo>
                  <a:lnTo>
                    <a:pt x="5636057" y="447997"/>
                  </a:lnTo>
                  <a:lnTo>
                    <a:pt x="5553174" y="435655"/>
                  </a:lnTo>
                  <a:lnTo>
                    <a:pt x="5470291" y="424215"/>
                  </a:lnTo>
                  <a:lnTo>
                    <a:pt x="5387408" y="413690"/>
                  </a:lnTo>
                  <a:lnTo>
                    <a:pt x="5304524" y="404082"/>
                  </a:lnTo>
                  <a:lnTo>
                    <a:pt x="5221641" y="395389"/>
                  </a:lnTo>
                  <a:lnTo>
                    <a:pt x="5138758" y="387596"/>
                  </a:lnTo>
                  <a:lnTo>
                    <a:pt x="5055875" y="380676"/>
                  </a:lnTo>
                  <a:lnTo>
                    <a:pt x="4972992" y="374588"/>
                  </a:lnTo>
                  <a:lnTo>
                    <a:pt x="4890108" y="369278"/>
                  </a:lnTo>
                  <a:lnTo>
                    <a:pt x="4807225" y="364679"/>
                  </a:lnTo>
                  <a:lnTo>
                    <a:pt x="4724342" y="360717"/>
                  </a:lnTo>
                  <a:lnTo>
                    <a:pt x="4641459" y="357316"/>
                  </a:lnTo>
                  <a:lnTo>
                    <a:pt x="4558576" y="354401"/>
                  </a:lnTo>
                  <a:lnTo>
                    <a:pt x="4475692" y="351908"/>
                  </a:lnTo>
                  <a:lnTo>
                    <a:pt x="4392809" y="349790"/>
                  </a:lnTo>
                  <a:lnTo>
                    <a:pt x="4309926" y="348018"/>
                  </a:lnTo>
                  <a:lnTo>
                    <a:pt x="4227043" y="346504"/>
                  </a:lnTo>
                  <a:lnTo>
                    <a:pt x="4144160" y="345148"/>
                  </a:lnTo>
                  <a:lnTo>
                    <a:pt x="4061276" y="343995"/>
                  </a:lnTo>
                  <a:lnTo>
                    <a:pt x="3978393" y="343073"/>
                  </a:lnTo>
                  <a:lnTo>
                    <a:pt x="3895510" y="342346"/>
                  </a:lnTo>
                  <a:lnTo>
                    <a:pt x="3812627" y="341690"/>
                  </a:lnTo>
                  <a:lnTo>
                    <a:pt x="3729744" y="340891"/>
                  </a:lnTo>
                  <a:lnTo>
                    <a:pt x="3646860" y="338741"/>
                  </a:lnTo>
                  <a:lnTo>
                    <a:pt x="3563977" y="334288"/>
                  </a:lnTo>
                  <a:lnTo>
                    <a:pt x="3481094" y="329212"/>
                  </a:lnTo>
                  <a:lnTo>
                    <a:pt x="3398211" y="324853"/>
                  </a:lnTo>
                  <a:lnTo>
                    <a:pt x="3315328" y="322002"/>
                  </a:lnTo>
                  <a:lnTo>
                    <a:pt x="3232444" y="319051"/>
                  </a:lnTo>
                  <a:lnTo>
                    <a:pt x="3149561" y="315144"/>
                  </a:lnTo>
                  <a:lnTo>
                    <a:pt x="3066678" y="312456"/>
                  </a:lnTo>
                  <a:lnTo>
                    <a:pt x="2983795" y="311945"/>
                  </a:lnTo>
                  <a:lnTo>
                    <a:pt x="2900912" y="312923"/>
                  </a:lnTo>
                  <a:lnTo>
                    <a:pt x="2818028" y="315071"/>
                  </a:lnTo>
                  <a:lnTo>
                    <a:pt x="2735145" y="318503"/>
                  </a:lnTo>
                  <a:lnTo>
                    <a:pt x="2652262" y="322366"/>
                  </a:lnTo>
                  <a:lnTo>
                    <a:pt x="2569379" y="326533"/>
                  </a:lnTo>
                  <a:lnTo>
                    <a:pt x="2486496" y="332721"/>
                  </a:lnTo>
                  <a:lnTo>
                    <a:pt x="2403612" y="339890"/>
                  </a:lnTo>
                  <a:lnTo>
                    <a:pt x="2320729" y="346259"/>
                  </a:lnTo>
                  <a:lnTo>
                    <a:pt x="2237846" y="350192"/>
                  </a:lnTo>
                  <a:lnTo>
                    <a:pt x="2154963" y="353749"/>
                  </a:lnTo>
                  <a:lnTo>
                    <a:pt x="2072080" y="357368"/>
                  </a:lnTo>
                  <a:lnTo>
                    <a:pt x="1989196" y="360990"/>
                  </a:lnTo>
                  <a:lnTo>
                    <a:pt x="1906313" y="364518"/>
                  </a:lnTo>
                  <a:lnTo>
                    <a:pt x="1823430" y="367834"/>
                  </a:lnTo>
                  <a:lnTo>
                    <a:pt x="1740547" y="370848"/>
                  </a:lnTo>
                  <a:lnTo>
                    <a:pt x="1657664" y="373860"/>
                  </a:lnTo>
                  <a:lnTo>
                    <a:pt x="1574780" y="377109"/>
                  </a:lnTo>
                  <a:lnTo>
                    <a:pt x="1491897" y="380721"/>
                  </a:lnTo>
                  <a:lnTo>
                    <a:pt x="1409014" y="384820"/>
                  </a:lnTo>
                  <a:lnTo>
                    <a:pt x="1326131" y="389504"/>
                  </a:lnTo>
                  <a:lnTo>
                    <a:pt x="1243248" y="394850"/>
                  </a:lnTo>
                  <a:lnTo>
                    <a:pt x="1160364" y="400903"/>
                  </a:lnTo>
                  <a:lnTo>
                    <a:pt x="1077481" y="407684"/>
                  </a:lnTo>
                  <a:lnTo>
                    <a:pt x="994598" y="415194"/>
                  </a:lnTo>
                  <a:lnTo>
                    <a:pt x="911715" y="423423"/>
                  </a:lnTo>
                  <a:lnTo>
                    <a:pt x="828832" y="432351"/>
                  </a:lnTo>
                  <a:lnTo>
                    <a:pt x="745948" y="441955"/>
                  </a:lnTo>
                  <a:lnTo>
                    <a:pt x="663065" y="452211"/>
                  </a:lnTo>
                  <a:lnTo>
                    <a:pt x="580182" y="463095"/>
                  </a:lnTo>
                  <a:lnTo>
                    <a:pt x="497299" y="474586"/>
                  </a:lnTo>
                  <a:lnTo>
                    <a:pt x="414416" y="486662"/>
                  </a:lnTo>
                  <a:lnTo>
                    <a:pt x="331532" y="499304"/>
                  </a:lnTo>
                  <a:lnTo>
                    <a:pt x="248649" y="512498"/>
                  </a:lnTo>
                  <a:lnTo>
                    <a:pt x="165766" y="526225"/>
                  </a:lnTo>
                  <a:lnTo>
                    <a:pt x="82883" y="540475"/>
                  </a:lnTo>
                  <a:lnTo>
                    <a:pt x="0" y="5552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4814870"/>
              <a:ext cx="6015395" cy="261408"/>
            </a:xfrm>
            <a:custGeom>
              <a:avLst/>
              <a:pathLst>
                <a:path w="6015395" h="261408">
                  <a:moveTo>
                    <a:pt x="0" y="0"/>
                  </a:moveTo>
                  <a:lnTo>
                    <a:pt x="82883" y="24494"/>
                  </a:lnTo>
                  <a:lnTo>
                    <a:pt x="165766" y="47885"/>
                  </a:lnTo>
                  <a:lnTo>
                    <a:pt x="248649" y="70157"/>
                  </a:lnTo>
                  <a:lnTo>
                    <a:pt x="331532" y="91296"/>
                  </a:lnTo>
                  <a:lnTo>
                    <a:pt x="414416" y="111284"/>
                  </a:lnTo>
                  <a:lnTo>
                    <a:pt x="497299" y="130103"/>
                  </a:lnTo>
                  <a:lnTo>
                    <a:pt x="580182" y="147732"/>
                  </a:lnTo>
                  <a:lnTo>
                    <a:pt x="663065" y="164148"/>
                  </a:lnTo>
                  <a:lnTo>
                    <a:pt x="745948" y="179327"/>
                  </a:lnTo>
                  <a:lnTo>
                    <a:pt x="828832" y="193245"/>
                  </a:lnTo>
                  <a:lnTo>
                    <a:pt x="911715" y="205875"/>
                  </a:lnTo>
                  <a:lnTo>
                    <a:pt x="994598" y="217192"/>
                  </a:lnTo>
                  <a:lnTo>
                    <a:pt x="1077481" y="227175"/>
                  </a:lnTo>
                  <a:lnTo>
                    <a:pt x="1160364" y="235812"/>
                  </a:lnTo>
                  <a:lnTo>
                    <a:pt x="1243248" y="243100"/>
                  </a:lnTo>
                  <a:lnTo>
                    <a:pt x="1326131" y="249061"/>
                  </a:lnTo>
                  <a:lnTo>
                    <a:pt x="1409014" y="253737"/>
                  </a:lnTo>
                  <a:lnTo>
                    <a:pt x="1491897" y="257203"/>
                  </a:lnTo>
                  <a:lnTo>
                    <a:pt x="1574780" y="259556"/>
                  </a:lnTo>
                  <a:lnTo>
                    <a:pt x="1657664" y="260915"/>
                  </a:lnTo>
                  <a:lnTo>
                    <a:pt x="1740547" y="261408"/>
                  </a:lnTo>
                  <a:lnTo>
                    <a:pt x="1823430" y="261119"/>
                  </a:lnTo>
                  <a:lnTo>
                    <a:pt x="1906313" y="260084"/>
                  </a:lnTo>
                  <a:lnTo>
                    <a:pt x="1989196" y="258411"/>
                  </a:lnTo>
                  <a:lnTo>
                    <a:pt x="2072080" y="256198"/>
                  </a:lnTo>
                  <a:lnTo>
                    <a:pt x="2154963" y="253568"/>
                  </a:lnTo>
                  <a:lnTo>
                    <a:pt x="2237846" y="250680"/>
                  </a:lnTo>
                  <a:lnTo>
                    <a:pt x="2320729" y="247418"/>
                  </a:lnTo>
                  <a:lnTo>
                    <a:pt x="2403612" y="242243"/>
                  </a:lnTo>
                  <a:lnTo>
                    <a:pt x="2486496" y="235728"/>
                  </a:lnTo>
                  <a:lnTo>
                    <a:pt x="2569379" y="229308"/>
                  </a:lnTo>
                  <a:lnTo>
                    <a:pt x="2652262" y="224990"/>
                  </a:lnTo>
                  <a:lnTo>
                    <a:pt x="2735145" y="222077"/>
                  </a:lnTo>
                  <a:lnTo>
                    <a:pt x="2818028" y="219209"/>
                  </a:lnTo>
                  <a:lnTo>
                    <a:pt x="2900912" y="216407"/>
                  </a:lnTo>
                  <a:lnTo>
                    <a:pt x="2983795" y="214659"/>
                  </a:lnTo>
                  <a:lnTo>
                    <a:pt x="3066678" y="215560"/>
                  </a:lnTo>
                  <a:lnTo>
                    <a:pt x="3149561" y="218151"/>
                  </a:lnTo>
                  <a:lnTo>
                    <a:pt x="3232444" y="220630"/>
                  </a:lnTo>
                  <a:lnTo>
                    <a:pt x="3315328" y="222435"/>
                  </a:lnTo>
                  <a:lnTo>
                    <a:pt x="3398211" y="225347"/>
                  </a:lnTo>
                  <a:lnTo>
                    <a:pt x="3481094" y="229452"/>
                  </a:lnTo>
                  <a:lnTo>
                    <a:pt x="3563977" y="233303"/>
                  </a:lnTo>
                  <a:lnTo>
                    <a:pt x="3646860" y="236000"/>
                  </a:lnTo>
                  <a:lnTo>
                    <a:pt x="3729744" y="237073"/>
                  </a:lnTo>
                  <a:lnTo>
                    <a:pt x="3812627" y="237342"/>
                  </a:lnTo>
                  <a:lnTo>
                    <a:pt x="3895510" y="237267"/>
                  </a:lnTo>
                  <a:lnTo>
                    <a:pt x="3978393" y="236805"/>
                  </a:lnTo>
                  <a:lnTo>
                    <a:pt x="4061276" y="235999"/>
                  </a:lnTo>
                  <a:lnTo>
                    <a:pt x="4144160" y="234982"/>
                  </a:lnTo>
                  <a:lnTo>
                    <a:pt x="4227043" y="233949"/>
                  </a:lnTo>
                  <a:lnTo>
                    <a:pt x="4309926" y="233115"/>
                  </a:lnTo>
                  <a:lnTo>
                    <a:pt x="4392809" y="232411"/>
                  </a:lnTo>
                  <a:lnTo>
                    <a:pt x="4475692" y="231693"/>
                  </a:lnTo>
                  <a:lnTo>
                    <a:pt x="4558576" y="230925"/>
                  </a:lnTo>
                  <a:lnTo>
                    <a:pt x="4641459" y="230048"/>
                  </a:lnTo>
                  <a:lnTo>
                    <a:pt x="4724342" y="228991"/>
                  </a:lnTo>
                  <a:lnTo>
                    <a:pt x="4807225" y="227670"/>
                  </a:lnTo>
                  <a:lnTo>
                    <a:pt x="4890108" y="225999"/>
                  </a:lnTo>
                  <a:lnTo>
                    <a:pt x="4972992" y="223895"/>
                  </a:lnTo>
                  <a:lnTo>
                    <a:pt x="5055875" y="221282"/>
                  </a:lnTo>
                  <a:lnTo>
                    <a:pt x="5138758" y="218098"/>
                  </a:lnTo>
                  <a:lnTo>
                    <a:pt x="5221641" y="214291"/>
                  </a:lnTo>
                  <a:lnTo>
                    <a:pt x="5304524" y="209826"/>
                  </a:lnTo>
                  <a:lnTo>
                    <a:pt x="5387408" y="204680"/>
                  </a:lnTo>
                  <a:lnTo>
                    <a:pt x="5470291" y="198839"/>
                  </a:lnTo>
                  <a:lnTo>
                    <a:pt x="5553174" y="192300"/>
                  </a:lnTo>
                  <a:lnTo>
                    <a:pt x="5636057" y="185063"/>
                  </a:lnTo>
                  <a:lnTo>
                    <a:pt x="5718940" y="177135"/>
                  </a:lnTo>
                  <a:lnTo>
                    <a:pt x="5801824" y="168522"/>
                  </a:lnTo>
                  <a:lnTo>
                    <a:pt x="5884707" y="159234"/>
                  </a:lnTo>
                  <a:lnTo>
                    <a:pt x="5967590" y="149280"/>
                  </a:lnTo>
                  <a:lnTo>
                    <a:pt x="6015395" y="143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5126815"/>
              <a:ext cx="6015395" cy="243287"/>
            </a:xfrm>
            <a:custGeom>
              <a:avLst/>
              <a:pathLst>
                <a:path w="6015395" h="243287">
                  <a:moveTo>
                    <a:pt x="6015395" y="203710"/>
                  </a:moveTo>
                  <a:lnTo>
                    <a:pt x="5967590" y="194131"/>
                  </a:lnTo>
                  <a:lnTo>
                    <a:pt x="5884707" y="178340"/>
                  </a:lnTo>
                  <a:lnTo>
                    <a:pt x="5801824" y="163384"/>
                  </a:lnTo>
                  <a:lnTo>
                    <a:pt x="5718940" y="149282"/>
                  </a:lnTo>
                  <a:lnTo>
                    <a:pt x="5636057" y="136051"/>
                  </a:lnTo>
                  <a:lnTo>
                    <a:pt x="5553174" y="123709"/>
                  </a:lnTo>
                  <a:lnTo>
                    <a:pt x="5470291" y="112270"/>
                  </a:lnTo>
                  <a:lnTo>
                    <a:pt x="5387408" y="101744"/>
                  </a:lnTo>
                  <a:lnTo>
                    <a:pt x="5304524" y="92137"/>
                  </a:lnTo>
                  <a:lnTo>
                    <a:pt x="5221641" y="83443"/>
                  </a:lnTo>
                  <a:lnTo>
                    <a:pt x="5138758" y="75650"/>
                  </a:lnTo>
                  <a:lnTo>
                    <a:pt x="5055875" y="68730"/>
                  </a:lnTo>
                  <a:lnTo>
                    <a:pt x="4972992" y="62642"/>
                  </a:lnTo>
                  <a:lnTo>
                    <a:pt x="4890108" y="57332"/>
                  </a:lnTo>
                  <a:lnTo>
                    <a:pt x="4807225" y="52733"/>
                  </a:lnTo>
                  <a:lnTo>
                    <a:pt x="4724342" y="48772"/>
                  </a:lnTo>
                  <a:lnTo>
                    <a:pt x="4641459" y="45370"/>
                  </a:lnTo>
                  <a:lnTo>
                    <a:pt x="4558576" y="42455"/>
                  </a:lnTo>
                  <a:lnTo>
                    <a:pt x="4475692" y="39963"/>
                  </a:lnTo>
                  <a:lnTo>
                    <a:pt x="4392809" y="37844"/>
                  </a:lnTo>
                  <a:lnTo>
                    <a:pt x="4309926" y="36073"/>
                  </a:lnTo>
                  <a:lnTo>
                    <a:pt x="4227043" y="34559"/>
                  </a:lnTo>
                  <a:lnTo>
                    <a:pt x="4144160" y="33202"/>
                  </a:lnTo>
                  <a:lnTo>
                    <a:pt x="4061276" y="32049"/>
                  </a:lnTo>
                  <a:lnTo>
                    <a:pt x="3978393" y="31128"/>
                  </a:lnTo>
                  <a:lnTo>
                    <a:pt x="3895510" y="30401"/>
                  </a:lnTo>
                  <a:lnTo>
                    <a:pt x="3812627" y="29744"/>
                  </a:lnTo>
                  <a:lnTo>
                    <a:pt x="3729744" y="28945"/>
                  </a:lnTo>
                  <a:lnTo>
                    <a:pt x="3646860" y="26795"/>
                  </a:lnTo>
                  <a:lnTo>
                    <a:pt x="3563977" y="22342"/>
                  </a:lnTo>
                  <a:lnTo>
                    <a:pt x="3481094" y="17267"/>
                  </a:lnTo>
                  <a:lnTo>
                    <a:pt x="3398211" y="12908"/>
                  </a:lnTo>
                  <a:lnTo>
                    <a:pt x="3315328" y="10056"/>
                  </a:lnTo>
                  <a:lnTo>
                    <a:pt x="3232444" y="7105"/>
                  </a:lnTo>
                  <a:lnTo>
                    <a:pt x="3149561" y="3199"/>
                  </a:lnTo>
                  <a:lnTo>
                    <a:pt x="3066678" y="511"/>
                  </a:lnTo>
                  <a:lnTo>
                    <a:pt x="2983795" y="0"/>
                  </a:lnTo>
                  <a:lnTo>
                    <a:pt x="2900912" y="978"/>
                  </a:lnTo>
                  <a:lnTo>
                    <a:pt x="2818028" y="3126"/>
                  </a:lnTo>
                  <a:lnTo>
                    <a:pt x="2735145" y="6558"/>
                  </a:lnTo>
                  <a:lnTo>
                    <a:pt x="2652262" y="10420"/>
                  </a:lnTo>
                  <a:lnTo>
                    <a:pt x="2569379" y="14588"/>
                  </a:lnTo>
                  <a:lnTo>
                    <a:pt x="2486496" y="20775"/>
                  </a:lnTo>
                  <a:lnTo>
                    <a:pt x="2403612" y="27945"/>
                  </a:lnTo>
                  <a:lnTo>
                    <a:pt x="2320729" y="34314"/>
                  </a:lnTo>
                  <a:lnTo>
                    <a:pt x="2237846" y="38246"/>
                  </a:lnTo>
                  <a:lnTo>
                    <a:pt x="2154963" y="41804"/>
                  </a:lnTo>
                  <a:lnTo>
                    <a:pt x="2072080" y="45423"/>
                  </a:lnTo>
                  <a:lnTo>
                    <a:pt x="1989196" y="49044"/>
                  </a:lnTo>
                  <a:lnTo>
                    <a:pt x="1906313" y="52572"/>
                  </a:lnTo>
                  <a:lnTo>
                    <a:pt x="1823430" y="55889"/>
                  </a:lnTo>
                  <a:lnTo>
                    <a:pt x="1740547" y="58903"/>
                  </a:lnTo>
                  <a:lnTo>
                    <a:pt x="1657664" y="61915"/>
                  </a:lnTo>
                  <a:lnTo>
                    <a:pt x="1574780" y="65163"/>
                  </a:lnTo>
                  <a:lnTo>
                    <a:pt x="1491897" y="68776"/>
                  </a:lnTo>
                  <a:lnTo>
                    <a:pt x="1409014" y="72874"/>
                  </a:lnTo>
                  <a:lnTo>
                    <a:pt x="1326131" y="77559"/>
                  </a:lnTo>
                  <a:lnTo>
                    <a:pt x="1243248" y="82905"/>
                  </a:lnTo>
                  <a:lnTo>
                    <a:pt x="1160364" y="88958"/>
                  </a:lnTo>
                  <a:lnTo>
                    <a:pt x="1077481" y="95738"/>
                  </a:lnTo>
                  <a:lnTo>
                    <a:pt x="994598" y="103249"/>
                  </a:lnTo>
                  <a:lnTo>
                    <a:pt x="911715" y="111478"/>
                  </a:lnTo>
                  <a:lnTo>
                    <a:pt x="828832" y="120406"/>
                  </a:lnTo>
                  <a:lnTo>
                    <a:pt x="745948" y="130010"/>
                  </a:lnTo>
                  <a:lnTo>
                    <a:pt x="663065" y="140266"/>
                  </a:lnTo>
                  <a:lnTo>
                    <a:pt x="580182" y="151150"/>
                  </a:lnTo>
                  <a:lnTo>
                    <a:pt x="497299" y="162640"/>
                  </a:lnTo>
                  <a:lnTo>
                    <a:pt x="414416" y="174716"/>
                  </a:lnTo>
                  <a:lnTo>
                    <a:pt x="331532" y="187359"/>
                  </a:lnTo>
                  <a:lnTo>
                    <a:pt x="248649" y="200552"/>
                  </a:lnTo>
                  <a:lnTo>
                    <a:pt x="165766" y="214280"/>
                  </a:lnTo>
                  <a:lnTo>
                    <a:pt x="82883" y="228529"/>
                  </a:lnTo>
                  <a:lnTo>
                    <a:pt x="0" y="2432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5078173"/>
              <a:ext cx="6015395" cy="66105"/>
            </a:xfrm>
            <a:custGeom>
              <a:avLst/>
              <a:pathLst>
                <a:path w="6015395" h="66105">
                  <a:moveTo>
                    <a:pt x="0" y="14313"/>
                  </a:moveTo>
                  <a:lnTo>
                    <a:pt x="82883" y="19182"/>
                  </a:lnTo>
                  <a:lnTo>
                    <a:pt x="165766" y="23752"/>
                  </a:lnTo>
                  <a:lnTo>
                    <a:pt x="248649" y="28025"/>
                  </a:lnTo>
                  <a:lnTo>
                    <a:pt x="331532" y="31998"/>
                  </a:lnTo>
                  <a:lnTo>
                    <a:pt x="414416" y="35670"/>
                  </a:lnTo>
                  <a:lnTo>
                    <a:pt x="497299" y="39042"/>
                  </a:lnTo>
                  <a:lnTo>
                    <a:pt x="580182" y="42111"/>
                  </a:lnTo>
                  <a:lnTo>
                    <a:pt x="663065" y="44877"/>
                  </a:lnTo>
                  <a:lnTo>
                    <a:pt x="745948" y="47339"/>
                  </a:lnTo>
                  <a:lnTo>
                    <a:pt x="828832" y="49495"/>
                  </a:lnTo>
                  <a:lnTo>
                    <a:pt x="911715" y="51346"/>
                  </a:lnTo>
                  <a:lnTo>
                    <a:pt x="994598" y="52891"/>
                  </a:lnTo>
                  <a:lnTo>
                    <a:pt x="1077481" y="54127"/>
                  </a:lnTo>
                  <a:lnTo>
                    <a:pt x="1160364" y="55055"/>
                  </a:lnTo>
                  <a:lnTo>
                    <a:pt x="1243248" y="55673"/>
                  </a:lnTo>
                  <a:lnTo>
                    <a:pt x="1326131" y="55980"/>
                  </a:lnTo>
                  <a:lnTo>
                    <a:pt x="1409014" y="55976"/>
                  </a:lnTo>
                  <a:lnTo>
                    <a:pt x="1491897" y="55659"/>
                  </a:lnTo>
                  <a:lnTo>
                    <a:pt x="1574780" y="55029"/>
                  </a:lnTo>
                  <a:lnTo>
                    <a:pt x="1657664" y="54085"/>
                  </a:lnTo>
                  <a:lnTo>
                    <a:pt x="1740547" y="52826"/>
                  </a:lnTo>
                  <a:lnTo>
                    <a:pt x="1823430" y="51174"/>
                  </a:lnTo>
                  <a:lnTo>
                    <a:pt x="1906313" y="48998"/>
                  </a:lnTo>
                  <a:lnTo>
                    <a:pt x="1989196" y="46398"/>
                  </a:lnTo>
                  <a:lnTo>
                    <a:pt x="2072080" y="43481"/>
                  </a:lnTo>
                  <a:lnTo>
                    <a:pt x="2154963" y="40356"/>
                  </a:lnTo>
                  <a:lnTo>
                    <a:pt x="2237846" y="37133"/>
                  </a:lnTo>
                  <a:lnTo>
                    <a:pt x="2320729" y="33536"/>
                  </a:lnTo>
                  <a:lnTo>
                    <a:pt x="2403612" y="27764"/>
                  </a:lnTo>
                  <a:lnTo>
                    <a:pt x="2486496" y="20922"/>
                  </a:lnTo>
                  <a:lnTo>
                    <a:pt x="2569379" y="14618"/>
                  </a:lnTo>
                  <a:lnTo>
                    <a:pt x="2652262" y="10375"/>
                  </a:lnTo>
                  <a:lnTo>
                    <a:pt x="2735145" y="6987"/>
                  </a:lnTo>
                  <a:lnTo>
                    <a:pt x="2818028" y="3837"/>
                  </a:lnTo>
                  <a:lnTo>
                    <a:pt x="2900912" y="1363"/>
                  </a:lnTo>
                  <a:lnTo>
                    <a:pt x="2983795" y="0"/>
                  </a:lnTo>
                  <a:lnTo>
                    <a:pt x="3066678" y="705"/>
                  </a:lnTo>
                  <a:lnTo>
                    <a:pt x="3149561" y="3345"/>
                  </a:lnTo>
                  <a:lnTo>
                    <a:pt x="3232444" y="6538"/>
                  </a:lnTo>
                  <a:lnTo>
                    <a:pt x="3315328" y="8916"/>
                  </a:lnTo>
                  <a:lnTo>
                    <a:pt x="3398211" y="11797"/>
                  </a:lnTo>
                  <a:lnTo>
                    <a:pt x="3481094" y="16030"/>
                  </a:lnTo>
                  <a:lnTo>
                    <a:pt x="3563977" y="20493"/>
                  </a:lnTo>
                  <a:lnTo>
                    <a:pt x="3646860" y="24067"/>
                  </a:lnTo>
                  <a:lnTo>
                    <a:pt x="3729744" y="25679"/>
                  </a:lnTo>
                  <a:lnTo>
                    <a:pt x="3812627" y="26213"/>
                  </a:lnTo>
                  <a:lnTo>
                    <a:pt x="3895510" y="26504"/>
                  </a:lnTo>
                  <a:lnTo>
                    <a:pt x="3978393" y="26636"/>
                  </a:lnTo>
                  <a:lnTo>
                    <a:pt x="4061276" y="26694"/>
                  </a:lnTo>
                  <a:lnTo>
                    <a:pt x="4144160" y="26762"/>
                  </a:lnTo>
                  <a:lnTo>
                    <a:pt x="4227043" y="26924"/>
                  </a:lnTo>
                  <a:lnTo>
                    <a:pt x="4309926" y="27264"/>
                  </a:lnTo>
                  <a:lnTo>
                    <a:pt x="4392809" y="27798"/>
                  </a:lnTo>
                  <a:lnTo>
                    <a:pt x="4475692" y="28498"/>
                  </a:lnTo>
                  <a:lnTo>
                    <a:pt x="4558576" y="29360"/>
                  </a:lnTo>
                  <a:lnTo>
                    <a:pt x="4641459" y="30379"/>
                  </a:lnTo>
                  <a:lnTo>
                    <a:pt x="4724342" y="31551"/>
                  </a:lnTo>
                  <a:lnTo>
                    <a:pt x="4807225" y="32872"/>
                  </a:lnTo>
                  <a:lnTo>
                    <a:pt x="4890108" y="34335"/>
                  </a:lnTo>
                  <a:lnTo>
                    <a:pt x="4972992" y="35939"/>
                  </a:lnTo>
                  <a:lnTo>
                    <a:pt x="5055875" y="37676"/>
                  </a:lnTo>
                  <a:lnTo>
                    <a:pt x="5138758" y="39544"/>
                  </a:lnTo>
                  <a:lnTo>
                    <a:pt x="5221641" y="41537"/>
                  </a:lnTo>
                  <a:lnTo>
                    <a:pt x="5304524" y="43651"/>
                  </a:lnTo>
                  <a:lnTo>
                    <a:pt x="5387408" y="45882"/>
                  </a:lnTo>
                  <a:lnTo>
                    <a:pt x="5470291" y="48225"/>
                  </a:lnTo>
                  <a:lnTo>
                    <a:pt x="5553174" y="50674"/>
                  </a:lnTo>
                  <a:lnTo>
                    <a:pt x="5636057" y="53227"/>
                  </a:lnTo>
                  <a:lnTo>
                    <a:pt x="5718940" y="55878"/>
                  </a:lnTo>
                  <a:lnTo>
                    <a:pt x="5801824" y="58623"/>
                  </a:lnTo>
                  <a:lnTo>
                    <a:pt x="5884707" y="61457"/>
                  </a:lnTo>
                  <a:lnTo>
                    <a:pt x="5967590" y="64375"/>
                  </a:lnTo>
                  <a:lnTo>
                    <a:pt x="6015395" y="6610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909806"/>
              <a:ext cx="6015395" cy="468653"/>
            </a:xfrm>
            <a:custGeom>
              <a:avLst/>
              <a:pathLst>
                <a:path w="6015395" h="468653">
                  <a:moveTo>
                    <a:pt x="0" y="87622"/>
                  </a:moveTo>
                  <a:lnTo>
                    <a:pt x="82883" y="99068"/>
                  </a:lnTo>
                  <a:lnTo>
                    <a:pt x="165766" y="110003"/>
                  </a:lnTo>
                  <a:lnTo>
                    <a:pt x="248649" y="120421"/>
                  </a:lnTo>
                  <a:lnTo>
                    <a:pt x="331532" y="130310"/>
                  </a:lnTo>
                  <a:lnTo>
                    <a:pt x="414416" y="139659"/>
                  </a:lnTo>
                  <a:lnTo>
                    <a:pt x="497299" y="148457"/>
                  </a:lnTo>
                  <a:lnTo>
                    <a:pt x="580182" y="156689"/>
                  </a:lnTo>
                  <a:lnTo>
                    <a:pt x="663065" y="164341"/>
                  </a:lnTo>
                  <a:lnTo>
                    <a:pt x="745948" y="171395"/>
                  </a:lnTo>
                  <a:lnTo>
                    <a:pt x="828832" y="177835"/>
                  </a:lnTo>
                  <a:lnTo>
                    <a:pt x="911715" y="183643"/>
                  </a:lnTo>
                  <a:lnTo>
                    <a:pt x="994598" y="188801"/>
                  </a:lnTo>
                  <a:lnTo>
                    <a:pt x="1077481" y="193295"/>
                  </a:lnTo>
                  <a:lnTo>
                    <a:pt x="1160364" y="197117"/>
                  </a:lnTo>
                  <a:lnTo>
                    <a:pt x="1243248" y="200270"/>
                  </a:lnTo>
                  <a:lnTo>
                    <a:pt x="1326131" y="202769"/>
                  </a:lnTo>
                  <a:lnTo>
                    <a:pt x="1409014" y="204651"/>
                  </a:lnTo>
                  <a:lnTo>
                    <a:pt x="1491897" y="205974"/>
                  </a:lnTo>
                  <a:lnTo>
                    <a:pt x="1574780" y="206816"/>
                  </a:lnTo>
                  <a:lnTo>
                    <a:pt x="1657664" y="207270"/>
                  </a:lnTo>
                  <a:lnTo>
                    <a:pt x="1740547" y="207437"/>
                  </a:lnTo>
                  <a:lnTo>
                    <a:pt x="1823430" y="207521"/>
                  </a:lnTo>
                  <a:lnTo>
                    <a:pt x="1906313" y="207795"/>
                  </a:lnTo>
                  <a:lnTo>
                    <a:pt x="1989196" y="208162"/>
                  </a:lnTo>
                  <a:lnTo>
                    <a:pt x="2072080" y="208502"/>
                  </a:lnTo>
                  <a:lnTo>
                    <a:pt x="2154963" y="208713"/>
                  </a:lnTo>
                  <a:lnTo>
                    <a:pt x="2237846" y="208719"/>
                  </a:lnTo>
                  <a:lnTo>
                    <a:pt x="2320729" y="208664"/>
                  </a:lnTo>
                  <a:lnTo>
                    <a:pt x="2403612" y="209362"/>
                  </a:lnTo>
                  <a:lnTo>
                    <a:pt x="2486496" y="210126"/>
                  </a:lnTo>
                  <a:lnTo>
                    <a:pt x="2569379" y="210379"/>
                  </a:lnTo>
                  <a:lnTo>
                    <a:pt x="2652262" y="210076"/>
                  </a:lnTo>
                  <a:lnTo>
                    <a:pt x="2735145" y="210023"/>
                  </a:lnTo>
                  <a:lnTo>
                    <a:pt x="2818028" y="209825"/>
                  </a:lnTo>
                  <a:lnTo>
                    <a:pt x="2900912" y="209006"/>
                  </a:lnTo>
                  <a:lnTo>
                    <a:pt x="2983795" y="207831"/>
                  </a:lnTo>
                  <a:lnTo>
                    <a:pt x="3066678" y="207339"/>
                  </a:lnTo>
                  <a:lnTo>
                    <a:pt x="3149561" y="207196"/>
                  </a:lnTo>
                  <a:lnTo>
                    <a:pt x="3232444" y="206366"/>
                  </a:lnTo>
                  <a:lnTo>
                    <a:pt x="3315328" y="204758"/>
                  </a:lnTo>
                  <a:lnTo>
                    <a:pt x="3398211" y="202736"/>
                  </a:lnTo>
                  <a:lnTo>
                    <a:pt x="3481094" y="200187"/>
                  </a:lnTo>
                  <a:lnTo>
                    <a:pt x="3563977" y="197051"/>
                  </a:lnTo>
                  <a:lnTo>
                    <a:pt x="3646860" y="193689"/>
                  </a:lnTo>
                  <a:lnTo>
                    <a:pt x="3729744" y="190751"/>
                  </a:lnTo>
                  <a:lnTo>
                    <a:pt x="3812627" y="188009"/>
                  </a:lnTo>
                  <a:lnTo>
                    <a:pt x="3895510" y="185082"/>
                  </a:lnTo>
                  <a:lnTo>
                    <a:pt x="3978393" y="181935"/>
                  </a:lnTo>
                  <a:lnTo>
                    <a:pt x="4061276" y="178603"/>
                  </a:lnTo>
                  <a:lnTo>
                    <a:pt x="4144160" y="175186"/>
                  </a:lnTo>
                  <a:lnTo>
                    <a:pt x="4227043" y="171835"/>
                  </a:lnTo>
                  <a:lnTo>
                    <a:pt x="4309926" y="168712"/>
                  </a:lnTo>
                  <a:lnTo>
                    <a:pt x="4392809" y="165556"/>
                  </a:lnTo>
                  <a:lnTo>
                    <a:pt x="4475692" y="162119"/>
                  </a:lnTo>
                  <a:lnTo>
                    <a:pt x="4558576" y="158379"/>
                  </a:lnTo>
                  <a:lnTo>
                    <a:pt x="4641459" y="154299"/>
                  </a:lnTo>
                  <a:lnTo>
                    <a:pt x="4724342" y="149829"/>
                  </a:lnTo>
                  <a:lnTo>
                    <a:pt x="4807225" y="144914"/>
                  </a:lnTo>
                  <a:lnTo>
                    <a:pt x="4890108" y="139495"/>
                  </a:lnTo>
                  <a:lnTo>
                    <a:pt x="4972992" y="133514"/>
                  </a:lnTo>
                  <a:lnTo>
                    <a:pt x="5055875" y="126921"/>
                  </a:lnTo>
                  <a:lnTo>
                    <a:pt x="5138758" y="119674"/>
                  </a:lnTo>
                  <a:lnTo>
                    <a:pt x="5221641" y="111741"/>
                  </a:lnTo>
                  <a:lnTo>
                    <a:pt x="5304524" y="103102"/>
                  </a:lnTo>
                  <a:lnTo>
                    <a:pt x="5387408" y="93746"/>
                  </a:lnTo>
                  <a:lnTo>
                    <a:pt x="5470291" y="83671"/>
                  </a:lnTo>
                  <a:lnTo>
                    <a:pt x="5553174" y="72881"/>
                  </a:lnTo>
                  <a:lnTo>
                    <a:pt x="5636057" y="61382"/>
                  </a:lnTo>
                  <a:lnTo>
                    <a:pt x="5718940" y="49187"/>
                  </a:lnTo>
                  <a:lnTo>
                    <a:pt x="5801824" y="36310"/>
                  </a:lnTo>
                  <a:lnTo>
                    <a:pt x="5884707" y="22762"/>
                  </a:lnTo>
                  <a:lnTo>
                    <a:pt x="5967590" y="8560"/>
                  </a:lnTo>
                  <a:lnTo>
                    <a:pt x="6015395" y="0"/>
                  </a:lnTo>
                  <a:lnTo>
                    <a:pt x="6015395" y="286428"/>
                  </a:lnTo>
                  <a:lnTo>
                    <a:pt x="5967590" y="282918"/>
                  </a:lnTo>
                  <a:lnTo>
                    <a:pt x="5884707" y="277323"/>
                  </a:lnTo>
                  <a:lnTo>
                    <a:pt x="5801824" y="272228"/>
                  </a:lnTo>
                  <a:lnTo>
                    <a:pt x="5718940" y="267639"/>
                  </a:lnTo>
                  <a:lnTo>
                    <a:pt x="5636057" y="263564"/>
                  </a:lnTo>
                  <a:lnTo>
                    <a:pt x="5553174" y="260007"/>
                  </a:lnTo>
                  <a:lnTo>
                    <a:pt x="5470291" y="256974"/>
                  </a:lnTo>
                  <a:lnTo>
                    <a:pt x="5387408" y="254464"/>
                  </a:lnTo>
                  <a:lnTo>
                    <a:pt x="5304524" y="252475"/>
                  </a:lnTo>
                  <a:lnTo>
                    <a:pt x="5221641" y="250996"/>
                  </a:lnTo>
                  <a:lnTo>
                    <a:pt x="5138758" y="250009"/>
                  </a:lnTo>
                  <a:lnTo>
                    <a:pt x="5055875" y="249486"/>
                  </a:lnTo>
                  <a:lnTo>
                    <a:pt x="4972992" y="249389"/>
                  </a:lnTo>
                  <a:lnTo>
                    <a:pt x="4890108" y="249669"/>
                  </a:lnTo>
                  <a:lnTo>
                    <a:pt x="4807225" y="250267"/>
                  </a:lnTo>
                  <a:lnTo>
                    <a:pt x="4724342" y="251120"/>
                  </a:lnTo>
                  <a:lnTo>
                    <a:pt x="4641459" y="252161"/>
                  </a:lnTo>
                  <a:lnTo>
                    <a:pt x="4558576" y="253325"/>
                  </a:lnTo>
                  <a:lnTo>
                    <a:pt x="4475692" y="254558"/>
                  </a:lnTo>
                  <a:lnTo>
                    <a:pt x="4392809" y="255814"/>
                  </a:lnTo>
                  <a:lnTo>
                    <a:pt x="4309926" y="257066"/>
                  </a:lnTo>
                  <a:lnTo>
                    <a:pt x="4227043" y="258383"/>
                  </a:lnTo>
                  <a:lnTo>
                    <a:pt x="4144160" y="259898"/>
                  </a:lnTo>
                  <a:lnTo>
                    <a:pt x="4061276" y="261646"/>
                  </a:lnTo>
                  <a:lnTo>
                    <a:pt x="3978393" y="263650"/>
                  </a:lnTo>
                  <a:lnTo>
                    <a:pt x="3895510" y="265882"/>
                  </a:lnTo>
                  <a:lnTo>
                    <a:pt x="3812627" y="268247"/>
                  </a:lnTo>
                  <a:lnTo>
                    <a:pt x="3729744" y="270581"/>
                  </a:lnTo>
                  <a:lnTo>
                    <a:pt x="3646860" y="272692"/>
                  </a:lnTo>
                  <a:lnTo>
                    <a:pt x="3563977" y="274703"/>
                  </a:lnTo>
                  <a:lnTo>
                    <a:pt x="3481094" y="276897"/>
                  </a:lnTo>
                  <a:lnTo>
                    <a:pt x="3398211" y="279250"/>
                  </a:lnTo>
                  <a:lnTo>
                    <a:pt x="3315328" y="281320"/>
                  </a:lnTo>
                  <a:lnTo>
                    <a:pt x="3232444" y="282046"/>
                  </a:lnTo>
                  <a:lnTo>
                    <a:pt x="3149561" y="281779"/>
                  </a:lnTo>
                  <a:lnTo>
                    <a:pt x="3066678" y="281847"/>
                  </a:lnTo>
                  <a:lnTo>
                    <a:pt x="2983795" y="282638"/>
                  </a:lnTo>
                  <a:lnTo>
                    <a:pt x="2900912" y="283221"/>
                  </a:lnTo>
                  <a:lnTo>
                    <a:pt x="2818028" y="283538"/>
                  </a:lnTo>
                  <a:lnTo>
                    <a:pt x="2735145" y="284169"/>
                  </a:lnTo>
                  <a:lnTo>
                    <a:pt x="2652262" y="284953"/>
                  </a:lnTo>
                  <a:lnTo>
                    <a:pt x="2569379" y="285140"/>
                  </a:lnTo>
                  <a:lnTo>
                    <a:pt x="2486496" y="284708"/>
                  </a:lnTo>
                  <a:lnTo>
                    <a:pt x="2403612" y="284448"/>
                  </a:lnTo>
                  <a:lnTo>
                    <a:pt x="2320729" y="284668"/>
                  </a:lnTo>
                  <a:lnTo>
                    <a:pt x="2237846" y="285238"/>
                  </a:lnTo>
                  <a:lnTo>
                    <a:pt x="2154963" y="285746"/>
                  </a:lnTo>
                  <a:lnTo>
                    <a:pt x="2072080" y="286296"/>
                  </a:lnTo>
                  <a:lnTo>
                    <a:pt x="1989196" y="287040"/>
                  </a:lnTo>
                  <a:lnTo>
                    <a:pt x="1906313" y="288099"/>
                  </a:lnTo>
                  <a:lnTo>
                    <a:pt x="1823430" y="289580"/>
                  </a:lnTo>
                  <a:lnTo>
                    <a:pt x="1740547" y="291590"/>
                  </a:lnTo>
                  <a:lnTo>
                    <a:pt x="1657664" y="294119"/>
                  </a:lnTo>
                  <a:lnTo>
                    <a:pt x="1574780" y="297208"/>
                  </a:lnTo>
                  <a:lnTo>
                    <a:pt x="1491897" y="300953"/>
                  </a:lnTo>
                  <a:lnTo>
                    <a:pt x="1409014" y="305446"/>
                  </a:lnTo>
                  <a:lnTo>
                    <a:pt x="1326131" y="310762"/>
                  </a:lnTo>
                  <a:lnTo>
                    <a:pt x="1243248" y="316957"/>
                  </a:lnTo>
                  <a:lnTo>
                    <a:pt x="1160364" y="324064"/>
                  </a:lnTo>
                  <a:lnTo>
                    <a:pt x="1077481" y="332096"/>
                  </a:lnTo>
                  <a:lnTo>
                    <a:pt x="994598" y="341054"/>
                  </a:lnTo>
                  <a:lnTo>
                    <a:pt x="911715" y="350926"/>
                  </a:lnTo>
                  <a:lnTo>
                    <a:pt x="828832" y="361695"/>
                  </a:lnTo>
                  <a:lnTo>
                    <a:pt x="745948" y="373342"/>
                  </a:lnTo>
                  <a:lnTo>
                    <a:pt x="663065" y="385846"/>
                  </a:lnTo>
                  <a:lnTo>
                    <a:pt x="580182" y="399187"/>
                  </a:lnTo>
                  <a:lnTo>
                    <a:pt x="497299" y="413346"/>
                  </a:lnTo>
                  <a:lnTo>
                    <a:pt x="414416" y="428304"/>
                  </a:lnTo>
                  <a:lnTo>
                    <a:pt x="331532" y="444046"/>
                  </a:lnTo>
                  <a:lnTo>
                    <a:pt x="248649" y="460557"/>
                  </a:lnTo>
                  <a:lnTo>
                    <a:pt x="209783" y="46865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909806"/>
              <a:ext cx="6015395" cy="210379"/>
            </a:xfrm>
            <a:custGeom>
              <a:avLst/>
              <a:pathLst>
                <a:path w="6015395" h="210379">
                  <a:moveTo>
                    <a:pt x="0" y="87622"/>
                  </a:moveTo>
                  <a:lnTo>
                    <a:pt x="82883" y="99068"/>
                  </a:lnTo>
                  <a:lnTo>
                    <a:pt x="165766" y="110003"/>
                  </a:lnTo>
                  <a:lnTo>
                    <a:pt x="248649" y="120421"/>
                  </a:lnTo>
                  <a:lnTo>
                    <a:pt x="331532" y="130310"/>
                  </a:lnTo>
                  <a:lnTo>
                    <a:pt x="414416" y="139659"/>
                  </a:lnTo>
                  <a:lnTo>
                    <a:pt x="497299" y="148457"/>
                  </a:lnTo>
                  <a:lnTo>
                    <a:pt x="580182" y="156689"/>
                  </a:lnTo>
                  <a:lnTo>
                    <a:pt x="663065" y="164341"/>
                  </a:lnTo>
                  <a:lnTo>
                    <a:pt x="745948" y="171395"/>
                  </a:lnTo>
                  <a:lnTo>
                    <a:pt x="828832" y="177835"/>
                  </a:lnTo>
                  <a:lnTo>
                    <a:pt x="911715" y="183643"/>
                  </a:lnTo>
                  <a:lnTo>
                    <a:pt x="994598" y="188801"/>
                  </a:lnTo>
                  <a:lnTo>
                    <a:pt x="1077481" y="193295"/>
                  </a:lnTo>
                  <a:lnTo>
                    <a:pt x="1160364" y="197117"/>
                  </a:lnTo>
                  <a:lnTo>
                    <a:pt x="1243248" y="200270"/>
                  </a:lnTo>
                  <a:lnTo>
                    <a:pt x="1326131" y="202769"/>
                  </a:lnTo>
                  <a:lnTo>
                    <a:pt x="1409014" y="204651"/>
                  </a:lnTo>
                  <a:lnTo>
                    <a:pt x="1491897" y="205974"/>
                  </a:lnTo>
                  <a:lnTo>
                    <a:pt x="1574780" y="206816"/>
                  </a:lnTo>
                  <a:lnTo>
                    <a:pt x="1657664" y="207270"/>
                  </a:lnTo>
                  <a:lnTo>
                    <a:pt x="1740547" y="207437"/>
                  </a:lnTo>
                  <a:lnTo>
                    <a:pt x="1823430" y="207521"/>
                  </a:lnTo>
                  <a:lnTo>
                    <a:pt x="1906313" y="207795"/>
                  </a:lnTo>
                  <a:lnTo>
                    <a:pt x="1989196" y="208162"/>
                  </a:lnTo>
                  <a:lnTo>
                    <a:pt x="2072080" y="208502"/>
                  </a:lnTo>
                  <a:lnTo>
                    <a:pt x="2154963" y="208713"/>
                  </a:lnTo>
                  <a:lnTo>
                    <a:pt x="2237846" y="208719"/>
                  </a:lnTo>
                  <a:lnTo>
                    <a:pt x="2320729" y="208664"/>
                  </a:lnTo>
                  <a:lnTo>
                    <a:pt x="2403612" y="209362"/>
                  </a:lnTo>
                  <a:lnTo>
                    <a:pt x="2486496" y="210126"/>
                  </a:lnTo>
                  <a:lnTo>
                    <a:pt x="2569379" y="210379"/>
                  </a:lnTo>
                  <a:lnTo>
                    <a:pt x="2652262" y="210076"/>
                  </a:lnTo>
                  <a:lnTo>
                    <a:pt x="2735145" y="210023"/>
                  </a:lnTo>
                  <a:lnTo>
                    <a:pt x="2818028" y="209825"/>
                  </a:lnTo>
                  <a:lnTo>
                    <a:pt x="2900912" y="209006"/>
                  </a:lnTo>
                  <a:lnTo>
                    <a:pt x="2983795" y="207831"/>
                  </a:lnTo>
                  <a:lnTo>
                    <a:pt x="3066678" y="207339"/>
                  </a:lnTo>
                  <a:lnTo>
                    <a:pt x="3149561" y="207196"/>
                  </a:lnTo>
                  <a:lnTo>
                    <a:pt x="3232444" y="206366"/>
                  </a:lnTo>
                  <a:lnTo>
                    <a:pt x="3315328" y="204758"/>
                  </a:lnTo>
                  <a:lnTo>
                    <a:pt x="3398211" y="202736"/>
                  </a:lnTo>
                  <a:lnTo>
                    <a:pt x="3481094" y="200187"/>
                  </a:lnTo>
                  <a:lnTo>
                    <a:pt x="3563977" y="197051"/>
                  </a:lnTo>
                  <a:lnTo>
                    <a:pt x="3646860" y="193689"/>
                  </a:lnTo>
                  <a:lnTo>
                    <a:pt x="3729744" y="190751"/>
                  </a:lnTo>
                  <a:lnTo>
                    <a:pt x="3812627" y="188009"/>
                  </a:lnTo>
                  <a:lnTo>
                    <a:pt x="3895510" y="185082"/>
                  </a:lnTo>
                  <a:lnTo>
                    <a:pt x="3978393" y="181935"/>
                  </a:lnTo>
                  <a:lnTo>
                    <a:pt x="4061276" y="178603"/>
                  </a:lnTo>
                  <a:lnTo>
                    <a:pt x="4144160" y="175186"/>
                  </a:lnTo>
                  <a:lnTo>
                    <a:pt x="4227043" y="171835"/>
                  </a:lnTo>
                  <a:lnTo>
                    <a:pt x="4309926" y="168712"/>
                  </a:lnTo>
                  <a:lnTo>
                    <a:pt x="4392809" y="165556"/>
                  </a:lnTo>
                  <a:lnTo>
                    <a:pt x="4475692" y="162119"/>
                  </a:lnTo>
                  <a:lnTo>
                    <a:pt x="4558576" y="158379"/>
                  </a:lnTo>
                  <a:lnTo>
                    <a:pt x="4641459" y="154299"/>
                  </a:lnTo>
                  <a:lnTo>
                    <a:pt x="4724342" y="149829"/>
                  </a:lnTo>
                  <a:lnTo>
                    <a:pt x="4807225" y="144914"/>
                  </a:lnTo>
                  <a:lnTo>
                    <a:pt x="4890108" y="139495"/>
                  </a:lnTo>
                  <a:lnTo>
                    <a:pt x="4972992" y="133514"/>
                  </a:lnTo>
                  <a:lnTo>
                    <a:pt x="5055875" y="126921"/>
                  </a:lnTo>
                  <a:lnTo>
                    <a:pt x="5138758" y="119674"/>
                  </a:lnTo>
                  <a:lnTo>
                    <a:pt x="5221641" y="111741"/>
                  </a:lnTo>
                  <a:lnTo>
                    <a:pt x="5304524" y="103102"/>
                  </a:lnTo>
                  <a:lnTo>
                    <a:pt x="5387408" y="93746"/>
                  </a:lnTo>
                  <a:lnTo>
                    <a:pt x="5470291" y="83671"/>
                  </a:lnTo>
                  <a:lnTo>
                    <a:pt x="5553174" y="72881"/>
                  </a:lnTo>
                  <a:lnTo>
                    <a:pt x="5636057" y="61382"/>
                  </a:lnTo>
                  <a:lnTo>
                    <a:pt x="5718940" y="49187"/>
                  </a:lnTo>
                  <a:lnTo>
                    <a:pt x="5801824" y="36310"/>
                  </a:lnTo>
                  <a:lnTo>
                    <a:pt x="5884707" y="22762"/>
                  </a:lnTo>
                  <a:lnTo>
                    <a:pt x="5967590" y="8560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82249" y="5159196"/>
              <a:ext cx="5805611" cy="219263"/>
            </a:xfrm>
            <a:custGeom>
              <a:avLst/>
              <a:pathLst>
                <a:path w="5805611" h="219263">
                  <a:moveTo>
                    <a:pt x="5805611" y="37039"/>
                  </a:moveTo>
                  <a:lnTo>
                    <a:pt x="5757806" y="33528"/>
                  </a:lnTo>
                  <a:lnTo>
                    <a:pt x="5674923" y="27933"/>
                  </a:lnTo>
                  <a:lnTo>
                    <a:pt x="5592040" y="22838"/>
                  </a:lnTo>
                  <a:lnTo>
                    <a:pt x="5509156" y="18250"/>
                  </a:lnTo>
                  <a:lnTo>
                    <a:pt x="5426273" y="14174"/>
                  </a:lnTo>
                  <a:lnTo>
                    <a:pt x="5343390" y="10618"/>
                  </a:lnTo>
                  <a:lnTo>
                    <a:pt x="5260507" y="7584"/>
                  </a:lnTo>
                  <a:lnTo>
                    <a:pt x="5177624" y="5074"/>
                  </a:lnTo>
                  <a:lnTo>
                    <a:pt x="5094740" y="3085"/>
                  </a:lnTo>
                  <a:lnTo>
                    <a:pt x="5011857" y="1606"/>
                  </a:lnTo>
                  <a:lnTo>
                    <a:pt x="4928974" y="619"/>
                  </a:lnTo>
                  <a:lnTo>
                    <a:pt x="4846091" y="96"/>
                  </a:lnTo>
                  <a:lnTo>
                    <a:pt x="4763208" y="0"/>
                  </a:lnTo>
                  <a:lnTo>
                    <a:pt x="4680324" y="279"/>
                  </a:lnTo>
                  <a:lnTo>
                    <a:pt x="4597441" y="878"/>
                  </a:lnTo>
                  <a:lnTo>
                    <a:pt x="4514558" y="1730"/>
                  </a:lnTo>
                  <a:lnTo>
                    <a:pt x="4431675" y="2771"/>
                  </a:lnTo>
                  <a:lnTo>
                    <a:pt x="4348792" y="3936"/>
                  </a:lnTo>
                  <a:lnTo>
                    <a:pt x="4265908" y="5168"/>
                  </a:lnTo>
                  <a:lnTo>
                    <a:pt x="4183025" y="6425"/>
                  </a:lnTo>
                  <a:lnTo>
                    <a:pt x="4100142" y="7676"/>
                  </a:lnTo>
                  <a:lnTo>
                    <a:pt x="4017259" y="8994"/>
                  </a:lnTo>
                  <a:lnTo>
                    <a:pt x="3934376" y="10508"/>
                  </a:lnTo>
                  <a:lnTo>
                    <a:pt x="3851492" y="12256"/>
                  </a:lnTo>
                  <a:lnTo>
                    <a:pt x="3768609" y="14261"/>
                  </a:lnTo>
                  <a:lnTo>
                    <a:pt x="3685726" y="16493"/>
                  </a:lnTo>
                  <a:lnTo>
                    <a:pt x="3602843" y="18857"/>
                  </a:lnTo>
                  <a:lnTo>
                    <a:pt x="3519960" y="21191"/>
                  </a:lnTo>
                  <a:lnTo>
                    <a:pt x="3437076" y="23302"/>
                  </a:lnTo>
                  <a:lnTo>
                    <a:pt x="3354193" y="25313"/>
                  </a:lnTo>
                  <a:lnTo>
                    <a:pt x="3271310" y="27507"/>
                  </a:lnTo>
                  <a:lnTo>
                    <a:pt x="3188427" y="29861"/>
                  </a:lnTo>
                  <a:lnTo>
                    <a:pt x="3105544" y="31930"/>
                  </a:lnTo>
                  <a:lnTo>
                    <a:pt x="3022660" y="32656"/>
                  </a:lnTo>
                  <a:lnTo>
                    <a:pt x="2939777" y="32389"/>
                  </a:lnTo>
                  <a:lnTo>
                    <a:pt x="2856894" y="32458"/>
                  </a:lnTo>
                  <a:lnTo>
                    <a:pt x="2774011" y="33248"/>
                  </a:lnTo>
                  <a:lnTo>
                    <a:pt x="2691128" y="33832"/>
                  </a:lnTo>
                  <a:lnTo>
                    <a:pt x="2608244" y="34148"/>
                  </a:lnTo>
                  <a:lnTo>
                    <a:pt x="2525361" y="34780"/>
                  </a:lnTo>
                  <a:lnTo>
                    <a:pt x="2442478" y="35563"/>
                  </a:lnTo>
                  <a:lnTo>
                    <a:pt x="2359595" y="35750"/>
                  </a:lnTo>
                  <a:lnTo>
                    <a:pt x="2276712" y="35318"/>
                  </a:lnTo>
                  <a:lnTo>
                    <a:pt x="2193828" y="35058"/>
                  </a:lnTo>
                  <a:lnTo>
                    <a:pt x="2110945" y="35278"/>
                  </a:lnTo>
                  <a:lnTo>
                    <a:pt x="2028062" y="35849"/>
                  </a:lnTo>
                  <a:lnTo>
                    <a:pt x="1945179" y="36357"/>
                  </a:lnTo>
                  <a:lnTo>
                    <a:pt x="1862296" y="36907"/>
                  </a:lnTo>
                  <a:lnTo>
                    <a:pt x="1779412" y="37650"/>
                  </a:lnTo>
                  <a:lnTo>
                    <a:pt x="1696529" y="38709"/>
                  </a:lnTo>
                  <a:lnTo>
                    <a:pt x="1613646" y="40190"/>
                  </a:lnTo>
                  <a:lnTo>
                    <a:pt x="1530763" y="42201"/>
                  </a:lnTo>
                  <a:lnTo>
                    <a:pt x="1447880" y="44729"/>
                  </a:lnTo>
                  <a:lnTo>
                    <a:pt x="1364996" y="47818"/>
                  </a:lnTo>
                  <a:lnTo>
                    <a:pt x="1282113" y="51563"/>
                  </a:lnTo>
                  <a:lnTo>
                    <a:pt x="1199230" y="56056"/>
                  </a:lnTo>
                  <a:lnTo>
                    <a:pt x="1116347" y="61373"/>
                  </a:lnTo>
                  <a:lnTo>
                    <a:pt x="1033464" y="67567"/>
                  </a:lnTo>
                  <a:lnTo>
                    <a:pt x="950580" y="74674"/>
                  </a:lnTo>
                  <a:lnTo>
                    <a:pt x="867697" y="82706"/>
                  </a:lnTo>
                  <a:lnTo>
                    <a:pt x="784814" y="91664"/>
                  </a:lnTo>
                  <a:lnTo>
                    <a:pt x="701931" y="101536"/>
                  </a:lnTo>
                  <a:lnTo>
                    <a:pt x="619048" y="112305"/>
                  </a:lnTo>
                  <a:lnTo>
                    <a:pt x="536164" y="123952"/>
                  </a:lnTo>
                  <a:lnTo>
                    <a:pt x="453281" y="136456"/>
                  </a:lnTo>
                  <a:lnTo>
                    <a:pt x="370398" y="149797"/>
                  </a:lnTo>
                  <a:lnTo>
                    <a:pt x="287515" y="163956"/>
                  </a:lnTo>
                  <a:lnTo>
                    <a:pt x="204632" y="178914"/>
                  </a:lnTo>
                  <a:lnTo>
                    <a:pt x="121748" y="194657"/>
                  </a:lnTo>
                  <a:lnTo>
                    <a:pt x="38865" y="211167"/>
                  </a:lnTo>
                  <a:lnTo>
                    <a:pt x="0" y="2192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5053021"/>
              <a:ext cx="6015395" cy="157880"/>
            </a:xfrm>
            <a:custGeom>
              <a:avLst/>
              <a:pathLst>
                <a:path w="6015395" h="157880">
                  <a:moveTo>
                    <a:pt x="0" y="157880"/>
                  </a:moveTo>
                  <a:lnTo>
                    <a:pt x="82883" y="154234"/>
                  </a:lnTo>
                  <a:lnTo>
                    <a:pt x="165766" y="150698"/>
                  </a:lnTo>
                  <a:lnTo>
                    <a:pt x="248649" y="147274"/>
                  </a:lnTo>
                  <a:lnTo>
                    <a:pt x="331532" y="143964"/>
                  </a:lnTo>
                  <a:lnTo>
                    <a:pt x="414416" y="140767"/>
                  </a:lnTo>
                  <a:lnTo>
                    <a:pt x="497299" y="137687"/>
                  </a:lnTo>
                  <a:lnTo>
                    <a:pt x="580182" y="134724"/>
                  </a:lnTo>
                  <a:lnTo>
                    <a:pt x="663065" y="131879"/>
                  </a:lnTo>
                  <a:lnTo>
                    <a:pt x="745948" y="129154"/>
                  </a:lnTo>
                  <a:lnTo>
                    <a:pt x="828832" y="126551"/>
                  </a:lnTo>
                  <a:lnTo>
                    <a:pt x="911715" y="124070"/>
                  </a:lnTo>
                  <a:lnTo>
                    <a:pt x="994598" y="121713"/>
                  </a:lnTo>
                  <a:lnTo>
                    <a:pt x="1077481" y="119481"/>
                  </a:lnTo>
                  <a:lnTo>
                    <a:pt x="1160364" y="117376"/>
                  </a:lnTo>
                  <a:lnTo>
                    <a:pt x="1243248" y="115399"/>
                  </a:lnTo>
                  <a:lnTo>
                    <a:pt x="1326131" y="113551"/>
                  </a:lnTo>
                  <a:lnTo>
                    <a:pt x="1409014" y="111834"/>
                  </a:lnTo>
                  <a:lnTo>
                    <a:pt x="1491897" y="110249"/>
                  </a:lnTo>
                  <a:lnTo>
                    <a:pt x="1574780" y="108797"/>
                  </a:lnTo>
                  <a:lnTo>
                    <a:pt x="1657664" y="107480"/>
                  </a:lnTo>
                  <a:lnTo>
                    <a:pt x="1740547" y="106299"/>
                  </a:lnTo>
                  <a:lnTo>
                    <a:pt x="1823430" y="105336"/>
                  </a:lnTo>
                  <a:lnTo>
                    <a:pt x="1906313" y="104733"/>
                  </a:lnTo>
                  <a:lnTo>
                    <a:pt x="1989196" y="104387"/>
                  </a:lnTo>
                  <a:lnTo>
                    <a:pt x="2072080" y="104185"/>
                  </a:lnTo>
                  <a:lnTo>
                    <a:pt x="2154963" y="104015"/>
                  </a:lnTo>
                  <a:lnTo>
                    <a:pt x="2237846" y="103764"/>
                  </a:lnTo>
                  <a:lnTo>
                    <a:pt x="2320729" y="103452"/>
                  </a:lnTo>
                  <a:lnTo>
                    <a:pt x="2403612" y="103691"/>
                  </a:lnTo>
                  <a:lnTo>
                    <a:pt x="2486496" y="104203"/>
                  </a:lnTo>
                  <a:lnTo>
                    <a:pt x="2569379" y="104545"/>
                  </a:lnTo>
                  <a:lnTo>
                    <a:pt x="2652262" y="104300"/>
                  </a:lnTo>
                  <a:lnTo>
                    <a:pt x="2735145" y="103882"/>
                  </a:lnTo>
                  <a:lnTo>
                    <a:pt x="2818028" y="103467"/>
                  </a:lnTo>
                  <a:lnTo>
                    <a:pt x="2900912" y="102899"/>
                  </a:lnTo>
                  <a:lnTo>
                    <a:pt x="2983795" y="102020"/>
                  </a:lnTo>
                  <a:lnTo>
                    <a:pt x="3066678" y="101379"/>
                  </a:lnTo>
                  <a:lnTo>
                    <a:pt x="3149561" y="101273"/>
                  </a:lnTo>
                  <a:lnTo>
                    <a:pt x="3232444" y="100991"/>
                  </a:lnTo>
                  <a:lnTo>
                    <a:pt x="3315328" y="99825"/>
                  </a:lnTo>
                  <a:lnTo>
                    <a:pt x="3398211" y="97779"/>
                  </a:lnTo>
                  <a:lnTo>
                    <a:pt x="3481094" y="95327"/>
                  </a:lnTo>
                  <a:lnTo>
                    <a:pt x="3563977" y="92663"/>
                  </a:lnTo>
                  <a:lnTo>
                    <a:pt x="3646860" y="89976"/>
                  </a:lnTo>
                  <a:lnTo>
                    <a:pt x="3729744" y="87452"/>
                  </a:lnTo>
                  <a:lnTo>
                    <a:pt x="3812627" y="84914"/>
                  </a:lnTo>
                  <a:lnTo>
                    <a:pt x="3895510" y="82268"/>
                  </a:lnTo>
                  <a:lnTo>
                    <a:pt x="3978393" y="79578"/>
                  </a:lnTo>
                  <a:lnTo>
                    <a:pt x="4061276" y="76910"/>
                  </a:lnTo>
                  <a:lnTo>
                    <a:pt x="4144160" y="74327"/>
                  </a:lnTo>
                  <a:lnTo>
                    <a:pt x="4227043" y="71895"/>
                  </a:lnTo>
                  <a:lnTo>
                    <a:pt x="4309926" y="69674"/>
                  </a:lnTo>
                  <a:lnTo>
                    <a:pt x="4392809" y="67471"/>
                  </a:lnTo>
                  <a:lnTo>
                    <a:pt x="4475692" y="65124"/>
                  </a:lnTo>
                  <a:lnTo>
                    <a:pt x="4558576" y="62638"/>
                  </a:lnTo>
                  <a:lnTo>
                    <a:pt x="4641459" y="60015"/>
                  </a:lnTo>
                  <a:lnTo>
                    <a:pt x="4724342" y="57260"/>
                  </a:lnTo>
                  <a:lnTo>
                    <a:pt x="4807225" y="54376"/>
                  </a:lnTo>
                  <a:lnTo>
                    <a:pt x="4890108" y="51368"/>
                  </a:lnTo>
                  <a:lnTo>
                    <a:pt x="4972992" y="48237"/>
                  </a:lnTo>
                  <a:lnTo>
                    <a:pt x="5055875" y="44989"/>
                  </a:lnTo>
                  <a:lnTo>
                    <a:pt x="5138758" y="41627"/>
                  </a:lnTo>
                  <a:lnTo>
                    <a:pt x="5221641" y="38154"/>
                  </a:lnTo>
                  <a:lnTo>
                    <a:pt x="5304524" y="34574"/>
                  </a:lnTo>
                  <a:lnTo>
                    <a:pt x="5387408" y="30891"/>
                  </a:lnTo>
                  <a:lnTo>
                    <a:pt x="5470291" y="27108"/>
                  </a:lnTo>
                  <a:lnTo>
                    <a:pt x="5553174" y="23230"/>
                  </a:lnTo>
                  <a:lnTo>
                    <a:pt x="5636057" y="19259"/>
                  </a:lnTo>
                  <a:lnTo>
                    <a:pt x="5718940" y="15199"/>
                  </a:lnTo>
                  <a:lnTo>
                    <a:pt x="5801824" y="11054"/>
                  </a:lnTo>
                  <a:lnTo>
                    <a:pt x="5884707" y="6828"/>
                  </a:lnTo>
                  <a:lnTo>
                    <a:pt x="5967590" y="2525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784017"/>
              <a:ext cx="6015395" cy="494901"/>
            </a:xfrm>
            <a:custGeom>
              <a:avLst/>
              <a:pathLst>
                <a:path w="6015395" h="494901">
                  <a:moveTo>
                    <a:pt x="0" y="33313"/>
                  </a:moveTo>
                  <a:lnTo>
                    <a:pt x="82883" y="55217"/>
                  </a:lnTo>
                  <a:lnTo>
                    <a:pt x="165766" y="76272"/>
                  </a:lnTo>
                  <a:lnTo>
                    <a:pt x="248649" y="96474"/>
                  </a:lnTo>
                  <a:lnTo>
                    <a:pt x="331532" y="115817"/>
                  </a:lnTo>
                  <a:lnTo>
                    <a:pt x="414416" y="134293"/>
                  </a:lnTo>
                  <a:lnTo>
                    <a:pt x="497299" y="151895"/>
                  </a:lnTo>
                  <a:lnTo>
                    <a:pt x="580182" y="168612"/>
                  </a:lnTo>
                  <a:lnTo>
                    <a:pt x="663065" y="184434"/>
                  </a:lnTo>
                  <a:lnTo>
                    <a:pt x="745948" y="199346"/>
                  </a:lnTo>
                  <a:lnTo>
                    <a:pt x="828832" y="213336"/>
                  </a:lnTo>
                  <a:lnTo>
                    <a:pt x="911715" y="226389"/>
                  </a:lnTo>
                  <a:lnTo>
                    <a:pt x="994598" y="238490"/>
                  </a:lnTo>
                  <a:lnTo>
                    <a:pt x="1077481" y="249631"/>
                  </a:lnTo>
                  <a:lnTo>
                    <a:pt x="1160364" y="259807"/>
                  </a:lnTo>
                  <a:lnTo>
                    <a:pt x="1243248" y="269024"/>
                  </a:lnTo>
                  <a:lnTo>
                    <a:pt x="1326131" y="277306"/>
                  </a:lnTo>
                  <a:lnTo>
                    <a:pt x="1409014" y="284698"/>
                  </a:lnTo>
                  <a:lnTo>
                    <a:pt x="1491897" y="291265"/>
                  </a:lnTo>
                  <a:lnTo>
                    <a:pt x="1574780" y="297099"/>
                  </a:lnTo>
                  <a:lnTo>
                    <a:pt x="1657664" y="302305"/>
                  </a:lnTo>
                  <a:lnTo>
                    <a:pt x="1740547" y="306995"/>
                  </a:lnTo>
                  <a:lnTo>
                    <a:pt x="1823430" y="311363"/>
                  </a:lnTo>
                  <a:lnTo>
                    <a:pt x="1906313" y="315617"/>
                  </a:lnTo>
                  <a:lnTo>
                    <a:pt x="1989196" y="319645"/>
                  </a:lnTo>
                  <a:lnTo>
                    <a:pt x="2072080" y="323313"/>
                  </a:lnTo>
                  <a:lnTo>
                    <a:pt x="2154963" y="326505"/>
                  </a:lnTo>
                  <a:lnTo>
                    <a:pt x="2237846" y="329136"/>
                  </a:lnTo>
                  <a:lnTo>
                    <a:pt x="2320729" y="331211"/>
                  </a:lnTo>
                  <a:lnTo>
                    <a:pt x="2403612" y="332898"/>
                  </a:lnTo>
                  <a:lnTo>
                    <a:pt x="2486496" y="333879"/>
                  </a:lnTo>
                  <a:lnTo>
                    <a:pt x="2569379" y="334150"/>
                  </a:lnTo>
                  <a:lnTo>
                    <a:pt x="2652262" y="334260"/>
                  </a:lnTo>
                  <a:lnTo>
                    <a:pt x="2735145" y="334906"/>
                  </a:lnTo>
                  <a:lnTo>
                    <a:pt x="2818028" y="335344"/>
                  </a:lnTo>
                  <a:lnTo>
                    <a:pt x="2900912" y="334948"/>
                  </a:lnTo>
                  <a:lnTo>
                    <a:pt x="2983795" y="333899"/>
                  </a:lnTo>
                  <a:lnTo>
                    <a:pt x="3066678" y="332985"/>
                  </a:lnTo>
                  <a:lnTo>
                    <a:pt x="3149561" y="331873"/>
                  </a:lnTo>
                  <a:lnTo>
                    <a:pt x="3232444" y="329951"/>
                  </a:lnTo>
                  <a:lnTo>
                    <a:pt x="3315328" y="327627"/>
                  </a:lnTo>
                  <a:lnTo>
                    <a:pt x="3398211" y="324718"/>
                  </a:lnTo>
                  <a:lnTo>
                    <a:pt x="3481094" y="320783"/>
                  </a:lnTo>
                  <a:lnTo>
                    <a:pt x="3563977" y="316248"/>
                  </a:lnTo>
                  <a:lnTo>
                    <a:pt x="3646860" y="311993"/>
                  </a:lnTo>
                  <a:lnTo>
                    <a:pt x="3729744" y="309197"/>
                  </a:lnTo>
                  <a:lnTo>
                    <a:pt x="3812627" y="307381"/>
                  </a:lnTo>
                  <a:lnTo>
                    <a:pt x="3895510" y="305718"/>
                  </a:lnTo>
                  <a:lnTo>
                    <a:pt x="3978393" y="303969"/>
                  </a:lnTo>
                  <a:lnTo>
                    <a:pt x="4061276" y="301968"/>
                  </a:lnTo>
                  <a:lnTo>
                    <a:pt x="4144160" y="299621"/>
                  </a:lnTo>
                  <a:lnTo>
                    <a:pt x="4227043" y="296890"/>
                  </a:lnTo>
                  <a:lnTo>
                    <a:pt x="4309926" y="293749"/>
                  </a:lnTo>
                  <a:lnTo>
                    <a:pt x="4392809" y="289922"/>
                  </a:lnTo>
                  <a:lnTo>
                    <a:pt x="4475692" y="285234"/>
                  </a:lnTo>
                  <a:lnTo>
                    <a:pt x="4558576" y="279668"/>
                  </a:lnTo>
                  <a:lnTo>
                    <a:pt x="4641459" y="273193"/>
                  </a:lnTo>
                  <a:lnTo>
                    <a:pt x="4724342" y="265763"/>
                  </a:lnTo>
                  <a:lnTo>
                    <a:pt x="4807225" y="257325"/>
                  </a:lnTo>
                  <a:lnTo>
                    <a:pt x="4890108" y="247822"/>
                  </a:lnTo>
                  <a:lnTo>
                    <a:pt x="4972992" y="237201"/>
                  </a:lnTo>
                  <a:lnTo>
                    <a:pt x="5055875" y="225414"/>
                  </a:lnTo>
                  <a:lnTo>
                    <a:pt x="5138758" y="212422"/>
                  </a:lnTo>
                  <a:lnTo>
                    <a:pt x="5221641" y="198201"/>
                  </a:lnTo>
                  <a:lnTo>
                    <a:pt x="5304524" y="182736"/>
                  </a:lnTo>
                  <a:lnTo>
                    <a:pt x="5387408" y="166021"/>
                  </a:lnTo>
                  <a:lnTo>
                    <a:pt x="5470291" y="148062"/>
                  </a:lnTo>
                  <a:lnTo>
                    <a:pt x="5553174" y="128871"/>
                  </a:lnTo>
                  <a:lnTo>
                    <a:pt x="5636057" y="108464"/>
                  </a:lnTo>
                  <a:lnTo>
                    <a:pt x="5718940" y="86860"/>
                  </a:lnTo>
                  <a:lnTo>
                    <a:pt x="5801824" y="64081"/>
                  </a:lnTo>
                  <a:lnTo>
                    <a:pt x="5884707" y="40151"/>
                  </a:lnTo>
                  <a:lnTo>
                    <a:pt x="5967590" y="15091"/>
                  </a:lnTo>
                  <a:lnTo>
                    <a:pt x="6015395" y="0"/>
                  </a:lnTo>
                  <a:lnTo>
                    <a:pt x="6015395" y="309670"/>
                  </a:lnTo>
                  <a:lnTo>
                    <a:pt x="5967590" y="311710"/>
                  </a:lnTo>
                  <a:lnTo>
                    <a:pt x="5884707" y="315367"/>
                  </a:lnTo>
                  <a:lnTo>
                    <a:pt x="5801824" y="319143"/>
                  </a:lnTo>
                  <a:lnTo>
                    <a:pt x="5718940" y="323037"/>
                  </a:lnTo>
                  <a:lnTo>
                    <a:pt x="5636057" y="327051"/>
                  </a:lnTo>
                  <a:lnTo>
                    <a:pt x="5553174" y="331182"/>
                  </a:lnTo>
                  <a:lnTo>
                    <a:pt x="5470291" y="335427"/>
                  </a:lnTo>
                  <a:lnTo>
                    <a:pt x="5387408" y="339780"/>
                  </a:lnTo>
                  <a:lnTo>
                    <a:pt x="5304524" y="344229"/>
                  </a:lnTo>
                  <a:lnTo>
                    <a:pt x="5221641" y="348756"/>
                  </a:lnTo>
                  <a:lnTo>
                    <a:pt x="5138758" y="353333"/>
                  </a:lnTo>
                  <a:lnTo>
                    <a:pt x="5055875" y="357924"/>
                  </a:lnTo>
                  <a:lnTo>
                    <a:pt x="4972992" y="362478"/>
                  </a:lnTo>
                  <a:lnTo>
                    <a:pt x="4890108" y="366936"/>
                  </a:lnTo>
                  <a:lnTo>
                    <a:pt x="4807225" y="371227"/>
                  </a:lnTo>
                  <a:lnTo>
                    <a:pt x="4724342" y="375273"/>
                  </a:lnTo>
                  <a:lnTo>
                    <a:pt x="4641459" y="378996"/>
                  </a:lnTo>
                  <a:lnTo>
                    <a:pt x="4558576" y="382319"/>
                  </a:lnTo>
                  <a:lnTo>
                    <a:pt x="4475692" y="385173"/>
                  </a:lnTo>
                  <a:lnTo>
                    <a:pt x="4392809" y="387504"/>
                  </a:lnTo>
                  <a:lnTo>
                    <a:pt x="4309926" y="389273"/>
                  </a:lnTo>
                  <a:lnTo>
                    <a:pt x="4227043" y="390462"/>
                  </a:lnTo>
                  <a:lnTo>
                    <a:pt x="4144160" y="391206"/>
                  </a:lnTo>
                  <a:lnTo>
                    <a:pt x="4061276" y="391749"/>
                  </a:lnTo>
                  <a:lnTo>
                    <a:pt x="3978393" y="392314"/>
                  </a:lnTo>
                  <a:lnTo>
                    <a:pt x="3895510" y="393075"/>
                  </a:lnTo>
                  <a:lnTo>
                    <a:pt x="3812627" y="394130"/>
                  </a:lnTo>
                  <a:lnTo>
                    <a:pt x="3729744" y="395505"/>
                  </a:lnTo>
                  <a:lnTo>
                    <a:pt x="3646860" y="397406"/>
                  </a:lnTo>
                  <a:lnTo>
                    <a:pt x="3563977" y="400201"/>
                  </a:lnTo>
                  <a:lnTo>
                    <a:pt x="3481094" y="403718"/>
                  </a:lnTo>
                  <a:lnTo>
                    <a:pt x="3398211" y="407441"/>
                  </a:lnTo>
                  <a:lnTo>
                    <a:pt x="3315328" y="410401"/>
                  </a:lnTo>
                  <a:lnTo>
                    <a:pt x="3232444" y="411772"/>
                  </a:lnTo>
                  <a:lnTo>
                    <a:pt x="3149561" y="412507"/>
                  </a:lnTo>
                  <a:lnTo>
                    <a:pt x="3066678" y="413539"/>
                  </a:lnTo>
                  <a:lnTo>
                    <a:pt x="2983795" y="414777"/>
                  </a:lnTo>
                  <a:lnTo>
                    <a:pt x="2900912" y="415186"/>
                  </a:lnTo>
                  <a:lnTo>
                    <a:pt x="2818028" y="415038"/>
                  </a:lnTo>
                  <a:lnTo>
                    <a:pt x="2735145" y="415069"/>
                  </a:lnTo>
                  <a:lnTo>
                    <a:pt x="2652262" y="415212"/>
                  </a:lnTo>
                  <a:lnTo>
                    <a:pt x="2569379" y="414977"/>
                  </a:lnTo>
                  <a:lnTo>
                    <a:pt x="2486496" y="414513"/>
                  </a:lnTo>
                  <a:lnTo>
                    <a:pt x="2403612" y="414076"/>
                  </a:lnTo>
                  <a:lnTo>
                    <a:pt x="2320729" y="413382"/>
                  </a:lnTo>
                  <a:lnTo>
                    <a:pt x="2237846" y="411865"/>
                  </a:lnTo>
                  <a:lnTo>
                    <a:pt x="2154963" y="409789"/>
                  </a:lnTo>
                  <a:lnTo>
                    <a:pt x="2072080" y="407419"/>
                  </a:lnTo>
                  <a:lnTo>
                    <a:pt x="1989196" y="404923"/>
                  </a:lnTo>
                  <a:lnTo>
                    <a:pt x="1906313" y="402437"/>
                  </a:lnTo>
                  <a:lnTo>
                    <a:pt x="1823430" y="400079"/>
                  </a:lnTo>
                  <a:lnTo>
                    <a:pt x="1740547" y="397977"/>
                  </a:lnTo>
                  <a:lnTo>
                    <a:pt x="1657664" y="396201"/>
                  </a:lnTo>
                  <a:lnTo>
                    <a:pt x="1574780" y="394826"/>
                  </a:lnTo>
                  <a:lnTo>
                    <a:pt x="1491897" y="393951"/>
                  </a:lnTo>
                  <a:lnTo>
                    <a:pt x="1409014" y="393672"/>
                  </a:lnTo>
                  <a:lnTo>
                    <a:pt x="1326131" y="394063"/>
                  </a:lnTo>
                  <a:lnTo>
                    <a:pt x="1243248" y="395180"/>
                  </a:lnTo>
                  <a:lnTo>
                    <a:pt x="1160364" y="397054"/>
                  </a:lnTo>
                  <a:lnTo>
                    <a:pt x="1077481" y="399695"/>
                  </a:lnTo>
                  <a:lnTo>
                    <a:pt x="994598" y="403098"/>
                  </a:lnTo>
                  <a:lnTo>
                    <a:pt x="911715" y="407245"/>
                  </a:lnTo>
                  <a:lnTo>
                    <a:pt x="828832" y="412115"/>
                  </a:lnTo>
                  <a:lnTo>
                    <a:pt x="745948" y="417680"/>
                  </a:lnTo>
                  <a:lnTo>
                    <a:pt x="663065" y="423913"/>
                  </a:lnTo>
                  <a:lnTo>
                    <a:pt x="580182" y="430787"/>
                  </a:lnTo>
                  <a:lnTo>
                    <a:pt x="497299" y="438278"/>
                  </a:lnTo>
                  <a:lnTo>
                    <a:pt x="414416" y="446360"/>
                  </a:lnTo>
                  <a:lnTo>
                    <a:pt x="331532" y="455011"/>
                  </a:lnTo>
                  <a:lnTo>
                    <a:pt x="248649" y="464209"/>
                  </a:lnTo>
                  <a:lnTo>
                    <a:pt x="165766" y="473936"/>
                  </a:lnTo>
                  <a:lnTo>
                    <a:pt x="82883" y="484173"/>
                  </a:lnTo>
                  <a:lnTo>
                    <a:pt x="0" y="4949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784017"/>
              <a:ext cx="6015395" cy="335344"/>
            </a:xfrm>
            <a:custGeom>
              <a:avLst/>
              <a:pathLst>
                <a:path w="6015395" h="335344">
                  <a:moveTo>
                    <a:pt x="0" y="33313"/>
                  </a:moveTo>
                  <a:lnTo>
                    <a:pt x="82883" y="55217"/>
                  </a:lnTo>
                  <a:lnTo>
                    <a:pt x="165766" y="76272"/>
                  </a:lnTo>
                  <a:lnTo>
                    <a:pt x="248649" y="96474"/>
                  </a:lnTo>
                  <a:lnTo>
                    <a:pt x="331532" y="115817"/>
                  </a:lnTo>
                  <a:lnTo>
                    <a:pt x="414416" y="134293"/>
                  </a:lnTo>
                  <a:lnTo>
                    <a:pt x="497299" y="151895"/>
                  </a:lnTo>
                  <a:lnTo>
                    <a:pt x="580182" y="168612"/>
                  </a:lnTo>
                  <a:lnTo>
                    <a:pt x="663065" y="184434"/>
                  </a:lnTo>
                  <a:lnTo>
                    <a:pt x="745948" y="199346"/>
                  </a:lnTo>
                  <a:lnTo>
                    <a:pt x="828832" y="213336"/>
                  </a:lnTo>
                  <a:lnTo>
                    <a:pt x="911715" y="226389"/>
                  </a:lnTo>
                  <a:lnTo>
                    <a:pt x="994598" y="238490"/>
                  </a:lnTo>
                  <a:lnTo>
                    <a:pt x="1077481" y="249631"/>
                  </a:lnTo>
                  <a:lnTo>
                    <a:pt x="1160364" y="259807"/>
                  </a:lnTo>
                  <a:lnTo>
                    <a:pt x="1243248" y="269024"/>
                  </a:lnTo>
                  <a:lnTo>
                    <a:pt x="1326131" y="277306"/>
                  </a:lnTo>
                  <a:lnTo>
                    <a:pt x="1409014" y="284698"/>
                  </a:lnTo>
                  <a:lnTo>
                    <a:pt x="1491897" y="291265"/>
                  </a:lnTo>
                  <a:lnTo>
                    <a:pt x="1574780" y="297099"/>
                  </a:lnTo>
                  <a:lnTo>
                    <a:pt x="1657664" y="302305"/>
                  </a:lnTo>
                  <a:lnTo>
                    <a:pt x="1740547" y="306995"/>
                  </a:lnTo>
                  <a:lnTo>
                    <a:pt x="1823430" y="311363"/>
                  </a:lnTo>
                  <a:lnTo>
                    <a:pt x="1906313" y="315617"/>
                  </a:lnTo>
                  <a:lnTo>
                    <a:pt x="1989196" y="319645"/>
                  </a:lnTo>
                  <a:lnTo>
                    <a:pt x="2072080" y="323313"/>
                  </a:lnTo>
                  <a:lnTo>
                    <a:pt x="2154963" y="326505"/>
                  </a:lnTo>
                  <a:lnTo>
                    <a:pt x="2237846" y="329136"/>
                  </a:lnTo>
                  <a:lnTo>
                    <a:pt x="2320729" y="331211"/>
                  </a:lnTo>
                  <a:lnTo>
                    <a:pt x="2403612" y="332898"/>
                  </a:lnTo>
                  <a:lnTo>
                    <a:pt x="2486496" y="333879"/>
                  </a:lnTo>
                  <a:lnTo>
                    <a:pt x="2569379" y="334150"/>
                  </a:lnTo>
                  <a:lnTo>
                    <a:pt x="2652262" y="334260"/>
                  </a:lnTo>
                  <a:lnTo>
                    <a:pt x="2735145" y="334906"/>
                  </a:lnTo>
                  <a:lnTo>
                    <a:pt x="2818028" y="335344"/>
                  </a:lnTo>
                  <a:lnTo>
                    <a:pt x="2900912" y="334948"/>
                  </a:lnTo>
                  <a:lnTo>
                    <a:pt x="2983795" y="333899"/>
                  </a:lnTo>
                  <a:lnTo>
                    <a:pt x="3066678" y="332985"/>
                  </a:lnTo>
                  <a:lnTo>
                    <a:pt x="3149561" y="331873"/>
                  </a:lnTo>
                  <a:lnTo>
                    <a:pt x="3232444" y="329951"/>
                  </a:lnTo>
                  <a:lnTo>
                    <a:pt x="3315328" y="327627"/>
                  </a:lnTo>
                  <a:lnTo>
                    <a:pt x="3398211" y="324718"/>
                  </a:lnTo>
                  <a:lnTo>
                    <a:pt x="3481094" y="320783"/>
                  </a:lnTo>
                  <a:lnTo>
                    <a:pt x="3563977" y="316248"/>
                  </a:lnTo>
                  <a:lnTo>
                    <a:pt x="3646860" y="311993"/>
                  </a:lnTo>
                  <a:lnTo>
                    <a:pt x="3729744" y="309197"/>
                  </a:lnTo>
                  <a:lnTo>
                    <a:pt x="3812627" y="307381"/>
                  </a:lnTo>
                  <a:lnTo>
                    <a:pt x="3895510" y="305718"/>
                  </a:lnTo>
                  <a:lnTo>
                    <a:pt x="3978393" y="303969"/>
                  </a:lnTo>
                  <a:lnTo>
                    <a:pt x="4061276" y="301968"/>
                  </a:lnTo>
                  <a:lnTo>
                    <a:pt x="4144160" y="299621"/>
                  </a:lnTo>
                  <a:lnTo>
                    <a:pt x="4227043" y="296890"/>
                  </a:lnTo>
                  <a:lnTo>
                    <a:pt x="4309926" y="293749"/>
                  </a:lnTo>
                  <a:lnTo>
                    <a:pt x="4392809" y="289922"/>
                  </a:lnTo>
                  <a:lnTo>
                    <a:pt x="4475692" y="285234"/>
                  </a:lnTo>
                  <a:lnTo>
                    <a:pt x="4558576" y="279668"/>
                  </a:lnTo>
                  <a:lnTo>
                    <a:pt x="4641459" y="273193"/>
                  </a:lnTo>
                  <a:lnTo>
                    <a:pt x="4724342" y="265763"/>
                  </a:lnTo>
                  <a:lnTo>
                    <a:pt x="4807225" y="257325"/>
                  </a:lnTo>
                  <a:lnTo>
                    <a:pt x="4890108" y="247822"/>
                  </a:lnTo>
                  <a:lnTo>
                    <a:pt x="4972992" y="237201"/>
                  </a:lnTo>
                  <a:lnTo>
                    <a:pt x="5055875" y="225414"/>
                  </a:lnTo>
                  <a:lnTo>
                    <a:pt x="5138758" y="212422"/>
                  </a:lnTo>
                  <a:lnTo>
                    <a:pt x="5221641" y="198201"/>
                  </a:lnTo>
                  <a:lnTo>
                    <a:pt x="5304524" y="182736"/>
                  </a:lnTo>
                  <a:lnTo>
                    <a:pt x="5387408" y="166021"/>
                  </a:lnTo>
                  <a:lnTo>
                    <a:pt x="5470291" y="148062"/>
                  </a:lnTo>
                  <a:lnTo>
                    <a:pt x="5553174" y="128871"/>
                  </a:lnTo>
                  <a:lnTo>
                    <a:pt x="5636057" y="108464"/>
                  </a:lnTo>
                  <a:lnTo>
                    <a:pt x="5718940" y="86860"/>
                  </a:lnTo>
                  <a:lnTo>
                    <a:pt x="5801824" y="64081"/>
                  </a:lnTo>
                  <a:lnTo>
                    <a:pt x="5884707" y="40151"/>
                  </a:lnTo>
                  <a:lnTo>
                    <a:pt x="5967590" y="15091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5093687"/>
              <a:ext cx="6015395" cy="185231"/>
            </a:xfrm>
            <a:custGeom>
              <a:avLst/>
              <a:pathLst>
                <a:path w="6015395" h="185231">
                  <a:moveTo>
                    <a:pt x="6015395" y="0"/>
                  </a:moveTo>
                  <a:lnTo>
                    <a:pt x="5967590" y="2040"/>
                  </a:lnTo>
                  <a:lnTo>
                    <a:pt x="5884707" y="5697"/>
                  </a:lnTo>
                  <a:lnTo>
                    <a:pt x="5801824" y="9472"/>
                  </a:lnTo>
                  <a:lnTo>
                    <a:pt x="5718940" y="13367"/>
                  </a:lnTo>
                  <a:lnTo>
                    <a:pt x="5636057" y="17381"/>
                  </a:lnTo>
                  <a:lnTo>
                    <a:pt x="5553174" y="21512"/>
                  </a:lnTo>
                  <a:lnTo>
                    <a:pt x="5470291" y="25757"/>
                  </a:lnTo>
                  <a:lnTo>
                    <a:pt x="5387408" y="30110"/>
                  </a:lnTo>
                  <a:lnTo>
                    <a:pt x="5304524" y="34558"/>
                  </a:lnTo>
                  <a:lnTo>
                    <a:pt x="5221641" y="39085"/>
                  </a:lnTo>
                  <a:lnTo>
                    <a:pt x="5138758" y="43663"/>
                  </a:lnTo>
                  <a:lnTo>
                    <a:pt x="5055875" y="48254"/>
                  </a:lnTo>
                  <a:lnTo>
                    <a:pt x="4972992" y="52808"/>
                  </a:lnTo>
                  <a:lnTo>
                    <a:pt x="4890108" y="57266"/>
                  </a:lnTo>
                  <a:lnTo>
                    <a:pt x="4807225" y="61556"/>
                  </a:lnTo>
                  <a:lnTo>
                    <a:pt x="4724342" y="65603"/>
                  </a:lnTo>
                  <a:lnTo>
                    <a:pt x="4641459" y="69325"/>
                  </a:lnTo>
                  <a:lnTo>
                    <a:pt x="4558576" y="72648"/>
                  </a:lnTo>
                  <a:lnTo>
                    <a:pt x="4475692" y="75503"/>
                  </a:lnTo>
                  <a:lnTo>
                    <a:pt x="4392809" y="77834"/>
                  </a:lnTo>
                  <a:lnTo>
                    <a:pt x="4309926" y="79602"/>
                  </a:lnTo>
                  <a:lnTo>
                    <a:pt x="4227043" y="80791"/>
                  </a:lnTo>
                  <a:lnTo>
                    <a:pt x="4144160" y="81536"/>
                  </a:lnTo>
                  <a:lnTo>
                    <a:pt x="4061276" y="82079"/>
                  </a:lnTo>
                  <a:lnTo>
                    <a:pt x="3978393" y="82644"/>
                  </a:lnTo>
                  <a:lnTo>
                    <a:pt x="3895510" y="83405"/>
                  </a:lnTo>
                  <a:lnTo>
                    <a:pt x="3812627" y="84460"/>
                  </a:lnTo>
                  <a:lnTo>
                    <a:pt x="3729744" y="85835"/>
                  </a:lnTo>
                  <a:lnTo>
                    <a:pt x="3646860" y="87736"/>
                  </a:lnTo>
                  <a:lnTo>
                    <a:pt x="3563977" y="90531"/>
                  </a:lnTo>
                  <a:lnTo>
                    <a:pt x="3481094" y="94048"/>
                  </a:lnTo>
                  <a:lnTo>
                    <a:pt x="3398211" y="97771"/>
                  </a:lnTo>
                  <a:lnTo>
                    <a:pt x="3315328" y="100730"/>
                  </a:lnTo>
                  <a:lnTo>
                    <a:pt x="3232444" y="102102"/>
                  </a:lnTo>
                  <a:lnTo>
                    <a:pt x="3149561" y="102837"/>
                  </a:lnTo>
                  <a:lnTo>
                    <a:pt x="3066678" y="103869"/>
                  </a:lnTo>
                  <a:lnTo>
                    <a:pt x="2983795" y="105106"/>
                  </a:lnTo>
                  <a:lnTo>
                    <a:pt x="2900912" y="105516"/>
                  </a:lnTo>
                  <a:lnTo>
                    <a:pt x="2818028" y="105368"/>
                  </a:lnTo>
                  <a:lnTo>
                    <a:pt x="2735145" y="105399"/>
                  </a:lnTo>
                  <a:lnTo>
                    <a:pt x="2652262" y="105542"/>
                  </a:lnTo>
                  <a:lnTo>
                    <a:pt x="2569379" y="105307"/>
                  </a:lnTo>
                  <a:lnTo>
                    <a:pt x="2486496" y="104843"/>
                  </a:lnTo>
                  <a:lnTo>
                    <a:pt x="2403612" y="104406"/>
                  </a:lnTo>
                  <a:lnTo>
                    <a:pt x="2320729" y="103712"/>
                  </a:lnTo>
                  <a:lnTo>
                    <a:pt x="2237846" y="102194"/>
                  </a:lnTo>
                  <a:lnTo>
                    <a:pt x="2154963" y="100119"/>
                  </a:lnTo>
                  <a:lnTo>
                    <a:pt x="2072080" y="97749"/>
                  </a:lnTo>
                  <a:lnTo>
                    <a:pt x="1989196" y="95253"/>
                  </a:lnTo>
                  <a:lnTo>
                    <a:pt x="1906313" y="92766"/>
                  </a:lnTo>
                  <a:lnTo>
                    <a:pt x="1823430" y="90409"/>
                  </a:lnTo>
                  <a:lnTo>
                    <a:pt x="1740547" y="88307"/>
                  </a:lnTo>
                  <a:lnTo>
                    <a:pt x="1657664" y="86530"/>
                  </a:lnTo>
                  <a:lnTo>
                    <a:pt x="1574780" y="85155"/>
                  </a:lnTo>
                  <a:lnTo>
                    <a:pt x="1491897" y="84281"/>
                  </a:lnTo>
                  <a:lnTo>
                    <a:pt x="1409014" y="84001"/>
                  </a:lnTo>
                  <a:lnTo>
                    <a:pt x="1326131" y="84393"/>
                  </a:lnTo>
                  <a:lnTo>
                    <a:pt x="1243248" y="85510"/>
                  </a:lnTo>
                  <a:lnTo>
                    <a:pt x="1160364" y="87384"/>
                  </a:lnTo>
                  <a:lnTo>
                    <a:pt x="1077481" y="90025"/>
                  </a:lnTo>
                  <a:lnTo>
                    <a:pt x="994598" y="93428"/>
                  </a:lnTo>
                  <a:lnTo>
                    <a:pt x="911715" y="97575"/>
                  </a:lnTo>
                  <a:lnTo>
                    <a:pt x="828832" y="102445"/>
                  </a:lnTo>
                  <a:lnTo>
                    <a:pt x="745948" y="108009"/>
                  </a:lnTo>
                  <a:lnTo>
                    <a:pt x="663065" y="114242"/>
                  </a:lnTo>
                  <a:lnTo>
                    <a:pt x="580182" y="121117"/>
                  </a:lnTo>
                  <a:lnTo>
                    <a:pt x="497299" y="128607"/>
                  </a:lnTo>
                  <a:lnTo>
                    <a:pt x="414416" y="136689"/>
                  </a:lnTo>
                  <a:lnTo>
                    <a:pt x="331532" y="145340"/>
                  </a:lnTo>
                  <a:lnTo>
                    <a:pt x="248649" y="154539"/>
                  </a:lnTo>
                  <a:lnTo>
                    <a:pt x="165766" y="164266"/>
                  </a:lnTo>
                  <a:lnTo>
                    <a:pt x="82883" y="174502"/>
                  </a:lnTo>
                  <a:lnTo>
                    <a:pt x="0" y="1852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938852"/>
              <a:ext cx="6015395" cy="220356"/>
            </a:xfrm>
            <a:custGeom>
              <a:avLst/>
              <a:pathLst>
                <a:path w="6015395" h="220356">
                  <a:moveTo>
                    <a:pt x="0" y="109272"/>
                  </a:moveTo>
                  <a:lnTo>
                    <a:pt x="82883" y="114860"/>
                  </a:lnTo>
                  <a:lnTo>
                    <a:pt x="165766" y="120269"/>
                  </a:lnTo>
                  <a:lnTo>
                    <a:pt x="248649" y="125507"/>
                  </a:lnTo>
                  <a:lnTo>
                    <a:pt x="331532" y="130578"/>
                  </a:lnTo>
                  <a:lnTo>
                    <a:pt x="414416" y="135491"/>
                  </a:lnTo>
                  <a:lnTo>
                    <a:pt x="497299" y="140251"/>
                  </a:lnTo>
                  <a:lnTo>
                    <a:pt x="580182" y="144865"/>
                  </a:lnTo>
                  <a:lnTo>
                    <a:pt x="663065" y="149338"/>
                  </a:lnTo>
                  <a:lnTo>
                    <a:pt x="745948" y="153678"/>
                  </a:lnTo>
                  <a:lnTo>
                    <a:pt x="828832" y="157890"/>
                  </a:lnTo>
                  <a:lnTo>
                    <a:pt x="911715" y="161982"/>
                  </a:lnTo>
                  <a:lnTo>
                    <a:pt x="994598" y="165959"/>
                  </a:lnTo>
                  <a:lnTo>
                    <a:pt x="1077481" y="169828"/>
                  </a:lnTo>
                  <a:lnTo>
                    <a:pt x="1160364" y="173595"/>
                  </a:lnTo>
                  <a:lnTo>
                    <a:pt x="1243248" y="177267"/>
                  </a:lnTo>
                  <a:lnTo>
                    <a:pt x="1326131" y="180849"/>
                  </a:lnTo>
                  <a:lnTo>
                    <a:pt x="1409014" y="184349"/>
                  </a:lnTo>
                  <a:lnTo>
                    <a:pt x="1491897" y="187773"/>
                  </a:lnTo>
                  <a:lnTo>
                    <a:pt x="1574780" y="191127"/>
                  </a:lnTo>
                  <a:lnTo>
                    <a:pt x="1657664" y="194418"/>
                  </a:lnTo>
                  <a:lnTo>
                    <a:pt x="1740547" y="197651"/>
                  </a:lnTo>
                  <a:lnTo>
                    <a:pt x="1823430" y="200886"/>
                  </a:lnTo>
                  <a:lnTo>
                    <a:pt x="1906313" y="204192"/>
                  </a:lnTo>
                  <a:lnTo>
                    <a:pt x="1989196" y="207449"/>
                  </a:lnTo>
                  <a:lnTo>
                    <a:pt x="2072080" y="210531"/>
                  </a:lnTo>
                  <a:lnTo>
                    <a:pt x="2154963" y="213312"/>
                  </a:lnTo>
                  <a:lnTo>
                    <a:pt x="2237846" y="215665"/>
                  </a:lnTo>
                  <a:lnTo>
                    <a:pt x="2320729" y="217462"/>
                  </a:lnTo>
                  <a:lnTo>
                    <a:pt x="2403612" y="218652"/>
                  </a:lnTo>
                  <a:lnTo>
                    <a:pt x="2486496" y="219361"/>
                  </a:lnTo>
                  <a:lnTo>
                    <a:pt x="2569379" y="219728"/>
                  </a:lnTo>
                  <a:lnTo>
                    <a:pt x="2652262" y="219901"/>
                  </a:lnTo>
                  <a:lnTo>
                    <a:pt x="2735145" y="220152"/>
                  </a:lnTo>
                  <a:lnTo>
                    <a:pt x="2818028" y="220356"/>
                  </a:lnTo>
                  <a:lnTo>
                    <a:pt x="2900912" y="220232"/>
                  </a:lnTo>
                  <a:lnTo>
                    <a:pt x="2983795" y="219503"/>
                  </a:lnTo>
                  <a:lnTo>
                    <a:pt x="3066678" y="218427"/>
                  </a:lnTo>
                  <a:lnTo>
                    <a:pt x="3149561" y="217355"/>
                  </a:lnTo>
                  <a:lnTo>
                    <a:pt x="3232444" y="216027"/>
                  </a:lnTo>
                  <a:lnTo>
                    <a:pt x="3315328" y="214179"/>
                  </a:lnTo>
                  <a:lnTo>
                    <a:pt x="3398211" y="211245"/>
                  </a:lnTo>
                  <a:lnTo>
                    <a:pt x="3481094" y="207415"/>
                  </a:lnTo>
                  <a:lnTo>
                    <a:pt x="3563977" y="203389"/>
                  </a:lnTo>
                  <a:lnTo>
                    <a:pt x="3646860" y="199865"/>
                  </a:lnTo>
                  <a:lnTo>
                    <a:pt x="3729744" y="197516"/>
                  </a:lnTo>
                  <a:lnTo>
                    <a:pt x="3812627" y="195920"/>
                  </a:lnTo>
                  <a:lnTo>
                    <a:pt x="3895510" y="194561"/>
                  </a:lnTo>
                  <a:lnTo>
                    <a:pt x="3978393" y="193306"/>
                  </a:lnTo>
                  <a:lnTo>
                    <a:pt x="4061276" y="192023"/>
                  </a:lnTo>
                  <a:lnTo>
                    <a:pt x="4144160" y="190579"/>
                  </a:lnTo>
                  <a:lnTo>
                    <a:pt x="4227043" y="188841"/>
                  </a:lnTo>
                  <a:lnTo>
                    <a:pt x="4309926" y="186676"/>
                  </a:lnTo>
                  <a:lnTo>
                    <a:pt x="4392809" y="183878"/>
                  </a:lnTo>
                  <a:lnTo>
                    <a:pt x="4475692" y="180368"/>
                  </a:lnTo>
                  <a:lnTo>
                    <a:pt x="4558576" y="176158"/>
                  </a:lnTo>
                  <a:lnTo>
                    <a:pt x="4641459" y="171259"/>
                  </a:lnTo>
                  <a:lnTo>
                    <a:pt x="4724342" y="165683"/>
                  </a:lnTo>
                  <a:lnTo>
                    <a:pt x="4807225" y="159441"/>
                  </a:lnTo>
                  <a:lnTo>
                    <a:pt x="4890108" y="152544"/>
                  </a:lnTo>
                  <a:lnTo>
                    <a:pt x="4972992" y="145005"/>
                  </a:lnTo>
                  <a:lnTo>
                    <a:pt x="5055875" y="136834"/>
                  </a:lnTo>
                  <a:lnTo>
                    <a:pt x="5138758" y="128043"/>
                  </a:lnTo>
                  <a:lnTo>
                    <a:pt x="5221641" y="118643"/>
                  </a:lnTo>
                  <a:lnTo>
                    <a:pt x="5304524" y="108647"/>
                  </a:lnTo>
                  <a:lnTo>
                    <a:pt x="5387408" y="98065"/>
                  </a:lnTo>
                  <a:lnTo>
                    <a:pt x="5470291" y="86910"/>
                  </a:lnTo>
                  <a:lnTo>
                    <a:pt x="5553174" y="75191"/>
                  </a:lnTo>
                  <a:lnTo>
                    <a:pt x="5636057" y="62922"/>
                  </a:lnTo>
                  <a:lnTo>
                    <a:pt x="5718940" y="50114"/>
                  </a:lnTo>
                  <a:lnTo>
                    <a:pt x="5801824" y="36777"/>
                  </a:lnTo>
                  <a:lnTo>
                    <a:pt x="5884707" y="22924"/>
                  </a:lnTo>
                  <a:lnTo>
                    <a:pt x="5967590" y="8566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865153"/>
              <a:ext cx="6015395" cy="401109"/>
            </a:xfrm>
            <a:custGeom>
              <a:avLst/>
              <a:pathLst>
                <a:path w="6015395" h="401109">
                  <a:moveTo>
                    <a:pt x="0" y="0"/>
                  </a:moveTo>
                  <a:lnTo>
                    <a:pt x="82883" y="17559"/>
                  </a:lnTo>
                  <a:lnTo>
                    <a:pt x="165766" y="34478"/>
                  </a:lnTo>
                  <a:lnTo>
                    <a:pt x="248649" y="50754"/>
                  </a:lnTo>
                  <a:lnTo>
                    <a:pt x="331532" y="66382"/>
                  </a:lnTo>
                  <a:lnTo>
                    <a:pt x="414416" y="81355"/>
                  </a:lnTo>
                  <a:lnTo>
                    <a:pt x="497299" y="95666"/>
                  </a:lnTo>
                  <a:lnTo>
                    <a:pt x="580182" y="109308"/>
                  </a:lnTo>
                  <a:lnTo>
                    <a:pt x="663065" y="122270"/>
                  </a:lnTo>
                  <a:lnTo>
                    <a:pt x="745948" y="134541"/>
                  </a:lnTo>
                  <a:lnTo>
                    <a:pt x="828832" y="146109"/>
                  </a:lnTo>
                  <a:lnTo>
                    <a:pt x="911715" y="156963"/>
                  </a:lnTo>
                  <a:lnTo>
                    <a:pt x="994598" y="167090"/>
                  </a:lnTo>
                  <a:lnTo>
                    <a:pt x="1077481" y="176482"/>
                  </a:lnTo>
                  <a:lnTo>
                    <a:pt x="1160364" y="185135"/>
                  </a:lnTo>
                  <a:lnTo>
                    <a:pt x="1243248" y="193055"/>
                  </a:lnTo>
                  <a:lnTo>
                    <a:pt x="1326131" y="200264"/>
                  </a:lnTo>
                  <a:lnTo>
                    <a:pt x="1409014" y="206799"/>
                  </a:lnTo>
                  <a:lnTo>
                    <a:pt x="1491897" y="212719"/>
                  </a:lnTo>
                  <a:lnTo>
                    <a:pt x="1574780" y="218102"/>
                  </a:lnTo>
                  <a:lnTo>
                    <a:pt x="1657664" y="223041"/>
                  </a:lnTo>
                  <a:lnTo>
                    <a:pt x="1740547" y="227633"/>
                  </a:lnTo>
                  <a:lnTo>
                    <a:pt x="1823430" y="232069"/>
                  </a:lnTo>
                  <a:lnTo>
                    <a:pt x="1906313" y="236572"/>
                  </a:lnTo>
                  <a:lnTo>
                    <a:pt x="1989196" y="241017"/>
                  </a:lnTo>
                  <a:lnTo>
                    <a:pt x="2072080" y="245262"/>
                  </a:lnTo>
                  <a:lnTo>
                    <a:pt x="2154963" y="249175"/>
                  </a:lnTo>
                  <a:lnTo>
                    <a:pt x="2237846" y="252656"/>
                  </a:lnTo>
                  <a:lnTo>
                    <a:pt x="2320729" y="255724"/>
                  </a:lnTo>
                  <a:lnTo>
                    <a:pt x="2403612" y="258731"/>
                  </a:lnTo>
                  <a:lnTo>
                    <a:pt x="2486496" y="261306"/>
                  </a:lnTo>
                  <a:lnTo>
                    <a:pt x="2569379" y="263291"/>
                  </a:lnTo>
                  <a:lnTo>
                    <a:pt x="2652262" y="265042"/>
                  </a:lnTo>
                  <a:lnTo>
                    <a:pt x="2735145" y="267759"/>
                  </a:lnTo>
                  <a:lnTo>
                    <a:pt x="2818028" y="270737"/>
                  </a:lnTo>
                  <a:lnTo>
                    <a:pt x="2900912" y="272951"/>
                  </a:lnTo>
                  <a:lnTo>
                    <a:pt x="2983795" y="274077"/>
                  </a:lnTo>
                  <a:lnTo>
                    <a:pt x="3066678" y="275350"/>
                  </a:lnTo>
                  <a:lnTo>
                    <a:pt x="3149561" y="277021"/>
                  </a:lnTo>
                  <a:lnTo>
                    <a:pt x="3232444" y="277834"/>
                  </a:lnTo>
                  <a:lnTo>
                    <a:pt x="3315328" y="277420"/>
                  </a:lnTo>
                  <a:lnTo>
                    <a:pt x="3398211" y="275970"/>
                  </a:lnTo>
                  <a:lnTo>
                    <a:pt x="3481094" y="273591"/>
                  </a:lnTo>
                  <a:lnTo>
                    <a:pt x="3563977" y="270494"/>
                  </a:lnTo>
                  <a:lnTo>
                    <a:pt x="3646860" y="267283"/>
                  </a:lnTo>
                  <a:lnTo>
                    <a:pt x="3729744" y="264823"/>
                  </a:lnTo>
                  <a:lnTo>
                    <a:pt x="3812627" y="262680"/>
                  </a:lnTo>
                  <a:lnTo>
                    <a:pt x="3895510" y="260295"/>
                  </a:lnTo>
                  <a:lnTo>
                    <a:pt x="3978393" y="257620"/>
                  </a:lnTo>
                  <a:lnTo>
                    <a:pt x="4061276" y="254670"/>
                  </a:lnTo>
                  <a:lnTo>
                    <a:pt x="4144160" y="251525"/>
                  </a:lnTo>
                  <a:lnTo>
                    <a:pt x="4227043" y="248310"/>
                  </a:lnTo>
                  <a:lnTo>
                    <a:pt x="4309926" y="245162"/>
                  </a:lnTo>
                  <a:lnTo>
                    <a:pt x="4392809" y="241855"/>
                  </a:lnTo>
                  <a:lnTo>
                    <a:pt x="4475692" y="238177"/>
                  </a:lnTo>
                  <a:lnTo>
                    <a:pt x="4558576" y="234108"/>
                  </a:lnTo>
                  <a:lnTo>
                    <a:pt x="4641459" y="229614"/>
                  </a:lnTo>
                  <a:lnTo>
                    <a:pt x="4724342" y="224648"/>
                  </a:lnTo>
                  <a:lnTo>
                    <a:pt x="4807225" y="219160"/>
                  </a:lnTo>
                  <a:lnTo>
                    <a:pt x="4890108" y="213092"/>
                  </a:lnTo>
                  <a:lnTo>
                    <a:pt x="4972992" y="206394"/>
                  </a:lnTo>
                  <a:lnTo>
                    <a:pt x="5055875" y="199016"/>
                  </a:lnTo>
                  <a:lnTo>
                    <a:pt x="5138758" y="190921"/>
                  </a:lnTo>
                  <a:lnTo>
                    <a:pt x="5221641" y="182080"/>
                  </a:lnTo>
                  <a:lnTo>
                    <a:pt x="5304524" y="172473"/>
                  </a:lnTo>
                  <a:lnTo>
                    <a:pt x="5387408" y="162092"/>
                  </a:lnTo>
                  <a:lnTo>
                    <a:pt x="5470291" y="150933"/>
                  </a:lnTo>
                  <a:lnTo>
                    <a:pt x="5553174" y="139002"/>
                  </a:lnTo>
                  <a:lnTo>
                    <a:pt x="5636057" y="126305"/>
                  </a:lnTo>
                  <a:lnTo>
                    <a:pt x="5718940" y="112855"/>
                  </a:lnTo>
                  <a:lnTo>
                    <a:pt x="5801824" y="98664"/>
                  </a:lnTo>
                  <a:lnTo>
                    <a:pt x="5884707" y="83746"/>
                  </a:lnTo>
                  <a:lnTo>
                    <a:pt x="5967590" y="68115"/>
                  </a:lnTo>
                  <a:lnTo>
                    <a:pt x="6015395" y="58695"/>
                  </a:lnTo>
                  <a:lnTo>
                    <a:pt x="6015395" y="327792"/>
                  </a:lnTo>
                  <a:lnTo>
                    <a:pt x="5967590" y="325870"/>
                  </a:lnTo>
                  <a:lnTo>
                    <a:pt x="5884707" y="322903"/>
                  </a:lnTo>
                  <a:lnTo>
                    <a:pt x="5801824" y="320307"/>
                  </a:lnTo>
                  <a:lnTo>
                    <a:pt x="5718940" y="318088"/>
                  </a:lnTo>
                  <a:lnTo>
                    <a:pt x="5636057" y="316253"/>
                  </a:lnTo>
                  <a:lnTo>
                    <a:pt x="5553174" y="314805"/>
                  </a:lnTo>
                  <a:lnTo>
                    <a:pt x="5470291" y="313749"/>
                  </a:lnTo>
                  <a:lnTo>
                    <a:pt x="5387408" y="313084"/>
                  </a:lnTo>
                  <a:lnTo>
                    <a:pt x="5304524" y="312807"/>
                  </a:lnTo>
                  <a:lnTo>
                    <a:pt x="5221641" y="312908"/>
                  </a:lnTo>
                  <a:lnTo>
                    <a:pt x="5138758" y="313370"/>
                  </a:lnTo>
                  <a:lnTo>
                    <a:pt x="5055875" y="314165"/>
                  </a:lnTo>
                  <a:lnTo>
                    <a:pt x="4972992" y="315257"/>
                  </a:lnTo>
                  <a:lnTo>
                    <a:pt x="4890108" y="316600"/>
                  </a:lnTo>
                  <a:lnTo>
                    <a:pt x="4807225" y="318138"/>
                  </a:lnTo>
                  <a:lnTo>
                    <a:pt x="4724342" y="319810"/>
                  </a:lnTo>
                  <a:lnTo>
                    <a:pt x="4641459" y="321554"/>
                  </a:lnTo>
                  <a:lnTo>
                    <a:pt x="4558576" y="323309"/>
                  </a:lnTo>
                  <a:lnTo>
                    <a:pt x="4475692" y="325023"/>
                  </a:lnTo>
                  <a:lnTo>
                    <a:pt x="4392809" y="326652"/>
                  </a:lnTo>
                  <a:lnTo>
                    <a:pt x="4309926" y="328170"/>
                  </a:lnTo>
                  <a:lnTo>
                    <a:pt x="4227043" y="329622"/>
                  </a:lnTo>
                  <a:lnTo>
                    <a:pt x="4144160" y="331111"/>
                  </a:lnTo>
                  <a:lnTo>
                    <a:pt x="4061276" y="332689"/>
                  </a:lnTo>
                  <a:lnTo>
                    <a:pt x="3978393" y="334391"/>
                  </a:lnTo>
                  <a:lnTo>
                    <a:pt x="3895510" y="336207"/>
                  </a:lnTo>
                  <a:lnTo>
                    <a:pt x="3812627" y="338063"/>
                  </a:lnTo>
                  <a:lnTo>
                    <a:pt x="3729744" y="339822"/>
                  </a:lnTo>
                  <a:lnTo>
                    <a:pt x="3646860" y="341504"/>
                  </a:lnTo>
                  <a:lnTo>
                    <a:pt x="3563977" y="343447"/>
                  </a:lnTo>
                  <a:lnTo>
                    <a:pt x="3481094" y="345660"/>
                  </a:lnTo>
                  <a:lnTo>
                    <a:pt x="3398211" y="347854"/>
                  </a:lnTo>
                  <a:lnTo>
                    <a:pt x="3315328" y="349348"/>
                  </a:lnTo>
                  <a:lnTo>
                    <a:pt x="3232444" y="348935"/>
                  </a:lnTo>
                  <a:lnTo>
                    <a:pt x="3149561" y="347091"/>
                  </a:lnTo>
                  <a:lnTo>
                    <a:pt x="3066678" y="345350"/>
                  </a:lnTo>
                  <a:lnTo>
                    <a:pt x="2983795" y="344358"/>
                  </a:lnTo>
                  <a:lnTo>
                    <a:pt x="2900912" y="342676"/>
                  </a:lnTo>
                  <a:lnTo>
                    <a:pt x="2818028" y="339989"/>
                  </a:lnTo>
                  <a:lnTo>
                    <a:pt x="2735145" y="337419"/>
                  </a:lnTo>
                  <a:lnTo>
                    <a:pt x="2652262" y="335388"/>
                  </a:lnTo>
                  <a:lnTo>
                    <a:pt x="2569379" y="333528"/>
                  </a:lnTo>
                  <a:lnTo>
                    <a:pt x="2486496" y="331375"/>
                  </a:lnTo>
                  <a:lnTo>
                    <a:pt x="2403612" y="329273"/>
                  </a:lnTo>
                  <a:lnTo>
                    <a:pt x="2320729" y="327128"/>
                  </a:lnTo>
                  <a:lnTo>
                    <a:pt x="2237846" y="324546"/>
                  </a:lnTo>
                  <a:lnTo>
                    <a:pt x="2154963" y="321548"/>
                  </a:lnTo>
                  <a:lnTo>
                    <a:pt x="2072080" y="318349"/>
                  </a:lnTo>
                  <a:lnTo>
                    <a:pt x="1989196" y="315122"/>
                  </a:lnTo>
                  <a:lnTo>
                    <a:pt x="1906313" y="312016"/>
                  </a:lnTo>
                  <a:lnTo>
                    <a:pt x="1823430" y="309162"/>
                  </a:lnTo>
                  <a:lnTo>
                    <a:pt x="1740547" y="306694"/>
                  </a:lnTo>
                  <a:lnTo>
                    <a:pt x="1657664" y="304634"/>
                  </a:lnTo>
                  <a:lnTo>
                    <a:pt x="1574780" y="303024"/>
                  </a:lnTo>
                  <a:lnTo>
                    <a:pt x="1491897" y="301951"/>
                  </a:lnTo>
                  <a:lnTo>
                    <a:pt x="1409014" y="301495"/>
                  </a:lnTo>
                  <a:lnTo>
                    <a:pt x="1326131" y="301723"/>
                  </a:lnTo>
                  <a:lnTo>
                    <a:pt x="1243248" y="302682"/>
                  </a:lnTo>
                  <a:lnTo>
                    <a:pt x="1160364" y="304399"/>
                  </a:lnTo>
                  <a:lnTo>
                    <a:pt x="1077481" y="306884"/>
                  </a:lnTo>
                  <a:lnTo>
                    <a:pt x="994598" y="310130"/>
                  </a:lnTo>
                  <a:lnTo>
                    <a:pt x="911715" y="314124"/>
                  </a:lnTo>
                  <a:lnTo>
                    <a:pt x="828832" y="318844"/>
                  </a:lnTo>
                  <a:lnTo>
                    <a:pt x="745948" y="324268"/>
                  </a:lnTo>
                  <a:lnTo>
                    <a:pt x="663065" y="330372"/>
                  </a:lnTo>
                  <a:lnTo>
                    <a:pt x="580182" y="337132"/>
                  </a:lnTo>
                  <a:lnTo>
                    <a:pt x="497299" y="344526"/>
                  </a:lnTo>
                  <a:lnTo>
                    <a:pt x="414416" y="352534"/>
                  </a:lnTo>
                  <a:lnTo>
                    <a:pt x="331532" y="361134"/>
                  </a:lnTo>
                  <a:lnTo>
                    <a:pt x="248649" y="370308"/>
                  </a:lnTo>
                  <a:lnTo>
                    <a:pt x="165766" y="380040"/>
                  </a:lnTo>
                  <a:lnTo>
                    <a:pt x="82883" y="390312"/>
                  </a:lnTo>
                  <a:lnTo>
                    <a:pt x="0" y="40110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865153"/>
              <a:ext cx="6015395" cy="277834"/>
            </a:xfrm>
            <a:custGeom>
              <a:avLst/>
              <a:pathLst>
                <a:path w="6015395" h="277834">
                  <a:moveTo>
                    <a:pt x="0" y="0"/>
                  </a:moveTo>
                  <a:lnTo>
                    <a:pt x="82883" y="17559"/>
                  </a:lnTo>
                  <a:lnTo>
                    <a:pt x="165766" y="34478"/>
                  </a:lnTo>
                  <a:lnTo>
                    <a:pt x="248649" y="50754"/>
                  </a:lnTo>
                  <a:lnTo>
                    <a:pt x="331532" y="66382"/>
                  </a:lnTo>
                  <a:lnTo>
                    <a:pt x="414416" y="81355"/>
                  </a:lnTo>
                  <a:lnTo>
                    <a:pt x="497299" y="95666"/>
                  </a:lnTo>
                  <a:lnTo>
                    <a:pt x="580182" y="109308"/>
                  </a:lnTo>
                  <a:lnTo>
                    <a:pt x="663065" y="122270"/>
                  </a:lnTo>
                  <a:lnTo>
                    <a:pt x="745948" y="134541"/>
                  </a:lnTo>
                  <a:lnTo>
                    <a:pt x="828832" y="146109"/>
                  </a:lnTo>
                  <a:lnTo>
                    <a:pt x="911715" y="156963"/>
                  </a:lnTo>
                  <a:lnTo>
                    <a:pt x="994598" y="167090"/>
                  </a:lnTo>
                  <a:lnTo>
                    <a:pt x="1077481" y="176482"/>
                  </a:lnTo>
                  <a:lnTo>
                    <a:pt x="1160364" y="185135"/>
                  </a:lnTo>
                  <a:lnTo>
                    <a:pt x="1243248" y="193055"/>
                  </a:lnTo>
                  <a:lnTo>
                    <a:pt x="1326131" y="200264"/>
                  </a:lnTo>
                  <a:lnTo>
                    <a:pt x="1409014" y="206799"/>
                  </a:lnTo>
                  <a:lnTo>
                    <a:pt x="1491897" y="212719"/>
                  </a:lnTo>
                  <a:lnTo>
                    <a:pt x="1574780" y="218102"/>
                  </a:lnTo>
                  <a:lnTo>
                    <a:pt x="1657664" y="223041"/>
                  </a:lnTo>
                  <a:lnTo>
                    <a:pt x="1740547" y="227633"/>
                  </a:lnTo>
                  <a:lnTo>
                    <a:pt x="1823430" y="232069"/>
                  </a:lnTo>
                  <a:lnTo>
                    <a:pt x="1906313" y="236572"/>
                  </a:lnTo>
                  <a:lnTo>
                    <a:pt x="1989196" y="241017"/>
                  </a:lnTo>
                  <a:lnTo>
                    <a:pt x="2072080" y="245262"/>
                  </a:lnTo>
                  <a:lnTo>
                    <a:pt x="2154963" y="249175"/>
                  </a:lnTo>
                  <a:lnTo>
                    <a:pt x="2237846" y="252656"/>
                  </a:lnTo>
                  <a:lnTo>
                    <a:pt x="2320729" y="255724"/>
                  </a:lnTo>
                  <a:lnTo>
                    <a:pt x="2403612" y="258731"/>
                  </a:lnTo>
                  <a:lnTo>
                    <a:pt x="2486496" y="261306"/>
                  </a:lnTo>
                  <a:lnTo>
                    <a:pt x="2569379" y="263291"/>
                  </a:lnTo>
                  <a:lnTo>
                    <a:pt x="2652262" y="265042"/>
                  </a:lnTo>
                  <a:lnTo>
                    <a:pt x="2735145" y="267759"/>
                  </a:lnTo>
                  <a:lnTo>
                    <a:pt x="2818028" y="270737"/>
                  </a:lnTo>
                  <a:lnTo>
                    <a:pt x="2900912" y="272951"/>
                  </a:lnTo>
                  <a:lnTo>
                    <a:pt x="2983795" y="274077"/>
                  </a:lnTo>
                  <a:lnTo>
                    <a:pt x="3066678" y="275350"/>
                  </a:lnTo>
                  <a:lnTo>
                    <a:pt x="3149561" y="277021"/>
                  </a:lnTo>
                  <a:lnTo>
                    <a:pt x="3232444" y="277834"/>
                  </a:lnTo>
                  <a:lnTo>
                    <a:pt x="3315328" y="277420"/>
                  </a:lnTo>
                  <a:lnTo>
                    <a:pt x="3398211" y="275970"/>
                  </a:lnTo>
                  <a:lnTo>
                    <a:pt x="3481094" y="273591"/>
                  </a:lnTo>
                  <a:lnTo>
                    <a:pt x="3563977" y="270494"/>
                  </a:lnTo>
                  <a:lnTo>
                    <a:pt x="3646860" y="267283"/>
                  </a:lnTo>
                  <a:lnTo>
                    <a:pt x="3729744" y="264823"/>
                  </a:lnTo>
                  <a:lnTo>
                    <a:pt x="3812627" y="262680"/>
                  </a:lnTo>
                  <a:lnTo>
                    <a:pt x="3895510" y="260295"/>
                  </a:lnTo>
                  <a:lnTo>
                    <a:pt x="3978393" y="257620"/>
                  </a:lnTo>
                  <a:lnTo>
                    <a:pt x="4061276" y="254670"/>
                  </a:lnTo>
                  <a:lnTo>
                    <a:pt x="4144160" y="251525"/>
                  </a:lnTo>
                  <a:lnTo>
                    <a:pt x="4227043" y="248310"/>
                  </a:lnTo>
                  <a:lnTo>
                    <a:pt x="4309926" y="245162"/>
                  </a:lnTo>
                  <a:lnTo>
                    <a:pt x="4392809" y="241855"/>
                  </a:lnTo>
                  <a:lnTo>
                    <a:pt x="4475692" y="238177"/>
                  </a:lnTo>
                  <a:lnTo>
                    <a:pt x="4558576" y="234108"/>
                  </a:lnTo>
                  <a:lnTo>
                    <a:pt x="4641459" y="229614"/>
                  </a:lnTo>
                  <a:lnTo>
                    <a:pt x="4724342" y="224648"/>
                  </a:lnTo>
                  <a:lnTo>
                    <a:pt x="4807225" y="219160"/>
                  </a:lnTo>
                  <a:lnTo>
                    <a:pt x="4890108" y="213092"/>
                  </a:lnTo>
                  <a:lnTo>
                    <a:pt x="4972992" y="206394"/>
                  </a:lnTo>
                  <a:lnTo>
                    <a:pt x="5055875" y="199016"/>
                  </a:lnTo>
                  <a:lnTo>
                    <a:pt x="5138758" y="190921"/>
                  </a:lnTo>
                  <a:lnTo>
                    <a:pt x="5221641" y="182080"/>
                  </a:lnTo>
                  <a:lnTo>
                    <a:pt x="5304524" y="172473"/>
                  </a:lnTo>
                  <a:lnTo>
                    <a:pt x="5387408" y="162092"/>
                  </a:lnTo>
                  <a:lnTo>
                    <a:pt x="5470291" y="150933"/>
                  </a:lnTo>
                  <a:lnTo>
                    <a:pt x="5553174" y="139002"/>
                  </a:lnTo>
                  <a:lnTo>
                    <a:pt x="5636057" y="126305"/>
                  </a:lnTo>
                  <a:lnTo>
                    <a:pt x="5718940" y="112855"/>
                  </a:lnTo>
                  <a:lnTo>
                    <a:pt x="5801824" y="98664"/>
                  </a:lnTo>
                  <a:lnTo>
                    <a:pt x="5884707" y="83746"/>
                  </a:lnTo>
                  <a:lnTo>
                    <a:pt x="5967590" y="68115"/>
                  </a:lnTo>
                  <a:lnTo>
                    <a:pt x="6015395" y="58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5166648"/>
              <a:ext cx="6015395" cy="99614"/>
            </a:xfrm>
            <a:custGeom>
              <a:avLst/>
              <a:pathLst>
                <a:path w="6015395" h="99614">
                  <a:moveTo>
                    <a:pt x="6015395" y="26297"/>
                  </a:moveTo>
                  <a:lnTo>
                    <a:pt x="5967590" y="24375"/>
                  </a:lnTo>
                  <a:lnTo>
                    <a:pt x="5884707" y="21408"/>
                  </a:lnTo>
                  <a:lnTo>
                    <a:pt x="5801824" y="18812"/>
                  </a:lnTo>
                  <a:lnTo>
                    <a:pt x="5718940" y="16593"/>
                  </a:lnTo>
                  <a:lnTo>
                    <a:pt x="5636057" y="14758"/>
                  </a:lnTo>
                  <a:lnTo>
                    <a:pt x="5553174" y="13310"/>
                  </a:lnTo>
                  <a:lnTo>
                    <a:pt x="5470291" y="12254"/>
                  </a:lnTo>
                  <a:lnTo>
                    <a:pt x="5387408" y="11589"/>
                  </a:lnTo>
                  <a:lnTo>
                    <a:pt x="5304524" y="11312"/>
                  </a:lnTo>
                  <a:lnTo>
                    <a:pt x="5221641" y="11413"/>
                  </a:lnTo>
                  <a:lnTo>
                    <a:pt x="5138758" y="11874"/>
                  </a:lnTo>
                  <a:lnTo>
                    <a:pt x="5055875" y="12670"/>
                  </a:lnTo>
                  <a:lnTo>
                    <a:pt x="4972992" y="13762"/>
                  </a:lnTo>
                  <a:lnTo>
                    <a:pt x="4890108" y="15104"/>
                  </a:lnTo>
                  <a:lnTo>
                    <a:pt x="4807225" y="16642"/>
                  </a:lnTo>
                  <a:lnTo>
                    <a:pt x="4724342" y="18315"/>
                  </a:lnTo>
                  <a:lnTo>
                    <a:pt x="4641459" y="20059"/>
                  </a:lnTo>
                  <a:lnTo>
                    <a:pt x="4558576" y="21814"/>
                  </a:lnTo>
                  <a:lnTo>
                    <a:pt x="4475692" y="23527"/>
                  </a:lnTo>
                  <a:lnTo>
                    <a:pt x="4392809" y="25156"/>
                  </a:lnTo>
                  <a:lnTo>
                    <a:pt x="4309926" y="26674"/>
                  </a:lnTo>
                  <a:lnTo>
                    <a:pt x="4227043" y="28126"/>
                  </a:lnTo>
                  <a:lnTo>
                    <a:pt x="4144160" y="29616"/>
                  </a:lnTo>
                  <a:lnTo>
                    <a:pt x="4061276" y="31193"/>
                  </a:lnTo>
                  <a:lnTo>
                    <a:pt x="3978393" y="32895"/>
                  </a:lnTo>
                  <a:lnTo>
                    <a:pt x="3895510" y="34711"/>
                  </a:lnTo>
                  <a:lnTo>
                    <a:pt x="3812627" y="36568"/>
                  </a:lnTo>
                  <a:lnTo>
                    <a:pt x="3729744" y="38327"/>
                  </a:lnTo>
                  <a:lnTo>
                    <a:pt x="3646860" y="40009"/>
                  </a:lnTo>
                  <a:lnTo>
                    <a:pt x="3563977" y="41952"/>
                  </a:lnTo>
                  <a:lnTo>
                    <a:pt x="3481094" y="44164"/>
                  </a:lnTo>
                  <a:lnTo>
                    <a:pt x="3398211" y="46359"/>
                  </a:lnTo>
                  <a:lnTo>
                    <a:pt x="3315328" y="47853"/>
                  </a:lnTo>
                  <a:lnTo>
                    <a:pt x="3232444" y="47439"/>
                  </a:lnTo>
                  <a:lnTo>
                    <a:pt x="3149561" y="45596"/>
                  </a:lnTo>
                  <a:lnTo>
                    <a:pt x="3066678" y="43854"/>
                  </a:lnTo>
                  <a:lnTo>
                    <a:pt x="2983795" y="42863"/>
                  </a:lnTo>
                  <a:lnTo>
                    <a:pt x="2900912" y="41180"/>
                  </a:lnTo>
                  <a:lnTo>
                    <a:pt x="2818028" y="38494"/>
                  </a:lnTo>
                  <a:lnTo>
                    <a:pt x="2735145" y="35924"/>
                  </a:lnTo>
                  <a:lnTo>
                    <a:pt x="2652262" y="33893"/>
                  </a:lnTo>
                  <a:lnTo>
                    <a:pt x="2569379" y="32033"/>
                  </a:lnTo>
                  <a:lnTo>
                    <a:pt x="2486496" y="29880"/>
                  </a:lnTo>
                  <a:lnTo>
                    <a:pt x="2403612" y="27778"/>
                  </a:lnTo>
                  <a:lnTo>
                    <a:pt x="2320729" y="25633"/>
                  </a:lnTo>
                  <a:lnTo>
                    <a:pt x="2237846" y="23050"/>
                  </a:lnTo>
                  <a:lnTo>
                    <a:pt x="2154963" y="20053"/>
                  </a:lnTo>
                  <a:lnTo>
                    <a:pt x="2072080" y="16853"/>
                  </a:lnTo>
                  <a:lnTo>
                    <a:pt x="1989196" y="13627"/>
                  </a:lnTo>
                  <a:lnTo>
                    <a:pt x="1906313" y="10521"/>
                  </a:lnTo>
                  <a:lnTo>
                    <a:pt x="1823430" y="7667"/>
                  </a:lnTo>
                  <a:lnTo>
                    <a:pt x="1740547" y="5199"/>
                  </a:lnTo>
                  <a:lnTo>
                    <a:pt x="1657664" y="3139"/>
                  </a:lnTo>
                  <a:lnTo>
                    <a:pt x="1574780" y="1529"/>
                  </a:lnTo>
                  <a:lnTo>
                    <a:pt x="1491897" y="456"/>
                  </a:lnTo>
                  <a:lnTo>
                    <a:pt x="1409014" y="0"/>
                  </a:lnTo>
                  <a:lnTo>
                    <a:pt x="1326131" y="227"/>
                  </a:lnTo>
                  <a:lnTo>
                    <a:pt x="1243248" y="1187"/>
                  </a:lnTo>
                  <a:lnTo>
                    <a:pt x="1160364" y="2904"/>
                  </a:lnTo>
                  <a:lnTo>
                    <a:pt x="1077481" y="5389"/>
                  </a:lnTo>
                  <a:lnTo>
                    <a:pt x="994598" y="8635"/>
                  </a:lnTo>
                  <a:lnTo>
                    <a:pt x="911715" y="12628"/>
                  </a:lnTo>
                  <a:lnTo>
                    <a:pt x="828832" y="17348"/>
                  </a:lnTo>
                  <a:lnTo>
                    <a:pt x="745948" y="22772"/>
                  </a:lnTo>
                  <a:lnTo>
                    <a:pt x="663065" y="28876"/>
                  </a:lnTo>
                  <a:lnTo>
                    <a:pt x="580182" y="35637"/>
                  </a:lnTo>
                  <a:lnTo>
                    <a:pt x="497299" y="43031"/>
                  </a:lnTo>
                  <a:lnTo>
                    <a:pt x="414416" y="51038"/>
                  </a:lnTo>
                  <a:lnTo>
                    <a:pt x="331532" y="59638"/>
                  </a:lnTo>
                  <a:lnTo>
                    <a:pt x="248649" y="68813"/>
                  </a:lnTo>
                  <a:lnTo>
                    <a:pt x="165766" y="78544"/>
                  </a:lnTo>
                  <a:lnTo>
                    <a:pt x="82883" y="88817"/>
                  </a:lnTo>
                  <a:lnTo>
                    <a:pt x="0" y="99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5058397"/>
              <a:ext cx="6015395" cy="120140"/>
            </a:xfrm>
            <a:custGeom>
              <a:avLst/>
              <a:pathLst>
                <a:path w="6015395" h="120140">
                  <a:moveTo>
                    <a:pt x="0" y="7310"/>
                  </a:moveTo>
                  <a:lnTo>
                    <a:pt x="82883" y="10691"/>
                  </a:lnTo>
                  <a:lnTo>
                    <a:pt x="165766" y="14015"/>
                  </a:lnTo>
                  <a:lnTo>
                    <a:pt x="248649" y="17287"/>
                  </a:lnTo>
                  <a:lnTo>
                    <a:pt x="331532" y="20514"/>
                  </a:lnTo>
                  <a:lnTo>
                    <a:pt x="414416" y="23700"/>
                  </a:lnTo>
                  <a:lnTo>
                    <a:pt x="497299" y="26852"/>
                  </a:lnTo>
                  <a:lnTo>
                    <a:pt x="580182" y="29976"/>
                  </a:lnTo>
                  <a:lnTo>
                    <a:pt x="663065" y="33076"/>
                  </a:lnTo>
                  <a:lnTo>
                    <a:pt x="745948" y="36160"/>
                  </a:lnTo>
                  <a:lnTo>
                    <a:pt x="828832" y="39232"/>
                  </a:lnTo>
                  <a:lnTo>
                    <a:pt x="911715" y="42299"/>
                  </a:lnTo>
                  <a:lnTo>
                    <a:pt x="994598" y="45366"/>
                  </a:lnTo>
                  <a:lnTo>
                    <a:pt x="1077481" y="48439"/>
                  </a:lnTo>
                  <a:lnTo>
                    <a:pt x="1160364" y="51523"/>
                  </a:lnTo>
                  <a:lnTo>
                    <a:pt x="1243248" y="54624"/>
                  </a:lnTo>
                  <a:lnTo>
                    <a:pt x="1326131" y="57749"/>
                  </a:lnTo>
                  <a:lnTo>
                    <a:pt x="1409014" y="60903"/>
                  </a:lnTo>
                  <a:lnTo>
                    <a:pt x="1491897" y="64091"/>
                  </a:lnTo>
                  <a:lnTo>
                    <a:pt x="1574780" y="67319"/>
                  </a:lnTo>
                  <a:lnTo>
                    <a:pt x="1657664" y="70593"/>
                  </a:lnTo>
                  <a:lnTo>
                    <a:pt x="1740547" y="73919"/>
                  </a:lnTo>
                  <a:lnTo>
                    <a:pt x="1823430" y="77371"/>
                  </a:lnTo>
                  <a:lnTo>
                    <a:pt x="1906313" y="81050"/>
                  </a:lnTo>
                  <a:lnTo>
                    <a:pt x="1989196" y="84826"/>
                  </a:lnTo>
                  <a:lnTo>
                    <a:pt x="2072080" y="88561"/>
                  </a:lnTo>
                  <a:lnTo>
                    <a:pt x="2154963" y="92117"/>
                  </a:lnTo>
                  <a:lnTo>
                    <a:pt x="2237846" y="95357"/>
                  </a:lnTo>
                  <a:lnTo>
                    <a:pt x="2320729" y="98182"/>
                  </a:lnTo>
                  <a:lnTo>
                    <a:pt x="2403612" y="100758"/>
                  </a:lnTo>
                  <a:lnTo>
                    <a:pt x="2486496" y="103096"/>
                  </a:lnTo>
                  <a:lnTo>
                    <a:pt x="2569379" y="105166"/>
                  </a:lnTo>
                  <a:lnTo>
                    <a:pt x="2652262" y="106971"/>
                  </a:lnTo>
                  <a:lnTo>
                    <a:pt x="2735145" y="109345"/>
                  </a:lnTo>
                  <a:lnTo>
                    <a:pt x="2818028" y="112119"/>
                  </a:lnTo>
                  <a:lnTo>
                    <a:pt x="2900912" y="114569"/>
                  </a:lnTo>
                  <a:lnTo>
                    <a:pt x="2983795" y="115974"/>
                  </a:lnTo>
                  <a:lnTo>
                    <a:pt x="3066678" y="117106"/>
                  </a:lnTo>
                  <a:lnTo>
                    <a:pt x="3149561" y="118812"/>
                  </a:lnTo>
                  <a:lnTo>
                    <a:pt x="3232444" y="120140"/>
                  </a:lnTo>
                  <a:lnTo>
                    <a:pt x="3315328" y="120140"/>
                  </a:lnTo>
                  <a:lnTo>
                    <a:pt x="3398211" y="118668"/>
                  </a:lnTo>
                  <a:lnTo>
                    <a:pt x="3481094" y="116381"/>
                  </a:lnTo>
                  <a:lnTo>
                    <a:pt x="3563977" y="113726"/>
                  </a:lnTo>
                  <a:lnTo>
                    <a:pt x="3646860" y="111149"/>
                  </a:lnTo>
                  <a:lnTo>
                    <a:pt x="3729744" y="109078"/>
                  </a:lnTo>
                  <a:lnTo>
                    <a:pt x="3812627" y="107127"/>
                  </a:lnTo>
                  <a:lnTo>
                    <a:pt x="3895510" y="105007"/>
                  </a:lnTo>
                  <a:lnTo>
                    <a:pt x="3978393" y="102761"/>
                  </a:lnTo>
                  <a:lnTo>
                    <a:pt x="4061276" y="100435"/>
                  </a:lnTo>
                  <a:lnTo>
                    <a:pt x="4144160" y="98074"/>
                  </a:lnTo>
                  <a:lnTo>
                    <a:pt x="4227043" y="95722"/>
                  </a:lnTo>
                  <a:lnTo>
                    <a:pt x="4309926" y="93421"/>
                  </a:lnTo>
                  <a:lnTo>
                    <a:pt x="4392809" y="91009"/>
                  </a:lnTo>
                  <a:lnTo>
                    <a:pt x="4475692" y="88356"/>
                  </a:lnTo>
                  <a:lnTo>
                    <a:pt x="4558576" y="85465"/>
                  </a:lnTo>
                  <a:lnTo>
                    <a:pt x="4641459" y="82340"/>
                  </a:lnTo>
                  <a:lnTo>
                    <a:pt x="4724342" y="78985"/>
                  </a:lnTo>
                  <a:lnTo>
                    <a:pt x="4807225" y="75404"/>
                  </a:lnTo>
                  <a:lnTo>
                    <a:pt x="4890108" y="71602"/>
                  </a:lnTo>
                  <a:lnTo>
                    <a:pt x="4972992" y="67581"/>
                  </a:lnTo>
                  <a:lnTo>
                    <a:pt x="5055875" y="63346"/>
                  </a:lnTo>
                  <a:lnTo>
                    <a:pt x="5138758" y="58901"/>
                  </a:lnTo>
                  <a:lnTo>
                    <a:pt x="5221641" y="54250"/>
                  </a:lnTo>
                  <a:lnTo>
                    <a:pt x="5304524" y="49396"/>
                  </a:lnTo>
                  <a:lnTo>
                    <a:pt x="5387408" y="44344"/>
                  </a:lnTo>
                  <a:lnTo>
                    <a:pt x="5470291" y="39097"/>
                  </a:lnTo>
                  <a:lnTo>
                    <a:pt x="5553174" y="33659"/>
                  </a:lnTo>
                  <a:lnTo>
                    <a:pt x="5636057" y="28035"/>
                  </a:lnTo>
                  <a:lnTo>
                    <a:pt x="5718940" y="22228"/>
                  </a:lnTo>
                  <a:lnTo>
                    <a:pt x="5801824" y="16242"/>
                  </a:lnTo>
                  <a:lnTo>
                    <a:pt x="5884707" y="10081"/>
                  </a:lnTo>
                  <a:lnTo>
                    <a:pt x="5967590" y="3748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779395"/>
              <a:ext cx="6015395" cy="599064"/>
            </a:xfrm>
            <a:custGeom>
              <a:avLst/>
              <a:pathLst>
                <a:path w="6015395" h="599064">
                  <a:moveTo>
                    <a:pt x="0" y="0"/>
                  </a:moveTo>
                  <a:lnTo>
                    <a:pt x="82883" y="28811"/>
                  </a:lnTo>
                  <a:lnTo>
                    <a:pt x="165766" y="56275"/>
                  </a:lnTo>
                  <a:lnTo>
                    <a:pt x="248649" y="82377"/>
                  </a:lnTo>
                  <a:lnTo>
                    <a:pt x="331532" y="107098"/>
                  </a:lnTo>
                  <a:lnTo>
                    <a:pt x="414416" y="130421"/>
                  </a:lnTo>
                  <a:lnTo>
                    <a:pt x="497299" y="152324"/>
                  </a:lnTo>
                  <a:lnTo>
                    <a:pt x="580182" y="172785"/>
                  </a:lnTo>
                  <a:lnTo>
                    <a:pt x="663065" y="191779"/>
                  </a:lnTo>
                  <a:lnTo>
                    <a:pt x="745948" y="209279"/>
                  </a:lnTo>
                  <a:lnTo>
                    <a:pt x="828832" y="225258"/>
                  </a:lnTo>
                  <a:lnTo>
                    <a:pt x="911715" y="239687"/>
                  </a:lnTo>
                  <a:lnTo>
                    <a:pt x="994598" y="252538"/>
                  </a:lnTo>
                  <a:lnTo>
                    <a:pt x="1077481" y="263788"/>
                  </a:lnTo>
                  <a:lnTo>
                    <a:pt x="1160364" y="273422"/>
                  </a:lnTo>
                  <a:lnTo>
                    <a:pt x="1243248" y="281441"/>
                  </a:lnTo>
                  <a:lnTo>
                    <a:pt x="1326131" y="287865"/>
                  </a:lnTo>
                  <a:lnTo>
                    <a:pt x="1409014" y="292743"/>
                  </a:lnTo>
                  <a:lnTo>
                    <a:pt x="1491897" y="296157"/>
                  </a:lnTo>
                  <a:lnTo>
                    <a:pt x="1574780" y="298217"/>
                  </a:lnTo>
                  <a:lnTo>
                    <a:pt x="1657664" y="299054"/>
                  </a:lnTo>
                  <a:lnTo>
                    <a:pt x="1740547" y="298809"/>
                  </a:lnTo>
                  <a:lnTo>
                    <a:pt x="1823430" y="297549"/>
                  </a:lnTo>
                  <a:lnTo>
                    <a:pt x="1906313" y="295267"/>
                  </a:lnTo>
                  <a:lnTo>
                    <a:pt x="1989196" y="292111"/>
                  </a:lnTo>
                  <a:lnTo>
                    <a:pt x="2072080" y="288223"/>
                  </a:lnTo>
                  <a:lnTo>
                    <a:pt x="2154963" y="283769"/>
                  </a:lnTo>
                  <a:lnTo>
                    <a:pt x="2237846" y="278958"/>
                  </a:lnTo>
                  <a:lnTo>
                    <a:pt x="2320729" y="273698"/>
                  </a:lnTo>
                  <a:lnTo>
                    <a:pt x="2403612" y="266289"/>
                  </a:lnTo>
                  <a:lnTo>
                    <a:pt x="2486496" y="257298"/>
                  </a:lnTo>
                  <a:lnTo>
                    <a:pt x="2569379" y="248242"/>
                  </a:lnTo>
                  <a:lnTo>
                    <a:pt x="2652262" y="241226"/>
                  </a:lnTo>
                  <a:lnTo>
                    <a:pt x="2735145" y="234337"/>
                  </a:lnTo>
                  <a:lnTo>
                    <a:pt x="2818028" y="226390"/>
                  </a:lnTo>
                  <a:lnTo>
                    <a:pt x="2900912" y="218471"/>
                  </a:lnTo>
                  <a:lnTo>
                    <a:pt x="2983795" y="212742"/>
                  </a:lnTo>
                  <a:lnTo>
                    <a:pt x="3066678" y="209899"/>
                  </a:lnTo>
                  <a:lnTo>
                    <a:pt x="3149561" y="207726"/>
                  </a:lnTo>
                  <a:lnTo>
                    <a:pt x="3232444" y="205652"/>
                  </a:lnTo>
                  <a:lnTo>
                    <a:pt x="3315328" y="204473"/>
                  </a:lnTo>
                  <a:lnTo>
                    <a:pt x="3398211" y="205512"/>
                  </a:lnTo>
                  <a:lnTo>
                    <a:pt x="3481094" y="207918"/>
                  </a:lnTo>
                  <a:lnTo>
                    <a:pt x="3563977" y="210392"/>
                  </a:lnTo>
                  <a:lnTo>
                    <a:pt x="3646860" y="212240"/>
                  </a:lnTo>
                  <a:lnTo>
                    <a:pt x="3729744" y="213239"/>
                  </a:lnTo>
                  <a:lnTo>
                    <a:pt x="3812627" y="214107"/>
                  </a:lnTo>
                  <a:lnTo>
                    <a:pt x="3895510" y="215099"/>
                  </a:lnTo>
                  <a:lnTo>
                    <a:pt x="3978393" y="216065"/>
                  </a:lnTo>
                  <a:lnTo>
                    <a:pt x="4061276" y="216954"/>
                  </a:lnTo>
                  <a:lnTo>
                    <a:pt x="4144160" y="217814"/>
                  </a:lnTo>
                  <a:lnTo>
                    <a:pt x="4227043" y="218761"/>
                  </a:lnTo>
                  <a:lnTo>
                    <a:pt x="4309926" y="219933"/>
                  </a:lnTo>
                  <a:lnTo>
                    <a:pt x="4392809" y="221256"/>
                  </a:lnTo>
                  <a:lnTo>
                    <a:pt x="4475692" y="222617"/>
                  </a:lnTo>
                  <a:lnTo>
                    <a:pt x="4558576" y="223978"/>
                  </a:lnTo>
                  <a:lnTo>
                    <a:pt x="4641459" y="225279"/>
                  </a:lnTo>
                  <a:lnTo>
                    <a:pt x="4724342" y="226442"/>
                  </a:lnTo>
                  <a:lnTo>
                    <a:pt x="4807225" y="227379"/>
                  </a:lnTo>
                  <a:lnTo>
                    <a:pt x="4890108" y="227998"/>
                  </a:lnTo>
                  <a:lnTo>
                    <a:pt x="4972992" y="228210"/>
                  </a:lnTo>
                  <a:lnTo>
                    <a:pt x="5055875" y="227935"/>
                  </a:lnTo>
                  <a:lnTo>
                    <a:pt x="5138758" y="227106"/>
                  </a:lnTo>
                  <a:lnTo>
                    <a:pt x="5221641" y="225671"/>
                  </a:lnTo>
                  <a:lnTo>
                    <a:pt x="5304524" y="223593"/>
                  </a:lnTo>
                  <a:lnTo>
                    <a:pt x="5387408" y="220849"/>
                  </a:lnTo>
                  <a:lnTo>
                    <a:pt x="5470291" y="217430"/>
                  </a:lnTo>
                  <a:lnTo>
                    <a:pt x="5553174" y="213334"/>
                  </a:lnTo>
                  <a:lnTo>
                    <a:pt x="5636057" y="208565"/>
                  </a:lnTo>
                  <a:lnTo>
                    <a:pt x="5718940" y="203133"/>
                  </a:lnTo>
                  <a:lnTo>
                    <a:pt x="5801824" y="197050"/>
                  </a:lnTo>
                  <a:lnTo>
                    <a:pt x="5884707" y="190330"/>
                  </a:lnTo>
                  <a:lnTo>
                    <a:pt x="5967590" y="182986"/>
                  </a:lnTo>
                  <a:lnTo>
                    <a:pt x="6015395" y="178398"/>
                  </a:lnTo>
                  <a:lnTo>
                    <a:pt x="6015395" y="591563"/>
                  </a:lnTo>
                  <a:lnTo>
                    <a:pt x="5967590" y="578738"/>
                  </a:lnTo>
                  <a:lnTo>
                    <a:pt x="5884707" y="557526"/>
                  </a:lnTo>
                  <a:lnTo>
                    <a:pt x="5801824" y="537355"/>
                  </a:lnTo>
                  <a:lnTo>
                    <a:pt x="5718940" y="518243"/>
                  </a:lnTo>
                  <a:lnTo>
                    <a:pt x="5636057" y="500206"/>
                  </a:lnTo>
                  <a:lnTo>
                    <a:pt x="5553174" y="483259"/>
                  </a:lnTo>
                  <a:lnTo>
                    <a:pt x="5470291" y="467414"/>
                  </a:lnTo>
                  <a:lnTo>
                    <a:pt x="5387408" y="452680"/>
                  </a:lnTo>
                  <a:lnTo>
                    <a:pt x="5304524" y="439059"/>
                  </a:lnTo>
                  <a:lnTo>
                    <a:pt x="5221641" y="426542"/>
                  </a:lnTo>
                  <a:lnTo>
                    <a:pt x="5138758" y="415111"/>
                  </a:lnTo>
                  <a:lnTo>
                    <a:pt x="5055875" y="404732"/>
                  </a:lnTo>
                  <a:lnTo>
                    <a:pt x="4972992" y="395357"/>
                  </a:lnTo>
                  <a:lnTo>
                    <a:pt x="4890108" y="386921"/>
                  </a:lnTo>
                  <a:lnTo>
                    <a:pt x="4807225" y="379348"/>
                  </a:lnTo>
                  <a:lnTo>
                    <a:pt x="4724342" y="372551"/>
                  </a:lnTo>
                  <a:lnTo>
                    <a:pt x="4641459" y="366442"/>
                  </a:lnTo>
                  <a:lnTo>
                    <a:pt x="4558576" y="360936"/>
                  </a:lnTo>
                  <a:lnTo>
                    <a:pt x="4475692" y="355958"/>
                  </a:lnTo>
                  <a:lnTo>
                    <a:pt x="4392809" y="351451"/>
                  </a:lnTo>
                  <a:lnTo>
                    <a:pt x="4309926" y="347381"/>
                  </a:lnTo>
                  <a:lnTo>
                    <a:pt x="4227043" y="343605"/>
                  </a:lnTo>
                  <a:lnTo>
                    <a:pt x="4144160" y="340008"/>
                  </a:lnTo>
                  <a:lnTo>
                    <a:pt x="4061276" y="336742"/>
                  </a:lnTo>
                  <a:lnTo>
                    <a:pt x="3978393" y="333936"/>
                  </a:lnTo>
                  <a:lnTo>
                    <a:pt x="3895510" y="331651"/>
                  </a:lnTo>
                  <a:lnTo>
                    <a:pt x="3812627" y="329848"/>
                  </a:lnTo>
                  <a:lnTo>
                    <a:pt x="3729744" y="328392"/>
                  </a:lnTo>
                  <a:lnTo>
                    <a:pt x="3646860" y="326199"/>
                  </a:lnTo>
                  <a:lnTo>
                    <a:pt x="3563977" y="322403"/>
                  </a:lnTo>
                  <a:lnTo>
                    <a:pt x="3481094" y="318570"/>
                  </a:lnTo>
                  <a:lnTo>
                    <a:pt x="3398211" y="315882"/>
                  </a:lnTo>
                  <a:lnTo>
                    <a:pt x="3315328" y="314910"/>
                  </a:lnTo>
                  <a:lnTo>
                    <a:pt x="3232444" y="314818"/>
                  </a:lnTo>
                  <a:lnTo>
                    <a:pt x="3149561" y="315310"/>
                  </a:lnTo>
                  <a:lnTo>
                    <a:pt x="3066678" y="317376"/>
                  </a:lnTo>
                  <a:lnTo>
                    <a:pt x="2983795" y="320650"/>
                  </a:lnTo>
                  <a:lnTo>
                    <a:pt x="2900912" y="325525"/>
                  </a:lnTo>
                  <a:lnTo>
                    <a:pt x="2818028" y="332719"/>
                  </a:lnTo>
                  <a:lnTo>
                    <a:pt x="2735145" y="341292"/>
                  </a:lnTo>
                  <a:lnTo>
                    <a:pt x="2652262" y="349234"/>
                  </a:lnTo>
                  <a:lnTo>
                    <a:pt x="2569379" y="356082"/>
                  </a:lnTo>
                  <a:lnTo>
                    <a:pt x="2486496" y="364880"/>
                  </a:lnTo>
                  <a:lnTo>
                    <a:pt x="2403612" y="374597"/>
                  </a:lnTo>
                  <a:lnTo>
                    <a:pt x="2320729" y="383331"/>
                  </a:lnTo>
                  <a:lnTo>
                    <a:pt x="2237846" y="389335"/>
                  </a:lnTo>
                  <a:lnTo>
                    <a:pt x="2154963" y="394888"/>
                  </a:lnTo>
                  <a:lnTo>
                    <a:pt x="2072080" y="400438"/>
                  </a:lnTo>
                  <a:lnTo>
                    <a:pt x="1989196" y="405890"/>
                  </a:lnTo>
                  <a:lnTo>
                    <a:pt x="1906313" y="411103"/>
                  </a:lnTo>
                  <a:lnTo>
                    <a:pt x="1823430" y="415916"/>
                  </a:lnTo>
                  <a:lnTo>
                    <a:pt x="1740547" y="420198"/>
                  </a:lnTo>
                  <a:lnTo>
                    <a:pt x="1657664" y="424330"/>
                  </a:lnTo>
                  <a:lnTo>
                    <a:pt x="1574780" y="428605"/>
                  </a:lnTo>
                  <a:lnTo>
                    <a:pt x="1491897" y="433162"/>
                  </a:lnTo>
                  <a:lnTo>
                    <a:pt x="1409014" y="438138"/>
                  </a:lnTo>
                  <a:lnTo>
                    <a:pt x="1326131" y="443642"/>
                  </a:lnTo>
                  <a:lnTo>
                    <a:pt x="1243248" y="449759"/>
                  </a:lnTo>
                  <a:lnTo>
                    <a:pt x="1160364" y="456539"/>
                  </a:lnTo>
                  <a:lnTo>
                    <a:pt x="1077481" y="464005"/>
                  </a:lnTo>
                  <a:lnTo>
                    <a:pt x="994598" y="472159"/>
                  </a:lnTo>
                  <a:lnTo>
                    <a:pt x="911715" y="480988"/>
                  </a:lnTo>
                  <a:lnTo>
                    <a:pt x="828832" y="490471"/>
                  </a:lnTo>
                  <a:lnTo>
                    <a:pt x="745948" y="500582"/>
                  </a:lnTo>
                  <a:lnTo>
                    <a:pt x="663065" y="511294"/>
                  </a:lnTo>
                  <a:lnTo>
                    <a:pt x="580182" y="522581"/>
                  </a:lnTo>
                  <a:lnTo>
                    <a:pt x="497299" y="534418"/>
                  </a:lnTo>
                  <a:lnTo>
                    <a:pt x="414416" y="546783"/>
                  </a:lnTo>
                  <a:lnTo>
                    <a:pt x="331532" y="559654"/>
                  </a:lnTo>
                  <a:lnTo>
                    <a:pt x="248649" y="573013"/>
                  </a:lnTo>
                  <a:lnTo>
                    <a:pt x="165766" y="586843"/>
                  </a:lnTo>
                  <a:lnTo>
                    <a:pt x="94858" y="59906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779395"/>
              <a:ext cx="6015395" cy="299054"/>
            </a:xfrm>
            <a:custGeom>
              <a:avLst/>
              <a:pathLst>
                <a:path w="6015395" h="299054">
                  <a:moveTo>
                    <a:pt x="0" y="0"/>
                  </a:moveTo>
                  <a:lnTo>
                    <a:pt x="82883" y="28811"/>
                  </a:lnTo>
                  <a:lnTo>
                    <a:pt x="165766" y="56275"/>
                  </a:lnTo>
                  <a:lnTo>
                    <a:pt x="248649" y="82377"/>
                  </a:lnTo>
                  <a:lnTo>
                    <a:pt x="331532" y="107098"/>
                  </a:lnTo>
                  <a:lnTo>
                    <a:pt x="414416" y="130421"/>
                  </a:lnTo>
                  <a:lnTo>
                    <a:pt x="497299" y="152324"/>
                  </a:lnTo>
                  <a:lnTo>
                    <a:pt x="580182" y="172785"/>
                  </a:lnTo>
                  <a:lnTo>
                    <a:pt x="663065" y="191779"/>
                  </a:lnTo>
                  <a:lnTo>
                    <a:pt x="745948" y="209279"/>
                  </a:lnTo>
                  <a:lnTo>
                    <a:pt x="828832" y="225258"/>
                  </a:lnTo>
                  <a:lnTo>
                    <a:pt x="911715" y="239687"/>
                  </a:lnTo>
                  <a:lnTo>
                    <a:pt x="994598" y="252538"/>
                  </a:lnTo>
                  <a:lnTo>
                    <a:pt x="1077481" y="263788"/>
                  </a:lnTo>
                  <a:lnTo>
                    <a:pt x="1160364" y="273422"/>
                  </a:lnTo>
                  <a:lnTo>
                    <a:pt x="1243248" y="281441"/>
                  </a:lnTo>
                  <a:lnTo>
                    <a:pt x="1326131" y="287865"/>
                  </a:lnTo>
                  <a:lnTo>
                    <a:pt x="1409014" y="292743"/>
                  </a:lnTo>
                  <a:lnTo>
                    <a:pt x="1491897" y="296157"/>
                  </a:lnTo>
                  <a:lnTo>
                    <a:pt x="1574780" y="298217"/>
                  </a:lnTo>
                  <a:lnTo>
                    <a:pt x="1657664" y="299054"/>
                  </a:lnTo>
                  <a:lnTo>
                    <a:pt x="1740547" y="298809"/>
                  </a:lnTo>
                  <a:lnTo>
                    <a:pt x="1823430" y="297549"/>
                  </a:lnTo>
                  <a:lnTo>
                    <a:pt x="1906313" y="295267"/>
                  </a:lnTo>
                  <a:lnTo>
                    <a:pt x="1989196" y="292111"/>
                  </a:lnTo>
                  <a:lnTo>
                    <a:pt x="2072080" y="288223"/>
                  </a:lnTo>
                  <a:lnTo>
                    <a:pt x="2154963" y="283769"/>
                  </a:lnTo>
                  <a:lnTo>
                    <a:pt x="2237846" y="278958"/>
                  </a:lnTo>
                  <a:lnTo>
                    <a:pt x="2320729" y="273698"/>
                  </a:lnTo>
                  <a:lnTo>
                    <a:pt x="2403612" y="266289"/>
                  </a:lnTo>
                  <a:lnTo>
                    <a:pt x="2486496" y="257298"/>
                  </a:lnTo>
                  <a:lnTo>
                    <a:pt x="2569379" y="248242"/>
                  </a:lnTo>
                  <a:lnTo>
                    <a:pt x="2652262" y="241226"/>
                  </a:lnTo>
                  <a:lnTo>
                    <a:pt x="2735145" y="234337"/>
                  </a:lnTo>
                  <a:lnTo>
                    <a:pt x="2818028" y="226390"/>
                  </a:lnTo>
                  <a:lnTo>
                    <a:pt x="2900912" y="218471"/>
                  </a:lnTo>
                  <a:lnTo>
                    <a:pt x="2983795" y="212742"/>
                  </a:lnTo>
                  <a:lnTo>
                    <a:pt x="3066678" y="209899"/>
                  </a:lnTo>
                  <a:lnTo>
                    <a:pt x="3149561" y="207726"/>
                  </a:lnTo>
                  <a:lnTo>
                    <a:pt x="3232444" y="205652"/>
                  </a:lnTo>
                  <a:lnTo>
                    <a:pt x="3315328" y="204473"/>
                  </a:lnTo>
                  <a:lnTo>
                    <a:pt x="3398211" y="205512"/>
                  </a:lnTo>
                  <a:lnTo>
                    <a:pt x="3481094" y="207918"/>
                  </a:lnTo>
                  <a:lnTo>
                    <a:pt x="3563977" y="210392"/>
                  </a:lnTo>
                  <a:lnTo>
                    <a:pt x="3646860" y="212240"/>
                  </a:lnTo>
                  <a:lnTo>
                    <a:pt x="3729744" y="213239"/>
                  </a:lnTo>
                  <a:lnTo>
                    <a:pt x="3812627" y="214107"/>
                  </a:lnTo>
                  <a:lnTo>
                    <a:pt x="3895510" y="215099"/>
                  </a:lnTo>
                  <a:lnTo>
                    <a:pt x="3978393" y="216065"/>
                  </a:lnTo>
                  <a:lnTo>
                    <a:pt x="4061276" y="216954"/>
                  </a:lnTo>
                  <a:lnTo>
                    <a:pt x="4144160" y="217814"/>
                  </a:lnTo>
                  <a:lnTo>
                    <a:pt x="4227043" y="218761"/>
                  </a:lnTo>
                  <a:lnTo>
                    <a:pt x="4309926" y="219933"/>
                  </a:lnTo>
                  <a:lnTo>
                    <a:pt x="4392809" y="221256"/>
                  </a:lnTo>
                  <a:lnTo>
                    <a:pt x="4475692" y="222617"/>
                  </a:lnTo>
                  <a:lnTo>
                    <a:pt x="4558576" y="223978"/>
                  </a:lnTo>
                  <a:lnTo>
                    <a:pt x="4641459" y="225279"/>
                  </a:lnTo>
                  <a:lnTo>
                    <a:pt x="4724342" y="226442"/>
                  </a:lnTo>
                  <a:lnTo>
                    <a:pt x="4807225" y="227379"/>
                  </a:lnTo>
                  <a:lnTo>
                    <a:pt x="4890108" y="227998"/>
                  </a:lnTo>
                  <a:lnTo>
                    <a:pt x="4972992" y="228210"/>
                  </a:lnTo>
                  <a:lnTo>
                    <a:pt x="5055875" y="227935"/>
                  </a:lnTo>
                  <a:lnTo>
                    <a:pt x="5138758" y="227106"/>
                  </a:lnTo>
                  <a:lnTo>
                    <a:pt x="5221641" y="225671"/>
                  </a:lnTo>
                  <a:lnTo>
                    <a:pt x="5304524" y="223593"/>
                  </a:lnTo>
                  <a:lnTo>
                    <a:pt x="5387408" y="220849"/>
                  </a:lnTo>
                  <a:lnTo>
                    <a:pt x="5470291" y="217430"/>
                  </a:lnTo>
                  <a:lnTo>
                    <a:pt x="5553174" y="213334"/>
                  </a:lnTo>
                  <a:lnTo>
                    <a:pt x="5636057" y="208565"/>
                  </a:lnTo>
                  <a:lnTo>
                    <a:pt x="5718940" y="203133"/>
                  </a:lnTo>
                  <a:lnTo>
                    <a:pt x="5801824" y="197050"/>
                  </a:lnTo>
                  <a:lnTo>
                    <a:pt x="5884707" y="190330"/>
                  </a:lnTo>
                  <a:lnTo>
                    <a:pt x="5967590" y="182986"/>
                  </a:lnTo>
                  <a:lnTo>
                    <a:pt x="6015395" y="178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67323" y="5094213"/>
              <a:ext cx="5920537" cy="284246"/>
            </a:xfrm>
            <a:custGeom>
              <a:avLst/>
              <a:pathLst>
                <a:path w="5920537" h="284246">
                  <a:moveTo>
                    <a:pt x="5920537" y="276745"/>
                  </a:moveTo>
                  <a:lnTo>
                    <a:pt x="5872731" y="263920"/>
                  </a:lnTo>
                  <a:lnTo>
                    <a:pt x="5789848" y="242708"/>
                  </a:lnTo>
                  <a:lnTo>
                    <a:pt x="5706965" y="222537"/>
                  </a:lnTo>
                  <a:lnTo>
                    <a:pt x="5624082" y="203425"/>
                  </a:lnTo>
                  <a:lnTo>
                    <a:pt x="5541199" y="185388"/>
                  </a:lnTo>
                  <a:lnTo>
                    <a:pt x="5458315" y="168441"/>
                  </a:lnTo>
                  <a:lnTo>
                    <a:pt x="5375432" y="152596"/>
                  </a:lnTo>
                  <a:lnTo>
                    <a:pt x="5292549" y="137862"/>
                  </a:lnTo>
                  <a:lnTo>
                    <a:pt x="5209666" y="124240"/>
                  </a:lnTo>
                  <a:lnTo>
                    <a:pt x="5126783" y="111724"/>
                  </a:lnTo>
                  <a:lnTo>
                    <a:pt x="5043899" y="100293"/>
                  </a:lnTo>
                  <a:lnTo>
                    <a:pt x="4961016" y="89914"/>
                  </a:lnTo>
                  <a:lnTo>
                    <a:pt x="4878133" y="80539"/>
                  </a:lnTo>
                  <a:lnTo>
                    <a:pt x="4795250" y="72103"/>
                  </a:lnTo>
                  <a:lnTo>
                    <a:pt x="4712367" y="64530"/>
                  </a:lnTo>
                  <a:lnTo>
                    <a:pt x="4629483" y="57733"/>
                  </a:lnTo>
                  <a:lnTo>
                    <a:pt x="4546600" y="51624"/>
                  </a:lnTo>
                  <a:lnTo>
                    <a:pt x="4463717" y="46117"/>
                  </a:lnTo>
                  <a:lnTo>
                    <a:pt x="4380834" y="41140"/>
                  </a:lnTo>
                  <a:lnTo>
                    <a:pt x="4297951" y="36633"/>
                  </a:lnTo>
                  <a:lnTo>
                    <a:pt x="4215067" y="32563"/>
                  </a:lnTo>
                  <a:lnTo>
                    <a:pt x="4132184" y="28787"/>
                  </a:lnTo>
                  <a:lnTo>
                    <a:pt x="4049301" y="25190"/>
                  </a:lnTo>
                  <a:lnTo>
                    <a:pt x="3966418" y="21924"/>
                  </a:lnTo>
                  <a:lnTo>
                    <a:pt x="3883535" y="19118"/>
                  </a:lnTo>
                  <a:lnTo>
                    <a:pt x="3800651" y="16833"/>
                  </a:lnTo>
                  <a:lnTo>
                    <a:pt x="3717768" y="15030"/>
                  </a:lnTo>
                  <a:lnTo>
                    <a:pt x="3634885" y="13573"/>
                  </a:lnTo>
                  <a:lnTo>
                    <a:pt x="3552002" y="11381"/>
                  </a:lnTo>
                  <a:lnTo>
                    <a:pt x="3469119" y="7585"/>
                  </a:lnTo>
                  <a:lnTo>
                    <a:pt x="3386235" y="3752"/>
                  </a:lnTo>
                  <a:lnTo>
                    <a:pt x="3303352" y="1064"/>
                  </a:lnTo>
                  <a:lnTo>
                    <a:pt x="3220469" y="92"/>
                  </a:lnTo>
                  <a:lnTo>
                    <a:pt x="3137586" y="0"/>
                  </a:lnTo>
                  <a:lnTo>
                    <a:pt x="3054703" y="492"/>
                  </a:lnTo>
                  <a:lnTo>
                    <a:pt x="2971819" y="2557"/>
                  </a:lnTo>
                  <a:lnTo>
                    <a:pt x="2888936" y="5832"/>
                  </a:lnTo>
                  <a:lnTo>
                    <a:pt x="2806053" y="10707"/>
                  </a:lnTo>
                  <a:lnTo>
                    <a:pt x="2723170" y="17900"/>
                  </a:lnTo>
                  <a:lnTo>
                    <a:pt x="2640287" y="26474"/>
                  </a:lnTo>
                  <a:lnTo>
                    <a:pt x="2557403" y="34416"/>
                  </a:lnTo>
                  <a:lnTo>
                    <a:pt x="2474520" y="41264"/>
                  </a:lnTo>
                  <a:lnTo>
                    <a:pt x="2391637" y="50062"/>
                  </a:lnTo>
                  <a:lnTo>
                    <a:pt x="2308754" y="59779"/>
                  </a:lnTo>
                  <a:lnTo>
                    <a:pt x="2225871" y="68513"/>
                  </a:lnTo>
                  <a:lnTo>
                    <a:pt x="2142987" y="74517"/>
                  </a:lnTo>
                  <a:lnTo>
                    <a:pt x="2060104" y="80070"/>
                  </a:lnTo>
                  <a:lnTo>
                    <a:pt x="1977221" y="85620"/>
                  </a:lnTo>
                  <a:lnTo>
                    <a:pt x="1894338" y="91072"/>
                  </a:lnTo>
                  <a:lnTo>
                    <a:pt x="1811455" y="96285"/>
                  </a:lnTo>
                  <a:lnTo>
                    <a:pt x="1728571" y="101097"/>
                  </a:lnTo>
                  <a:lnTo>
                    <a:pt x="1645688" y="105380"/>
                  </a:lnTo>
                  <a:lnTo>
                    <a:pt x="1562805" y="109512"/>
                  </a:lnTo>
                  <a:lnTo>
                    <a:pt x="1479922" y="113786"/>
                  </a:lnTo>
                  <a:lnTo>
                    <a:pt x="1397039" y="118344"/>
                  </a:lnTo>
                  <a:lnTo>
                    <a:pt x="1314155" y="123319"/>
                  </a:lnTo>
                  <a:lnTo>
                    <a:pt x="1231272" y="128824"/>
                  </a:lnTo>
                  <a:lnTo>
                    <a:pt x="1148389" y="134941"/>
                  </a:lnTo>
                  <a:lnTo>
                    <a:pt x="1065506" y="141721"/>
                  </a:lnTo>
                  <a:lnTo>
                    <a:pt x="982623" y="149187"/>
                  </a:lnTo>
                  <a:lnTo>
                    <a:pt x="899739" y="157341"/>
                  </a:lnTo>
                  <a:lnTo>
                    <a:pt x="816856" y="166170"/>
                  </a:lnTo>
                  <a:lnTo>
                    <a:pt x="733973" y="175653"/>
                  </a:lnTo>
                  <a:lnTo>
                    <a:pt x="651090" y="185764"/>
                  </a:lnTo>
                  <a:lnTo>
                    <a:pt x="568207" y="196476"/>
                  </a:lnTo>
                  <a:lnTo>
                    <a:pt x="485323" y="207763"/>
                  </a:lnTo>
                  <a:lnTo>
                    <a:pt x="402440" y="219600"/>
                  </a:lnTo>
                  <a:lnTo>
                    <a:pt x="319557" y="231965"/>
                  </a:lnTo>
                  <a:lnTo>
                    <a:pt x="236674" y="244836"/>
                  </a:lnTo>
                  <a:lnTo>
                    <a:pt x="153791" y="258195"/>
                  </a:lnTo>
                  <a:lnTo>
                    <a:pt x="70907" y="272025"/>
                  </a:lnTo>
                  <a:lnTo>
                    <a:pt x="0" y="2842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5039087"/>
              <a:ext cx="6015395" cy="125289"/>
            </a:xfrm>
            <a:custGeom>
              <a:avLst/>
              <a:pathLst>
                <a:path w="6015395" h="125289">
                  <a:moveTo>
                    <a:pt x="0" y="48235"/>
                  </a:moveTo>
                  <a:lnTo>
                    <a:pt x="82883" y="55277"/>
                  </a:lnTo>
                  <a:lnTo>
                    <a:pt x="165766" y="61867"/>
                  </a:lnTo>
                  <a:lnTo>
                    <a:pt x="248649" y="68003"/>
                  </a:lnTo>
                  <a:lnTo>
                    <a:pt x="331532" y="73684"/>
                  </a:lnTo>
                  <a:lnTo>
                    <a:pt x="414416" y="78910"/>
                  </a:lnTo>
                  <a:lnTo>
                    <a:pt x="497299" y="83679"/>
                  </a:lnTo>
                  <a:lnTo>
                    <a:pt x="580182" y="87991"/>
                  </a:lnTo>
                  <a:lnTo>
                    <a:pt x="663065" y="91845"/>
                  </a:lnTo>
                  <a:lnTo>
                    <a:pt x="745948" y="95239"/>
                  </a:lnTo>
                  <a:lnTo>
                    <a:pt x="828832" y="98173"/>
                  </a:lnTo>
                  <a:lnTo>
                    <a:pt x="911715" y="100646"/>
                  </a:lnTo>
                  <a:lnTo>
                    <a:pt x="994598" y="102657"/>
                  </a:lnTo>
                  <a:lnTo>
                    <a:pt x="1077481" y="104205"/>
                  </a:lnTo>
                  <a:lnTo>
                    <a:pt x="1160364" y="105289"/>
                  </a:lnTo>
                  <a:lnTo>
                    <a:pt x="1243248" y="105908"/>
                  </a:lnTo>
                  <a:lnTo>
                    <a:pt x="1326131" y="106062"/>
                  </a:lnTo>
                  <a:lnTo>
                    <a:pt x="1409014" y="105749"/>
                  </a:lnTo>
                  <a:lnTo>
                    <a:pt x="1491897" y="104968"/>
                  </a:lnTo>
                  <a:lnTo>
                    <a:pt x="1574780" y="103719"/>
                  </a:lnTo>
                  <a:lnTo>
                    <a:pt x="1657664" y="102000"/>
                  </a:lnTo>
                  <a:lnTo>
                    <a:pt x="1740547" y="99811"/>
                  </a:lnTo>
                  <a:lnTo>
                    <a:pt x="1823430" y="97041"/>
                  </a:lnTo>
                  <a:lnTo>
                    <a:pt x="1906313" y="93493"/>
                  </a:lnTo>
                  <a:lnTo>
                    <a:pt x="1989196" y="89309"/>
                  </a:lnTo>
                  <a:lnTo>
                    <a:pt x="2072080" y="84639"/>
                  </a:lnTo>
                  <a:lnTo>
                    <a:pt x="2154963" y="79636"/>
                  </a:lnTo>
                  <a:lnTo>
                    <a:pt x="2237846" y="74455"/>
                  </a:lnTo>
                  <a:lnTo>
                    <a:pt x="2320729" y="68823"/>
                  </a:lnTo>
                  <a:lnTo>
                    <a:pt x="2403612" y="60751"/>
                  </a:lnTo>
                  <a:lnTo>
                    <a:pt x="2486496" y="51397"/>
                  </a:lnTo>
                  <a:lnTo>
                    <a:pt x="2569379" y="42470"/>
                  </a:lnTo>
                  <a:lnTo>
                    <a:pt x="2652262" y="35538"/>
                  </a:lnTo>
                  <a:lnTo>
                    <a:pt x="2735145" y="28123"/>
                  </a:lnTo>
                  <a:lnTo>
                    <a:pt x="2818028" y="19862"/>
                  </a:lnTo>
                  <a:lnTo>
                    <a:pt x="2900912" y="12307"/>
                  </a:lnTo>
                  <a:lnTo>
                    <a:pt x="2983795" y="7004"/>
                  </a:lnTo>
                  <a:lnTo>
                    <a:pt x="3066678" y="3946"/>
                  </a:lnTo>
                  <a:lnTo>
                    <a:pt x="3149561" y="1826"/>
                  </a:lnTo>
                  <a:lnTo>
                    <a:pt x="3232444" y="543"/>
                  </a:lnTo>
                  <a:lnTo>
                    <a:pt x="3315328" y="0"/>
                  </a:lnTo>
                  <a:lnTo>
                    <a:pt x="3398211" y="1005"/>
                  </a:lnTo>
                  <a:lnTo>
                    <a:pt x="3481094" y="3553"/>
                  </a:lnTo>
                  <a:lnTo>
                    <a:pt x="3563977" y="6705"/>
                  </a:lnTo>
                  <a:lnTo>
                    <a:pt x="3646860" y="9528"/>
                  </a:lnTo>
                  <a:lnTo>
                    <a:pt x="3729744" y="11123"/>
                  </a:lnTo>
                  <a:lnTo>
                    <a:pt x="3812627" y="12286"/>
                  </a:lnTo>
                  <a:lnTo>
                    <a:pt x="3895510" y="13683"/>
                  </a:lnTo>
                  <a:lnTo>
                    <a:pt x="3978393" y="15309"/>
                  </a:lnTo>
                  <a:lnTo>
                    <a:pt x="4061276" y="17156"/>
                  </a:lnTo>
                  <a:lnTo>
                    <a:pt x="4144160" y="19219"/>
                  </a:lnTo>
                  <a:lnTo>
                    <a:pt x="4227043" y="21491"/>
                  </a:lnTo>
                  <a:lnTo>
                    <a:pt x="4309926" y="23965"/>
                  </a:lnTo>
                  <a:lnTo>
                    <a:pt x="4392809" y="26662"/>
                  </a:lnTo>
                  <a:lnTo>
                    <a:pt x="4475692" y="29596"/>
                  </a:lnTo>
                  <a:lnTo>
                    <a:pt x="4558576" y="32765"/>
                  </a:lnTo>
                  <a:lnTo>
                    <a:pt x="4641459" y="36169"/>
                  </a:lnTo>
                  <a:lnTo>
                    <a:pt x="4724342" y="39805"/>
                  </a:lnTo>
                  <a:lnTo>
                    <a:pt x="4807225" y="43672"/>
                  </a:lnTo>
                  <a:lnTo>
                    <a:pt x="4890108" y="47768"/>
                  </a:lnTo>
                  <a:lnTo>
                    <a:pt x="4972992" y="52092"/>
                  </a:lnTo>
                  <a:lnTo>
                    <a:pt x="5055875" y="56642"/>
                  </a:lnTo>
                  <a:lnTo>
                    <a:pt x="5138758" y="61417"/>
                  </a:lnTo>
                  <a:lnTo>
                    <a:pt x="5221641" y="66415"/>
                  </a:lnTo>
                  <a:lnTo>
                    <a:pt x="5304524" y="71634"/>
                  </a:lnTo>
                  <a:lnTo>
                    <a:pt x="5387408" y="77073"/>
                  </a:lnTo>
                  <a:lnTo>
                    <a:pt x="5470291" y="82730"/>
                  </a:lnTo>
                  <a:lnTo>
                    <a:pt x="5553174" y="88604"/>
                  </a:lnTo>
                  <a:lnTo>
                    <a:pt x="5636057" y="94694"/>
                  </a:lnTo>
                  <a:lnTo>
                    <a:pt x="5718940" y="100996"/>
                  </a:lnTo>
                  <a:lnTo>
                    <a:pt x="5801824" y="107511"/>
                  </a:lnTo>
                  <a:lnTo>
                    <a:pt x="5884707" y="114236"/>
                  </a:lnTo>
                  <a:lnTo>
                    <a:pt x="5967590" y="121170"/>
                  </a:lnTo>
                  <a:lnTo>
                    <a:pt x="6015395" y="1252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4442239"/>
              <a:ext cx="6015395" cy="934426"/>
            </a:xfrm>
            <a:custGeom>
              <a:avLst/>
              <a:pathLst>
                <a:path w="6015395" h="934426">
                  <a:moveTo>
                    <a:pt x="0" y="0"/>
                  </a:moveTo>
                  <a:lnTo>
                    <a:pt x="82883" y="54999"/>
                  </a:lnTo>
                  <a:lnTo>
                    <a:pt x="165766" y="107364"/>
                  </a:lnTo>
                  <a:lnTo>
                    <a:pt x="248649" y="157075"/>
                  </a:lnTo>
                  <a:lnTo>
                    <a:pt x="331532" y="204112"/>
                  </a:lnTo>
                  <a:lnTo>
                    <a:pt x="414416" y="248452"/>
                  </a:lnTo>
                  <a:lnTo>
                    <a:pt x="497299" y="290070"/>
                  </a:lnTo>
                  <a:lnTo>
                    <a:pt x="580182" y="328936"/>
                  </a:lnTo>
                  <a:lnTo>
                    <a:pt x="663065" y="365019"/>
                  </a:lnTo>
                  <a:lnTo>
                    <a:pt x="745948" y="398284"/>
                  </a:lnTo>
                  <a:lnTo>
                    <a:pt x="828832" y="428694"/>
                  </a:lnTo>
                  <a:lnTo>
                    <a:pt x="911715" y="456210"/>
                  </a:lnTo>
                  <a:lnTo>
                    <a:pt x="994598" y="480797"/>
                  </a:lnTo>
                  <a:lnTo>
                    <a:pt x="1077481" y="502426"/>
                  </a:lnTo>
                  <a:lnTo>
                    <a:pt x="1160364" y="521078"/>
                  </a:lnTo>
                  <a:lnTo>
                    <a:pt x="1243248" y="536761"/>
                  </a:lnTo>
                  <a:lnTo>
                    <a:pt x="1326131" y="549511"/>
                  </a:lnTo>
                  <a:lnTo>
                    <a:pt x="1409014" y="559410"/>
                  </a:lnTo>
                  <a:lnTo>
                    <a:pt x="1491897" y="566584"/>
                  </a:lnTo>
                  <a:lnTo>
                    <a:pt x="1574780" y="571206"/>
                  </a:lnTo>
                  <a:lnTo>
                    <a:pt x="1657664" y="573484"/>
                  </a:lnTo>
                  <a:lnTo>
                    <a:pt x="1740547" y="573634"/>
                  </a:lnTo>
                  <a:lnTo>
                    <a:pt x="1823430" y="571785"/>
                  </a:lnTo>
                  <a:lnTo>
                    <a:pt x="1906313" y="567940"/>
                  </a:lnTo>
                  <a:lnTo>
                    <a:pt x="1989196" y="562259"/>
                  </a:lnTo>
                  <a:lnTo>
                    <a:pt x="2072080" y="554893"/>
                  </a:lnTo>
                  <a:lnTo>
                    <a:pt x="2154963" y="546028"/>
                  </a:lnTo>
                  <a:lnTo>
                    <a:pt x="2237846" y="535914"/>
                  </a:lnTo>
                  <a:lnTo>
                    <a:pt x="2320729" y="524250"/>
                  </a:lnTo>
                  <a:lnTo>
                    <a:pt x="2403612" y="507952"/>
                  </a:lnTo>
                  <a:lnTo>
                    <a:pt x="2486496" y="488182"/>
                  </a:lnTo>
                  <a:lnTo>
                    <a:pt x="2569379" y="467673"/>
                  </a:lnTo>
                  <a:lnTo>
                    <a:pt x="2652262" y="450015"/>
                  </a:lnTo>
                  <a:lnTo>
                    <a:pt x="2735145" y="431730"/>
                  </a:lnTo>
                  <a:lnTo>
                    <a:pt x="2818028" y="410958"/>
                  </a:lnTo>
                  <a:lnTo>
                    <a:pt x="2900912" y="389743"/>
                  </a:lnTo>
                  <a:lnTo>
                    <a:pt x="2983795" y="371760"/>
                  </a:lnTo>
                  <a:lnTo>
                    <a:pt x="3066678" y="357722"/>
                  </a:lnTo>
                  <a:lnTo>
                    <a:pt x="3149561" y="343859"/>
                  </a:lnTo>
                  <a:lnTo>
                    <a:pt x="3232444" y="329767"/>
                  </a:lnTo>
                  <a:lnTo>
                    <a:pt x="3315328" y="317112"/>
                  </a:lnTo>
                  <a:lnTo>
                    <a:pt x="3398211" y="306550"/>
                  </a:lnTo>
                  <a:lnTo>
                    <a:pt x="3481094" y="296548"/>
                  </a:lnTo>
                  <a:lnTo>
                    <a:pt x="3563977" y="286531"/>
                  </a:lnTo>
                  <a:lnTo>
                    <a:pt x="3646860" y="276848"/>
                  </a:lnTo>
                  <a:lnTo>
                    <a:pt x="3729744" y="268503"/>
                  </a:lnTo>
                  <a:lnTo>
                    <a:pt x="3812627" y="261685"/>
                  </a:lnTo>
                  <a:lnTo>
                    <a:pt x="3895510" y="255795"/>
                  </a:lnTo>
                  <a:lnTo>
                    <a:pt x="3978393" y="250447"/>
                  </a:lnTo>
                  <a:lnTo>
                    <a:pt x="4061276" y="245403"/>
                  </a:lnTo>
                  <a:lnTo>
                    <a:pt x="4144160" y="240571"/>
                  </a:lnTo>
                  <a:lnTo>
                    <a:pt x="4227043" y="235971"/>
                  </a:lnTo>
                  <a:lnTo>
                    <a:pt x="4309926" y="231651"/>
                  </a:lnTo>
                  <a:lnTo>
                    <a:pt x="4392809" y="227504"/>
                  </a:lnTo>
                  <a:lnTo>
                    <a:pt x="4475692" y="223432"/>
                  </a:lnTo>
                  <a:lnTo>
                    <a:pt x="4558576" y="219388"/>
                  </a:lnTo>
                  <a:lnTo>
                    <a:pt x="4641459" y="215286"/>
                  </a:lnTo>
                  <a:lnTo>
                    <a:pt x="4724342" y="211016"/>
                  </a:lnTo>
                  <a:lnTo>
                    <a:pt x="4807225" y="206452"/>
                  </a:lnTo>
                  <a:lnTo>
                    <a:pt x="4890108" y="201461"/>
                  </a:lnTo>
                  <a:lnTo>
                    <a:pt x="4972992" y="195917"/>
                  </a:lnTo>
                  <a:lnTo>
                    <a:pt x="5055875" y="189703"/>
                  </a:lnTo>
                  <a:lnTo>
                    <a:pt x="5138758" y="182726"/>
                  </a:lnTo>
                  <a:lnTo>
                    <a:pt x="5221641" y="174915"/>
                  </a:lnTo>
                  <a:lnTo>
                    <a:pt x="5304524" y="166221"/>
                  </a:lnTo>
                  <a:lnTo>
                    <a:pt x="5387408" y="156618"/>
                  </a:lnTo>
                  <a:lnTo>
                    <a:pt x="5470291" y="146096"/>
                  </a:lnTo>
                  <a:lnTo>
                    <a:pt x="5553174" y="134661"/>
                  </a:lnTo>
                  <a:lnTo>
                    <a:pt x="5636057" y="122328"/>
                  </a:lnTo>
                  <a:lnTo>
                    <a:pt x="5718940" y="109117"/>
                  </a:lnTo>
                  <a:lnTo>
                    <a:pt x="5801824" y="95056"/>
                  </a:lnTo>
                  <a:lnTo>
                    <a:pt x="5884707" y="80171"/>
                  </a:lnTo>
                  <a:lnTo>
                    <a:pt x="5967590" y="64491"/>
                  </a:lnTo>
                  <a:lnTo>
                    <a:pt x="6015395" y="55005"/>
                  </a:lnTo>
                  <a:lnTo>
                    <a:pt x="6015395" y="681893"/>
                  </a:lnTo>
                  <a:lnTo>
                    <a:pt x="5967590" y="664959"/>
                  </a:lnTo>
                  <a:lnTo>
                    <a:pt x="5884707" y="637312"/>
                  </a:lnTo>
                  <a:lnTo>
                    <a:pt x="5801824" y="611396"/>
                  </a:lnTo>
                  <a:lnTo>
                    <a:pt x="5718940" y="587229"/>
                  </a:lnTo>
                  <a:lnTo>
                    <a:pt x="5636057" y="564830"/>
                  </a:lnTo>
                  <a:lnTo>
                    <a:pt x="5553174" y="544214"/>
                  </a:lnTo>
                  <a:lnTo>
                    <a:pt x="5470291" y="525392"/>
                  </a:lnTo>
                  <a:lnTo>
                    <a:pt x="5387408" y="508371"/>
                  </a:lnTo>
                  <a:lnTo>
                    <a:pt x="5304524" y="493144"/>
                  </a:lnTo>
                  <a:lnTo>
                    <a:pt x="5221641" y="479694"/>
                  </a:lnTo>
                  <a:lnTo>
                    <a:pt x="5138758" y="467983"/>
                  </a:lnTo>
                  <a:lnTo>
                    <a:pt x="5055875" y="457954"/>
                  </a:lnTo>
                  <a:lnTo>
                    <a:pt x="4972992" y="449525"/>
                  </a:lnTo>
                  <a:lnTo>
                    <a:pt x="4890108" y="442592"/>
                  </a:lnTo>
                  <a:lnTo>
                    <a:pt x="4807225" y="437031"/>
                  </a:lnTo>
                  <a:lnTo>
                    <a:pt x="4724342" y="432705"/>
                  </a:lnTo>
                  <a:lnTo>
                    <a:pt x="4641459" y="429470"/>
                  </a:lnTo>
                  <a:lnTo>
                    <a:pt x="4558576" y="427191"/>
                  </a:lnTo>
                  <a:lnTo>
                    <a:pt x="4475692" y="425748"/>
                  </a:lnTo>
                  <a:lnTo>
                    <a:pt x="4392809" y="425046"/>
                  </a:lnTo>
                  <a:lnTo>
                    <a:pt x="4309926" y="425026"/>
                  </a:lnTo>
                  <a:lnTo>
                    <a:pt x="4227043" y="425394"/>
                  </a:lnTo>
                  <a:lnTo>
                    <a:pt x="4144160" y="425974"/>
                  </a:lnTo>
                  <a:lnTo>
                    <a:pt x="4061276" y="427154"/>
                  </a:lnTo>
                  <a:lnTo>
                    <a:pt x="3978393" y="429292"/>
                  </a:lnTo>
                  <a:lnTo>
                    <a:pt x="3895510" y="432639"/>
                  </a:lnTo>
                  <a:lnTo>
                    <a:pt x="3812627" y="437297"/>
                  </a:lnTo>
                  <a:lnTo>
                    <a:pt x="3729744" y="443223"/>
                  </a:lnTo>
                  <a:lnTo>
                    <a:pt x="3646860" y="449756"/>
                  </a:lnTo>
                  <a:lnTo>
                    <a:pt x="3563977" y="456484"/>
                  </a:lnTo>
                  <a:lnTo>
                    <a:pt x="3481094" y="464438"/>
                  </a:lnTo>
                  <a:lnTo>
                    <a:pt x="3398211" y="474012"/>
                  </a:lnTo>
                  <a:lnTo>
                    <a:pt x="3315328" y="484676"/>
                  </a:lnTo>
                  <a:lnTo>
                    <a:pt x="3232444" y="495403"/>
                  </a:lnTo>
                  <a:lnTo>
                    <a:pt x="3149561" y="507094"/>
                  </a:lnTo>
                  <a:lnTo>
                    <a:pt x="3066678" y="520794"/>
                  </a:lnTo>
                  <a:lnTo>
                    <a:pt x="2983795" y="535487"/>
                  </a:lnTo>
                  <a:lnTo>
                    <a:pt x="2900912" y="552175"/>
                  </a:lnTo>
                  <a:lnTo>
                    <a:pt x="2818028" y="572289"/>
                  </a:lnTo>
                  <a:lnTo>
                    <a:pt x="2735145" y="594011"/>
                  </a:lnTo>
                  <a:lnTo>
                    <a:pt x="2652262" y="613893"/>
                  </a:lnTo>
                  <a:lnTo>
                    <a:pt x="2569379" y="631297"/>
                  </a:lnTo>
                  <a:lnTo>
                    <a:pt x="2486496" y="651415"/>
                  </a:lnTo>
                  <a:lnTo>
                    <a:pt x="2403612" y="672286"/>
                  </a:lnTo>
                  <a:lnTo>
                    <a:pt x="2320729" y="690593"/>
                  </a:lnTo>
                  <a:lnTo>
                    <a:pt x="2237846" y="703388"/>
                  </a:lnTo>
                  <a:lnTo>
                    <a:pt x="2154963" y="714627"/>
                  </a:lnTo>
                  <a:lnTo>
                    <a:pt x="2072080" y="725156"/>
                  </a:lnTo>
                  <a:lnTo>
                    <a:pt x="1989196" y="734894"/>
                  </a:lnTo>
                  <a:lnTo>
                    <a:pt x="1906313" y="743695"/>
                  </a:lnTo>
                  <a:lnTo>
                    <a:pt x="1823430" y="751381"/>
                  </a:lnTo>
                  <a:lnTo>
                    <a:pt x="1740547" y="757816"/>
                  </a:lnTo>
                  <a:lnTo>
                    <a:pt x="1657664" y="763564"/>
                  </a:lnTo>
                  <a:lnTo>
                    <a:pt x="1574780" y="769042"/>
                  </a:lnTo>
                  <a:lnTo>
                    <a:pt x="1491897" y="774459"/>
                  </a:lnTo>
                  <a:lnTo>
                    <a:pt x="1409014" y="780014"/>
                  </a:lnTo>
                  <a:lnTo>
                    <a:pt x="1326131" y="785870"/>
                  </a:lnTo>
                  <a:lnTo>
                    <a:pt x="1243248" y="792148"/>
                  </a:lnTo>
                  <a:lnTo>
                    <a:pt x="1160364" y="798918"/>
                  </a:lnTo>
                  <a:lnTo>
                    <a:pt x="1077481" y="806212"/>
                  </a:lnTo>
                  <a:lnTo>
                    <a:pt x="994598" y="814024"/>
                  </a:lnTo>
                  <a:lnTo>
                    <a:pt x="911715" y="822332"/>
                  </a:lnTo>
                  <a:lnTo>
                    <a:pt x="828832" y="831096"/>
                  </a:lnTo>
                  <a:lnTo>
                    <a:pt x="745948" y="840272"/>
                  </a:lnTo>
                  <a:lnTo>
                    <a:pt x="663065" y="849814"/>
                  </a:lnTo>
                  <a:lnTo>
                    <a:pt x="580182" y="859676"/>
                  </a:lnTo>
                  <a:lnTo>
                    <a:pt x="497299" y="869815"/>
                  </a:lnTo>
                  <a:lnTo>
                    <a:pt x="414416" y="880192"/>
                  </a:lnTo>
                  <a:lnTo>
                    <a:pt x="331532" y="890768"/>
                  </a:lnTo>
                  <a:lnTo>
                    <a:pt x="248649" y="901509"/>
                  </a:lnTo>
                  <a:lnTo>
                    <a:pt x="165766" y="912385"/>
                  </a:lnTo>
                  <a:lnTo>
                    <a:pt x="82883" y="923366"/>
                  </a:lnTo>
                  <a:lnTo>
                    <a:pt x="0" y="9344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4442239"/>
              <a:ext cx="6015395" cy="573634"/>
            </a:xfrm>
            <a:custGeom>
              <a:avLst/>
              <a:pathLst>
                <a:path w="6015395" h="573634">
                  <a:moveTo>
                    <a:pt x="0" y="0"/>
                  </a:moveTo>
                  <a:lnTo>
                    <a:pt x="82883" y="54999"/>
                  </a:lnTo>
                  <a:lnTo>
                    <a:pt x="165766" y="107364"/>
                  </a:lnTo>
                  <a:lnTo>
                    <a:pt x="248649" y="157075"/>
                  </a:lnTo>
                  <a:lnTo>
                    <a:pt x="331532" y="204112"/>
                  </a:lnTo>
                  <a:lnTo>
                    <a:pt x="414416" y="248452"/>
                  </a:lnTo>
                  <a:lnTo>
                    <a:pt x="497299" y="290070"/>
                  </a:lnTo>
                  <a:lnTo>
                    <a:pt x="580182" y="328936"/>
                  </a:lnTo>
                  <a:lnTo>
                    <a:pt x="663065" y="365019"/>
                  </a:lnTo>
                  <a:lnTo>
                    <a:pt x="745948" y="398284"/>
                  </a:lnTo>
                  <a:lnTo>
                    <a:pt x="828832" y="428694"/>
                  </a:lnTo>
                  <a:lnTo>
                    <a:pt x="911715" y="456210"/>
                  </a:lnTo>
                  <a:lnTo>
                    <a:pt x="994598" y="480797"/>
                  </a:lnTo>
                  <a:lnTo>
                    <a:pt x="1077481" y="502426"/>
                  </a:lnTo>
                  <a:lnTo>
                    <a:pt x="1160364" y="521078"/>
                  </a:lnTo>
                  <a:lnTo>
                    <a:pt x="1243248" y="536761"/>
                  </a:lnTo>
                  <a:lnTo>
                    <a:pt x="1326131" y="549511"/>
                  </a:lnTo>
                  <a:lnTo>
                    <a:pt x="1409014" y="559410"/>
                  </a:lnTo>
                  <a:lnTo>
                    <a:pt x="1491897" y="566584"/>
                  </a:lnTo>
                  <a:lnTo>
                    <a:pt x="1574780" y="571206"/>
                  </a:lnTo>
                  <a:lnTo>
                    <a:pt x="1657664" y="573484"/>
                  </a:lnTo>
                  <a:lnTo>
                    <a:pt x="1740547" y="573634"/>
                  </a:lnTo>
                  <a:lnTo>
                    <a:pt x="1823430" y="571785"/>
                  </a:lnTo>
                  <a:lnTo>
                    <a:pt x="1906313" y="567940"/>
                  </a:lnTo>
                  <a:lnTo>
                    <a:pt x="1989196" y="562259"/>
                  </a:lnTo>
                  <a:lnTo>
                    <a:pt x="2072080" y="554893"/>
                  </a:lnTo>
                  <a:lnTo>
                    <a:pt x="2154963" y="546028"/>
                  </a:lnTo>
                  <a:lnTo>
                    <a:pt x="2237846" y="535914"/>
                  </a:lnTo>
                  <a:lnTo>
                    <a:pt x="2320729" y="524250"/>
                  </a:lnTo>
                  <a:lnTo>
                    <a:pt x="2403612" y="507952"/>
                  </a:lnTo>
                  <a:lnTo>
                    <a:pt x="2486496" y="488182"/>
                  </a:lnTo>
                  <a:lnTo>
                    <a:pt x="2569379" y="467673"/>
                  </a:lnTo>
                  <a:lnTo>
                    <a:pt x="2652262" y="450015"/>
                  </a:lnTo>
                  <a:lnTo>
                    <a:pt x="2735145" y="431730"/>
                  </a:lnTo>
                  <a:lnTo>
                    <a:pt x="2818028" y="410958"/>
                  </a:lnTo>
                  <a:lnTo>
                    <a:pt x="2900912" y="389743"/>
                  </a:lnTo>
                  <a:lnTo>
                    <a:pt x="2983795" y="371760"/>
                  </a:lnTo>
                  <a:lnTo>
                    <a:pt x="3066678" y="357722"/>
                  </a:lnTo>
                  <a:lnTo>
                    <a:pt x="3149561" y="343859"/>
                  </a:lnTo>
                  <a:lnTo>
                    <a:pt x="3232444" y="329767"/>
                  </a:lnTo>
                  <a:lnTo>
                    <a:pt x="3315328" y="317112"/>
                  </a:lnTo>
                  <a:lnTo>
                    <a:pt x="3398211" y="306550"/>
                  </a:lnTo>
                  <a:lnTo>
                    <a:pt x="3481094" y="296548"/>
                  </a:lnTo>
                  <a:lnTo>
                    <a:pt x="3563977" y="286531"/>
                  </a:lnTo>
                  <a:lnTo>
                    <a:pt x="3646860" y="276848"/>
                  </a:lnTo>
                  <a:lnTo>
                    <a:pt x="3729744" y="268503"/>
                  </a:lnTo>
                  <a:lnTo>
                    <a:pt x="3812627" y="261685"/>
                  </a:lnTo>
                  <a:lnTo>
                    <a:pt x="3895510" y="255795"/>
                  </a:lnTo>
                  <a:lnTo>
                    <a:pt x="3978393" y="250447"/>
                  </a:lnTo>
                  <a:lnTo>
                    <a:pt x="4061276" y="245403"/>
                  </a:lnTo>
                  <a:lnTo>
                    <a:pt x="4144160" y="240571"/>
                  </a:lnTo>
                  <a:lnTo>
                    <a:pt x="4227043" y="235971"/>
                  </a:lnTo>
                  <a:lnTo>
                    <a:pt x="4309926" y="231651"/>
                  </a:lnTo>
                  <a:lnTo>
                    <a:pt x="4392809" y="227504"/>
                  </a:lnTo>
                  <a:lnTo>
                    <a:pt x="4475692" y="223432"/>
                  </a:lnTo>
                  <a:lnTo>
                    <a:pt x="4558576" y="219388"/>
                  </a:lnTo>
                  <a:lnTo>
                    <a:pt x="4641459" y="215286"/>
                  </a:lnTo>
                  <a:lnTo>
                    <a:pt x="4724342" y="211016"/>
                  </a:lnTo>
                  <a:lnTo>
                    <a:pt x="4807225" y="206452"/>
                  </a:lnTo>
                  <a:lnTo>
                    <a:pt x="4890108" y="201461"/>
                  </a:lnTo>
                  <a:lnTo>
                    <a:pt x="4972992" y="195917"/>
                  </a:lnTo>
                  <a:lnTo>
                    <a:pt x="5055875" y="189703"/>
                  </a:lnTo>
                  <a:lnTo>
                    <a:pt x="5138758" y="182726"/>
                  </a:lnTo>
                  <a:lnTo>
                    <a:pt x="5221641" y="174915"/>
                  </a:lnTo>
                  <a:lnTo>
                    <a:pt x="5304524" y="166221"/>
                  </a:lnTo>
                  <a:lnTo>
                    <a:pt x="5387408" y="156618"/>
                  </a:lnTo>
                  <a:lnTo>
                    <a:pt x="5470291" y="146096"/>
                  </a:lnTo>
                  <a:lnTo>
                    <a:pt x="5553174" y="134661"/>
                  </a:lnTo>
                  <a:lnTo>
                    <a:pt x="5636057" y="122328"/>
                  </a:lnTo>
                  <a:lnTo>
                    <a:pt x="5718940" y="109117"/>
                  </a:lnTo>
                  <a:lnTo>
                    <a:pt x="5801824" y="95056"/>
                  </a:lnTo>
                  <a:lnTo>
                    <a:pt x="5884707" y="80171"/>
                  </a:lnTo>
                  <a:lnTo>
                    <a:pt x="5967590" y="64491"/>
                  </a:lnTo>
                  <a:lnTo>
                    <a:pt x="6015395" y="55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4867266"/>
              <a:ext cx="6015395" cy="509399"/>
            </a:xfrm>
            <a:custGeom>
              <a:avLst/>
              <a:pathLst>
                <a:path w="6015395" h="509399">
                  <a:moveTo>
                    <a:pt x="6015395" y="256867"/>
                  </a:moveTo>
                  <a:lnTo>
                    <a:pt x="5967590" y="239932"/>
                  </a:lnTo>
                  <a:lnTo>
                    <a:pt x="5884707" y="212285"/>
                  </a:lnTo>
                  <a:lnTo>
                    <a:pt x="5801824" y="186369"/>
                  </a:lnTo>
                  <a:lnTo>
                    <a:pt x="5718940" y="162203"/>
                  </a:lnTo>
                  <a:lnTo>
                    <a:pt x="5636057" y="139803"/>
                  </a:lnTo>
                  <a:lnTo>
                    <a:pt x="5553174" y="119187"/>
                  </a:lnTo>
                  <a:lnTo>
                    <a:pt x="5470291" y="100365"/>
                  </a:lnTo>
                  <a:lnTo>
                    <a:pt x="5387408" y="83344"/>
                  </a:lnTo>
                  <a:lnTo>
                    <a:pt x="5304524" y="68117"/>
                  </a:lnTo>
                  <a:lnTo>
                    <a:pt x="5221641" y="54667"/>
                  </a:lnTo>
                  <a:lnTo>
                    <a:pt x="5138758" y="42956"/>
                  </a:lnTo>
                  <a:lnTo>
                    <a:pt x="5055875" y="32927"/>
                  </a:lnTo>
                  <a:lnTo>
                    <a:pt x="4972992" y="24498"/>
                  </a:lnTo>
                  <a:lnTo>
                    <a:pt x="4890108" y="17566"/>
                  </a:lnTo>
                  <a:lnTo>
                    <a:pt x="4807225" y="12005"/>
                  </a:lnTo>
                  <a:lnTo>
                    <a:pt x="4724342" y="7678"/>
                  </a:lnTo>
                  <a:lnTo>
                    <a:pt x="4641459" y="4443"/>
                  </a:lnTo>
                  <a:lnTo>
                    <a:pt x="4558576" y="2164"/>
                  </a:lnTo>
                  <a:lnTo>
                    <a:pt x="4475692" y="721"/>
                  </a:lnTo>
                  <a:lnTo>
                    <a:pt x="4392809" y="19"/>
                  </a:lnTo>
                  <a:lnTo>
                    <a:pt x="4309926" y="0"/>
                  </a:lnTo>
                  <a:lnTo>
                    <a:pt x="4227043" y="368"/>
                  </a:lnTo>
                  <a:lnTo>
                    <a:pt x="4144160" y="947"/>
                  </a:lnTo>
                  <a:lnTo>
                    <a:pt x="4061276" y="2127"/>
                  </a:lnTo>
                  <a:lnTo>
                    <a:pt x="3978393" y="4265"/>
                  </a:lnTo>
                  <a:lnTo>
                    <a:pt x="3895510" y="7612"/>
                  </a:lnTo>
                  <a:lnTo>
                    <a:pt x="3812627" y="12271"/>
                  </a:lnTo>
                  <a:lnTo>
                    <a:pt x="3729744" y="18196"/>
                  </a:lnTo>
                  <a:lnTo>
                    <a:pt x="3646860" y="24729"/>
                  </a:lnTo>
                  <a:lnTo>
                    <a:pt x="3563977" y="31457"/>
                  </a:lnTo>
                  <a:lnTo>
                    <a:pt x="3481094" y="39412"/>
                  </a:lnTo>
                  <a:lnTo>
                    <a:pt x="3398211" y="48986"/>
                  </a:lnTo>
                  <a:lnTo>
                    <a:pt x="3315328" y="59650"/>
                  </a:lnTo>
                  <a:lnTo>
                    <a:pt x="3232444" y="70376"/>
                  </a:lnTo>
                  <a:lnTo>
                    <a:pt x="3149561" y="82067"/>
                  </a:lnTo>
                  <a:lnTo>
                    <a:pt x="3066678" y="95767"/>
                  </a:lnTo>
                  <a:lnTo>
                    <a:pt x="2983795" y="110460"/>
                  </a:lnTo>
                  <a:lnTo>
                    <a:pt x="2900912" y="127148"/>
                  </a:lnTo>
                  <a:lnTo>
                    <a:pt x="2818028" y="147262"/>
                  </a:lnTo>
                  <a:lnTo>
                    <a:pt x="2735145" y="168984"/>
                  </a:lnTo>
                  <a:lnTo>
                    <a:pt x="2652262" y="188867"/>
                  </a:lnTo>
                  <a:lnTo>
                    <a:pt x="2569379" y="206270"/>
                  </a:lnTo>
                  <a:lnTo>
                    <a:pt x="2486496" y="226389"/>
                  </a:lnTo>
                  <a:lnTo>
                    <a:pt x="2403612" y="247260"/>
                  </a:lnTo>
                  <a:lnTo>
                    <a:pt x="2320729" y="265567"/>
                  </a:lnTo>
                  <a:lnTo>
                    <a:pt x="2237846" y="278361"/>
                  </a:lnTo>
                  <a:lnTo>
                    <a:pt x="2154963" y="289600"/>
                  </a:lnTo>
                  <a:lnTo>
                    <a:pt x="2072080" y="300129"/>
                  </a:lnTo>
                  <a:lnTo>
                    <a:pt x="1989196" y="309867"/>
                  </a:lnTo>
                  <a:lnTo>
                    <a:pt x="1906313" y="318669"/>
                  </a:lnTo>
                  <a:lnTo>
                    <a:pt x="1823430" y="326354"/>
                  </a:lnTo>
                  <a:lnTo>
                    <a:pt x="1740547" y="332789"/>
                  </a:lnTo>
                  <a:lnTo>
                    <a:pt x="1657664" y="338537"/>
                  </a:lnTo>
                  <a:lnTo>
                    <a:pt x="1574780" y="344015"/>
                  </a:lnTo>
                  <a:lnTo>
                    <a:pt x="1491897" y="349432"/>
                  </a:lnTo>
                  <a:lnTo>
                    <a:pt x="1409014" y="354987"/>
                  </a:lnTo>
                  <a:lnTo>
                    <a:pt x="1326131" y="360843"/>
                  </a:lnTo>
                  <a:lnTo>
                    <a:pt x="1243248" y="367121"/>
                  </a:lnTo>
                  <a:lnTo>
                    <a:pt x="1160364" y="373892"/>
                  </a:lnTo>
                  <a:lnTo>
                    <a:pt x="1077481" y="381185"/>
                  </a:lnTo>
                  <a:lnTo>
                    <a:pt x="994598" y="388998"/>
                  </a:lnTo>
                  <a:lnTo>
                    <a:pt x="911715" y="397305"/>
                  </a:lnTo>
                  <a:lnTo>
                    <a:pt x="828832" y="406069"/>
                  </a:lnTo>
                  <a:lnTo>
                    <a:pt x="745948" y="415245"/>
                  </a:lnTo>
                  <a:lnTo>
                    <a:pt x="663065" y="424787"/>
                  </a:lnTo>
                  <a:lnTo>
                    <a:pt x="580182" y="434649"/>
                  </a:lnTo>
                  <a:lnTo>
                    <a:pt x="497299" y="444789"/>
                  </a:lnTo>
                  <a:lnTo>
                    <a:pt x="414416" y="455165"/>
                  </a:lnTo>
                  <a:lnTo>
                    <a:pt x="331532" y="465741"/>
                  </a:lnTo>
                  <a:lnTo>
                    <a:pt x="248649" y="476482"/>
                  </a:lnTo>
                  <a:lnTo>
                    <a:pt x="165766" y="487358"/>
                  </a:lnTo>
                  <a:lnTo>
                    <a:pt x="82883" y="498339"/>
                  </a:lnTo>
                  <a:lnTo>
                    <a:pt x="0" y="5093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763981"/>
              <a:ext cx="6015395" cy="348779"/>
            </a:xfrm>
            <a:custGeom>
              <a:avLst/>
              <a:pathLst>
                <a:path w="6015395" h="348779">
                  <a:moveTo>
                    <a:pt x="0" y="145471"/>
                  </a:moveTo>
                  <a:lnTo>
                    <a:pt x="82883" y="167440"/>
                  </a:lnTo>
                  <a:lnTo>
                    <a:pt x="165766" y="188132"/>
                  </a:lnTo>
                  <a:lnTo>
                    <a:pt x="248649" y="207550"/>
                  </a:lnTo>
                  <a:lnTo>
                    <a:pt x="331532" y="225697"/>
                  </a:lnTo>
                  <a:lnTo>
                    <a:pt x="414416" y="242580"/>
                  </a:lnTo>
                  <a:lnTo>
                    <a:pt x="497299" y="258200"/>
                  </a:lnTo>
                  <a:lnTo>
                    <a:pt x="580182" y="272564"/>
                  </a:lnTo>
                  <a:lnTo>
                    <a:pt x="663065" y="285674"/>
                  </a:lnTo>
                  <a:lnTo>
                    <a:pt x="745948" y="297536"/>
                  </a:lnTo>
                  <a:lnTo>
                    <a:pt x="828832" y="308152"/>
                  </a:lnTo>
                  <a:lnTo>
                    <a:pt x="911715" y="317529"/>
                  </a:lnTo>
                  <a:lnTo>
                    <a:pt x="994598" y="325669"/>
                  </a:lnTo>
                  <a:lnTo>
                    <a:pt x="1077481" y="332576"/>
                  </a:lnTo>
                  <a:lnTo>
                    <a:pt x="1160364" y="338256"/>
                  </a:lnTo>
                  <a:lnTo>
                    <a:pt x="1243248" y="342712"/>
                  </a:lnTo>
                  <a:lnTo>
                    <a:pt x="1326131" y="345948"/>
                  </a:lnTo>
                  <a:lnTo>
                    <a:pt x="1409014" y="347969"/>
                  </a:lnTo>
                  <a:lnTo>
                    <a:pt x="1491897" y="348779"/>
                  </a:lnTo>
                  <a:lnTo>
                    <a:pt x="1574780" y="348382"/>
                  </a:lnTo>
                  <a:lnTo>
                    <a:pt x="1657664" y="346782"/>
                  </a:lnTo>
                  <a:lnTo>
                    <a:pt x="1740547" y="343983"/>
                  </a:lnTo>
                  <a:lnTo>
                    <a:pt x="1823430" y="339841"/>
                  </a:lnTo>
                  <a:lnTo>
                    <a:pt x="1906313" y="334075"/>
                  </a:lnTo>
                  <a:lnTo>
                    <a:pt x="1989196" y="326834"/>
                  </a:lnTo>
                  <a:lnTo>
                    <a:pt x="2072080" y="318282"/>
                  </a:lnTo>
                  <a:lnTo>
                    <a:pt x="2154963" y="308585"/>
                  </a:lnTo>
                  <a:lnTo>
                    <a:pt x="2237846" y="297909"/>
                  </a:lnTo>
                  <a:lnTo>
                    <a:pt x="2320729" y="285679"/>
                  </a:lnTo>
                  <a:lnTo>
                    <a:pt x="2403612" y="268377"/>
                  </a:lnTo>
                  <a:lnTo>
                    <a:pt x="2486496" y="248057"/>
                  </a:lnTo>
                  <a:lnTo>
                    <a:pt x="2569379" y="227743"/>
                  </a:lnTo>
                  <a:lnTo>
                    <a:pt x="2652262" y="210212"/>
                  </a:lnTo>
                  <a:lnTo>
                    <a:pt x="2735145" y="191128"/>
                  </a:lnTo>
                  <a:lnTo>
                    <a:pt x="2818028" y="169881"/>
                  </a:lnTo>
                  <a:lnTo>
                    <a:pt x="2900912" y="149217"/>
                  </a:lnTo>
                  <a:lnTo>
                    <a:pt x="2983795" y="131881"/>
                  </a:lnTo>
                  <a:lnTo>
                    <a:pt x="3066678" y="117516"/>
                  </a:lnTo>
                  <a:lnTo>
                    <a:pt x="3149561" y="103734"/>
                  </a:lnTo>
                  <a:lnTo>
                    <a:pt x="3232444" y="90843"/>
                  </a:lnTo>
                  <a:lnTo>
                    <a:pt x="3315328" y="79152"/>
                  </a:lnTo>
                  <a:lnTo>
                    <a:pt x="3398211" y="68539"/>
                  </a:lnTo>
                  <a:lnTo>
                    <a:pt x="3481094" y="58751"/>
                  </a:lnTo>
                  <a:lnTo>
                    <a:pt x="3563977" y="49765"/>
                  </a:lnTo>
                  <a:lnTo>
                    <a:pt x="3646860" y="41559"/>
                  </a:lnTo>
                  <a:lnTo>
                    <a:pt x="3729744" y="34120"/>
                  </a:lnTo>
                  <a:lnTo>
                    <a:pt x="3812627" y="27749"/>
                  </a:lnTo>
                  <a:lnTo>
                    <a:pt x="3895510" y="22475"/>
                  </a:lnTo>
                  <a:lnTo>
                    <a:pt x="3978393" y="18127"/>
                  </a:lnTo>
                  <a:lnTo>
                    <a:pt x="4061276" y="14536"/>
                  </a:lnTo>
                  <a:lnTo>
                    <a:pt x="4144160" y="11531"/>
                  </a:lnTo>
                  <a:lnTo>
                    <a:pt x="4227043" y="8940"/>
                  </a:lnTo>
                  <a:lnTo>
                    <a:pt x="4309926" y="6596"/>
                  </a:lnTo>
                  <a:lnTo>
                    <a:pt x="4392809" y="4532"/>
                  </a:lnTo>
                  <a:lnTo>
                    <a:pt x="4475692" y="2848"/>
                  </a:lnTo>
                  <a:lnTo>
                    <a:pt x="4558576" y="1547"/>
                  </a:lnTo>
                  <a:lnTo>
                    <a:pt x="4641459" y="636"/>
                  </a:lnTo>
                  <a:lnTo>
                    <a:pt x="4724342" y="118"/>
                  </a:lnTo>
                  <a:lnTo>
                    <a:pt x="4807225" y="0"/>
                  </a:lnTo>
                  <a:lnTo>
                    <a:pt x="4890108" y="285"/>
                  </a:lnTo>
                  <a:lnTo>
                    <a:pt x="4972992" y="979"/>
                  </a:lnTo>
                  <a:lnTo>
                    <a:pt x="5055875" y="2086"/>
                  </a:lnTo>
                  <a:lnTo>
                    <a:pt x="5138758" y="3612"/>
                  </a:lnTo>
                  <a:lnTo>
                    <a:pt x="5221641" y="5562"/>
                  </a:lnTo>
                  <a:lnTo>
                    <a:pt x="5304524" y="7940"/>
                  </a:lnTo>
                  <a:lnTo>
                    <a:pt x="5387408" y="10752"/>
                  </a:lnTo>
                  <a:lnTo>
                    <a:pt x="5470291" y="14002"/>
                  </a:lnTo>
                  <a:lnTo>
                    <a:pt x="5553174" y="17695"/>
                  </a:lnTo>
                  <a:lnTo>
                    <a:pt x="5636057" y="21837"/>
                  </a:lnTo>
                  <a:lnTo>
                    <a:pt x="5718940" y="26431"/>
                  </a:lnTo>
                  <a:lnTo>
                    <a:pt x="5801824" y="31484"/>
                  </a:lnTo>
                  <a:lnTo>
                    <a:pt x="5884707" y="36999"/>
                  </a:lnTo>
                  <a:lnTo>
                    <a:pt x="5967590" y="42983"/>
                  </a:lnTo>
                  <a:lnTo>
                    <a:pt x="6015395" y="467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490500"/>
              <a:ext cx="6015395" cy="887959"/>
            </a:xfrm>
            <a:custGeom>
              <a:avLst/>
              <a:pathLst>
                <a:path w="6015395" h="887959">
                  <a:moveTo>
                    <a:pt x="0" y="315670"/>
                  </a:moveTo>
                  <a:lnTo>
                    <a:pt x="82883" y="342070"/>
                  </a:lnTo>
                  <a:lnTo>
                    <a:pt x="165766" y="367154"/>
                  </a:lnTo>
                  <a:lnTo>
                    <a:pt x="248649" y="390905"/>
                  </a:lnTo>
                  <a:lnTo>
                    <a:pt x="331532" y="413305"/>
                  </a:lnTo>
                  <a:lnTo>
                    <a:pt x="414416" y="434334"/>
                  </a:lnTo>
                  <a:lnTo>
                    <a:pt x="497299" y="453970"/>
                  </a:lnTo>
                  <a:lnTo>
                    <a:pt x="580182" y="472187"/>
                  </a:lnTo>
                  <a:lnTo>
                    <a:pt x="663065" y="488959"/>
                  </a:lnTo>
                  <a:lnTo>
                    <a:pt x="745948" y="504256"/>
                  </a:lnTo>
                  <a:lnTo>
                    <a:pt x="828832" y="518046"/>
                  </a:lnTo>
                  <a:lnTo>
                    <a:pt x="911715" y="530296"/>
                  </a:lnTo>
                  <a:lnTo>
                    <a:pt x="994598" y="540977"/>
                  </a:lnTo>
                  <a:lnTo>
                    <a:pt x="1077481" y="550062"/>
                  </a:lnTo>
                  <a:lnTo>
                    <a:pt x="1160364" y="557536"/>
                  </a:lnTo>
                  <a:lnTo>
                    <a:pt x="1243248" y="563403"/>
                  </a:lnTo>
                  <a:lnTo>
                    <a:pt x="1326131" y="567692"/>
                  </a:lnTo>
                  <a:lnTo>
                    <a:pt x="1409014" y="570468"/>
                  </a:lnTo>
                  <a:lnTo>
                    <a:pt x="1491897" y="571834"/>
                  </a:lnTo>
                  <a:lnTo>
                    <a:pt x="1574780" y="571929"/>
                  </a:lnTo>
                  <a:lnTo>
                    <a:pt x="1657664" y="570921"/>
                  </a:lnTo>
                  <a:lnTo>
                    <a:pt x="1740547" y="568987"/>
                  </a:lnTo>
                  <a:lnTo>
                    <a:pt x="1823430" y="566388"/>
                  </a:lnTo>
                  <a:lnTo>
                    <a:pt x="1906313" y="563410"/>
                  </a:lnTo>
                  <a:lnTo>
                    <a:pt x="1989196" y="560000"/>
                  </a:lnTo>
                  <a:lnTo>
                    <a:pt x="2072080" y="556076"/>
                  </a:lnTo>
                  <a:lnTo>
                    <a:pt x="2154963" y="551583"/>
                  </a:lnTo>
                  <a:lnTo>
                    <a:pt x="2237846" y="546522"/>
                  </a:lnTo>
                  <a:lnTo>
                    <a:pt x="2320729" y="541133"/>
                  </a:lnTo>
                  <a:lnTo>
                    <a:pt x="2403612" y="536181"/>
                  </a:lnTo>
                  <a:lnTo>
                    <a:pt x="2486496" y="530720"/>
                  </a:lnTo>
                  <a:lnTo>
                    <a:pt x="2569379" y="524182"/>
                  </a:lnTo>
                  <a:lnTo>
                    <a:pt x="2652262" y="516896"/>
                  </a:lnTo>
                  <a:lnTo>
                    <a:pt x="2735145" y="509221"/>
                  </a:lnTo>
                  <a:lnTo>
                    <a:pt x="2818028" y="500432"/>
                  </a:lnTo>
                  <a:lnTo>
                    <a:pt x="2900912" y="490434"/>
                  </a:lnTo>
                  <a:lnTo>
                    <a:pt x="2983795" y="480463"/>
                  </a:lnTo>
                  <a:lnTo>
                    <a:pt x="3066678" y="470314"/>
                  </a:lnTo>
                  <a:lnTo>
                    <a:pt x="3149561" y="458248"/>
                  </a:lnTo>
                  <a:lnTo>
                    <a:pt x="3232444" y="445259"/>
                  </a:lnTo>
                  <a:lnTo>
                    <a:pt x="3315328" y="434021"/>
                  </a:lnTo>
                  <a:lnTo>
                    <a:pt x="3398211" y="423870"/>
                  </a:lnTo>
                  <a:lnTo>
                    <a:pt x="3481094" y="412715"/>
                  </a:lnTo>
                  <a:lnTo>
                    <a:pt x="3563977" y="401050"/>
                  </a:lnTo>
                  <a:lnTo>
                    <a:pt x="3646860" y="390125"/>
                  </a:lnTo>
                  <a:lnTo>
                    <a:pt x="3729744" y="381680"/>
                  </a:lnTo>
                  <a:lnTo>
                    <a:pt x="3812627" y="374854"/>
                  </a:lnTo>
                  <a:lnTo>
                    <a:pt x="3895510" y="368412"/>
                  </a:lnTo>
                  <a:lnTo>
                    <a:pt x="3978393" y="362096"/>
                  </a:lnTo>
                  <a:lnTo>
                    <a:pt x="4061276" y="355771"/>
                  </a:lnTo>
                  <a:lnTo>
                    <a:pt x="4144160" y="349425"/>
                  </a:lnTo>
                  <a:lnTo>
                    <a:pt x="4227043" y="343130"/>
                  </a:lnTo>
                  <a:lnTo>
                    <a:pt x="4309926" y="336984"/>
                  </a:lnTo>
                  <a:lnTo>
                    <a:pt x="4392809" y="330548"/>
                  </a:lnTo>
                  <a:lnTo>
                    <a:pt x="4475692" y="323480"/>
                  </a:lnTo>
                  <a:lnTo>
                    <a:pt x="4558576" y="315748"/>
                  </a:lnTo>
                  <a:lnTo>
                    <a:pt x="4641459" y="307290"/>
                  </a:lnTo>
                  <a:lnTo>
                    <a:pt x="4724342" y="298026"/>
                  </a:lnTo>
                  <a:lnTo>
                    <a:pt x="4807225" y="287858"/>
                  </a:lnTo>
                  <a:lnTo>
                    <a:pt x="4890108" y="276687"/>
                  </a:lnTo>
                  <a:lnTo>
                    <a:pt x="4972992" y="264417"/>
                  </a:lnTo>
                  <a:lnTo>
                    <a:pt x="5055875" y="250963"/>
                  </a:lnTo>
                  <a:lnTo>
                    <a:pt x="5138758" y="236254"/>
                  </a:lnTo>
                  <a:lnTo>
                    <a:pt x="5221641" y="220241"/>
                  </a:lnTo>
                  <a:lnTo>
                    <a:pt x="5304524" y="202892"/>
                  </a:lnTo>
                  <a:lnTo>
                    <a:pt x="5387408" y="184194"/>
                  </a:lnTo>
                  <a:lnTo>
                    <a:pt x="5470291" y="164146"/>
                  </a:lnTo>
                  <a:lnTo>
                    <a:pt x="5553174" y="142762"/>
                  </a:lnTo>
                  <a:lnTo>
                    <a:pt x="5636057" y="120061"/>
                  </a:lnTo>
                  <a:lnTo>
                    <a:pt x="5718940" y="96069"/>
                  </a:lnTo>
                  <a:lnTo>
                    <a:pt x="5801824" y="70815"/>
                  </a:lnTo>
                  <a:lnTo>
                    <a:pt x="5884707" y="44329"/>
                  </a:lnTo>
                  <a:lnTo>
                    <a:pt x="5967590" y="16643"/>
                  </a:lnTo>
                  <a:lnTo>
                    <a:pt x="6015395" y="0"/>
                  </a:lnTo>
                  <a:lnTo>
                    <a:pt x="6015395" y="512318"/>
                  </a:lnTo>
                  <a:lnTo>
                    <a:pt x="5967590" y="507369"/>
                  </a:lnTo>
                  <a:lnTo>
                    <a:pt x="5884707" y="499647"/>
                  </a:lnTo>
                  <a:lnTo>
                    <a:pt x="5801824" y="492788"/>
                  </a:lnTo>
                  <a:lnTo>
                    <a:pt x="5718940" y="486801"/>
                  </a:lnTo>
                  <a:lnTo>
                    <a:pt x="5636057" y="481692"/>
                  </a:lnTo>
                  <a:lnTo>
                    <a:pt x="5553174" y="477465"/>
                  </a:lnTo>
                  <a:lnTo>
                    <a:pt x="5470291" y="474122"/>
                  </a:lnTo>
                  <a:lnTo>
                    <a:pt x="5387408" y="471660"/>
                  </a:lnTo>
                  <a:lnTo>
                    <a:pt x="5304524" y="470067"/>
                  </a:lnTo>
                  <a:lnTo>
                    <a:pt x="5221641" y="469318"/>
                  </a:lnTo>
                  <a:lnTo>
                    <a:pt x="5138758" y="469377"/>
                  </a:lnTo>
                  <a:lnTo>
                    <a:pt x="5055875" y="470188"/>
                  </a:lnTo>
                  <a:lnTo>
                    <a:pt x="4972992" y="471676"/>
                  </a:lnTo>
                  <a:lnTo>
                    <a:pt x="4890108" y="473749"/>
                  </a:lnTo>
                  <a:lnTo>
                    <a:pt x="4807225" y="476297"/>
                  </a:lnTo>
                  <a:lnTo>
                    <a:pt x="4724342" y="479198"/>
                  </a:lnTo>
                  <a:lnTo>
                    <a:pt x="4641459" y="482330"/>
                  </a:lnTo>
                  <a:lnTo>
                    <a:pt x="4558576" y="485573"/>
                  </a:lnTo>
                  <a:lnTo>
                    <a:pt x="4475692" y="488820"/>
                  </a:lnTo>
                  <a:lnTo>
                    <a:pt x="4392809" y="491988"/>
                  </a:lnTo>
                  <a:lnTo>
                    <a:pt x="4309926" y="495018"/>
                  </a:lnTo>
                  <a:lnTo>
                    <a:pt x="4227043" y="497935"/>
                  </a:lnTo>
                  <a:lnTo>
                    <a:pt x="4144160" y="500943"/>
                  </a:lnTo>
                  <a:lnTo>
                    <a:pt x="4061276" y="504306"/>
                  </a:lnTo>
                  <a:lnTo>
                    <a:pt x="3978393" y="508254"/>
                  </a:lnTo>
                  <a:lnTo>
                    <a:pt x="3895510" y="512935"/>
                  </a:lnTo>
                  <a:lnTo>
                    <a:pt x="3812627" y="518372"/>
                  </a:lnTo>
                  <a:lnTo>
                    <a:pt x="3729744" y="524468"/>
                  </a:lnTo>
                  <a:lnTo>
                    <a:pt x="3646860" y="531433"/>
                  </a:lnTo>
                  <a:lnTo>
                    <a:pt x="3563977" y="539942"/>
                  </a:lnTo>
                  <a:lnTo>
                    <a:pt x="3481094" y="549922"/>
                  </a:lnTo>
                  <a:lnTo>
                    <a:pt x="3398211" y="560727"/>
                  </a:lnTo>
                  <a:lnTo>
                    <a:pt x="3315328" y="570961"/>
                  </a:lnTo>
                  <a:lnTo>
                    <a:pt x="3232444" y="580624"/>
                  </a:lnTo>
                  <a:lnTo>
                    <a:pt x="3149561" y="591650"/>
                  </a:lnTo>
                  <a:lnTo>
                    <a:pt x="3066678" y="603583"/>
                  </a:lnTo>
                  <a:lnTo>
                    <a:pt x="2983795" y="614267"/>
                  </a:lnTo>
                  <a:lnTo>
                    <a:pt x="2900912" y="623180"/>
                  </a:lnTo>
                  <a:lnTo>
                    <a:pt x="2818028" y="632278"/>
                  </a:lnTo>
                  <a:lnTo>
                    <a:pt x="2735145" y="641843"/>
                  </a:lnTo>
                  <a:lnTo>
                    <a:pt x="2652262" y="650824"/>
                  </a:lnTo>
                  <a:lnTo>
                    <a:pt x="2569379" y="657902"/>
                  </a:lnTo>
                  <a:lnTo>
                    <a:pt x="2486496" y="664121"/>
                  </a:lnTo>
                  <a:lnTo>
                    <a:pt x="2403612" y="670482"/>
                  </a:lnTo>
                  <a:lnTo>
                    <a:pt x="2320729" y="677076"/>
                  </a:lnTo>
                  <a:lnTo>
                    <a:pt x="2237846" y="683388"/>
                  </a:lnTo>
                  <a:lnTo>
                    <a:pt x="2154963" y="689369"/>
                  </a:lnTo>
                  <a:lnTo>
                    <a:pt x="2072080" y="695222"/>
                  </a:lnTo>
                  <a:lnTo>
                    <a:pt x="1989196" y="701085"/>
                  </a:lnTo>
                  <a:lnTo>
                    <a:pt x="1906313" y="707045"/>
                  </a:lnTo>
                  <a:lnTo>
                    <a:pt x="1823430" y="713160"/>
                  </a:lnTo>
                  <a:lnTo>
                    <a:pt x="1740547" y="719507"/>
                  </a:lnTo>
                  <a:lnTo>
                    <a:pt x="1657664" y="726262"/>
                  </a:lnTo>
                  <a:lnTo>
                    <a:pt x="1574780" y="733608"/>
                  </a:lnTo>
                  <a:lnTo>
                    <a:pt x="1491897" y="741718"/>
                  </a:lnTo>
                  <a:lnTo>
                    <a:pt x="1409014" y="750755"/>
                  </a:lnTo>
                  <a:lnTo>
                    <a:pt x="1326131" y="760854"/>
                  </a:lnTo>
                  <a:lnTo>
                    <a:pt x="1243248" y="772115"/>
                  </a:lnTo>
                  <a:lnTo>
                    <a:pt x="1160364" y="784598"/>
                  </a:lnTo>
                  <a:lnTo>
                    <a:pt x="1077481" y="798328"/>
                  </a:lnTo>
                  <a:lnTo>
                    <a:pt x="994598" y="813303"/>
                  </a:lnTo>
                  <a:lnTo>
                    <a:pt x="911715" y="829506"/>
                  </a:lnTo>
                  <a:lnTo>
                    <a:pt x="828832" y="846905"/>
                  </a:lnTo>
                  <a:lnTo>
                    <a:pt x="745948" y="865466"/>
                  </a:lnTo>
                  <a:lnTo>
                    <a:pt x="663065" y="885153"/>
                  </a:lnTo>
                  <a:lnTo>
                    <a:pt x="651870" y="8879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490500"/>
              <a:ext cx="6015395" cy="571929"/>
            </a:xfrm>
            <a:custGeom>
              <a:avLst/>
              <a:pathLst>
                <a:path w="6015395" h="571929">
                  <a:moveTo>
                    <a:pt x="0" y="315670"/>
                  </a:moveTo>
                  <a:lnTo>
                    <a:pt x="82883" y="342070"/>
                  </a:lnTo>
                  <a:lnTo>
                    <a:pt x="165766" y="367154"/>
                  </a:lnTo>
                  <a:lnTo>
                    <a:pt x="248649" y="390905"/>
                  </a:lnTo>
                  <a:lnTo>
                    <a:pt x="331532" y="413305"/>
                  </a:lnTo>
                  <a:lnTo>
                    <a:pt x="414416" y="434334"/>
                  </a:lnTo>
                  <a:lnTo>
                    <a:pt x="497299" y="453970"/>
                  </a:lnTo>
                  <a:lnTo>
                    <a:pt x="580182" y="472187"/>
                  </a:lnTo>
                  <a:lnTo>
                    <a:pt x="663065" y="488959"/>
                  </a:lnTo>
                  <a:lnTo>
                    <a:pt x="745948" y="504256"/>
                  </a:lnTo>
                  <a:lnTo>
                    <a:pt x="828832" y="518046"/>
                  </a:lnTo>
                  <a:lnTo>
                    <a:pt x="911715" y="530296"/>
                  </a:lnTo>
                  <a:lnTo>
                    <a:pt x="994598" y="540977"/>
                  </a:lnTo>
                  <a:lnTo>
                    <a:pt x="1077481" y="550062"/>
                  </a:lnTo>
                  <a:lnTo>
                    <a:pt x="1160364" y="557536"/>
                  </a:lnTo>
                  <a:lnTo>
                    <a:pt x="1243248" y="563403"/>
                  </a:lnTo>
                  <a:lnTo>
                    <a:pt x="1326131" y="567692"/>
                  </a:lnTo>
                  <a:lnTo>
                    <a:pt x="1409014" y="570468"/>
                  </a:lnTo>
                  <a:lnTo>
                    <a:pt x="1491897" y="571834"/>
                  </a:lnTo>
                  <a:lnTo>
                    <a:pt x="1574780" y="571929"/>
                  </a:lnTo>
                  <a:lnTo>
                    <a:pt x="1657664" y="570921"/>
                  </a:lnTo>
                  <a:lnTo>
                    <a:pt x="1740547" y="568987"/>
                  </a:lnTo>
                  <a:lnTo>
                    <a:pt x="1823430" y="566388"/>
                  </a:lnTo>
                  <a:lnTo>
                    <a:pt x="1906313" y="563410"/>
                  </a:lnTo>
                  <a:lnTo>
                    <a:pt x="1989196" y="560000"/>
                  </a:lnTo>
                  <a:lnTo>
                    <a:pt x="2072080" y="556076"/>
                  </a:lnTo>
                  <a:lnTo>
                    <a:pt x="2154963" y="551583"/>
                  </a:lnTo>
                  <a:lnTo>
                    <a:pt x="2237846" y="546522"/>
                  </a:lnTo>
                  <a:lnTo>
                    <a:pt x="2320729" y="541133"/>
                  </a:lnTo>
                  <a:lnTo>
                    <a:pt x="2403612" y="536181"/>
                  </a:lnTo>
                  <a:lnTo>
                    <a:pt x="2486496" y="530720"/>
                  </a:lnTo>
                  <a:lnTo>
                    <a:pt x="2569379" y="524182"/>
                  </a:lnTo>
                  <a:lnTo>
                    <a:pt x="2652262" y="516896"/>
                  </a:lnTo>
                  <a:lnTo>
                    <a:pt x="2735145" y="509221"/>
                  </a:lnTo>
                  <a:lnTo>
                    <a:pt x="2818028" y="500432"/>
                  </a:lnTo>
                  <a:lnTo>
                    <a:pt x="2900912" y="490434"/>
                  </a:lnTo>
                  <a:lnTo>
                    <a:pt x="2983795" y="480463"/>
                  </a:lnTo>
                  <a:lnTo>
                    <a:pt x="3066678" y="470314"/>
                  </a:lnTo>
                  <a:lnTo>
                    <a:pt x="3149561" y="458248"/>
                  </a:lnTo>
                  <a:lnTo>
                    <a:pt x="3232444" y="445259"/>
                  </a:lnTo>
                  <a:lnTo>
                    <a:pt x="3315328" y="434021"/>
                  </a:lnTo>
                  <a:lnTo>
                    <a:pt x="3398211" y="423870"/>
                  </a:lnTo>
                  <a:lnTo>
                    <a:pt x="3481094" y="412715"/>
                  </a:lnTo>
                  <a:lnTo>
                    <a:pt x="3563977" y="401050"/>
                  </a:lnTo>
                  <a:lnTo>
                    <a:pt x="3646860" y="390125"/>
                  </a:lnTo>
                  <a:lnTo>
                    <a:pt x="3729744" y="381680"/>
                  </a:lnTo>
                  <a:lnTo>
                    <a:pt x="3812627" y="374854"/>
                  </a:lnTo>
                  <a:lnTo>
                    <a:pt x="3895510" y="368412"/>
                  </a:lnTo>
                  <a:lnTo>
                    <a:pt x="3978393" y="362096"/>
                  </a:lnTo>
                  <a:lnTo>
                    <a:pt x="4061276" y="355771"/>
                  </a:lnTo>
                  <a:lnTo>
                    <a:pt x="4144160" y="349425"/>
                  </a:lnTo>
                  <a:lnTo>
                    <a:pt x="4227043" y="343130"/>
                  </a:lnTo>
                  <a:lnTo>
                    <a:pt x="4309926" y="336984"/>
                  </a:lnTo>
                  <a:lnTo>
                    <a:pt x="4392809" y="330548"/>
                  </a:lnTo>
                  <a:lnTo>
                    <a:pt x="4475692" y="323480"/>
                  </a:lnTo>
                  <a:lnTo>
                    <a:pt x="4558576" y="315748"/>
                  </a:lnTo>
                  <a:lnTo>
                    <a:pt x="4641459" y="307290"/>
                  </a:lnTo>
                  <a:lnTo>
                    <a:pt x="4724342" y="298026"/>
                  </a:lnTo>
                  <a:lnTo>
                    <a:pt x="4807225" y="287858"/>
                  </a:lnTo>
                  <a:lnTo>
                    <a:pt x="4890108" y="276687"/>
                  </a:lnTo>
                  <a:lnTo>
                    <a:pt x="4972992" y="264417"/>
                  </a:lnTo>
                  <a:lnTo>
                    <a:pt x="5055875" y="250963"/>
                  </a:lnTo>
                  <a:lnTo>
                    <a:pt x="5138758" y="236254"/>
                  </a:lnTo>
                  <a:lnTo>
                    <a:pt x="5221641" y="220241"/>
                  </a:lnTo>
                  <a:lnTo>
                    <a:pt x="5304524" y="202892"/>
                  </a:lnTo>
                  <a:lnTo>
                    <a:pt x="5387408" y="184194"/>
                  </a:lnTo>
                  <a:lnTo>
                    <a:pt x="5470291" y="164146"/>
                  </a:lnTo>
                  <a:lnTo>
                    <a:pt x="5553174" y="142762"/>
                  </a:lnTo>
                  <a:lnTo>
                    <a:pt x="5636057" y="120061"/>
                  </a:lnTo>
                  <a:lnTo>
                    <a:pt x="5718940" y="96069"/>
                  </a:lnTo>
                  <a:lnTo>
                    <a:pt x="5801824" y="70815"/>
                  </a:lnTo>
                  <a:lnTo>
                    <a:pt x="5884707" y="44329"/>
                  </a:lnTo>
                  <a:lnTo>
                    <a:pt x="5967590" y="16643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724335" y="4959818"/>
              <a:ext cx="5363525" cy="418641"/>
            </a:xfrm>
            <a:custGeom>
              <a:avLst/>
              <a:pathLst>
                <a:path w="5363525" h="418641">
                  <a:moveTo>
                    <a:pt x="5363525" y="42999"/>
                  </a:moveTo>
                  <a:lnTo>
                    <a:pt x="5315720" y="38051"/>
                  </a:lnTo>
                  <a:lnTo>
                    <a:pt x="5232837" y="30328"/>
                  </a:lnTo>
                  <a:lnTo>
                    <a:pt x="5149953" y="23470"/>
                  </a:lnTo>
                  <a:lnTo>
                    <a:pt x="5067070" y="17482"/>
                  </a:lnTo>
                  <a:lnTo>
                    <a:pt x="4984187" y="12373"/>
                  </a:lnTo>
                  <a:lnTo>
                    <a:pt x="4901304" y="8146"/>
                  </a:lnTo>
                  <a:lnTo>
                    <a:pt x="4818421" y="4804"/>
                  </a:lnTo>
                  <a:lnTo>
                    <a:pt x="4735537" y="2341"/>
                  </a:lnTo>
                  <a:lnTo>
                    <a:pt x="4652654" y="748"/>
                  </a:lnTo>
                  <a:lnTo>
                    <a:pt x="4569771" y="0"/>
                  </a:lnTo>
                  <a:lnTo>
                    <a:pt x="4486888" y="58"/>
                  </a:lnTo>
                  <a:lnTo>
                    <a:pt x="4404005" y="869"/>
                  </a:lnTo>
                  <a:lnTo>
                    <a:pt x="4321121" y="2358"/>
                  </a:lnTo>
                  <a:lnTo>
                    <a:pt x="4238238" y="4431"/>
                  </a:lnTo>
                  <a:lnTo>
                    <a:pt x="4155355" y="6978"/>
                  </a:lnTo>
                  <a:lnTo>
                    <a:pt x="4072472" y="9880"/>
                  </a:lnTo>
                  <a:lnTo>
                    <a:pt x="3989589" y="13012"/>
                  </a:lnTo>
                  <a:lnTo>
                    <a:pt x="3906705" y="16254"/>
                  </a:lnTo>
                  <a:lnTo>
                    <a:pt x="3823822" y="19502"/>
                  </a:lnTo>
                  <a:lnTo>
                    <a:pt x="3740939" y="22669"/>
                  </a:lnTo>
                  <a:lnTo>
                    <a:pt x="3658056" y="25700"/>
                  </a:lnTo>
                  <a:lnTo>
                    <a:pt x="3575173" y="28616"/>
                  </a:lnTo>
                  <a:lnTo>
                    <a:pt x="3492289" y="31625"/>
                  </a:lnTo>
                  <a:lnTo>
                    <a:pt x="3409406" y="34987"/>
                  </a:lnTo>
                  <a:lnTo>
                    <a:pt x="3326523" y="38936"/>
                  </a:lnTo>
                  <a:lnTo>
                    <a:pt x="3243640" y="43616"/>
                  </a:lnTo>
                  <a:lnTo>
                    <a:pt x="3160757" y="49053"/>
                  </a:lnTo>
                  <a:lnTo>
                    <a:pt x="3077873" y="55149"/>
                  </a:lnTo>
                  <a:lnTo>
                    <a:pt x="2994990" y="62114"/>
                  </a:lnTo>
                  <a:lnTo>
                    <a:pt x="2912107" y="70624"/>
                  </a:lnTo>
                  <a:lnTo>
                    <a:pt x="2829224" y="80603"/>
                  </a:lnTo>
                  <a:lnTo>
                    <a:pt x="2746341" y="91408"/>
                  </a:lnTo>
                  <a:lnTo>
                    <a:pt x="2663457" y="101643"/>
                  </a:lnTo>
                  <a:lnTo>
                    <a:pt x="2580574" y="111305"/>
                  </a:lnTo>
                  <a:lnTo>
                    <a:pt x="2497691" y="122331"/>
                  </a:lnTo>
                  <a:lnTo>
                    <a:pt x="2414808" y="134264"/>
                  </a:lnTo>
                  <a:lnTo>
                    <a:pt x="2331925" y="144949"/>
                  </a:lnTo>
                  <a:lnTo>
                    <a:pt x="2249041" y="153861"/>
                  </a:lnTo>
                  <a:lnTo>
                    <a:pt x="2166158" y="162960"/>
                  </a:lnTo>
                  <a:lnTo>
                    <a:pt x="2083275" y="172524"/>
                  </a:lnTo>
                  <a:lnTo>
                    <a:pt x="2000392" y="181505"/>
                  </a:lnTo>
                  <a:lnTo>
                    <a:pt x="1917509" y="188584"/>
                  </a:lnTo>
                  <a:lnTo>
                    <a:pt x="1834625" y="194802"/>
                  </a:lnTo>
                  <a:lnTo>
                    <a:pt x="1751742" y="201163"/>
                  </a:lnTo>
                  <a:lnTo>
                    <a:pt x="1668859" y="207757"/>
                  </a:lnTo>
                  <a:lnTo>
                    <a:pt x="1585976" y="214070"/>
                  </a:lnTo>
                  <a:lnTo>
                    <a:pt x="1503093" y="220051"/>
                  </a:lnTo>
                  <a:lnTo>
                    <a:pt x="1420209" y="225903"/>
                  </a:lnTo>
                  <a:lnTo>
                    <a:pt x="1337326" y="231766"/>
                  </a:lnTo>
                  <a:lnTo>
                    <a:pt x="1254443" y="237726"/>
                  </a:lnTo>
                  <a:lnTo>
                    <a:pt x="1171560" y="243842"/>
                  </a:lnTo>
                  <a:lnTo>
                    <a:pt x="1088677" y="250189"/>
                  </a:lnTo>
                  <a:lnTo>
                    <a:pt x="1005793" y="256944"/>
                  </a:lnTo>
                  <a:lnTo>
                    <a:pt x="922910" y="264289"/>
                  </a:lnTo>
                  <a:lnTo>
                    <a:pt x="840027" y="272399"/>
                  </a:lnTo>
                  <a:lnTo>
                    <a:pt x="757144" y="281436"/>
                  </a:lnTo>
                  <a:lnTo>
                    <a:pt x="674261" y="291536"/>
                  </a:lnTo>
                  <a:lnTo>
                    <a:pt x="591377" y="302797"/>
                  </a:lnTo>
                  <a:lnTo>
                    <a:pt x="508494" y="315279"/>
                  </a:lnTo>
                  <a:lnTo>
                    <a:pt x="425611" y="329009"/>
                  </a:lnTo>
                  <a:lnTo>
                    <a:pt x="342728" y="343985"/>
                  </a:lnTo>
                  <a:lnTo>
                    <a:pt x="259845" y="360187"/>
                  </a:lnTo>
                  <a:lnTo>
                    <a:pt x="176961" y="377586"/>
                  </a:lnTo>
                  <a:lnTo>
                    <a:pt x="94078" y="396148"/>
                  </a:lnTo>
                  <a:lnTo>
                    <a:pt x="11195" y="415834"/>
                  </a:lnTo>
                  <a:lnTo>
                    <a:pt x="0" y="418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746659"/>
              <a:ext cx="6015395" cy="441336"/>
            </a:xfrm>
            <a:custGeom>
              <a:avLst/>
              <a:pathLst>
                <a:path w="6015395" h="441336">
                  <a:moveTo>
                    <a:pt x="0" y="441336"/>
                  </a:moveTo>
                  <a:lnTo>
                    <a:pt x="82883" y="440743"/>
                  </a:lnTo>
                  <a:lnTo>
                    <a:pt x="165766" y="439943"/>
                  </a:lnTo>
                  <a:lnTo>
                    <a:pt x="248649" y="438937"/>
                  </a:lnTo>
                  <a:lnTo>
                    <a:pt x="331532" y="437727"/>
                  </a:lnTo>
                  <a:lnTo>
                    <a:pt x="414416" y="436316"/>
                  </a:lnTo>
                  <a:lnTo>
                    <a:pt x="497299" y="434706"/>
                  </a:lnTo>
                  <a:lnTo>
                    <a:pt x="580182" y="432899"/>
                  </a:lnTo>
                  <a:lnTo>
                    <a:pt x="663065" y="430897"/>
                  </a:lnTo>
                  <a:lnTo>
                    <a:pt x="745948" y="428702"/>
                  </a:lnTo>
                  <a:lnTo>
                    <a:pt x="828832" y="426316"/>
                  </a:lnTo>
                  <a:lnTo>
                    <a:pt x="911715" y="423742"/>
                  </a:lnTo>
                  <a:lnTo>
                    <a:pt x="994598" y="420981"/>
                  </a:lnTo>
                  <a:lnTo>
                    <a:pt x="1077481" y="418035"/>
                  </a:lnTo>
                  <a:lnTo>
                    <a:pt x="1160364" y="414908"/>
                  </a:lnTo>
                  <a:lnTo>
                    <a:pt x="1243248" y="411600"/>
                  </a:lnTo>
                  <a:lnTo>
                    <a:pt x="1326131" y="408114"/>
                  </a:lnTo>
                  <a:lnTo>
                    <a:pt x="1409014" y="404452"/>
                  </a:lnTo>
                  <a:lnTo>
                    <a:pt x="1491897" y="400617"/>
                  </a:lnTo>
                  <a:lnTo>
                    <a:pt x="1574780" y="396609"/>
                  </a:lnTo>
                  <a:lnTo>
                    <a:pt x="1657664" y="392432"/>
                  </a:lnTo>
                  <a:lnTo>
                    <a:pt x="1740547" y="388088"/>
                  </a:lnTo>
                  <a:lnTo>
                    <a:pt x="1823430" y="383615"/>
                  </a:lnTo>
                  <a:lnTo>
                    <a:pt x="1906313" y="379068"/>
                  </a:lnTo>
                  <a:lnTo>
                    <a:pt x="1989196" y="374383"/>
                  </a:lnTo>
                  <a:lnTo>
                    <a:pt x="2072080" y="369490"/>
                  </a:lnTo>
                  <a:lnTo>
                    <a:pt x="2154963" y="364317"/>
                  </a:lnTo>
                  <a:lnTo>
                    <a:pt x="2237846" y="358796"/>
                  </a:lnTo>
                  <a:lnTo>
                    <a:pt x="2320729" y="352945"/>
                  </a:lnTo>
                  <a:lnTo>
                    <a:pt x="2403612" y="347172"/>
                  </a:lnTo>
                  <a:lnTo>
                    <a:pt x="2486496" y="341261"/>
                  </a:lnTo>
                  <a:lnTo>
                    <a:pt x="2569379" y="334883"/>
                  </a:lnTo>
                  <a:lnTo>
                    <a:pt x="2652262" y="327701"/>
                  </a:lnTo>
                  <a:lnTo>
                    <a:pt x="2735145" y="319373"/>
                  </a:lnTo>
                  <a:lnTo>
                    <a:pt x="2818028" y="310196"/>
                  </a:lnTo>
                  <a:lnTo>
                    <a:pt x="2900912" y="300648"/>
                  </a:lnTo>
                  <a:lnTo>
                    <a:pt x="2983795" y="291206"/>
                  </a:lnTo>
                  <a:lnTo>
                    <a:pt x="3066678" y="280789"/>
                  </a:lnTo>
                  <a:lnTo>
                    <a:pt x="3149561" y="268790"/>
                  </a:lnTo>
                  <a:lnTo>
                    <a:pt x="3232444" y="256782"/>
                  </a:lnTo>
                  <a:lnTo>
                    <a:pt x="3315328" y="246332"/>
                  </a:lnTo>
                  <a:lnTo>
                    <a:pt x="3398211" y="236139"/>
                  </a:lnTo>
                  <a:lnTo>
                    <a:pt x="3481094" y="225159"/>
                  </a:lnTo>
                  <a:lnTo>
                    <a:pt x="3563977" y="214337"/>
                  </a:lnTo>
                  <a:lnTo>
                    <a:pt x="3646860" y="204620"/>
                  </a:lnTo>
                  <a:lnTo>
                    <a:pt x="3729744" y="196915"/>
                  </a:lnTo>
                  <a:lnTo>
                    <a:pt x="3812627" y="190454"/>
                  </a:lnTo>
                  <a:lnTo>
                    <a:pt x="3895510" y="184514"/>
                  </a:lnTo>
                  <a:lnTo>
                    <a:pt x="3978393" y="179016"/>
                  </a:lnTo>
                  <a:lnTo>
                    <a:pt x="4061276" y="173879"/>
                  </a:lnTo>
                  <a:lnTo>
                    <a:pt x="4144160" y="169025"/>
                  </a:lnTo>
                  <a:lnTo>
                    <a:pt x="4227043" y="164373"/>
                  </a:lnTo>
                  <a:lnTo>
                    <a:pt x="4309926" y="159842"/>
                  </a:lnTo>
                  <a:lnTo>
                    <a:pt x="4392809" y="155109"/>
                  </a:lnTo>
                  <a:lnTo>
                    <a:pt x="4475692" y="149991"/>
                  </a:lnTo>
                  <a:lnTo>
                    <a:pt x="4558576" y="144501"/>
                  </a:lnTo>
                  <a:lnTo>
                    <a:pt x="4641459" y="138651"/>
                  </a:lnTo>
                  <a:lnTo>
                    <a:pt x="4724342" y="132453"/>
                  </a:lnTo>
                  <a:lnTo>
                    <a:pt x="4807225" y="125918"/>
                  </a:lnTo>
                  <a:lnTo>
                    <a:pt x="4890108" y="119059"/>
                  </a:lnTo>
                  <a:lnTo>
                    <a:pt x="4972992" y="111888"/>
                  </a:lnTo>
                  <a:lnTo>
                    <a:pt x="5055875" y="104416"/>
                  </a:lnTo>
                  <a:lnTo>
                    <a:pt x="5138758" y="96656"/>
                  </a:lnTo>
                  <a:lnTo>
                    <a:pt x="5221641" y="88620"/>
                  </a:lnTo>
                  <a:lnTo>
                    <a:pt x="5304524" y="80320"/>
                  </a:lnTo>
                  <a:lnTo>
                    <a:pt x="5387408" y="71768"/>
                  </a:lnTo>
                  <a:lnTo>
                    <a:pt x="5470291" y="62975"/>
                  </a:lnTo>
                  <a:lnTo>
                    <a:pt x="5553174" y="53954"/>
                  </a:lnTo>
                  <a:lnTo>
                    <a:pt x="5636057" y="44717"/>
                  </a:lnTo>
                  <a:lnTo>
                    <a:pt x="5718940" y="35276"/>
                  </a:lnTo>
                  <a:lnTo>
                    <a:pt x="5801824" y="25642"/>
                  </a:lnTo>
                  <a:lnTo>
                    <a:pt x="5884707" y="15829"/>
                  </a:lnTo>
                  <a:lnTo>
                    <a:pt x="5967590" y="5847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548308"/>
              <a:ext cx="6015395" cy="830151"/>
            </a:xfrm>
            <a:custGeom>
              <a:avLst/>
              <a:pathLst>
                <a:path w="6015395" h="830151">
                  <a:moveTo>
                    <a:pt x="0" y="108834"/>
                  </a:moveTo>
                  <a:lnTo>
                    <a:pt x="82883" y="142824"/>
                  </a:lnTo>
                  <a:lnTo>
                    <a:pt x="165766" y="175305"/>
                  </a:lnTo>
                  <a:lnTo>
                    <a:pt x="248649" y="206264"/>
                  </a:lnTo>
                  <a:lnTo>
                    <a:pt x="331532" y="235690"/>
                  </a:lnTo>
                  <a:lnTo>
                    <a:pt x="414416" y="263567"/>
                  </a:lnTo>
                  <a:lnTo>
                    <a:pt x="497299" y="289879"/>
                  </a:lnTo>
                  <a:lnTo>
                    <a:pt x="580182" y="314607"/>
                  </a:lnTo>
                  <a:lnTo>
                    <a:pt x="663065" y="337728"/>
                  </a:lnTo>
                  <a:lnTo>
                    <a:pt x="745948" y="359219"/>
                  </a:lnTo>
                  <a:lnTo>
                    <a:pt x="828832" y="379053"/>
                  </a:lnTo>
                  <a:lnTo>
                    <a:pt x="911715" y="397204"/>
                  </a:lnTo>
                  <a:lnTo>
                    <a:pt x="994598" y="413647"/>
                  </a:lnTo>
                  <a:lnTo>
                    <a:pt x="1077481" y="428362"/>
                  </a:lnTo>
                  <a:lnTo>
                    <a:pt x="1160364" y="441338"/>
                  </a:lnTo>
                  <a:lnTo>
                    <a:pt x="1243248" y="452585"/>
                  </a:lnTo>
                  <a:lnTo>
                    <a:pt x="1326131" y="462135"/>
                  </a:lnTo>
                  <a:lnTo>
                    <a:pt x="1409014" y="470057"/>
                  </a:lnTo>
                  <a:lnTo>
                    <a:pt x="1491897" y="476457"/>
                  </a:lnTo>
                  <a:lnTo>
                    <a:pt x="1574780" y="481476"/>
                  </a:lnTo>
                  <a:lnTo>
                    <a:pt x="1657664" y="485282"/>
                  </a:lnTo>
                  <a:lnTo>
                    <a:pt x="1740547" y="488054"/>
                  </a:lnTo>
                  <a:lnTo>
                    <a:pt x="1823430" y="490028"/>
                  </a:lnTo>
                  <a:lnTo>
                    <a:pt x="1906313" y="491420"/>
                  </a:lnTo>
                  <a:lnTo>
                    <a:pt x="1989196" y="492159"/>
                  </a:lnTo>
                  <a:lnTo>
                    <a:pt x="2072080" y="492149"/>
                  </a:lnTo>
                  <a:lnTo>
                    <a:pt x="2154963" y="491321"/>
                  </a:lnTo>
                  <a:lnTo>
                    <a:pt x="2237846" y="489658"/>
                  </a:lnTo>
                  <a:lnTo>
                    <a:pt x="2320729" y="487295"/>
                  </a:lnTo>
                  <a:lnTo>
                    <a:pt x="2403612" y="484548"/>
                  </a:lnTo>
                  <a:lnTo>
                    <a:pt x="2486496" y="480745"/>
                  </a:lnTo>
                  <a:lnTo>
                    <a:pt x="2569379" y="475699"/>
                  </a:lnTo>
                  <a:lnTo>
                    <a:pt x="2652262" y="470097"/>
                  </a:lnTo>
                  <a:lnTo>
                    <a:pt x="2735145" y="464462"/>
                  </a:lnTo>
                  <a:lnTo>
                    <a:pt x="2818028" y="457823"/>
                  </a:lnTo>
                  <a:lnTo>
                    <a:pt x="2900912" y="449773"/>
                  </a:lnTo>
                  <a:lnTo>
                    <a:pt x="2983795" y="441202"/>
                  </a:lnTo>
                  <a:lnTo>
                    <a:pt x="3066678" y="431683"/>
                  </a:lnTo>
                  <a:lnTo>
                    <a:pt x="3149561" y="419748"/>
                  </a:lnTo>
                  <a:lnTo>
                    <a:pt x="3232444" y="406738"/>
                  </a:lnTo>
                  <a:lnTo>
                    <a:pt x="3315328" y="395629"/>
                  </a:lnTo>
                  <a:lnTo>
                    <a:pt x="3398211" y="384838"/>
                  </a:lnTo>
                  <a:lnTo>
                    <a:pt x="3481094" y="372109"/>
                  </a:lnTo>
                  <a:lnTo>
                    <a:pt x="3563977" y="358861"/>
                  </a:lnTo>
                  <a:lnTo>
                    <a:pt x="3646860" y="347250"/>
                  </a:lnTo>
                  <a:lnTo>
                    <a:pt x="3729744" y="339880"/>
                  </a:lnTo>
                  <a:lnTo>
                    <a:pt x="3812627" y="335369"/>
                  </a:lnTo>
                  <a:lnTo>
                    <a:pt x="3895510" y="331887"/>
                  </a:lnTo>
                  <a:lnTo>
                    <a:pt x="3978393" y="329078"/>
                  </a:lnTo>
                  <a:lnTo>
                    <a:pt x="4061276" y="326704"/>
                  </a:lnTo>
                  <a:lnTo>
                    <a:pt x="4144160" y="324649"/>
                  </a:lnTo>
                  <a:lnTo>
                    <a:pt x="4227043" y="322878"/>
                  </a:lnTo>
                  <a:lnTo>
                    <a:pt x="4309926" y="321381"/>
                  </a:lnTo>
                  <a:lnTo>
                    <a:pt x="4392809" y="319332"/>
                  </a:lnTo>
                  <a:lnTo>
                    <a:pt x="4475692" y="316179"/>
                  </a:lnTo>
                  <a:lnTo>
                    <a:pt x="4558576" y="311904"/>
                  </a:lnTo>
                  <a:lnTo>
                    <a:pt x="4641459" y="306463"/>
                  </a:lnTo>
                  <a:lnTo>
                    <a:pt x="4724342" y="299792"/>
                  </a:lnTo>
                  <a:lnTo>
                    <a:pt x="4807225" y="291812"/>
                  </a:lnTo>
                  <a:lnTo>
                    <a:pt x="4890108" y="282440"/>
                  </a:lnTo>
                  <a:lnTo>
                    <a:pt x="4972992" y="271597"/>
                  </a:lnTo>
                  <a:lnTo>
                    <a:pt x="5055875" y="259215"/>
                  </a:lnTo>
                  <a:lnTo>
                    <a:pt x="5138758" y="245241"/>
                  </a:lnTo>
                  <a:lnTo>
                    <a:pt x="5221641" y="229641"/>
                  </a:lnTo>
                  <a:lnTo>
                    <a:pt x="5304524" y="212398"/>
                  </a:lnTo>
                  <a:lnTo>
                    <a:pt x="5387408" y="193516"/>
                  </a:lnTo>
                  <a:lnTo>
                    <a:pt x="5470291" y="173009"/>
                  </a:lnTo>
                  <a:lnTo>
                    <a:pt x="5553174" y="150905"/>
                  </a:lnTo>
                  <a:lnTo>
                    <a:pt x="5636057" y="127238"/>
                  </a:lnTo>
                  <a:lnTo>
                    <a:pt x="5718940" y="102049"/>
                  </a:lnTo>
                  <a:lnTo>
                    <a:pt x="5801824" y="75380"/>
                  </a:lnTo>
                  <a:lnTo>
                    <a:pt x="5884707" y="47277"/>
                  </a:lnTo>
                  <a:lnTo>
                    <a:pt x="5967590" y="17785"/>
                  </a:lnTo>
                  <a:lnTo>
                    <a:pt x="6015395" y="0"/>
                  </a:lnTo>
                  <a:lnTo>
                    <a:pt x="6015395" y="500762"/>
                  </a:lnTo>
                  <a:lnTo>
                    <a:pt x="5967590" y="497442"/>
                  </a:lnTo>
                  <a:lnTo>
                    <a:pt x="5884707" y="492324"/>
                  </a:lnTo>
                  <a:lnTo>
                    <a:pt x="5801824" y="487835"/>
                  </a:lnTo>
                  <a:lnTo>
                    <a:pt x="5718940" y="483967"/>
                  </a:lnTo>
                  <a:lnTo>
                    <a:pt x="5636057" y="480712"/>
                  </a:lnTo>
                  <a:lnTo>
                    <a:pt x="5553174" y="478058"/>
                  </a:lnTo>
                  <a:lnTo>
                    <a:pt x="5470291" y="475993"/>
                  </a:lnTo>
                  <a:lnTo>
                    <a:pt x="5387408" y="474498"/>
                  </a:lnTo>
                  <a:lnTo>
                    <a:pt x="5304524" y="473546"/>
                  </a:lnTo>
                  <a:lnTo>
                    <a:pt x="5221641" y="473099"/>
                  </a:lnTo>
                  <a:lnTo>
                    <a:pt x="5138758" y="473105"/>
                  </a:lnTo>
                  <a:lnTo>
                    <a:pt x="5055875" y="473495"/>
                  </a:lnTo>
                  <a:lnTo>
                    <a:pt x="4972992" y="474181"/>
                  </a:lnTo>
                  <a:lnTo>
                    <a:pt x="4890108" y="475057"/>
                  </a:lnTo>
                  <a:lnTo>
                    <a:pt x="4807225" y="476000"/>
                  </a:lnTo>
                  <a:lnTo>
                    <a:pt x="4724342" y="476878"/>
                  </a:lnTo>
                  <a:lnTo>
                    <a:pt x="4641459" y="477555"/>
                  </a:lnTo>
                  <a:lnTo>
                    <a:pt x="4558576" y="477898"/>
                  </a:lnTo>
                  <a:lnTo>
                    <a:pt x="4475692" y="477789"/>
                  </a:lnTo>
                  <a:lnTo>
                    <a:pt x="4392809" y="477130"/>
                  </a:lnTo>
                  <a:lnTo>
                    <a:pt x="4309926" y="475850"/>
                  </a:lnTo>
                  <a:lnTo>
                    <a:pt x="4227043" y="474191"/>
                  </a:lnTo>
                  <a:lnTo>
                    <a:pt x="4144160" y="472750"/>
                  </a:lnTo>
                  <a:lnTo>
                    <a:pt x="4061276" y="471889"/>
                  </a:lnTo>
                  <a:lnTo>
                    <a:pt x="3978393" y="471940"/>
                  </a:lnTo>
                  <a:lnTo>
                    <a:pt x="3895510" y="473151"/>
                  </a:lnTo>
                  <a:lnTo>
                    <a:pt x="3812627" y="475650"/>
                  </a:lnTo>
                  <a:lnTo>
                    <a:pt x="3729744" y="479447"/>
                  </a:lnTo>
                  <a:lnTo>
                    <a:pt x="3646860" y="485369"/>
                  </a:lnTo>
                  <a:lnTo>
                    <a:pt x="3563977" y="494620"/>
                  </a:lnTo>
                  <a:lnTo>
                    <a:pt x="3481094" y="506222"/>
                  </a:lnTo>
                  <a:lnTo>
                    <a:pt x="3398211" y="518609"/>
                  </a:lnTo>
                  <a:lnTo>
                    <a:pt x="3315328" y="529480"/>
                  </a:lnTo>
                  <a:lnTo>
                    <a:pt x="3232444" y="539049"/>
                  </a:lnTo>
                  <a:lnTo>
                    <a:pt x="3149561" y="550141"/>
                  </a:lnTo>
                  <a:lnTo>
                    <a:pt x="3066678" y="561946"/>
                  </a:lnTo>
                  <a:lnTo>
                    <a:pt x="2983795" y="571988"/>
                  </a:lnTo>
                  <a:lnTo>
                    <a:pt x="2900912" y="579525"/>
                  </a:lnTo>
                  <a:lnTo>
                    <a:pt x="2818028" y="586696"/>
                  </a:lnTo>
                  <a:lnTo>
                    <a:pt x="2735145" y="594092"/>
                  </a:lnTo>
                  <a:lnTo>
                    <a:pt x="2652262" y="601004"/>
                  </a:lnTo>
                  <a:lnTo>
                    <a:pt x="2569379" y="606403"/>
                  </a:lnTo>
                  <a:lnTo>
                    <a:pt x="2486496" y="611137"/>
                  </a:lnTo>
                  <a:lnTo>
                    <a:pt x="2403612" y="615820"/>
                  </a:lnTo>
                  <a:lnTo>
                    <a:pt x="2320729" y="620171"/>
                  </a:lnTo>
                  <a:lnTo>
                    <a:pt x="2237846" y="623437"/>
                  </a:lnTo>
                  <a:lnTo>
                    <a:pt x="2154963" y="625999"/>
                  </a:lnTo>
                  <a:lnTo>
                    <a:pt x="2072080" y="628156"/>
                  </a:lnTo>
                  <a:lnTo>
                    <a:pt x="1989196" y="630061"/>
                  </a:lnTo>
                  <a:lnTo>
                    <a:pt x="1906313" y="631814"/>
                  </a:lnTo>
                  <a:lnTo>
                    <a:pt x="1823430" y="633490"/>
                  </a:lnTo>
                  <a:lnTo>
                    <a:pt x="1740547" y="635179"/>
                  </a:lnTo>
                  <a:lnTo>
                    <a:pt x="1657664" y="637119"/>
                  </a:lnTo>
                  <a:lnTo>
                    <a:pt x="1574780" y="639508"/>
                  </a:lnTo>
                  <a:lnTo>
                    <a:pt x="1491897" y="642509"/>
                  </a:lnTo>
                  <a:lnTo>
                    <a:pt x="1409014" y="646277"/>
                  </a:lnTo>
                  <a:lnTo>
                    <a:pt x="1326131" y="650940"/>
                  </a:lnTo>
                  <a:lnTo>
                    <a:pt x="1243248" y="656589"/>
                  </a:lnTo>
                  <a:lnTo>
                    <a:pt x="1160364" y="663278"/>
                  </a:lnTo>
                  <a:lnTo>
                    <a:pt x="1077481" y="671028"/>
                  </a:lnTo>
                  <a:lnTo>
                    <a:pt x="994598" y="679831"/>
                  </a:lnTo>
                  <a:lnTo>
                    <a:pt x="911715" y="689664"/>
                  </a:lnTo>
                  <a:lnTo>
                    <a:pt x="828832" y="700494"/>
                  </a:lnTo>
                  <a:lnTo>
                    <a:pt x="745948" y="712281"/>
                  </a:lnTo>
                  <a:lnTo>
                    <a:pt x="663065" y="724985"/>
                  </a:lnTo>
                  <a:lnTo>
                    <a:pt x="580182" y="738565"/>
                  </a:lnTo>
                  <a:lnTo>
                    <a:pt x="497299" y="752983"/>
                  </a:lnTo>
                  <a:lnTo>
                    <a:pt x="414416" y="768204"/>
                  </a:lnTo>
                  <a:lnTo>
                    <a:pt x="331532" y="784194"/>
                  </a:lnTo>
                  <a:lnTo>
                    <a:pt x="248649" y="800923"/>
                  </a:lnTo>
                  <a:lnTo>
                    <a:pt x="165766" y="818361"/>
                  </a:lnTo>
                  <a:lnTo>
                    <a:pt x="111839" y="8301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548308"/>
              <a:ext cx="6015395" cy="492159"/>
            </a:xfrm>
            <a:custGeom>
              <a:avLst/>
              <a:pathLst>
                <a:path w="6015395" h="492159">
                  <a:moveTo>
                    <a:pt x="0" y="108834"/>
                  </a:moveTo>
                  <a:lnTo>
                    <a:pt x="82883" y="142824"/>
                  </a:lnTo>
                  <a:lnTo>
                    <a:pt x="165766" y="175305"/>
                  </a:lnTo>
                  <a:lnTo>
                    <a:pt x="248649" y="206264"/>
                  </a:lnTo>
                  <a:lnTo>
                    <a:pt x="331532" y="235690"/>
                  </a:lnTo>
                  <a:lnTo>
                    <a:pt x="414416" y="263567"/>
                  </a:lnTo>
                  <a:lnTo>
                    <a:pt x="497299" y="289879"/>
                  </a:lnTo>
                  <a:lnTo>
                    <a:pt x="580182" y="314607"/>
                  </a:lnTo>
                  <a:lnTo>
                    <a:pt x="663065" y="337728"/>
                  </a:lnTo>
                  <a:lnTo>
                    <a:pt x="745948" y="359219"/>
                  </a:lnTo>
                  <a:lnTo>
                    <a:pt x="828832" y="379053"/>
                  </a:lnTo>
                  <a:lnTo>
                    <a:pt x="911715" y="397204"/>
                  </a:lnTo>
                  <a:lnTo>
                    <a:pt x="994598" y="413647"/>
                  </a:lnTo>
                  <a:lnTo>
                    <a:pt x="1077481" y="428362"/>
                  </a:lnTo>
                  <a:lnTo>
                    <a:pt x="1160364" y="441338"/>
                  </a:lnTo>
                  <a:lnTo>
                    <a:pt x="1243248" y="452585"/>
                  </a:lnTo>
                  <a:lnTo>
                    <a:pt x="1326131" y="462135"/>
                  </a:lnTo>
                  <a:lnTo>
                    <a:pt x="1409014" y="470057"/>
                  </a:lnTo>
                  <a:lnTo>
                    <a:pt x="1491897" y="476457"/>
                  </a:lnTo>
                  <a:lnTo>
                    <a:pt x="1574780" y="481476"/>
                  </a:lnTo>
                  <a:lnTo>
                    <a:pt x="1657664" y="485282"/>
                  </a:lnTo>
                  <a:lnTo>
                    <a:pt x="1740547" y="488054"/>
                  </a:lnTo>
                  <a:lnTo>
                    <a:pt x="1823430" y="490028"/>
                  </a:lnTo>
                  <a:lnTo>
                    <a:pt x="1906313" y="491420"/>
                  </a:lnTo>
                  <a:lnTo>
                    <a:pt x="1989196" y="492159"/>
                  </a:lnTo>
                  <a:lnTo>
                    <a:pt x="2072080" y="492149"/>
                  </a:lnTo>
                  <a:lnTo>
                    <a:pt x="2154963" y="491321"/>
                  </a:lnTo>
                  <a:lnTo>
                    <a:pt x="2237846" y="489658"/>
                  </a:lnTo>
                  <a:lnTo>
                    <a:pt x="2320729" y="487295"/>
                  </a:lnTo>
                  <a:lnTo>
                    <a:pt x="2403612" y="484548"/>
                  </a:lnTo>
                  <a:lnTo>
                    <a:pt x="2486496" y="480745"/>
                  </a:lnTo>
                  <a:lnTo>
                    <a:pt x="2569379" y="475699"/>
                  </a:lnTo>
                  <a:lnTo>
                    <a:pt x="2652262" y="470097"/>
                  </a:lnTo>
                  <a:lnTo>
                    <a:pt x="2735145" y="464462"/>
                  </a:lnTo>
                  <a:lnTo>
                    <a:pt x="2818028" y="457823"/>
                  </a:lnTo>
                  <a:lnTo>
                    <a:pt x="2900912" y="449773"/>
                  </a:lnTo>
                  <a:lnTo>
                    <a:pt x="2983795" y="441202"/>
                  </a:lnTo>
                  <a:lnTo>
                    <a:pt x="3066678" y="431683"/>
                  </a:lnTo>
                  <a:lnTo>
                    <a:pt x="3149561" y="419748"/>
                  </a:lnTo>
                  <a:lnTo>
                    <a:pt x="3232444" y="406738"/>
                  </a:lnTo>
                  <a:lnTo>
                    <a:pt x="3315328" y="395629"/>
                  </a:lnTo>
                  <a:lnTo>
                    <a:pt x="3398211" y="384838"/>
                  </a:lnTo>
                  <a:lnTo>
                    <a:pt x="3481094" y="372109"/>
                  </a:lnTo>
                  <a:lnTo>
                    <a:pt x="3563977" y="358861"/>
                  </a:lnTo>
                  <a:lnTo>
                    <a:pt x="3646860" y="347250"/>
                  </a:lnTo>
                  <a:lnTo>
                    <a:pt x="3729744" y="339880"/>
                  </a:lnTo>
                  <a:lnTo>
                    <a:pt x="3812627" y="335369"/>
                  </a:lnTo>
                  <a:lnTo>
                    <a:pt x="3895510" y="331887"/>
                  </a:lnTo>
                  <a:lnTo>
                    <a:pt x="3978393" y="329078"/>
                  </a:lnTo>
                  <a:lnTo>
                    <a:pt x="4061276" y="326704"/>
                  </a:lnTo>
                  <a:lnTo>
                    <a:pt x="4144160" y="324649"/>
                  </a:lnTo>
                  <a:lnTo>
                    <a:pt x="4227043" y="322878"/>
                  </a:lnTo>
                  <a:lnTo>
                    <a:pt x="4309926" y="321381"/>
                  </a:lnTo>
                  <a:lnTo>
                    <a:pt x="4392809" y="319332"/>
                  </a:lnTo>
                  <a:lnTo>
                    <a:pt x="4475692" y="316179"/>
                  </a:lnTo>
                  <a:lnTo>
                    <a:pt x="4558576" y="311904"/>
                  </a:lnTo>
                  <a:lnTo>
                    <a:pt x="4641459" y="306463"/>
                  </a:lnTo>
                  <a:lnTo>
                    <a:pt x="4724342" y="299792"/>
                  </a:lnTo>
                  <a:lnTo>
                    <a:pt x="4807225" y="291812"/>
                  </a:lnTo>
                  <a:lnTo>
                    <a:pt x="4890108" y="282440"/>
                  </a:lnTo>
                  <a:lnTo>
                    <a:pt x="4972992" y="271597"/>
                  </a:lnTo>
                  <a:lnTo>
                    <a:pt x="5055875" y="259215"/>
                  </a:lnTo>
                  <a:lnTo>
                    <a:pt x="5138758" y="245241"/>
                  </a:lnTo>
                  <a:lnTo>
                    <a:pt x="5221641" y="229641"/>
                  </a:lnTo>
                  <a:lnTo>
                    <a:pt x="5304524" y="212398"/>
                  </a:lnTo>
                  <a:lnTo>
                    <a:pt x="5387408" y="193516"/>
                  </a:lnTo>
                  <a:lnTo>
                    <a:pt x="5470291" y="173009"/>
                  </a:lnTo>
                  <a:lnTo>
                    <a:pt x="5553174" y="150905"/>
                  </a:lnTo>
                  <a:lnTo>
                    <a:pt x="5636057" y="127238"/>
                  </a:lnTo>
                  <a:lnTo>
                    <a:pt x="5718940" y="102049"/>
                  </a:lnTo>
                  <a:lnTo>
                    <a:pt x="5801824" y="75380"/>
                  </a:lnTo>
                  <a:lnTo>
                    <a:pt x="5884707" y="47277"/>
                  </a:lnTo>
                  <a:lnTo>
                    <a:pt x="5967590" y="17785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84304" y="5020197"/>
              <a:ext cx="5903556" cy="358262"/>
            </a:xfrm>
            <a:custGeom>
              <a:avLst/>
              <a:pathLst>
                <a:path w="5903556" h="358262">
                  <a:moveTo>
                    <a:pt x="5903556" y="28873"/>
                  </a:moveTo>
                  <a:lnTo>
                    <a:pt x="5855750" y="25553"/>
                  </a:lnTo>
                  <a:lnTo>
                    <a:pt x="5772867" y="20435"/>
                  </a:lnTo>
                  <a:lnTo>
                    <a:pt x="5689984" y="15946"/>
                  </a:lnTo>
                  <a:lnTo>
                    <a:pt x="5607101" y="12078"/>
                  </a:lnTo>
                  <a:lnTo>
                    <a:pt x="5524218" y="8823"/>
                  </a:lnTo>
                  <a:lnTo>
                    <a:pt x="5441334" y="6169"/>
                  </a:lnTo>
                  <a:lnTo>
                    <a:pt x="5358451" y="4104"/>
                  </a:lnTo>
                  <a:lnTo>
                    <a:pt x="5275568" y="2609"/>
                  </a:lnTo>
                  <a:lnTo>
                    <a:pt x="5192685" y="1657"/>
                  </a:lnTo>
                  <a:lnTo>
                    <a:pt x="5109802" y="1210"/>
                  </a:lnTo>
                  <a:lnTo>
                    <a:pt x="5026918" y="1216"/>
                  </a:lnTo>
                  <a:lnTo>
                    <a:pt x="4944035" y="1606"/>
                  </a:lnTo>
                  <a:lnTo>
                    <a:pt x="4861152" y="2292"/>
                  </a:lnTo>
                  <a:lnTo>
                    <a:pt x="4778269" y="3168"/>
                  </a:lnTo>
                  <a:lnTo>
                    <a:pt x="4695386" y="4111"/>
                  </a:lnTo>
                  <a:lnTo>
                    <a:pt x="4612502" y="4989"/>
                  </a:lnTo>
                  <a:lnTo>
                    <a:pt x="4529619" y="5666"/>
                  </a:lnTo>
                  <a:lnTo>
                    <a:pt x="4446736" y="6009"/>
                  </a:lnTo>
                  <a:lnTo>
                    <a:pt x="4363853" y="5900"/>
                  </a:lnTo>
                  <a:lnTo>
                    <a:pt x="4280970" y="5241"/>
                  </a:lnTo>
                  <a:lnTo>
                    <a:pt x="4198086" y="3961"/>
                  </a:lnTo>
                  <a:lnTo>
                    <a:pt x="4115203" y="2302"/>
                  </a:lnTo>
                  <a:lnTo>
                    <a:pt x="4032320" y="861"/>
                  </a:lnTo>
                  <a:lnTo>
                    <a:pt x="3949437" y="0"/>
                  </a:lnTo>
                  <a:lnTo>
                    <a:pt x="3866554" y="51"/>
                  </a:lnTo>
                  <a:lnTo>
                    <a:pt x="3783670" y="1262"/>
                  </a:lnTo>
                  <a:lnTo>
                    <a:pt x="3700787" y="3760"/>
                  </a:lnTo>
                  <a:lnTo>
                    <a:pt x="3617904" y="7558"/>
                  </a:lnTo>
                  <a:lnTo>
                    <a:pt x="3535021" y="13480"/>
                  </a:lnTo>
                  <a:lnTo>
                    <a:pt x="3452138" y="22731"/>
                  </a:lnTo>
                  <a:lnTo>
                    <a:pt x="3369254" y="34332"/>
                  </a:lnTo>
                  <a:lnTo>
                    <a:pt x="3286371" y="46720"/>
                  </a:lnTo>
                  <a:lnTo>
                    <a:pt x="3203488" y="57591"/>
                  </a:lnTo>
                  <a:lnTo>
                    <a:pt x="3120605" y="67160"/>
                  </a:lnTo>
                  <a:lnTo>
                    <a:pt x="3037722" y="78252"/>
                  </a:lnTo>
                  <a:lnTo>
                    <a:pt x="2954838" y="90057"/>
                  </a:lnTo>
                  <a:lnTo>
                    <a:pt x="2871955" y="100099"/>
                  </a:lnTo>
                  <a:lnTo>
                    <a:pt x="2789072" y="107636"/>
                  </a:lnTo>
                  <a:lnTo>
                    <a:pt x="2706189" y="114807"/>
                  </a:lnTo>
                  <a:lnTo>
                    <a:pt x="2623306" y="122203"/>
                  </a:lnTo>
                  <a:lnTo>
                    <a:pt x="2540422" y="129115"/>
                  </a:lnTo>
                  <a:lnTo>
                    <a:pt x="2457539" y="134514"/>
                  </a:lnTo>
                  <a:lnTo>
                    <a:pt x="2374656" y="139248"/>
                  </a:lnTo>
                  <a:lnTo>
                    <a:pt x="2291773" y="143931"/>
                  </a:lnTo>
                  <a:lnTo>
                    <a:pt x="2208890" y="148282"/>
                  </a:lnTo>
                  <a:lnTo>
                    <a:pt x="2126006" y="151548"/>
                  </a:lnTo>
                  <a:lnTo>
                    <a:pt x="2043123" y="154110"/>
                  </a:lnTo>
                  <a:lnTo>
                    <a:pt x="1960240" y="156267"/>
                  </a:lnTo>
                  <a:lnTo>
                    <a:pt x="1877357" y="158172"/>
                  </a:lnTo>
                  <a:lnTo>
                    <a:pt x="1794474" y="159925"/>
                  </a:lnTo>
                  <a:lnTo>
                    <a:pt x="1711590" y="161601"/>
                  </a:lnTo>
                  <a:lnTo>
                    <a:pt x="1628707" y="163290"/>
                  </a:lnTo>
                  <a:lnTo>
                    <a:pt x="1545824" y="165230"/>
                  </a:lnTo>
                  <a:lnTo>
                    <a:pt x="1462941" y="167619"/>
                  </a:lnTo>
                  <a:lnTo>
                    <a:pt x="1380058" y="170620"/>
                  </a:lnTo>
                  <a:lnTo>
                    <a:pt x="1297174" y="174388"/>
                  </a:lnTo>
                  <a:lnTo>
                    <a:pt x="1214291" y="179051"/>
                  </a:lnTo>
                  <a:lnTo>
                    <a:pt x="1131408" y="184700"/>
                  </a:lnTo>
                  <a:lnTo>
                    <a:pt x="1048525" y="191389"/>
                  </a:lnTo>
                  <a:lnTo>
                    <a:pt x="965642" y="199138"/>
                  </a:lnTo>
                  <a:lnTo>
                    <a:pt x="882758" y="207942"/>
                  </a:lnTo>
                  <a:lnTo>
                    <a:pt x="799875" y="217775"/>
                  </a:lnTo>
                  <a:lnTo>
                    <a:pt x="716992" y="228605"/>
                  </a:lnTo>
                  <a:lnTo>
                    <a:pt x="634109" y="240392"/>
                  </a:lnTo>
                  <a:lnTo>
                    <a:pt x="551226" y="253096"/>
                  </a:lnTo>
                  <a:lnTo>
                    <a:pt x="468342" y="266676"/>
                  </a:lnTo>
                  <a:lnTo>
                    <a:pt x="385459" y="281094"/>
                  </a:lnTo>
                  <a:lnTo>
                    <a:pt x="302576" y="296315"/>
                  </a:lnTo>
                  <a:lnTo>
                    <a:pt x="219693" y="312305"/>
                  </a:lnTo>
                  <a:lnTo>
                    <a:pt x="136810" y="329034"/>
                  </a:lnTo>
                  <a:lnTo>
                    <a:pt x="53926" y="346472"/>
                  </a:lnTo>
                  <a:lnTo>
                    <a:pt x="0" y="3582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798690"/>
              <a:ext cx="6015395" cy="311377"/>
            </a:xfrm>
            <a:custGeom>
              <a:avLst/>
              <a:pathLst>
                <a:path w="6015395" h="311377">
                  <a:moveTo>
                    <a:pt x="0" y="231666"/>
                  </a:moveTo>
                  <a:lnTo>
                    <a:pt x="82883" y="239272"/>
                  </a:lnTo>
                  <a:lnTo>
                    <a:pt x="165766" y="246451"/>
                  </a:lnTo>
                  <a:lnTo>
                    <a:pt x="248649" y="253212"/>
                  </a:lnTo>
                  <a:lnTo>
                    <a:pt x="331532" y="259561"/>
                  </a:lnTo>
                  <a:lnTo>
                    <a:pt x="414416" y="265504"/>
                  </a:lnTo>
                  <a:lnTo>
                    <a:pt x="497299" y="271050"/>
                  </a:lnTo>
                  <a:lnTo>
                    <a:pt x="580182" y="276204"/>
                  </a:lnTo>
                  <a:lnTo>
                    <a:pt x="663065" y="280975"/>
                  </a:lnTo>
                  <a:lnTo>
                    <a:pt x="745948" y="285369"/>
                  </a:lnTo>
                  <a:lnTo>
                    <a:pt x="828832" y="289392"/>
                  </a:lnTo>
                  <a:lnTo>
                    <a:pt x="911715" y="293053"/>
                  </a:lnTo>
                  <a:lnTo>
                    <a:pt x="994598" y="296358"/>
                  </a:lnTo>
                  <a:lnTo>
                    <a:pt x="1077481" y="299313"/>
                  </a:lnTo>
                  <a:lnTo>
                    <a:pt x="1160364" y="301927"/>
                  </a:lnTo>
                  <a:lnTo>
                    <a:pt x="1243248" y="304206"/>
                  </a:lnTo>
                  <a:lnTo>
                    <a:pt x="1326131" y="306156"/>
                  </a:lnTo>
                  <a:lnTo>
                    <a:pt x="1409014" y="307786"/>
                  </a:lnTo>
                  <a:lnTo>
                    <a:pt x="1491897" y="309102"/>
                  </a:lnTo>
                  <a:lnTo>
                    <a:pt x="1574780" y="310111"/>
                  </a:lnTo>
                  <a:lnTo>
                    <a:pt x="1657664" y="310819"/>
                  </a:lnTo>
                  <a:lnTo>
                    <a:pt x="1740547" y="311235"/>
                  </a:lnTo>
                  <a:lnTo>
                    <a:pt x="1823430" y="311377"/>
                  </a:lnTo>
                  <a:lnTo>
                    <a:pt x="1906313" y="311236"/>
                  </a:lnTo>
                  <a:lnTo>
                    <a:pt x="1989196" y="310728"/>
                  </a:lnTo>
                  <a:lnTo>
                    <a:pt x="2072080" y="309771"/>
                  </a:lnTo>
                  <a:lnTo>
                    <a:pt x="2154963" y="308278"/>
                  </a:lnTo>
                  <a:lnTo>
                    <a:pt x="2237846" y="306167"/>
                  </a:lnTo>
                  <a:lnTo>
                    <a:pt x="2320729" y="303352"/>
                  </a:lnTo>
                  <a:lnTo>
                    <a:pt x="2403612" y="299803"/>
                  </a:lnTo>
                  <a:lnTo>
                    <a:pt x="2486496" y="295560"/>
                  </a:lnTo>
                  <a:lnTo>
                    <a:pt x="2569379" y="290670"/>
                  </a:lnTo>
                  <a:lnTo>
                    <a:pt x="2652262" y="285169"/>
                  </a:lnTo>
                  <a:lnTo>
                    <a:pt x="2735145" y="278896"/>
                  </a:lnTo>
                  <a:lnTo>
                    <a:pt x="2818028" y="271878"/>
                  </a:lnTo>
                  <a:lnTo>
                    <a:pt x="2900912" y="264268"/>
                  </a:lnTo>
                  <a:lnTo>
                    <a:pt x="2983795" y="256214"/>
                  </a:lnTo>
                  <a:lnTo>
                    <a:pt x="3066678" y="246433"/>
                  </a:lnTo>
                  <a:lnTo>
                    <a:pt x="3149561" y="234563"/>
                  </a:lnTo>
                  <a:lnTo>
                    <a:pt x="3232444" y="222512"/>
                  </a:lnTo>
                  <a:lnTo>
                    <a:pt x="3315328" y="212173"/>
                  </a:lnTo>
                  <a:lnTo>
                    <a:pt x="3398211" y="201342"/>
                  </a:lnTo>
                  <a:lnTo>
                    <a:pt x="3481094" y="188784"/>
                  </a:lnTo>
                  <a:lnTo>
                    <a:pt x="3563977" y="176359"/>
                  </a:lnTo>
                  <a:lnTo>
                    <a:pt x="3646860" y="165928"/>
                  </a:lnTo>
                  <a:lnTo>
                    <a:pt x="3729744" y="159282"/>
                  </a:lnTo>
                  <a:lnTo>
                    <a:pt x="3812627" y="155128"/>
                  </a:lnTo>
                  <a:lnTo>
                    <a:pt x="3895510" y="152138"/>
                  </a:lnTo>
                  <a:lnTo>
                    <a:pt x="3978393" y="150128"/>
                  </a:lnTo>
                  <a:lnTo>
                    <a:pt x="4061276" y="148915"/>
                  </a:lnTo>
                  <a:lnTo>
                    <a:pt x="4144160" y="148318"/>
                  </a:lnTo>
                  <a:lnTo>
                    <a:pt x="4227043" y="148153"/>
                  </a:lnTo>
                  <a:lnTo>
                    <a:pt x="4309926" y="148234"/>
                  </a:lnTo>
                  <a:lnTo>
                    <a:pt x="4392809" y="147850"/>
                  </a:lnTo>
                  <a:lnTo>
                    <a:pt x="4475692" y="146602"/>
                  </a:lnTo>
                  <a:lnTo>
                    <a:pt x="4558576" y="144520"/>
                  </a:lnTo>
                  <a:lnTo>
                    <a:pt x="4641459" y="141628"/>
                  </a:lnTo>
                  <a:lnTo>
                    <a:pt x="4724342" y="137954"/>
                  </a:lnTo>
                  <a:lnTo>
                    <a:pt x="4807225" y="133525"/>
                  </a:lnTo>
                  <a:lnTo>
                    <a:pt x="4890108" y="128367"/>
                  </a:lnTo>
                  <a:lnTo>
                    <a:pt x="4972992" y="122508"/>
                  </a:lnTo>
                  <a:lnTo>
                    <a:pt x="5055875" y="115974"/>
                  </a:lnTo>
                  <a:lnTo>
                    <a:pt x="5138758" y="108792"/>
                  </a:lnTo>
                  <a:lnTo>
                    <a:pt x="5221641" y="100989"/>
                  </a:lnTo>
                  <a:lnTo>
                    <a:pt x="5304524" y="92591"/>
                  </a:lnTo>
                  <a:lnTo>
                    <a:pt x="5387408" y="83626"/>
                  </a:lnTo>
                  <a:lnTo>
                    <a:pt x="5470291" y="74120"/>
                  </a:lnTo>
                  <a:lnTo>
                    <a:pt x="5553174" y="64100"/>
                  </a:lnTo>
                  <a:lnTo>
                    <a:pt x="5636057" y="53594"/>
                  </a:lnTo>
                  <a:lnTo>
                    <a:pt x="5718940" y="42627"/>
                  </a:lnTo>
                  <a:lnTo>
                    <a:pt x="5801824" y="31226"/>
                  </a:lnTo>
                  <a:lnTo>
                    <a:pt x="5884707" y="19419"/>
                  </a:lnTo>
                  <a:lnTo>
                    <a:pt x="5967590" y="7232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694450"/>
              <a:ext cx="6015395" cy="662686"/>
            </a:xfrm>
            <a:custGeom>
              <a:avLst/>
              <a:pathLst>
                <a:path w="6015395" h="662686">
                  <a:moveTo>
                    <a:pt x="0" y="0"/>
                  </a:moveTo>
                  <a:lnTo>
                    <a:pt x="82883" y="32623"/>
                  </a:lnTo>
                  <a:lnTo>
                    <a:pt x="165766" y="63818"/>
                  </a:lnTo>
                  <a:lnTo>
                    <a:pt x="248649" y="93574"/>
                  </a:lnTo>
                  <a:lnTo>
                    <a:pt x="331532" y="121880"/>
                  </a:lnTo>
                  <a:lnTo>
                    <a:pt x="414416" y="148725"/>
                  </a:lnTo>
                  <a:lnTo>
                    <a:pt x="497299" y="174094"/>
                  </a:lnTo>
                  <a:lnTo>
                    <a:pt x="580182" y="197970"/>
                  </a:lnTo>
                  <a:lnTo>
                    <a:pt x="663065" y="220334"/>
                  </a:lnTo>
                  <a:lnTo>
                    <a:pt x="745948" y="241165"/>
                  </a:lnTo>
                  <a:lnTo>
                    <a:pt x="828832" y="260441"/>
                  </a:lnTo>
                  <a:lnTo>
                    <a:pt x="911715" y="278138"/>
                  </a:lnTo>
                  <a:lnTo>
                    <a:pt x="994598" y="294236"/>
                  </a:lnTo>
                  <a:lnTo>
                    <a:pt x="1077481" y="308715"/>
                  </a:lnTo>
                  <a:lnTo>
                    <a:pt x="1160364" y="321569"/>
                  </a:lnTo>
                  <a:lnTo>
                    <a:pt x="1243248" y="332805"/>
                  </a:lnTo>
                  <a:lnTo>
                    <a:pt x="1326131" y="342454"/>
                  </a:lnTo>
                  <a:lnTo>
                    <a:pt x="1409014" y="350576"/>
                  </a:lnTo>
                  <a:lnTo>
                    <a:pt x="1491897" y="357266"/>
                  </a:lnTo>
                  <a:lnTo>
                    <a:pt x="1574780" y="362649"/>
                  </a:lnTo>
                  <a:lnTo>
                    <a:pt x="1657664" y="366877"/>
                  </a:lnTo>
                  <a:lnTo>
                    <a:pt x="1740547" y="370107"/>
                  </a:lnTo>
                  <a:lnTo>
                    <a:pt x="1823430" y="372561"/>
                  </a:lnTo>
                  <a:lnTo>
                    <a:pt x="1906313" y="374451"/>
                  </a:lnTo>
                  <a:lnTo>
                    <a:pt x="1989196" y="375697"/>
                  </a:lnTo>
                  <a:lnTo>
                    <a:pt x="2072080" y="376199"/>
                  </a:lnTo>
                  <a:lnTo>
                    <a:pt x="2154963" y="375879"/>
                  </a:lnTo>
                  <a:lnTo>
                    <a:pt x="2237846" y="374705"/>
                  </a:lnTo>
                  <a:lnTo>
                    <a:pt x="2320729" y="372721"/>
                  </a:lnTo>
                  <a:lnTo>
                    <a:pt x="2403612" y="369924"/>
                  </a:lnTo>
                  <a:lnTo>
                    <a:pt x="2486496" y="365925"/>
                  </a:lnTo>
                  <a:lnTo>
                    <a:pt x="2569379" y="360844"/>
                  </a:lnTo>
                  <a:lnTo>
                    <a:pt x="2652262" y="355565"/>
                  </a:lnTo>
                  <a:lnTo>
                    <a:pt x="2735145" y="350364"/>
                  </a:lnTo>
                  <a:lnTo>
                    <a:pt x="2818028" y="344277"/>
                  </a:lnTo>
                  <a:lnTo>
                    <a:pt x="2900912" y="337006"/>
                  </a:lnTo>
                  <a:lnTo>
                    <a:pt x="2983795" y="329408"/>
                  </a:lnTo>
                  <a:lnTo>
                    <a:pt x="3066678" y="321268"/>
                  </a:lnTo>
                  <a:lnTo>
                    <a:pt x="3149561" y="311284"/>
                  </a:lnTo>
                  <a:lnTo>
                    <a:pt x="3232444" y="300442"/>
                  </a:lnTo>
                  <a:lnTo>
                    <a:pt x="3315328" y="291183"/>
                  </a:lnTo>
                  <a:lnTo>
                    <a:pt x="3398211" y="282004"/>
                  </a:lnTo>
                  <a:lnTo>
                    <a:pt x="3481094" y="271062"/>
                  </a:lnTo>
                  <a:lnTo>
                    <a:pt x="3563977" y="259806"/>
                  </a:lnTo>
                  <a:lnTo>
                    <a:pt x="3646860" y="250343"/>
                  </a:lnTo>
                  <a:lnTo>
                    <a:pt x="3729744" y="245165"/>
                  </a:lnTo>
                  <a:lnTo>
                    <a:pt x="3812627" y="242756"/>
                  </a:lnTo>
                  <a:lnTo>
                    <a:pt x="3895510" y="241305"/>
                  </a:lnTo>
                  <a:lnTo>
                    <a:pt x="3978393" y="240519"/>
                  </a:lnTo>
                  <a:lnTo>
                    <a:pt x="4061276" y="240210"/>
                  </a:lnTo>
                  <a:lnTo>
                    <a:pt x="4144160" y="240294"/>
                  </a:lnTo>
                  <a:lnTo>
                    <a:pt x="4227043" y="240765"/>
                  </a:lnTo>
                  <a:lnTo>
                    <a:pt x="4309926" y="241635"/>
                  </a:lnTo>
                  <a:lnTo>
                    <a:pt x="4392809" y="242188"/>
                  </a:lnTo>
                  <a:lnTo>
                    <a:pt x="4475692" y="241934"/>
                  </a:lnTo>
                  <a:lnTo>
                    <a:pt x="4558576" y="240859"/>
                  </a:lnTo>
                  <a:lnTo>
                    <a:pt x="4641459" y="238921"/>
                  </a:lnTo>
                  <a:lnTo>
                    <a:pt x="4724342" y="236062"/>
                  </a:lnTo>
                  <a:lnTo>
                    <a:pt x="4807225" y="232211"/>
                  </a:lnTo>
                  <a:lnTo>
                    <a:pt x="4890108" y="227294"/>
                  </a:lnTo>
                  <a:lnTo>
                    <a:pt x="4972992" y="221240"/>
                  </a:lnTo>
                  <a:lnTo>
                    <a:pt x="5055875" y="213986"/>
                  </a:lnTo>
                  <a:lnTo>
                    <a:pt x="5138758" y="205486"/>
                  </a:lnTo>
                  <a:lnTo>
                    <a:pt x="5221641" y="195708"/>
                  </a:lnTo>
                  <a:lnTo>
                    <a:pt x="5304524" y="184637"/>
                  </a:lnTo>
                  <a:lnTo>
                    <a:pt x="5387408" y="172273"/>
                  </a:lnTo>
                  <a:lnTo>
                    <a:pt x="5470291" y="158629"/>
                  </a:lnTo>
                  <a:lnTo>
                    <a:pt x="5553174" y="143729"/>
                  </a:lnTo>
                  <a:lnTo>
                    <a:pt x="5636057" y="127602"/>
                  </a:lnTo>
                  <a:lnTo>
                    <a:pt x="5718940" y="110283"/>
                  </a:lnTo>
                  <a:lnTo>
                    <a:pt x="5801824" y="91810"/>
                  </a:lnTo>
                  <a:lnTo>
                    <a:pt x="5884707" y="72220"/>
                  </a:lnTo>
                  <a:lnTo>
                    <a:pt x="5967590" y="51555"/>
                  </a:lnTo>
                  <a:lnTo>
                    <a:pt x="6015395" y="39037"/>
                  </a:lnTo>
                  <a:lnTo>
                    <a:pt x="6015395" y="483621"/>
                  </a:lnTo>
                  <a:lnTo>
                    <a:pt x="5967590" y="477401"/>
                  </a:lnTo>
                  <a:lnTo>
                    <a:pt x="5884707" y="467339"/>
                  </a:lnTo>
                  <a:lnTo>
                    <a:pt x="5801824" y="457993"/>
                  </a:lnTo>
                  <a:lnTo>
                    <a:pt x="5718940" y="449356"/>
                  </a:lnTo>
                  <a:lnTo>
                    <a:pt x="5636057" y="441421"/>
                  </a:lnTo>
                  <a:lnTo>
                    <a:pt x="5553174" y="434180"/>
                  </a:lnTo>
                  <a:lnTo>
                    <a:pt x="5470291" y="427622"/>
                  </a:lnTo>
                  <a:lnTo>
                    <a:pt x="5387408" y="421732"/>
                  </a:lnTo>
                  <a:lnTo>
                    <a:pt x="5304524" y="416487"/>
                  </a:lnTo>
                  <a:lnTo>
                    <a:pt x="5221641" y="411854"/>
                  </a:lnTo>
                  <a:lnTo>
                    <a:pt x="5138758" y="407787"/>
                  </a:lnTo>
                  <a:lnTo>
                    <a:pt x="5055875" y="404227"/>
                  </a:lnTo>
                  <a:lnTo>
                    <a:pt x="4972992" y="401096"/>
                  </a:lnTo>
                  <a:lnTo>
                    <a:pt x="4890108" y="398302"/>
                  </a:lnTo>
                  <a:lnTo>
                    <a:pt x="4807225" y="395735"/>
                  </a:lnTo>
                  <a:lnTo>
                    <a:pt x="4724342" y="393281"/>
                  </a:lnTo>
                  <a:lnTo>
                    <a:pt x="4641459" y="390818"/>
                  </a:lnTo>
                  <a:lnTo>
                    <a:pt x="4558576" y="388231"/>
                  </a:lnTo>
                  <a:lnTo>
                    <a:pt x="4475692" y="385414"/>
                  </a:lnTo>
                  <a:lnTo>
                    <a:pt x="4392809" y="382283"/>
                  </a:lnTo>
                  <a:lnTo>
                    <a:pt x="4309926" y="378775"/>
                  </a:lnTo>
                  <a:lnTo>
                    <a:pt x="4227043" y="375103"/>
                  </a:lnTo>
                  <a:lnTo>
                    <a:pt x="4144160" y="371780"/>
                  </a:lnTo>
                  <a:lnTo>
                    <a:pt x="4061276" y="369106"/>
                  </a:lnTo>
                  <a:lnTo>
                    <a:pt x="3978393" y="367354"/>
                  </a:lnTo>
                  <a:lnTo>
                    <a:pt x="3895510" y="366721"/>
                  </a:lnTo>
                  <a:lnTo>
                    <a:pt x="3812627" y="367298"/>
                  </a:lnTo>
                  <a:lnTo>
                    <a:pt x="3729744" y="369074"/>
                  </a:lnTo>
                  <a:lnTo>
                    <a:pt x="3646860" y="372967"/>
                  </a:lnTo>
                  <a:lnTo>
                    <a:pt x="3563977" y="380335"/>
                  </a:lnTo>
                  <a:lnTo>
                    <a:pt x="3481094" y="390128"/>
                  </a:lnTo>
                  <a:lnTo>
                    <a:pt x="3398211" y="400767"/>
                  </a:lnTo>
                  <a:lnTo>
                    <a:pt x="3315328" y="410018"/>
                  </a:lnTo>
                  <a:lnTo>
                    <a:pt x="3232444" y="417910"/>
                  </a:lnTo>
                  <a:lnTo>
                    <a:pt x="3149561" y="427048"/>
                  </a:lnTo>
                  <a:lnTo>
                    <a:pt x="3066678" y="436917"/>
                  </a:lnTo>
                  <a:lnTo>
                    <a:pt x="2983795" y="445522"/>
                  </a:lnTo>
                  <a:lnTo>
                    <a:pt x="2900912" y="452201"/>
                  </a:lnTo>
                  <a:lnTo>
                    <a:pt x="2818028" y="458691"/>
                  </a:lnTo>
                  <a:lnTo>
                    <a:pt x="2735145" y="465452"/>
                  </a:lnTo>
                  <a:lnTo>
                    <a:pt x="2652262" y="471786"/>
                  </a:lnTo>
                  <a:lnTo>
                    <a:pt x="2569379" y="476885"/>
                  </a:lnTo>
                  <a:lnTo>
                    <a:pt x="2486496" y="481688"/>
                  </a:lnTo>
                  <a:lnTo>
                    <a:pt x="2403612" y="486469"/>
                  </a:lnTo>
                  <a:lnTo>
                    <a:pt x="2320729" y="490690"/>
                  </a:lnTo>
                  <a:lnTo>
                    <a:pt x="2237846" y="493476"/>
                  </a:lnTo>
                  <a:lnTo>
                    <a:pt x="2154963" y="495448"/>
                  </a:lnTo>
                  <a:lnTo>
                    <a:pt x="2072080" y="496948"/>
                  </a:lnTo>
                  <a:lnTo>
                    <a:pt x="1989196" y="498129"/>
                  </a:lnTo>
                  <a:lnTo>
                    <a:pt x="1906313" y="499095"/>
                  </a:lnTo>
                  <a:lnTo>
                    <a:pt x="1823430" y="499928"/>
                  </a:lnTo>
                  <a:lnTo>
                    <a:pt x="1740547" y="500727"/>
                  </a:lnTo>
                  <a:lnTo>
                    <a:pt x="1657664" y="501680"/>
                  </a:lnTo>
                  <a:lnTo>
                    <a:pt x="1574780" y="502952"/>
                  </a:lnTo>
                  <a:lnTo>
                    <a:pt x="1491897" y="504689"/>
                  </a:lnTo>
                  <a:lnTo>
                    <a:pt x="1409014" y="507026"/>
                  </a:lnTo>
                  <a:lnTo>
                    <a:pt x="1326131" y="510077"/>
                  </a:lnTo>
                  <a:lnTo>
                    <a:pt x="1243248" y="513923"/>
                  </a:lnTo>
                  <a:lnTo>
                    <a:pt x="1160364" y="518611"/>
                  </a:lnTo>
                  <a:lnTo>
                    <a:pt x="1077481" y="524157"/>
                  </a:lnTo>
                  <a:lnTo>
                    <a:pt x="994598" y="530557"/>
                  </a:lnTo>
                  <a:lnTo>
                    <a:pt x="911715" y="537788"/>
                  </a:lnTo>
                  <a:lnTo>
                    <a:pt x="828832" y="545821"/>
                  </a:lnTo>
                  <a:lnTo>
                    <a:pt x="745948" y="554619"/>
                  </a:lnTo>
                  <a:lnTo>
                    <a:pt x="663065" y="564145"/>
                  </a:lnTo>
                  <a:lnTo>
                    <a:pt x="580182" y="574365"/>
                  </a:lnTo>
                  <a:lnTo>
                    <a:pt x="497299" y="585244"/>
                  </a:lnTo>
                  <a:lnTo>
                    <a:pt x="414416" y="596749"/>
                  </a:lnTo>
                  <a:lnTo>
                    <a:pt x="331532" y="608850"/>
                  </a:lnTo>
                  <a:lnTo>
                    <a:pt x="248649" y="621519"/>
                  </a:lnTo>
                  <a:lnTo>
                    <a:pt x="165766" y="634731"/>
                  </a:lnTo>
                  <a:lnTo>
                    <a:pt x="82883" y="648461"/>
                  </a:lnTo>
                  <a:lnTo>
                    <a:pt x="0" y="6626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694450"/>
              <a:ext cx="6015395" cy="376199"/>
            </a:xfrm>
            <a:custGeom>
              <a:avLst/>
              <a:pathLst>
                <a:path w="6015395" h="376199">
                  <a:moveTo>
                    <a:pt x="0" y="0"/>
                  </a:moveTo>
                  <a:lnTo>
                    <a:pt x="82883" y="32623"/>
                  </a:lnTo>
                  <a:lnTo>
                    <a:pt x="165766" y="63818"/>
                  </a:lnTo>
                  <a:lnTo>
                    <a:pt x="248649" y="93574"/>
                  </a:lnTo>
                  <a:lnTo>
                    <a:pt x="331532" y="121880"/>
                  </a:lnTo>
                  <a:lnTo>
                    <a:pt x="414416" y="148725"/>
                  </a:lnTo>
                  <a:lnTo>
                    <a:pt x="497299" y="174094"/>
                  </a:lnTo>
                  <a:lnTo>
                    <a:pt x="580182" y="197970"/>
                  </a:lnTo>
                  <a:lnTo>
                    <a:pt x="663065" y="220334"/>
                  </a:lnTo>
                  <a:lnTo>
                    <a:pt x="745948" y="241165"/>
                  </a:lnTo>
                  <a:lnTo>
                    <a:pt x="828832" y="260441"/>
                  </a:lnTo>
                  <a:lnTo>
                    <a:pt x="911715" y="278138"/>
                  </a:lnTo>
                  <a:lnTo>
                    <a:pt x="994598" y="294236"/>
                  </a:lnTo>
                  <a:lnTo>
                    <a:pt x="1077481" y="308715"/>
                  </a:lnTo>
                  <a:lnTo>
                    <a:pt x="1160364" y="321569"/>
                  </a:lnTo>
                  <a:lnTo>
                    <a:pt x="1243248" y="332805"/>
                  </a:lnTo>
                  <a:lnTo>
                    <a:pt x="1326131" y="342454"/>
                  </a:lnTo>
                  <a:lnTo>
                    <a:pt x="1409014" y="350576"/>
                  </a:lnTo>
                  <a:lnTo>
                    <a:pt x="1491897" y="357266"/>
                  </a:lnTo>
                  <a:lnTo>
                    <a:pt x="1574780" y="362649"/>
                  </a:lnTo>
                  <a:lnTo>
                    <a:pt x="1657664" y="366877"/>
                  </a:lnTo>
                  <a:lnTo>
                    <a:pt x="1740547" y="370107"/>
                  </a:lnTo>
                  <a:lnTo>
                    <a:pt x="1823430" y="372561"/>
                  </a:lnTo>
                  <a:lnTo>
                    <a:pt x="1906313" y="374451"/>
                  </a:lnTo>
                  <a:lnTo>
                    <a:pt x="1989196" y="375697"/>
                  </a:lnTo>
                  <a:lnTo>
                    <a:pt x="2072080" y="376199"/>
                  </a:lnTo>
                  <a:lnTo>
                    <a:pt x="2154963" y="375879"/>
                  </a:lnTo>
                  <a:lnTo>
                    <a:pt x="2237846" y="374705"/>
                  </a:lnTo>
                  <a:lnTo>
                    <a:pt x="2320729" y="372721"/>
                  </a:lnTo>
                  <a:lnTo>
                    <a:pt x="2403612" y="369924"/>
                  </a:lnTo>
                  <a:lnTo>
                    <a:pt x="2486496" y="365925"/>
                  </a:lnTo>
                  <a:lnTo>
                    <a:pt x="2569379" y="360844"/>
                  </a:lnTo>
                  <a:lnTo>
                    <a:pt x="2652262" y="355565"/>
                  </a:lnTo>
                  <a:lnTo>
                    <a:pt x="2735145" y="350364"/>
                  </a:lnTo>
                  <a:lnTo>
                    <a:pt x="2818028" y="344277"/>
                  </a:lnTo>
                  <a:lnTo>
                    <a:pt x="2900912" y="337006"/>
                  </a:lnTo>
                  <a:lnTo>
                    <a:pt x="2983795" y="329408"/>
                  </a:lnTo>
                  <a:lnTo>
                    <a:pt x="3066678" y="321268"/>
                  </a:lnTo>
                  <a:lnTo>
                    <a:pt x="3149561" y="311284"/>
                  </a:lnTo>
                  <a:lnTo>
                    <a:pt x="3232444" y="300442"/>
                  </a:lnTo>
                  <a:lnTo>
                    <a:pt x="3315328" y="291183"/>
                  </a:lnTo>
                  <a:lnTo>
                    <a:pt x="3398211" y="282004"/>
                  </a:lnTo>
                  <a:lnTo>
                    <a:pt x="3481094" y="271062"/>
                  </a:lnTo>
                  <a:lnTo>
                    <a:pt x="3563977" y="259806"/>
                  </a:lnTo>
                  <a:lnTo>
                    <a:pt x="3646860" y="250343"/>
                  </a:lnTo>
                  <a:lnTo>
                    <a:pt x="3729744" y="245165"/>
                  </a:lnTo>
                  <a:lnTo>
                    <a:pt x="3812627" y="242756"/>
                  </a:lnTo>
                  <a:lnTo>
                    <a:pt x="3895510" y="241305"/>
                  </a:lnTo>
                  <a:lnTo>
                    <a:pt x="3978393" y="240519"/>
                  </a:lnTo>
                  <a:lnTo>
                    <a:pt x="4061276" y="240210"/>
                  </a:lnTo>
                  <a:lnTo>
                    <a:pt x="4144160" y="240294"/>
                  </a:lnTo>
                  <a:lnTo>
                    <a:pt x="4227043" y="240765"/>
                  </a:lnTo>
                  <a:lnTo>
                    <a:pt x="4309926" y="241635"/>
                  </a:lnTo>
                  <a:lnTo>
                    <a:pt x="4392809" y="242188"/>
                  </a:lnTo>
                  <a:lnTo>
                    <a:pt x="4475692" y="241934"/>
                  </a:lnTo>
                  <a:lnTo>
                    <a:pt x="4558576" y="240859"/>
                  </a:lnTo>
                  <a:lnTo>
                    <a:pt x="4641459" y="238921"/>
                  </a:lnTo>
                  <a:lnTo>
                    <a:pt x="4724342" y="236062"/>
                  </a:lnTo>
                  <a:lnTo>
                    <a:pt x="4807225" y="232211"/>
                  </a:lnTo>
                  <a:lnTo>
                    <a:pt x="4890108" y="227294"/>
                  </a:lnTo>
                  <a:lnTo>
                    <a:pt x="4972992" y="221240"/>
                  </a:lnTo>
                  <a:lnTo>
                    <a:pt x="5055875" y="213986"/>
                  </a:lnTo>
                  <a:lnTo>
                    <a:pt x="5138758" y="205486"/>
                  </a:lnTo>
                  <a:lnTo>
                    <a:pt x="5221641" y="195708"/>
                  </a:lnTo>
                  <a:lnTo>
                    <a:pt x="5304524" y="184637"/>
                  </a:lnTo>
                  <a:lnTo>
                    <a:pt x="5387408" y="172273"/>
                  </a:lnTo>
                  <a:lnTo>
                    <a:pt x="5470291" y="158629"/>
                  </a:lnTo>
                  <a:lnTo>
                    <a:pt x="5553174" y="143729"/>
                  </a:lnTo>
                  <a:lnTo>
                    <a:pt x="5636057" y="127602"/>
                  </a:lnTo>
                  <a:lnTo>
                    <a:pt x="5718940" y="110283"/>
                  </a:lnTo>
                  <a:lnTo>
                    <a:pt x="5801824" y="91810"/>
                  </a:lnTo>
                  <a:lnTo>
                    <a:pt x="5884707" y="72220"/>
                  </a:lnTo>
                  <a:lnTo>
                    <a:pt x="5967590" y="51555"/>
                  </a:lnTo>
                  <a:lnTo>
                    <a:pt x="6015395" y="39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5061171"/>
              <a:ext cx="6015395" cy="295964"/>
            </a:xfrm>
            <a:custGeom>
              <a:avLst/>
              <a:pathLst>
                <a:path w="6015395" h="295964">
                  <a:moveTo>
                    <a:pt x="6015395" y="116899"/>
                  </a:moveTo>
                  <a:lnTo>
                    <a:pt x="5967590" y="110680"/>
                  </a:lnTo>
                  <a:lnTo>
                    <a:pt x="5884707" y="100618"/>
                  </a:lnTo>
                  <a:lnTo>
                    <a:pt x="5801824" y="91272"/>
                  </a:lnTo>
                  <a:lnTo>
                    <a:pt x="5718940" y="82634"/>
                  </a:lnTo>
                  <a:lnTo>
                    <a:pt x="5636057" y="74699"/>
                  </a:lnTo>
                  <a:lnTo>
                    <a:pt x="5553174" y="67459"/>
                  </a:lnTo>
                  <a:lnTo>
                    <a:pt x="5470291" y="60901"/>
                  </a:lnTo>
                  <a:lnTo>
                    <a:pt x="5387408" y="55011"/>
                  </a:lnTo>
                  <a:lnTo>
                    <a:pt x="5304524" y="49766"/>
                  </a:lnTo>
                  <a:lnTo>
                    <a:pt x="5221641" y="45133"/>
                  </a:lnTo>
                  <a:lnTo>
                    <a:pt x="5138758" y="41066"/>
                  </a:lnTo>
                  <a:lnTo>
                    <a:pt x="5055875" y="37506"/>
                  </a:lnTo>
                  <a:lnTo>
                    <a:pt x="4972992" y="34375"/>
                  </a:lnTo>
                  <a:lnTo>
                    <a:pt x="4890108" y="31581"/>
                  </a:lnTo>
                  <a:lnTo>
                    <a:pt x="4807225" y="29014"/>
                  </a:lnTo>
                  <a:lnTo>
                    <a:pt x="4724342" y="26560"/>
                  </a:lnTo>
                  <a:lnTo>
                    <a:pt x="4641459" y="24097"/>
                  </a:lnTo>
                  <a:lnTo>
                    <a:pt x="4558576" y="21509"/>
                  </a:lnTo>
                  <a:lnTo>
                    <a:pt x="4475692" y="18693"/>
                  </a:lnTo>
                  <a:lnTo>
                    <a:pt x="4392809" y="15561"/>
                  </a:lnTo>
                  <a:lnTo>
                    <a:pt x="4309926" y="12054"/>
                  </a:lnTo>
                  <a:lnTo>
                    <a:pt x="4227043" y="8382"/>
                  </a:lnTo>
                  <a:lnTo>
                    <a:pt x="4144160" y="5059"/>
                  </a:lnTo>
                  <a:lnTo>
                    <a:pt x="4061276" y="2385"/>
                  </a:lnTo>
                  <a:lnTo>
                    <a:pt x="3978393" y="633"/>
                  </a:lnTo>
                  <a:lnTo>
                    <a:pt x="3895510" y="0"/>
                  </a:lnTo>
                  <a:lnTo>
                    <a:pt x="3812627" y="577"/>
                  </a:lnTo>
                  <a:lnTo>
                    <a:pt x="3729744" y="2353"/>
                  </a:lnTo>
                  <a:lnTo>
                    <a:pt x="3646860" y="6246"/>
                  </a:lnTo>
                  <a:lnTo>
                    <a:pt x="3563977" y="13613"/>
                  </a:lnTo>
                  <a:lnTo>
                    <a:pt x="3481094" y="23407"/>
                  </a:lnTo>
                  <a:lnTo>
                    <a:pt x="3398211" y="34046"/>
                  </a:lnTo>
                  <a:lnTo>
                    <a:pt x="3315328" y="43297"/>
                  </a:lnTo>
                  <a:lnTo>
                    <a:pt x="3232444" y="51189"/>
                  </a:lnTo>
                  <a:lnTo>
                    <a:pt x="3149561" y="60327"/>
                  </a:lnTo>
                  <a:lnTo>
                    <a:pt x="3066678" y="70196"/>
                  </a:lnTo>
                  <a:lnTo>
                    <a:pt x="2983795" y="78800"/>
                  </a:lnTo>
                  <a:lnTo>
                    <a:pt x="2900912" y="85479"/>
                  </a:lnTo>
                  <a:lnTo>
                    <a:pt x="2818028" y="91970"/>
                  </a:lnTo>
                  <a:lnTo>
                    <a:pt x="2735145" y="98731"/>
                  </a:lnTo>
                  <a:lnTo>
                    <a:pt x="2652262" y="105065"/>
                  </a:lnTo>
                  <a:lnTo>
                    <a:pt x="2569379" y="110163"/>
                  </a:lnTo>
                  <a:lnTo>
                    <a:pt x="2486496" y="114967"/>
                  </a:lnTo>
                  <a:lnTo>
                    <a:pt x="2403612" y="119748"/>
                  </a:lnTo>
                  <a:lnTo>
                    <a:pt x="2320729" y="123969"/>
                  </a:lnTo>
                  <a:lnTo>
                    <a:pt x="2237846" y="126755"/>
                  </a:lnTo>
                  <a:lnTo>
                    <a:pt x="2154963" y="128727"/>
                  </a:lnTo>
                  <a:lnTo>
                    <a:pt x="2072080" y="130227"/>
                  </a:lnTo>
                  <a:lnTo>
                    <a:pt x="1989196" y="131407"/>
                  </a:lnTo>
                  <a:lnTo>
                    <a:pt x="1906313" y="132374"/>
                  </a:lnTo>
                  <a:lnTo>
                    <a:pt x="1823430" y="133207"/>
                  </a:lnTo>
                  <a:lnTo>
                    <a:pt x="1740547" y="134006"/>
                  </a:lnTo>
                  <a:lnTo>
                    <a:pt x="1657664" y="134959"/>
                  </a:lnTo>
                  <a:lnTo>
                    <a:pt x="1574780" y="136231"/>
                  </a:lnTo>
                  <a:lnTo>
                    <a:pt x="1491897" y="137968"/>
                  </a:lnTo>
                  <a:lnTo>
                    <a:pt x="1409014" y="140305"/>
                  </a:lnTo>
                  <a:lnTo>
                    <a:pt x="1326131" y="143356"/>
                  </a:lnTo>
                  <a:lnTo>
                    <a:pt x="1243248" y="147202"/>
                  </a:lnTo>
                  <a:lnTo>
                    <a:pt x="1160364" y="151889"/>
                  </a:lnTo>
                  <a:lnTo>
                    <a:pt x="1077481" y="157436"/>
                  </a:lnTo>
                  <a:lnTo>
                    <a:pt x="994598" y="163836"/>
                  </a:lnTo>
                  <a:lnTo>
                    <a:pt x="911715" y="171067"/>
                  </a:lnTo>
                  <a:lnTo>
                    <a:pt x="828832" y="179099"/>
                  </a:lnTo>
                  <a:lnTo>
                    <a:pt x="745948" y="187897"/>
                  </a:lnTo>
                  <a:lnTo>
                    <a:pt x="663065" y="197424"/>
                  </a:lnTo>
                  <a:lnTo>
                    <a:pt x="580182" y="207644"/>
                  </a:lnTo>
                  <a:lnTo>
                    <a:pt x="497299" y="218523"/>
                  </a:lnTo>
                  <a:lnTo>
                    <a:pt x="414416" y="230028"/>
                  </a:lnTo>
                  <a:lnTo>
                    <a:pt x="331532" y="242129"/>
                  </a:lnTo>
                  <a:lnTo>
                    <a:pt x="248649" y="254798"/>
                  </a:lnTo>
                  <a:lnTo>
                    <a:pt x="165766" y="268010"/>
                  </a:lnTo>
                  <a:lnTo>
                    <a:pt x="82883" y="281740"/>
                  </a:lnTo>
                  <a:lnTo>
                    <a:pt x="0" y="2959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955779"/>
              <a:ext cx="6015395" cy="175584"/>
            </a:xfrm>
            <a:custGeom>
              <a:avLst/>
              <a:pathLst>
                <a:path w="6015395" h="175584">
                  <a:moveTo>
                    <a:pt x="0" y="70013"/>
                  </a:moveTo>
                  <a:lnTo>
                    <a:pt x="82883" y="79212"/>
                  </a:lnTo>
                  <a:lnTo>
                    <a:pt x="165766" y="87945"/>
                  </a:lnTo>
                  <a:lnTo>
                    <a:pt x="248649" y="96217"/>
                  </a:lnTo>
                  <a:lnTo>
                    <a:pt x="331532" y="104036"/>
                  </a:lnTo>
                  <a:lnTo>
                    <a:pt x="414416" y="111408"/>
                  </a:lnTo>
                  <a:lnTo>
                    <a:pt x="497299" y="118340"/>
                  </a:lnTo>
                  <a:lnTo>
                    <a:pt x="580182" y="124838"/>
                  </a:lnTo>
                  <a:lnTo>
                    <a:pt x="663065" y="130910"/>
                  </a:lnTo>
                  <a:lnTo>
                    <a:pt x="745948" y="136562"/>
                  </a:lnTo>
                  <a:lnTo>
                    <a:pt x="828832" y="141801"/>
                  </a:lnTo>
                  <a:lnTo>
                    <a:pt x="911715" y="146634"/>
                  </a:lnTo>
                  <a:lnTo>
                    <a:pt x="994598" y="151067"/>
                  </a:lnTo>
                  <a:lnTo>
                    <a:pt x="1077481" y="155107"/>
                  </a:lnTo>
                  <a:lnTo>
                    <a:pt x="1160364" y="158760"/>
                  </a:lnTo>
                  <a:lnTo>
                    <a:pt x="1243248" y="162035"/>
                  </a:lnTo>
                  <a:lnTo>
                    <a:pt x="1326131" y="164936"/>
                  </a:lnTo>
                  <a:lnTo>
                    <a:pt x="1409014" y="167472"/>
                  </a:lnTo>
                  <a:lnTo>
                    <a:pt x="1491897" y="169648"/>
                  </a:lnTo>
                  <a:lnTo>
                    <a:pt x="1574780" y="171471"/>
                  </a:lnTo>
                  <a:lnTo>
                    <a:pt x="1657664" y="172949"/>
                  </a:lnTo>
                  <a:lnTo>
                    <a:pt x="1740547" y="174087"/>
                  </a:lnTo>
                  <a:lnTo>
                    <a:pt x="1823430" y="174915"/>
                  </a:lnTo>
                  <a:lnTo>
                    <a:pt x="1906313" y="175443"/>
                  </a:lnTo>
                  <a:lnTo>
                    <a:pt x="1989196" y="175584"/>
                  </a:lnTo>
                  <a:lnTo>
                    <a:pt x="2072080" y="175244"/>
                  </a:lnTo>
                  <a:lnTo>
                    <a:pt x="2154963" y="174334"/>
                  </a:lnTo>
                  <a:lnTo>
                    <a:pt x="2237846" y="172761"/>
                  </a:lnTo>
                  <a:lnTo>
                    <a:pt x="2320729" y="170376"/>
                  </a:lnTo>
                  <a:lnTo>
                    <a:pt x="2403612" y="166867"/>
                  </a:lnTo>
                  <a:lnTo>
                    <a:pt x="2486496" y="162477"/>
                  </a:lnTo>
                  <a:lnTo>
                    <a:pt x="2569379" y="157535"/>
                  </a:lnTo>
                  <a:lnTo>
                    <a:pt x="2652262" y="152346"/>
                  </a:lnTo>
                  <a:lnTo>
                    <a:pt x="2735145" y="146579"/>
                  </a:lnTo>
                  <a:lnTo>
                    <a:pt x="2818028" y="140155"/>
                  </a:lnTo>
                  <a:lnTo>
                    <a:pt x="2900912" y="133274"/>
                  </a:lnTo>
                  <a:lnTo>
                    <a:pt x="2983795" y="126136"/>
                  </a:lnTo>
                  <a:lnTo>
                    <a:pt x="3066678" y="117763"/>
                  </a:lnTo>
                  <a:lnTo>
                    <a:pt x="3149561" y="107836"/>
                  </a:lnTo>
                  <a:lnTo>
                    <a:pt x="3232444" y="97847"/>
                  </a:lnTo>
                  <a:lnTo>
                    <a:pt x="3315328" y="89271"/>
                  </a:lnTo>
                  <a:lnTo>
                    <a:pt x="3398211" y="80056"/>
                  </a:lnTo>
                  <a:lnTo>
                    <a:pt x="3481094" y="69265"/>
                  </a:lnTo>
                  <a:lnTo>
                    <a:pt x="3563977" y="58741"/>
                  </a:lnTo>
                  <a:lnTo>
                    <a:pt x="3646860" y="50326"/>
                  </a:lnTo>
                  <a:lnTo>
                    <a:pt x="3729744" y="45790"/>
                  </a:lnTo>
                  <a:lnTo>
                    <a:pt x="3812627" y="43698"/>
                  </a:lnTo>
                  <a:lnTo>
                    <a:pt x="3895510" y="42683"/>
                  </a:lnTo>
                  <a:lnTo>
                    <a:pt x="3978393" y="42607"/>
                  </a:lnTo>
                  <a:lnTo>
                    <a:pt x="4061276" y="43329"/>
                  </a:lnTo>
                  <a:lnTo>
                    <a:pt x="4144160" y="44708"/>
                  </a:lnTo>
                  <a:lnTo>
                    <a:pt x="4227043" y="46605"/>
                  </a:lnTo>
                  <a:lnTo>
                    <a:pt x="4309926" y="48875"/>
                  </a:lnTo>
                  <a:lnTo>
                    <a:pt x="4392809" y="50906"/>
                  </a:lnTo>
                  <a:lnTo>
                    <a:pt x="4475692" y="52345"/>
                  </a:lnTo>
                  <a:lnTo>
                    <a:pt x="4558576" y="53215"/>
                  </a:lnTo>
                  <a:lnTo>
                    <a:pt x="4641459" y="53540"/>
                  </a:lnTo>
                  <a:lnTo>
                    <a:pt x="4724342" y="53342"/>
                  </a:lnTo>
                  <a:lnTo>
                    <a:pt x="4807225" y="52644"/>
                  </a:lnTo>
                  <a:lnTo>
                    <a:pt x="4890108" y="51468"/>
                  </a:lnTo>
                  <a:lnTo>
                    <a:pt x="4972992" y="49839"/>
                  </a:lnTo>
                  <a:lnTo>
                    <a:pt x="5055875" y="47777"/>
                  </a:lnTo>
                  <a:lnTo>
                    <a:pt x="5138758" y="45307"/>
                  </a:lnTo>
                  <a:lnTo>
                    <a:pt x="5221641" y="42451"/>
                  </a:lnTo>
                  <a:lnTo>
                    <a:pt x="5304524" y="39232"/>
                  </a:lnTo>
                  <a:lnTo>
                    <a:pt x="5387408" y="35673"/>
                  </a:lnTo>
                  <a:lnTo>
                    <a:pt x="5470291" y="31796"/>
                  </a:lnTo>
                  <a:lnTo>
                    <a:pt x="5553174" y="27625"/>
                  </a:lnTo>
                  <a:lnTo>
                    <a:pt x="5636057" y="23182"/>
                  </a:lnTo>
                  <a:lnTo>
                    <a:pt x="5718940" y="18490"/>
                  </a:lnTo>
                  <a:lnTo>
                    <a:pt x="5801824" y="13572"/>
                  </a:lnTo>
                  <a:lnTo>
                    <a:pt x="5884707" y="8450"/>
                  </a:lnTo>
                  <a:lnTo>
                    <a:pt x="5967590" y="3148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2118359"/>
              <a:ext cx="6015395" cy="3260100"/>
            </a:xfrm>
            <a:custGeom>
              <a:avLst/>
              <a:pathLst>
                <a:path w="6015395" h="3260100">
                  <a:moveTo>
                    <a:pt x="0" y="0"/>
                  </a:moveTo>
                  <a:lnTo>
                    <a:pt x="82883" y="148770"/>
                  </a:lnTo>
                  <a:lnTo>
                    <a:pt x="165766" y="293475"/>
                  </a:lnTo>
                  <a:lnTo>
                    <a:pt x="248649" y="434054"/>
                  </a:lnTo>
                  <a:lnTo>
                    <a:pt x="331532" y="570448"/>
                  </a:lnTo>
                  <a:lnTo>
                    <a:pt x="414416" y="702592"/>
                  </a:lnTo>
                  <a:lnTo>
                    <a:pt x="497299" y="830418"/>
                  </a:lnTo>
                  <a:lnTo>
                    <a:pt x="580182" y="953857"/>
                  </a:lnTo>
                  <a:lnTo>
                    <a:pt x="663065" y="1072835"/>
                  </a:lnTo>
                  <a:lnTo>
                    <a:pt x="745948" y="1187274"/>
                  </a:lnTo>
                  <a:lnTo>
                    <a:pt x="828832" y="1297096"/>
                  </a:lnTo>
                  <a:lnTo>
                    <a:pt x="911715" y="1402220"/>
                  </a:lnTo>
                  <a:lnTo>
                    <a:pt x="994598" y="1502568"/>
                  </a:lnTo>
                  <a:lnTo>
                    <a:pt x="1077481" y="1598068"/>
                  </a:lnTo>
                  <a:lnTo>
                    <a:pt x="1160364" y="1688663"/>
                  </a:lnTo>
                  <a:lnTo>
                    <a:pt x="1243248" y="1774321"/>
                  </a:lnTo>
                  <a:lnTo>
                    <a:pt x="1326131" y="1855043"/>
                  </a:lnTo>
                  <a:lnTo>
                    <a:pt x="1409014" y="1930880"/>
                  </a:lnTo>
                  <a:lnTo>
                    <a:pt x="1491897" y="2001930"/>
                  </a:lnTo>
                  <a:lnTo>
                    <a:pt x="1574780" y="2068344"/>
                  </a:lnTo>
                  <a:lnTo>
                    <a:pt x="1657664" y="2130309"/>
                  </a:lnTo>
                  <a:lnTo>
                    <a:pt x="1740547" y="2188024"/>
                  </a:lnTo>
                  <a:lnTo>
                    <a:pt x="1823430" y="2241772"/>
                  </a:lnTo>
                  <a:lnTo>
                    <a:pt x="1906313" y="2292084"/>
                  </a:lnTo>
                  <a:lnTo>
                    <a:pt x="1989196" y="2339339"/>
                  </a:lnTo>
                  <a:lnTo>
                    <a:pt x="2072080" y="2383891"/>
                  </a:lnTo>
                  <a:lnTo>
                    <a:pt x="2154963" y="2426129"/>
                  </a:lnTo>
                  <a:lnTo>
                    <a:pt x="2237846" y="2466513"/>
                  </a:lnTo>
                  <a:lnTo>
                    <a:pt x="2320729" y="2505664"/>
                  </a:lnTo>
                  <a:lnTo>
                    <a:pt x="2403612" y="2543890"/>
                  </a:lnTo>
                  <a:lnTo>
                    <a:pt x="2486496" y="2579891"/>
                  </a:lnTo>
                  <a:lnTo>
                    <a:pt x="2569379" y="2613043"/>
                  </a:lnTo>
                  <a:lnTo>
                    <a:pt x="2652262" y="2643836"/>
                  </a:lnTo>
                  <a:lnTo>
                    <a:pt x="2735145" y="2670671"/>
                  </a:lnTo>
                  <a:lnTo>
                    <a:pt x="2818028" y="2693043"/>
                  </a:lnTo>
                  <a:lnTo>
                    <a:pt x="2900912" y="2712691"/>
                  </a:lnTo>
                  <a:lnTo>
                    <a:pt x="2983795" y="2733131"/>
                  </a:lnTo>
                  <a:lnTo>
                    <a:pt x="3066678" y="2754904"/>
                  </a:lnTo>
                  <a:lnTo>
                    <a:pt x="3149561" y="2774306"/>
                  </a:lnTo>
                  <a:lnTo>
                    <a:pt x="3232444" y="2791365"/>
                  </a:lnTo>
                  <a:lnTo>
                    <a:pt x="3315328" y="2808364"/>
                  </a:lnTo>
                  <a:lnTo>
                    <a:pt x="3398211" y="2825650"/>
                  </a:lnTo>
                  <a:lnTo>
                    <a:pt x="3481094" y="2841287"/>
                  </a:lnTo>
                  <a:lnTo>
                    <a:pt x="3563977" y="2854981"/>
                  </a:lnTo>
                  <a:lnTo>
                    <a:pt x="3646860" y="2867444"/>
                  </a:lnTo>
                  <a:lnTo>
                    <a:pt x="3729744" y="2880082"/>
                  </a:lnTo>
                  <a:lnTo>
                    <a:pt x="3812627" y="2892421"/>
                  </a:lnTo>
                  <a:lnTo>
                    <a:pt x="3895510" y="2903574"/>
                  </a:lnTo>
                  <a:lnTo>
                    <a:pt x="3978393" y="2913396"/>
                  </a:lnTo>
                  <a:lnTo>
                    <a:pt x="4061276" y="2921903"/>
                  </a:lnTo>
                  <a:lnTo>
                    <a:pt x="4144160" y="2929274"/>
                  </a:lnTo>
                  <a:lnTo>
                    <a:pt x="4227043" y="2935802"/>
                  </a:lnTo>
                  <a:lnTo>
                    <a:pt x="4309926" y="2941817"/>
                  </a:lnTo>
                  <a:lnTo>
                    <a:pt x="4392809" y="2947134"/>
                  </a:lnTo>
                  <a:lnTo>
                    <a:pt x="4475692" y="2951480"/>
                  </a:lnTo>
                  <a:lnTo>
                    <a:pt x="4558576" y="2954793"/>
                  </a:lnTo>
                  <a:lnTo>
                    <a:pt x="4641459" y="2956974"/>
                  </a:lnTo>
                  <a:lnTo>
                    <a:pt x="4724342" y="2957895"/>
                  </a:lnTo>
                  <a:lnTo>
                    <a:pt x="4807225" y="2957409"/>
                  </a:lnTo>
                  <a:lnTo>
                    <a:pt x="4890108" y="2955365"/>
                  </a:lnTo>
                  <a:lnTo>
                    <a:pt x="4972992" y="2951616"/>
                  </a:lnTo>
                  <a:lnTo>
                    <a:pt x="5055875" y="2946029"/>
                  </a:lnTo>
                  <a:lnTo>
                    <a:pt x="5138758" y="2938492"/>
                  </a:lnTo>
                  <a:lnTo>
                    <a:pt x="5221641" y="2928921"/>
                  </a:lnTo>
                  <a:lnTo>
                    <a:pt x="5304524" y="2917255"/>
                  </a:lnTo>
                  <a:lnTo>
                    <a:pt x="5387408" y="2903458"/>
                  </a:lnTo>
                  <a:lnTo>
                    <a:pt x="5470291" y="2887511"/>
                  </a:lnTo>
                  <a:lnTo>
                    <a:pt x="5553174" y="2869414"/>
                  </a:lnTo>
                  <a:lnTo>
                    <a:pt x="5636057" y="2849174"/>
                  </a:lnTo>
                  <a:lnTo>
                    <a:pt x="5718940" y="2826807"/>
                  </a:lnTo>
                  <a:lnTo>
                    <a:pt x="5801824" y="2802335"/>
                  </a:lnTo>
                  <a:lnTo>
                    <a:pt x="5884707" y="2775778"/>
                  </a:lnTo>
                  <a:lnTo>
                    <a:pt x="5967590" y="2747162"/>
                  </a:lnTo>
                  <a:lnTo>
                    <a:pt x="6015395" y="2729482"/>
                  </a:lnTo>
                  <a:lnTo>
                    <a:pt x="6015395" y="3260100"/>
                  </a:lnTo>
                  <a:lnTo>
                    <a:pt x="5209086" y="3260100"/>
                  </a:lnTo>
                  <a:lnTo>
                    <a:pt x="5138758" y="3250125"/>
                  </a:lnTo>
                  <a:lnTo>
                    <a:pt x="5055875" y="3239083"/>
                  </a:lnTo>
                  <a:lnTo>
                    <a:pt x="4972992" y="3228674"/>
                  </a:lnTo>
                  <a:lnTo>
                    <a:pt x="4890108" y="3218793"/>
                  </a:lnTo>
                  <a:lnTo>
                    <a:pt x="4807225" y="3209309"/>
                  </a:lnTo>
                  <a:lnTo>
                    <a:pt x="4724342" y="3200082"/>
                  </a:lnTo>
                  <a:lnTo>
                    <a:pt x="4641459" y="3190963"/>
                  </a:lnTo>
                  <a:lnTo>
                    <a:pt x="4558576" y="3181811"/>
                  </a:lnTo>
                  <a:lnTo>
                    <a:pt x="4475692" y="3172502"/>
                  </a:lnTo>
                  <a:lnTo>
                    <a:pt x="4392809" y="3162942"/>
                  </a:lnTo>
                  <a:lnTo>
                    <a:pt x="4309926" y="3153073"/>
                  </a:lnTo>
                  <a:lnTo>
                    <a:pt x="4227043" y="3142741"/>
                  </a:lnTo>
                  <a:lnTo>
                    <a:pt x="4144160" y="3131820"/>
                  </a:lnTo>
                  <a:lnTo>
                    <a:pt x="4061276" y="3120460"/>
                  </a:lnTo>
                  <a:lnTo>
                    <a:pt x="3978393" y="3108778"/>
                  </a:lnTo>
                  <a:lnTo>
                    <a:pt x="3895510" y="3096769"/>
                  </a:lnTo>
                  <a:lnTo>
                    <a:pt x="3812627" y="3084271"/>
                  </a:lnTo>
                  <a:lnTo>
                    <a:pt x="3729744" y="3070957"/>
                  </a:lnTo>
                  <a:lnTo>
                    <a:pt x="3646860" y="3056340"/>
                  </a:lnTo>
                  <a:lnTo>
                    <a:pt x="3563977" y="3040648"/>
                  </a:lnTo>
                  <a:lnTo>
                    <a:pt x="3481094" y="3024702"/>
                  </a:lnTo>
                  <a:lnTo>
                    <a:pt x="3398211" y="3008597"/>
                  </a:lnTo>
                  <a:lnTo>
                    <a:pt x="3315328" y="2991422"/>
                  </a:lnTo>
                  <a:lnTo>
                    <a:pt x="3232444" y="2972317"/>
                  </a:lnTo>
                  <a:lnTo>
                    <a:pt x="3149561" y="2952634"/>
                  </a:lnTo>
                  <a:lnTo>
                    <a:pt x="3066678" y="2933054"/>
                  </a:lnTo>
                  <a:lnTo>
                    <a:pt x="2983795" y="2911997"/>
                  </a:lnTo>
                  <a:lnTo>
                    <a:pt x="2900912" y="2890141"/>
                  </a:lnTo>
                  <a:lnTo>
                    <a:pt x="2818028" y="2869292"/>
                  </a:lnTo>
                  <a:lnTo>
                    <a:pt x="2735145" y="2847957"/>
                  </a:lnTo>
                  <a:lnTo>
                    <a:pt x="2652262" y="2822867"/>
                  </a:lnTo>
                  <a:lnTo>
                    <a:pt x="2569379" y="2791797"/>
                  </a:lnTo>
                  <a:lnTo>
                    <a:pt x="2486496" y="2758218"/>
                  </a:lnTo>
                  <a:lnTo>
                    <a:pt x="2403612" y="2723420"/>
                  </a:lnTo>
                  <a:lnTo>
                    <a:pt x="2320729" y="2687389"/>
                  </a:lnTo>
                  <a:lnTo>
                    <a:pt x="2237846" y="2649472"/>
                  </a:lnTo>
                  <a:lnTo>
                    <a:pt x="2154963" y="2610317"/>
                  </a:lnTo>
                  <a:lnTo>
                    <a:pt x="2072080" y="2569897"/>
                  </a:lnTo>
                  <a:lnTo>
                    <a:pt x="1989196" y="2527937"/>
                  </a:lnTo>
                  <a:lnTo>
                    <a:pt x="1906313" y="2484090"/>
                  </a:lnTo>
                  <a:lnTo>
                    <a:pt x="1823430" y="2437974"/>
                  </a:lnTo>
                  <a:lnTo>
                    <a:pt x="1740547" y="2389236"/>
                  </a:lnTo>
                  <a:lnTo>
                    <a:pt x="1657664" y="2337965"/>
                  </a:lnTo>
                  <a:lnTo>
                    <a:pt x="1574780" y="2284472"/>
                  </a:lnTo>
                  <a:lnTo>
                    <a:pt x="1491897" y="2229026"/>
                  </a:lnTo>
                  <a:lnTo>
                    <a:pt x="1409014" y="2171882"/>
                  </a:lnTo>
                  <a:lnTo>
                    <a:pt x="1326131" y="2113257"/>
                  </a:lnTo>
                  <a:lnTo>
                    <a:pt x="1243248" y="2053322"/>
                  </a:lnTo>
                  <a:lnTo>
                    <a:pt x="1160364" y="1992194"/>
                  </a:lnTo>
                  <a:lnTo>
                    <a:pt x="1077481" y="1929943"/>
                  </a:lnTo>
                  <a:lnTo>
                    <a:pt x="994598" y="1866607"/>
                  </a:lnTo>
                  <a:lnTo>
                    <a:pt x="911715" y="1802195"/>
                  </a:lnTo>
                  <a:lnTo>
                    <a:pt x="828832" y="1736707"/>
                  </a:lnTo>
                  <a:lnTo>
                    <a:pt x="745948" y="1670131"/>
                  </a:lnTo>
                  <a:lnTo>
                    <a:pt x="663065" y="1602456"/>
                  </a:lnTo>
                  <a:lnTo>
                    <a:pt x="580182" y="1533672"/>
                  </a:lnTo>
                  <a:lnTo>
                    <a:pt x="497299" y="1463770"/>
                  </a:lnTo>
                  <a:lnTo>
                    <a:pt x="414416" y="1392745"/>
                  </a:lnTo>
                  <a:lnTo>
                    <a:pt x="331532" y="1320595"/>
                  </a:lnTo>
                  <a:lnTo>
                    <a:pt x="248649" y="1247323"/>
                  </a:lnTo>
                  <a:lnTo>
                    <a:pt x="165766" y="1172932"/>
                  </a:lnTo>
                  <a:lnTo>
                    <a:pt x="82883" y="1097431"/>
                  </a:lnTo>
                  <a:lnTo>
                    <a:pt x="0" y="10208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2118359"/>
              <a:ext cx="6015395" cy="2957895"/>
            </a:xfrm>
            <a:custGeom>
              <a:avLst/>
              <a:pathLst>
                <a:path w="6015395" h="2957895">
                  <a:moveTo>
                    <a:pt x="0" y="0"/>
                  </a:moveTo>
                  <a:lnTo>
                    <a:pt x="82883" y="148770"/>
                  </a:lnTo>
                  <a:lnTo>
                    <a:pt x="165766" y="293475"/>
                  </a:lnTo>
                  <a:lnTo>
                    <a:pt x="248649" y="434054"/>
                  </a:lnTo>
                  <a:lnTo>
                    <a:pt x="331532" y="570448"/>
                  </a:lnTo>
                  <a:lnTo>
                    <a:pt x="414416" y="702592"/>
                  </a:lnTo>
                  <a:lnTo>
                    <a:pt x="497299" y="830418"/>
                  </a:lnTo>
                  <a:lnTo>
                    <a:pt x="580182" y="953857"/>
                  </a:lnTo>
                  <a:lnTo>
                    <a:pt x="663065" y="1072835"/>
                  </a:lnTo>
                  <a:lnTo>
                    <a:pt x="745948" y="1187274"/>
                  </a:lnTo>
                  <a:lnTo>
                    <a:pt x="828832" y="1297096"/>
                  </a:lnTo>
                  <a:lnTo>
                    <a:pt x="911715" y="1402220"/>
                  </a:lnTo>
                  <a:lnTo>
                    <a:pt x="994598" y="1502568"/>
                  </a:lnTo>
                  <a:lnTo>
                    <a:pt x="1077481" y="1598068"/>
                  </a:lnTo>
                  <a:lnTo>
                    <a:pt x="1160364" y="1688663"/>
                  </a:lnTo>
                  <a:lnTo>
                    <a:pt x="1243248" y="1774321"/>
                  </a:lnTo>
                  <a:lnTo>
                    <a:pt x="1326131" y="1855043"/>
                  </a:lnTo>
                  <a:lnTo>
                    <a:pt x="1409014" y="1930880"/>
                  </a:lnTo>
                  <a:lnTo>
                    <a:pt x="1491897" y="2001930"/>
                  </a:lnTo>
                  <a:lnTo>
                    <a:pt x="1574780" y="2068344"/>
                  </a:lnTo>
                  <a:lnTo>
                    <a:pt x="1657664" y="2130309"/>
                  </a:lnTo>
                  <a:lnTo>
                    <a:pt x="1740547" y="2188024"/>
                  </a:lnTo>
                  <a:lnTo>
                    <a:pt x="1823430" y="2241772"/>
                  </a:lnTo>
                  <a:lnTo>
                    <a:pt x="1906313" y="2292084"/>
                  </a:lnTo>
                  <a:lnTo>
                    <a:pt x="1989196" y="2339339"/>
                  </a:lnTo>
                  <a:lnTo>
                    <a:pt x="2072080" y="2383891"/>
                  </a:lnTo>
                  <a:lnTo>
                    <a:pt x="2154963" y="2426129"/>
                  </a:lnTo>
                  <a:lnTo>
                    <a:pt x="2237846" y="2466513"/>
                  </a:lnTo>
                  <a:lnTo>
                    <a:pt x="2320729" y="2505664"/>
                  </a:lnTo>
                  <a:lnTo>
                    <a:pt x="2403612" y="2543890"/>
                  </a:lnTo>
                  <a:lnTo>
                    <a:pt x="2486496" y="2579891"/>
                  </a:lnTo>
                  <a:lnTo>
                    <a:pt x="2569379" y="2613043"/>
                  </a:lnTo>
                  <a:lnTo>
                    <a:pt x="2652262" y="2643836"/>
                  </a:lnTo>
                  <a:lnTo>
                    <a:pt x="2735145" y="2670671"/>
                  </a:lnTo>
                  <a:lnTo>
                    <a:pt x="2818028" y="2693043"/>
                  </a:lnTo>
                  <a:lnTo>
                    <a:pt x="2900912" y="2712691"/>
                  </a:lnTo>
                  <a:lnTo>
                    <a:pt x="2983795" y="2733131"/>
                  </a:lnTo>
                  <a:lnTo>
                    <a:pt x="3066678" y="2754904"/>
                  </a:lnTo>
                  <a:lnTo>
                    <a:pt x="3149561" y="2774306"/>
                  </a:lnTo>
                  <a:lnTo>
                    <a:pt x="3232444" y="2791365"/>
                  </a:lnTo>
                  <a:lnTo>
                    <a:pt x="3315328" y="2808364"/>
                  </a:lnTo>
                  <a:lnTo>
                    <a:pt x="3398211" y="2825650"/>
                  </a:lnTo>
                  <a:lnTo>
                    <a:pt x="3481094" y="2841287"/>
                  </a:lnTo>
                  <a:lnTo>
                    <a:pt x="3563977" y="2854981"/>
                  </a:lnTo>
                  <a:lnTo>
                    <a:pt x="3646860" y="2867444"/>
                  </a:lnTo>
                  <a:lnTo>
                    <a:pt x="3729744" y="2880082"/>
                  </a:lnTo>
                  <a:lnTo>
                    <a:pt x="3812627" y="2892421"/>
                  </a:lnTo>
                  <a:lnTo>
                    <a:pt x="3895510" y="2903574"/>
                  </a:lnTo>
                  <a:lnTo>
                    <a:pt x="3978393" y="2913396"/>
                  </a:lnTo>
                  <a:lnTo>
                    <a:pt x="4061276" y="2921903"/>
                  </a:lnTo>
                  <a:lnTo>
                    <a:pt x="4144160" y="2929274"/>
                  </a:lnTo>
                  <a:lnTo>
                    <a:pt x="4227043" y="2935802"/>
                  </a:lnTo>
                  <a:lnTo>
                    <a:pt x="4309926" y="2941817"/>
                  </a:lnTo>
                  <a:lnTo>
                    <a:pt x="4392809" y="2947134"/>
                  </a:lnTo>
                  <a:lnTo>
                    <a:pt x="4475692" y="2951480"/>
                  </a:lnTo>
                  <a:lnTo>
                    <a:pt x="4558576" y="2954793"/>
                  </a:lnTo>
                  <a:lnTo>
                    <a:pt x="4641459" y="2956974"/>
                  </a:lnTo>
                  <a:lnTo>
                    <a:pt x="4724342" y="2957895"/>
                  </a:lnTo>
                  <a:lnTo>
                    <a:pt x="4807225" y="2957409"/>
                  </a:lnTo>
                  <a:lnTo>
                    <a:pt x="4890108" y="2955365"/>
                  </a:lnTo>
                  <a:lnTo>
                    <a:pt x="4972992" y="2951616"/>
                  </a:lnTo>
                  <a:lnTo>
                    <a:pt x="5055875" y="2946029"/>
                  </a:lnTo>
                  <a:lnTo>
                    <a:pt x="5138758" y="2938492"/>
                  </a:lnTo>
                  <a:lnTo>
                    <a:pt x="5221641" y="2928921"/>
                  </a:lnTo>
                  <a:lnTo>
                    <a:pt x="5304524" y="2917255"/>
                  </a:lnTo>
                  <a:lnTo>
                    <a:pt x="5387408" y="2903458"/>
                  </a:lnTo>
                  <a:lnTo>
                    <a:pt x="5470291" y="2887511"/>
                  </a:lnTo>
                  <a:lnTo>
                    <a:pt x="5553174" y="2869414"/>
                  </a:lnTo>
                  <a:lnTo>
                    <a:pt x="5636057" y="2849174"/>
                  </a:lnTo>
                  <a:lnTo>
                    <a:pt x="5718940" y="2826807"/>
                  </a:lnTo>
                  <a:lnTo>
                    <a:pt x="5801824" y="2802335"/>
                  </a:lnTo>
                  <a:lnTo>
                    <a:pt x="5884707" y="2775778"/>
                  </a:lnTo>
                  <a:lnTo>
                    <a:pt x="5967590" y="2747162"/>
                  </a:lnTo>
                  <a:lnTo>
                    <a:pt x="6015395" y="27294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3139187"/>
              <a:ext cx="5209086" cy="2239272"/>
            </a:xfrm>
            <a:custGeom>
              <a:avLst/>
              <a:pathLst>
                <a:path w="5209086" h="2239272">
                  <a:moveTo>
                    <a:pt x="5209086" y="2239272"/>
                  </a:moveTo>
                  <a:lnTo>
                    <a:pt x="5138758" y="2229297"/>
                  </a:lnTo>
                  <a:lnTo>
                    <a:pt x="5055875" y="2218255"/>
                  </a:lnTo>
                  <a:lnTo>
                    <a:pt x="4972992" y="2207846"/>
                  </a:lnTo>
                  <a:lnTo>
                    <a:pt x="4890108" y="2197964"/>
                  </a:lnTo>
                  <a:lnTo>
                    <a:pt x="4807225" y="2188481"/>
                  </a:lnTo>
                  <a:lnTo>
                    <a:pt x="4724342" y="2179254"/>
                  </a:lnTo>
                  <a:lnTo>
                    <a:pt x="4641459" y="2170135"/>
                  </a:lnTo>
                  <a:lnTo>
                    <a:pt x="4558576" y="2160983"/>
                  </a:lnTo>
                  <a:lnTo>
                    <a:pt x="4475692" y="2151674"/>
                  </a:lnTo>
                  <a:lnTo>
                    <a:pt x="4392809" y="2142114"/>
                  </a:lnTo>
                  <a:lnTo>
                    <a:pt x="4309926" y="2132245"/>
                  </a:lnTo>
                  <a:lnTo>
                    <a:pt x="4227043" y="2121912"/>
                  </a:lnTo>
                  <a:lnTo>
                    <a:pt x="4144160" y="2110992"/>
                  </a:lnTo>
                  <a:lnTo>
                    <a:pt x="4061276" y="2099632"/>
                  </a:lnTo>
                  <a:lnTo>
                    <a:pt x="3978393" y="2087949"/>
                  </a:lnTo>
                  <a:lnTo>
                    <a:pt x="3895510" y="2075941"/>
                  </a:lnTo>
                  <a:lnTo>
                    <a:pt x="3812627" y="2063443"/>
                  </a:lnTo>
                  <a:lnTo>
                    <a:pt x="3729744" y="2050129"/>
                  </a:lnTo>
                  <a:lnTo>
                    <a:pt x="3646860" y="2035512"/>
                  </a:lnTo>
                  <a:lnTo>
                    <a:pt x="3563977" y="2019820"/>
                  </a:lnTo>
                  <a:lnTo>
                    <a:pt x="3481094" y="2003874"/>
                  </a:lnTo>
                  <a:lnTo>
                    <a:pt x="3398211" y="1987769"/>
                  </a:lnTo>
                  <a:lnTo>
                    <a:pt x="3315328" y="1970594"/>
                  </a:lnTo>
                  <a:lnTo>
                    <a:pt x="3232444" y="1951489"/>
                  </a:lnTo>
                  <a:lnTo>
                    <a:pt x="3149561" y="1931806"/>
                  </a:lnTo>
                  <a:lnTo>
                    <a:pt x="3066678" y="1912226"/>
                  </a:lnTo>
                  <a:lnTo>
                    <a:pt x="2983795" y="1891168"/>
                  </a:lnTo>
                  <a:lnTo>
                    <a:pt x="2900912" y="1869313"/>
                  </a:lnTo>
                  <a:lnTo>
                    <a:pt x="2818028" y="1848464"/>
                  </a:lnTo>
                  <a:lnTo>
                    <a:pt x="2735145" y="1827129"/>
                  </a:lnTo>
                  <a:lnTo>
                    <a:pt x="2652262" y="1802039"/>
                  </a:lnTo>
                  <a:lnTo>
                    <a:pt x="2569379" y="1770969"/>
                  </a:lnTo>
                  <a:lnTo>
                    <a:pt x="2486496" y="1737389"/>
                  </a:lnTo>
                  <a:lnTo>
                    <a:pt x="2403612" y="1702592"/>
                  </a:lnTo>
                  <a:lnTo>
                    <a:pt x="2320729" y="1666561"/>
                  </a:lnTo>
                  <a:lnTo>
                    <a:pt x="2237846" y="1628644"/>
                  </a:lnTo>
                  <a:lnTo>
                    <a:pt x="2154963" y="1589489"/>
                  </a:lnTo>
                  <a:lnTo>
                    <a:pt x="2072080" y="1549069"/>
                  </a:lnTo>
                  <a:lnTo>
                    <a:pt x="1989196" y="1507109"/>
                  </a:lnTo>
                  <a:lnTo>
                    <a:pt x="1906313" y="1463262"/>
                  </a:lnTo>
                  <a:lnTo>
                    <a:pt x="1823430" y="1417146"/>
                  </a:lnTo>
                  <a:lnTo>
                    <a:pt x="1740547" y="1368408"/>
                  </a:lnTo>
                  <a:lnTo>
                    <a:pt x="1657664" y="1317137"/>
                  </a:lnTo>
                  <a:lnTo>
                    <a:pt x="1574780" y="1263644"/>
                  </a:lnTo>
                  <a:lnTo>
                    <a:pt x="1491897" y="1208198"/>
                  </a:lnTo>
                  <a:lnTo>
                    <a:pt x="1409014" y="1151054"/>
                  </a:lnTo>
                  <a:lnTo>
                    <a:pt x="1326131" y="1092429"/>
                  </a:lnTo>
                  <a:lnTo>
                    <a:pt x="1243248" y="1032494"/>
                  </a:lnTo>
                  <a:lnTo>
                    <a:pt x="1160364" y="971366"/>
                  </a:lnTo>
                  <a:lnTo>
                    <a:pt x="1077481" y="909115"/>
                  </a:lnTo>
                  <a:lnTo>
                    <a:pt x="994598" y="845779"/>
                  </a:lnTo>
                  <a:lnTo>
                    <a:pt x="911715" y="781367"/>
                  </a:lnTo>
                  <a:lnTo>
                    <a:pt x="828832" y="715879"/>
                  </a:lnTo>
                  <a:lnTo>
                    <a:pt x="745948" y="649303"/>
                  </a:lnTo>
                  <a:lnTo>
                    <a:pt x="663065" y="581628"/>
                  </a:lnTo>
                  <a:lnTo>
                    <a:pt x="580182" y="512844"/>
                  </a:lnTo>
                  <a:lnTo>
                    <a:pt x="497299" y="442942"/>
                  </a:lnTo>
                  <a:lnTo>
                    <a:pt x="414416" y="371917"/>
                  </a:lnTo>
                  <a:lnTo>
                    <a:pt x="331532" y="299767"/>
                  </a:lnTo>
                  <a:lnTo>
                    <a:pt x="248649" y="226495"/>
                  </a:lnTo>
                  <a:lnTo>
                    <a:pt x="165766" y="152104"/>
                  </a:lnTo>
                  <a:lnTo>
                    <a:pt x="82883" y="76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2628773"/>
              <a:ext cx="6015395" cy="2585417"/>
            </a:xfrm>
            <a:custGeom>
              <a:avLst/>
              <a:pathLst>
                <a:path w="6015395" h="2585417">
                  <a:moveTo>
                    <a:pt x="0" y="0"/>
                  </a:moveTo>
                  <a:lnTo>
                    <a:pt x="82883" y="112686"/>
                  </a:lnTo>
                  <a:lnTo>
                    <a:pt x="165766" y="222789"/>
                  </a:lnTo>
                  <a:lnTo>
                    <a:pt x="248649" y="330275"/>
                  </a:lnTo>
                  <a:lnTo>
                    <a:pt x="331532" y="435108"/>
                  </a:lnTo>
                  <a:lnTo>
                    <a:pt x="414416" y="537254"/>
                  </a:lnTo>
                  <a:lnTo>
                    <a:pt x="497299" y="636680"/>
                  </a:lnTo>
                  <a:lnTo>
                    <a:pt x="580182" y="733350"/>
                  </a:lnTo>
                  <a:lnTo>
                    <a:pt x="663065" y="827231"/>
                  </a:lnTo>
                  <a:lnTo>
                    <a:pt x="745948" y="918288"/>
                  </a:lnTo>
                  <a:lnTo>
                    <a:pt x="828832" y="1006487"/>
                  </a:lnTo>
                  <a:lnTo>
                    <a:pt x="911715" y="1091794"/>
                  </a:lnTo>
                  <a:lnTo>
                    <a:pt x="994598" y="1174173"/>
                  </a:lnTo>
                  <a:lnTo>
                    <a:pt x="1077481" y="1253592"/>
                  </a:lnTo>
                  <a:lnTo>
                    <a:pt x="1160364" y="1330015"/>
                  </a:lnTo>
                  <a:lnTo>
                    <a:pt x="1243248" y="1403408"/>
                  </a:lnTo>
                  <a:lnTo>
                    <a:pt x="1326131" y="1473736"/>
                  </a:lnTo>
                  <a:lnTo>
                    <a:pt x="1409014" y="1540967"/>
                  </a:lnTo>
                  <a:lnTo>
                    <a:pt x="1491897" y="1605064"/>
                  </a:lnTo>
                  <a:lnTo>
                    <a:pt x="1574780" y="1665994"/>
                  </a:lnTo>
                  <a:lnTo>
                    <a:pt x="1657664" y="1723723"/>
                  </a:lnTo>
                  <a:lnTo>
                    <a:pt x="1740547" y="1778216"/>
                  </a:lnTo>
                  <a:lnTo>
                    <a:pt x="1823430" y="1829459"/>
                  </a:lnTo>
                  <a:lnTo>
                    <a:pt x="1906313" y="1877673"/>
                  </a:lnTo>
                  <a:lnTo>
                    <a:pt x="1989196" y="1923224"/>
                  </a:lnTo>
                  <a:lnTo>
                    <a:pt x="2072080" y="1966480"/>
                  </a:lnTo>
                  <a:lnTo>
                    <a:pt x="2154963" y="2007809"/>
                  </a:lnTo>
                  <a:lnTo>
                    <a:pt x="2237846" y="2047579"/>
                  </a:lnTo>
                  <a:lnTo>
                    <a:pt x="2320729" y="2086112"/>
                  </a:lnTo>
                  <a:lnTo>
                    <a:pt x="2403612" y="2123241"/>
                  </a:lnTo>
                  <a:lnTo>
                    <a:pt x="2486496" y="2158640"/>
                  </a:lnTo>
                  <a:lnTo>
                    <a:pt x="2569379" y="2192006"/>
                  </a:lnTo>
                  <a:lnTo>
                    <a:pt x="2652262" y="2222937"/>
                  </a:lnTo>
                  <a:lnTo>
                    <a:pt x="2735145" y="2248900"/>
                  </a:lnTo>
                  <a:lnTo>
                    <a:pt x="2818028" y="2270753"/>
                  </a:lnTo>
                  <a:lnTo>
                    <a:pt x="2900912" y="2291002"/>
                  </a:lnTo>
                  <a:lnTo>
                    <a:pt x="2983795" y="2312150"/>
                  </a:lnTo>
                  <a:lnTo>
                    <a:pt x="3066678" y="2333565"/>
                  </a:lnTo>
                  <a:lnTo>
                    <a:pt x="3149561" y="2353056"/>
                  </a:lnTo>
                  <a:lnTo>
                    <a:pt x="3232444" y="2371427"/>
                  </a:lnTo>
                  <a:lnTo>
                    <a:pt x="3315328" y="2389479"/>
                  </a:lnTo>
                  <a:lnTo>
                    <a:pt x="3398211" y="2406709"/>
                  </a:lnTo>
                  <a:lnTo>
                    <a:pt x="3481094" y="2422580"/>
                  </a:lnTo>
                  <a:lnTo>
                    <a:pt x="3563977" y="2437400"/>
                  </a:lnTo>
                  <a:lnTo>
                    <a:pt x="3646860" y="2451478"/>
                  </a:lnTo>
                  <a:lnTo>
                    <a:pt x="3729744" y="2465106"/>
                  </a:lnTo>
                  <a:lnTo>
                    <a:pt x="3812627" y="2477932"/>
                  </a:lnTo>
                  <a:lnTo>
                    <a:pt x="3895510" y="2489757"/>
                  </a:lnTo>
                  <a:lnTo>
                    <a:pt x="3978393" y="2500673"/>
                  </a:lnTo>
                  <a:lnTo>
                    <a:pt x="4061276" y="2510768"/>
                  </a:lnTo>
                  <a:lnTo>
                    <a:pt x="4144160" y="2520133"/>
                  </a:lnTo>
                  <a:lnTo>
                    <a:pt x="4227043" y="2528857"/>
                  </a:lnTo>
                  <a:lnTo>
                    <a:pt x="4309926" y="2537031"/>
                  </a:lnTo>
                  <a:lnTo>
                    <a:pt x="4392809" y="2544624"/>
                  </a:lnTo>
                  <a:lnTo>
                    <a:pt x="4475692" y="2551577"/>
                  </a:lnTo>
                  <a:lnTo>
                    <a:pt x="4558576" y="2557888"/>
                  </a:lnTo>
                  <a:lnTo>
                    <a:pt x="4641459" y="2563555"/>
                  </a:lnTo>
                  <a:lnTo>
                    <a:pt x="4724342" y="2568574"/>
                  </a:lnTo>
                  <a:lnTo>
                    <a:pt x="4807225" y="2572945"/>
                  </a:lnTo>
                  <a:lnTo>
                    <a:pt x="4890108" y="2576665"/>
                  </a:lnTo>
                  <a:lnTo>
                    <a:pt x="4972992" y="2579731"/>
                  </a:lnTo>
                  <a:lnTo>
                    <a:pt x="5055875" y="2582142"/>
                  </a:lnTo>
                  <a:lnTo>
                    <a:pt x="5138758" y="2583894"/>
                  </a:lnTo>
                  <a:lnTo>
                    <a:pt x="5221641" y="2584987"/>
                  </a:lnTo>
                  <a:lnTo>
                    <a:pt x="5304524" y="2585417"/>
                  </a:lnTo>
                  <a:lnTo>
                    <a:pt x="5387408" y="2585183"/>
                  </a:lnTo>
                  <a:lnTo>
                    <a:pt x="5470291" y="2584281"/>
                  </a:lnTo>
                  <a:lnTo>
                    <a:pt x="5553174" y="2582711"/>
                  </a:lnTo>
                  <a:lnTo>
                    <a:pt x="5636057" y="2580469"/>
                  </a:lnTo>
                  <a:lnTo>
                    <a:pt x="5718940" y="2577553"/>
                  </a:lnTo>
                  <a:lnTo>
                    <a:pt x="5801824" y="2573962"/>
                  </a:lnTo>
                  <a:lnTo>
                    <a:pt x="5884707" y="2569693"/>
                  </a:lnTo>
                  <a:lnTo>
                    <a:pt x="5967590" y="2564743"/>
                  </a:lnTo>
                  <a:lnTo>
                    <a:pt x="6015395" y="256149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1367948"/>
              <a:ext cx="6015395" cy="4010511"/>
            </a:xfrm>
            <a:custGeom>
              <a:avLst/>
              <a:pathLst>
                <a:path w="6015395" h="4010511">
                  <a:moveTo>
                    <a:pt x="260012" y="0"/>
                  </a:moveTo>
                  <a:lnTo>
                    <a:pt x="331532" y="149181"/>
                  </a:lnTo>
                  <a:lnTo>
                    <a:pt x="414416" y="316937"/>
                  </a:lnTo>
                  <a:lnTo>
                    <a:pt x="497299" y="479516"/>
                  </a:lnTo>
                  <a:lnTo>
                    <a:pt x="580182" y="636867"/>
                  </a:lnTo>
                  <a:lnTo>
                    <a:pt x="663065" y="788932"/>
                  </a:lnTo>
                  <a:lnTo>
                    <a:pt x="745948" y="935648"/>
                  </a:lnTo>
                  <a:lnTo>
                    <a:pt x="828832" y="1076952"/>
                  </a:lnTo>
                  <a:lnTo>
                    <a:pt x="911715" y="1212776"/>
                  </a:lnTo>
                  <a:lnTo>
                    <a:pt x="994598" y="1343057"/>
                  </a:lnTo>
                  <a:lnTo>
                    <a:pt x="1077481" y="1467740"/>
                  </a:lnTo>
                  <a:lnTo>
                    <a:pt x="1160364" y="1586791"/>
                  </a:lnTo>
                  <a:lnTo>
                    <a:pt x="1243248" y="1700205"/>
                  </a:lnTo>
                  <a:lnTo>
                    <a:pt x="1326131" y="1808027"/>
                  </a:lnTo>
                  <a:lnTo>
                    <a:pt x="1409014" y="1910360"/>
                  </a:lnTo>
                  <a:lnTo>
                    <a:pt x="1491897" y="2007379"/>
                  </a:lnTo>
                  <a:lnTo>
                    <a:pt x="1574780" y="2099324"/>
                  </a:lnTo>
                  <a:lnTo>
                    <a:pt x="1657664" y="2186480"/>
                  </a:lnTo>
                  <a:lnTo>
                    <a:pt x="1740547" y="2269153"/>
                  </a:lnTo>
                  <a:lnTo>
                    <a:pt x="1823430" y="2347670"/>
                  </a:lnTo>
                  <a:lnTo>
                    <a:pt x="1906313" y="2422343"/>
                  </a:lnTo>
                  <a:lnTo>
                    <a:pt x="1989196" y="2493305"/>
                  </a:lnTo>
                  <a:lnTo>
                    <a:pt x="2072080" y="2560657"/>
                  </a:lnTo>
                  <a:lnTo>
                    <a:pt x="2154963" y="2624549"/>
                  </a:lnTo>
                  <a:lnTo>
                    <a:pt x="2237846" y="2685224"/>
                  </a:lnTo>
                  <a:lnTo>
                    <a:pt x="2320729" y="2743006"/>
                  </a:lnTo>
                  <a:lnTo>
                    <a:pt x="2403612" y="2797656"/>
                  </a:lnTo>
                  <a:lnTo>
                    <a:pt x="2486496" y="2848420"/>
                  </a:lnTo>
                  <a:lnTo>
                    <a:pt x="2569379" y="2895663"/>
                  </a:lnTo>
                  <a:lnTo>
                    <a:pt x="2652262" y="2941243"/>
                  </a:lnTo>
                  <a:lnTo>
                    <a:pt x="2735145" y="2984165"/>
                  </a:lnTo>
                  <a:lnTo>
                    <a:pt x="2818028" y="3022782"/>
                  </a:lnTo>
                  <a:lnTo>
                    <a:pt x="2900912" y="3057864"/>
                  </a:lnTo>
                  <a:lnTo>
                    <a:pt x="2983795" y="3092541"/>
                  </a:lnTo>
                  <a:lnTo>
                    <a:pt x="3066678" y="3126548"/>
                  </a:lnTo>
                  <a:lnTo>
                    <a:pt x="3149561" y="3156005"/>
                  </a:lnTo>
                  <a:lnTo>
                    <a:pt x="3232444" y="3182399"/>
                  </a:lnTo>
                  <a:lnTo>
                    <a:pt x="3315328" y="3210199"/>
                  </a:lnTo>
                  <a:lnTo>
                    <a:pt x="3398211" y="3238635"/>
                  </a:lnTo>
                  <a:lnTo>
                    <a:pt x="3481094" y="3264139"/>
                  </a:lnTo>
                  <a:lnTo>
                    <a:pt x="3563977" y="3287178"/>
                  </a:lnTo>
                  <a:lnTo>
                    <a:pt x="3646860" y="3309556"/>
                  </a:lnTo>
                  <a:lnTo>
                    <a:pt x="3729744" y="3333952"/>
                  </a:lnTo>
                  <a:lnTo>
                    <a:pt x="3812627" y="3358800"/>
                  </a:lnTo>
                  <a:lnTo>
                    <a:pt x="3895510" y="3382230"/>
                  </a:lnTo>
                  <a:lnTo>
                    <a:pt x="3978393" y="3404085"/>
                  </a:lnTo>
                  <a:lnTo>
                    <a:pt x="4061276" y="3424425"/>
                  </a:lnTo>
                  <a:lnTo>
                    <a:pt x="4144160" y="3443522"/>
                  </a:lnTo>
                  <a:lnTo>
                    <a:pt x="4227043" y="3461807"/>
                  </a:lnTo>
                  <a:lnTo>
                    <a:pt x="4309926" y="3479749"/>
                  </a:lnTo>
                  <a:lnTo>
                    <a:pt x="4392809" y="3496891"/>
                  </a:lnTo>
                  <a:lnTo>
                    <a:pt x="4475692" y="3512706"/>
                  </a:lnTo>
                  <a:lnTo>
                    <a:pt x="4558576" y="3527120"/>
                  </a:lnTo>
                  <a:lnTo>
                    <a:pt x="4641459" y="3540004"/>
                  </a:lnTo>
                  <a:lnTo>
                    <a:pt x="4724342" y="3551195"/>
                  </a:lnTo>
                  <a:lnTo>
                    <a:pt x="4807225" y="3560503"/>
                  </a:lnTo>
                  <a:lnTo>
                    <a:pt x="4890108" y="3567731"/>
                  </a:lnTo>
                  <a:lnTo>
                    <a:pt x="4972992" y="3572690"/>
                  </a:lnTo>
                  <a:lnTo>
                    <a:pt x="5055875" y="3575209"/>
                  </a:lnTo>
                  <a:lnTo>
                    <a:pt x="5138758" y="3575145"/>
                  </a:lnTo>
                  <a:lnTo>
                    <a:pt x="5221641" y="3572391"/>
                  </a:lnTo>
                  <a:lnTo>
                    <a:pt x="5304524" y="3566870"/>
                  </a:lnTo>
                  <a:lnTo>
                    <a:pt x="5387408" y="3558539"/>
                  </a:lnTo>
                  <a:lnTo>
                    <a:pt x="5470291" y="3547381"/>
                  </a:lnTo>
                  <a:lnTo>
                    <a:pt x="5553174" y="3533397"/>
                  </a:lnTo>
                  <a:lnTo>
                    <a:pt x="5636057" y="3516604"/>
                  </a:lnTo>
                  <a:lnTo>
                    <a:pt x="5718940" y="3497028"/>
                  </a:lnTo>
                  <a:lnTo>
                    <a:pt x="5801824" y="3474701"/>
                  </a:lnTo>
                  <a:lnTo>
                    <a:pt x="5884707" y="3449658"/>
                  </a:lnTo>
                  <a:lnTo>
                    <a:pt x="5967590" y="3421934"/>
                  </a:lnTo>
                  <a:lnTo>
                    <a:pt x="6015395" y="3404418"/>
                  </a:lnTo>
                  <a:lnTo>
                    <a:pt x="6015395" y="4010511"/>
                  </a:lnTo>
                  <a:lnTo>
                    <a:pt x="5210487" y="4010511"/>
                  </a:lnTo>
                  <a:lnTo>
                    <a:pt x="5138758" y="3988418"/>
                  </a:lnTo>
                  <a:lnTo>
                    <a:pt x="5055875" y="3963844"/>
                  </a:lnTo>
                  <a:lnTo>
                    <a:pt x="4972992" y="3940112"/>
                  </a:lnTo>
                  <a:lnTo>
                    <a:pt x="4890108" y="3917076"/>
                  </a:lnTo>
                  <a:lnTo>
                    <a:pt x="4807225" y="3894561"/>
                  </a:lnTo>
                  <a:lnTo>
                    <a:pt x="4724342" y="3872372"/>
                  </a:lnTo>
                  <a:lnTo>
                    <a:pt x="4641459" y="3850309"/>
                  </a:lnTo>
                  <a:lnTo>
                    <a:pt x="4558576" y="3828180"/>
                  </a:lnTo>
                  <a:lnTo>
                    <a:pt x="4475692" y="3805816"/>
                  </a:lnTo>
                  <a:lnTo>
                    <a:pt x="4392809" y="3783085"/>
                  </a:lnTo>
                  <a:lnTo>
                    <a:pt x="4309926" y="3759907"/>
                  </a:lnTo>
                  <a:lnTo>
                    <a:pt x="4227043" y="3736239"/>
                  </a:lnTo>
                  <a:lnTo>
                    <a:pt x="4144160" y="3712130"/>
                  </a:lnTo>
                  <a:lnTo>
                    <a:pt x="4061276" y="3687742"/>
                  </a:lnTo>
                  <a:lnTo>
                    <a:pt x="3978393" y="3663191"/>
                  </a:lnTo>
                  <a:lnTo>
                    <a:pt x="3895510" y="3638436"/>
                  </a:lnTo>
                  <a:lnTo>
                    <a:pt x="3812627" y="3613223"/>
                  </a:lnTo>
                  <a:lnTo>
                    <a:pt x="3729744" y="3587082"/>
                  </a:lnTo>
                  <a:lnTo>
                    <a:pt x="3646860" y="3560060"/>
                  </a:lnTo>
                  <a:lnTo>
                    <a:pt x="3563977" y="3533401"/>
                  </a:lnTo>
                  <a:lnTo>
                    <a:pt x="3481094" y="3507375"/>
                  </a:lnTo>
                  <a:lnTo>
                    <a:pt x="3398211" y="3481251"/>
                  </a:lnTo>
                  <a:lnTo>
                    <a:pt x="3315328" y="3452963"/>
                  </a:lnTo>
                  <a:lnTo>
                    <a:pt x="3232444" y="3422368"/>
                  </a:lnTo>
                  <a:lnTo>
                    <a:pt x="3149561" y="3392495"/>
                  </a:lnTo>
                  <a:lnTo>
                    <a:pt x="3066678" y="3362803"/>
                  </a:lnTo>
                  <a:lnTo>
                    <a:pt x="2983795" y="3329744"/>
                  </a:lnTo>
                  <a:lnTo>
                    <a:pt x="2900912" y="3293191"/>
                  </a:lnTo>
                  <a:lnTo>
                    <a:pt x="2818028" y="3256515"/>
                  </a:lnTo>
                  <a:lnTo>
                    <a:pt x="2735145" y="3219273"/>
                  </a:lnTo>
                  <a:lnTo>
                    <a:pt x="2652262" y="3178666"/>
                  </a:lnTo>
                  <a:lnTo>
                    <a:pt x="2569379" y="3132718"/>
                  </a:lnTo>
                  <a:lnTo>
                    <a:pt x="2486496" y="3084908"/>
                  </a:lnTo>
                  <a:lnTo>
                    <a:pt x="2403612" y="3035740"/>
                  </a:lnTo>
                  <a:lnTo>
                    <a:pt x="2320729" y="2984001"/>
                  </a:lnTo>
                  <a:lnTo>
                    <a:pt x="2237846" y="2927857"/>
                  </a:lnTo>
                  <a:lnTo>
                    <a:pt x="2154963" y="2868811"/>
                  </a:lnTo>
                  <a:lnTo>
                    <a:pt x="2072080" y="2807330"/>
                  </a:lnTo>
                  <a:lnTo>
                    <a:pt x="1989196" y="2743415"/>
                  </a:lnTo>
                  <a:lnTo>
                    <a:pt x="1906313" y="2676973"/>
                  </a:lnTo>
                  <a:lnTo>
                    <a:pt x="1823430" y="2607863"/>
                  </a:lnTo>
                  <a:lnTo>
                    <a:pt x="1740547" y="2535991"/>
                  </a:lnTo>
                  <a:lnTo>
                    <a:pt x="1657664" y="2461864"/>
                  </a:lnTo>
                  <a:lnTo>
                    <a:pt x="1574780" y="2385943"/>
                  </a:lnTo>
                  <a:lnTo>
                    <a:pt x="1491897" y="2308544"/>
                  </a:lnTo>
                  <a:lnTo>
                    <a:pt x="1409014" y="2229966"/>
                  </a:lnTo>
                  <a:lnTo>
                    <a:pt x="1326131" y="2150458"/>
                  </a:lnTo>
                  <a:lnTo>
                    <a:pt x="1243248" y="2070204"/>
                  </a:lnTo>
                  <a:lnTo>
                    <a:pt x="1160364" y="1989319"/>
                  </a:lnTo>
                  <a:lnTo>
                    <a:pt x="1077481" y="1907858"/>
                  </a:lnTo>
                  <a:lnTo>
                    <a:pt x="994598" y="1825828"/>
                  </a:lnTo>
                  <a:lnTo>
                    <a:pt x="911715" y="1743204"/>
                  </a:lnTo>
                  <a:lnTo>
                    <a:pt x="828832" y="1659943"/>
                  </a:lnTo>
                  <a:lnTo>
                    <a:pt x="745948" y="1575990"/>
                  </a:lnTo>
                  <a:lnTo>
                    <a:pt x="663065" y="1491291"/>
                  </a:lnTo>
                  <a:lnTo>
                    <a:pt x="580182" y="1405791"/>
                  </a:lnTo>
                  <a:lnTo>
                    <a:pt x="497299" y="1319438"/>
                  </a:lnTo>
                  <a:lnTo>
                    <a:pt x="414416" y="1232186"/>
                  </a:lnTo>
                  <a:lnTo>
                    <a:pt x="331532" y="1143992"/>
                  </a:lnTo>
                  <a:lnTo>
                    <a:pt x="248649" y="1054818"/>
                  </a:lnTo>
                  <a:lnTo>
                    <a:pt x="165766" y="964631"/>
                  </a:lnTo>
                  <a:lnTo>
                    <a:pt x="82883" y="873399"/>
                  </a:lnTo>
                  <a:lnTo>
                    <a:pt x="0" y="7810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32477" y="1367948"/>
              <a:ext cx="5755383" cy="3575209"/>
            </a:xfrm>
            <a:custGeom>
              <a:avLst/>
              <a:pathLst>
                <a:path w="5755383" h="3575209">
                  <a:moveTo>
                    <a:pt x="0" y="0"/>
                  </a:moveTo>
                  <a:lnTo>
                    <a:pt x="71520" y="149181"/>
                  </a:lnTo>
                  <a:lnTo>
                    <a:pt x="154403" y="316937"/>
                  </a:lnTo>
                  <a:lnTo>
                    <a:pt x="237287" y="479516"/>
                  </a:lnTo>
                  <a:lnTo>
                    <a:pt x="320170" y="636867"/>
                  </a:lnTo>
                  <a:lnTo>
                    <a:pt x="403053" y="788932"/>
                  </a:lnTo>
                  <a:lnTo>
                    <a:pt x="485936" y="935648"/>
                  </a:lnTo>
                  <a:lnTo>
                    <a:pt x="568819" y="1076952"/>
                  </a:lnTo>
                  <a:lnTo>
                    <a:pt x="651703" y="1212776"/>
                  </a:lnTo>
                  <a:lnTo>
                    <a:pt x="734586" y="1343057"/>
                  </a:lnTo>
                  <a:lnTo>
                    <a:pt x="817469" y="1467740"/>
                  </a:lnTo>
                  <a:lnTo>
                    <a:pt x="900352" y="1586791"/>
                  </a:lnTo>
                  <a:lnTo>
                    <a:pt x="983235" y="1700205"/>
                  </a:lnTo>
                  <a:lnTo>
                    <a:pt x="1066119" y="1808027"/>
                  </a:lnTo>
                  <a:lnTo>
                    <a:pt x="1149002" y="1910360"/>
                  </a:lnTo>
                  <a:lnTo>
                    <a:pt x="1231885" y="2007379"/>
                  </a:lnTo>
                  <a:lnTo>
                    <a:pt x="1314768" y="2099324"/>
                  </a:lnTo>
                  <a:lnTo>
                    <a:pt x="1397652" y="2186480"/>
                  </a:lnTo>
                  <a:lnTo>
                    <a:pt x="1480535" y="2269153"/>
                  </a:lnTo>
                  <a:lnTo>
                    <a:pt x="1563418" y="2347670"/>
                  </a:lnTo>
                  <a:lnTo>
                    <a:pt x="1646301" y="2422343"/>
                  </a:lnTo>
                  <a:lnTo>
                    <a:pt x="1729184" y="2493305"/>
                  </a:lnTo>
                  <a:lnTo>
                    <a:pt x="1812068" y="2560657"/>
                  </a:lnTo>
                  <a:lnTo>
                    <a:pt x="1894951" y="2624549"/>
                  </a:lnTo>
                  <a:lnTo>
                    <a:pt x="1977834" y="2685224"/>
                  </a:lnTo>
                  <a:lnTo>
                    <a:pt x="2060717" y="2743006"/>
                  </a:lnTo>
                  <a:lnTo>
                    <a:pt x="2143600" y="2797656"/>
                  </a:lnTo>
                  <a:lnTo>
                    <a:pt x="2226484" y="2848420"/>
                  </a:lnTo>
                  <a:lnTo>
                    <a:pt x="2309367" y="2895663"/>
                  </a:lnTo>
                  <a:lnTo>
                    <a:pt x="2392250" y="2941243"/>
                  </a:lnTo>
                  <a:lnTo>
                    <a:pt x="2475133" y="2984165"/>
                  </a:lnTo>
                  <a:lnTo>
                    <a:pt x="2558016" y="3022782"/>
                  </a:lnTo>
                  <a:lnTo>
                    <a:pt x="2640900" y="3057864"/>
                  </a:lnTo>
                  <a:lnTo>
                    <a:pt x="2723783" y="3092541"/>
                  </a:lnTo>
                  <a:lnTo>
                    <a:pt x="2806666" y="3126548"/>
                  </a:lnTo>
                  <a:lnTo>
                    <a:pt x="2889549" y="3156005"/>
                  </a:lnTo>
                  <a:lnTo>
                    <a:pt x="2972432" y="3182399"/>
                  </a:lnTo>
                  <a:lnTo>
                    <a:pt x="3055316" y="3210199"/>
                  </a:lnTo>
                  <a:lnTo>
                    <a:pt x="3138199" y="3238635"/>
                  </a:lnTo>
                  <a:lnTo>
                    <a:pt x="3221082" y="3264139"/>
                  </a:lnTo>
                  <a:lnTo>
                    <a:pt x="3303965" y="3287178"/>
                  </a:lnTo>
                  <a:lnTo>
                    <a:pt x="3386848" y="3309556"/>
                  </a:lnTo>
                  <a:lnTo>
                    <a:pt x="3469732" y="3333952"/>
                  </a:lnTo>
                  <a:lnTo>
                    <a:pt x="3552615" y="3358800"/>
                  </a:lnTo>
                  <a:lnTo>
                    <a:pt x="3635498" y="3382230"/>
                  </a:lnTo>
                  <a:lnTo>
                    <a:pt x="3718381" y="3404085"/>
                  </a:lnTo>
                  <a:lnTo>
                    <a:pt x="3801264" y="3424425"/>
                  </a:lnTo>
                  <a:lnTo>
                    <a:pt x="3884148" y="3443522"/>
                  </a:lnTo>
                  <a:lnTo>
                    <a:pt x="3967031" y="3461807"/>
                  </a:lnTo>
                  <a:lnTo>
                    <a:pt x="4049914" y="3479749"/>
                  </a:lnTo>
                  <a:lnTo>
                    <a:pt x="4132797" y="3496891"/>
                  </a:lnTo>
                  <a:lnTo>
                    <a:pt x="4215680" y="3512706"/>
                  </a:lnTo>
                  <a:lnTo>
                    <a:pt x="4298564" y="3527120"/>
                  </a:lnTo>
                  <a:lnTo>
                    <a:pt x="4381447" y="3540004"/>
                  </a:lnTo>
                  <a:lnTo>
                    <a:pt x="4464330" y="3551195"/>
                  </a:lnTo>
                  <a:lnTo>
                    <a:pt x="4547213" y="3560503"/>
                  </a:lnTo>
                  <a:lnTo>
                    <a:pt x="4630096" y="3567731"/>
                  </a:lnTo>
                  <a:lnTo>
                    <a:pt x="4712980" y="3572690"/>
                  </a:lnTo>
                  <a:lnTo>
                    <a:pt x="4795863" y="3575209"/>
                  </a:lnTo>
                  <a:lnTo>
                    <a:pt x="4878746" y="3575145"/>
                  </a:lnTo>
                  <a:lnTo>
                    <a:pt x="4961629" y="3572391"/>
                  </a:lnTo>
                  <a:lnTo>
                    <a:pt x="5044512" y="3566870"/>
                  </a:lnTo>
                  <a:lnTo>
                    <a:pt x="5127396" y="3558539"/>
                  </a:lnTo>
                  <a:lnTo>
                    <a:pt x="5210279" y="3547381"/>
                  </a:lnTo>
                  <a:lnTo>
                    <a:pt x="5293162" y="3533397"/>
                  </a:lnTo>
                  <a:lnTo>
                    <a:pt x="5376045" y="3516604"/>
                  </a:lnTo>
                  <a:lnTo>
                    <a:pt x="5458928" y="3497028"/>
                  </a:lnTo>
                  <a:lnTo>
                    <a:pt x="5541812" y="3474701"/>
                  </a:lnTo>
                  <a:lnTo>
                    <a:pt x="5624695" y="3449658"/>
                  </a:lnTo>
                  <a:lnTo>
                    <a:pt x="5707578" y="3421934"/>
                  </a:lnTo>
                  <a:lnTo>
                    <a:pt x="5755383" y="34044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2149044"/>
              <a:ext cx="5210487" cy="3229415"/>
            </a:xfrm>
            <a:custGeom>
              <a:avLst/>
              <a:pathLst>
                <a:path w="5210487" h="3229415">
                  <a:moveTo>
                    <a:pt x="5210487" y="3229415"/>
                  </a:moveTo>
                  <a:lnTo>
                    <a:pt x="5138758" y="3207323"/>
                  </a:lnTo>
                  <a:lnTo>
                    <a:pt x="5055875" y="3182749"/>
                  </a:lnTo>
                  <a:lnTo>
                    <a:pt x="4972992" y="3159017"/>
                  </a:lnTo>
                  <a:lnTo>
                    <a:pt x="4890108" y="3135981"/>
                  </a:lnTo>
                  <a:lnTo>
                    <a:pt x="4807225" y="3113465"/>
                  </a:lnTo>
                  <a:lnTo>
                    <a:pt x="4724342" y="3091277"/>
                  </a:lnTo>
                  <a:lnTo>
                    <a:pt x="4641459" y="3069214"/>
                  </a:lnTo>
                  <a:lnTo>
                    <a:pt x="4558576" y="3047085"/>
                  </a:lnTo>
                  <a:lnTo>
                    <a:pt x="4475692" y="3024720"/>
                  </a:lnTo>
                  <a:lnTo>
                    <a:pt x="4392809" y="3001989"/>
                  </a:lnTo>
                  <a:lnTo>
                    <a:pt x="4309926" y="2978812"/>
                  </a:lnTo>
                  <a:lnTo>
                    <a:pt x="4227043" y="2955144"/>
                  </a:lnTo>
                  <a:lnTo>
                    <a:pt x="4144160" y="2931034"/>
                  </a:lnTo>
                  <a:lnTo>
                    <a:pt x="4061276" y="2906646"/>
                  </a:lnTo>
                  <a:lnTo>
                    <a:pt x="3978393" y="2882095"/>
                  </a:lnTo>
                  <a:lnTo>
                    <a:pt x="3895510" y="2857341"/>
                  </a:lnTo>
                  <a:lnTo>
                    <a:pt x="3812627" y="2832128"/>
                  </a:lnTo>
                  <a:lnTo>
                    <a:pt x="3729744" y="2805986"/>
                  </a:lnTo>
                  <a:lnTo>
                    <a:pt x="3646860" y="2778965"/>
                  </a:lnTo>
                  <a:lnTo>
                    <a:pt x="3563977" y="2752306"/>
                  </a:lnTo>
                  <a:lnTo>
                    <a:pt x="3481094" y="2726279"/>
                  </a:lnTo>
                  <a:lnTo>
                    <a:pt x="3398211" y="2700156"/>
                  </a:lnTo>
                  <a:lnTo>
                    <a:pt x="3315328" y="2671867"/>
                  </a:lnTo>
                  <a:lnTo>
                    <a:pt x="3232444" y="2641273"/>
                  </a:lnTo>
                  <a:lnTo>
                    <a:pt x="3149561" y="2611400"/>
                  </a:lnTo>
                  <a:lnTo>
                    <a:pt x="3066678" y="2581708"/>
                  </a:lnTo>
                  <a:lnTo>
                    <a:pt x="2983795" y="2548648"/>
                  </a:lnTo>
                  <a:lnTo>
                    <a:pt x="2900912" y="2512096"/>
                  </a:lnTo>
                  <a:lnTo>
                    <a:pt x="2818028" y="2475420"/>
                  </a:lnTo>
                  <a:lnTo>
                    <a:pt x="2735145" y="2438178"/>
                  </a:lnTo>
                  <a:lnTo>
                    <a:pt x="2652262" y="2397571"/>
                  </a:lnTo>
                  <a:lnTo>
                    <a:pt x="2569379" y="2351623"/>
                  </a:lnTo>
                  <a:lnTo>
                    <a:pt x="2486496" y="2303813"/>
                  </a:lnTo>
                  <a:lnTo>
                    <a:pt x="2403612" y="2254645"/>
                  </a:lnTo>
                  <a:lnTo>
                    <a:pt x="2320729" y="2202905"/>
                  </a:lnTo>
                  <a:lnTo>
                    <a:pt x="2237846" y="2146761"/>
                  </a:lnTo>
                  <a:lnTo>
                    <a:pt x="2154963" y="2087716"/>
                  </a:lnTo>
                  <a:lnTo>
                    <a:pt x="2072080" y="2026235"/>
                  </a:lnTo>
                  <a:lnTo>
                    <a:pt x="1989196" y="1962320"/>
                  </a:lnTo>
                  <a:lnTo>
                    <a:pt x="1906313" y="1895878"/>
                  </a:lnTo>
                  <a:lnTo>
                    <a:pt x="1823430" y="1826768"/>
                  </a:lnTo>
                  <a:lnTo>
                    <a:pt x="1740547" y="1754896"/>
                  </a:lnTo>
                  <a:lnTo>
                    <a:pt x="1657664" y="1680768"/>
                  </a:lnTo>
                  <a:lnTo>
                    <a:pt x="1574780" y="1604847"/>
                  </a:lnTo>
                  <a:lnTo>
                    <a:pt x="1491897" y="1527449"/>
                  </a:lnTo>
                  <a:lnTo>
                    <a:pt x="1409014" y="1448871"/>
                  </a:lnTo>
                  <a:lnTo>
                    <a:pt x="1326131" y="1369363"/>
                  </a:lnTo>
                  <a:lnTo>
                    <a:pt x="1243248" y="1289108"/>
                  </a:lnTo>
                  <a:lnTo>
                    <a:pt x="1160364" y="1208224"/>
                  </a:lnTo>
                  <a:lnTo>
                    <a:pt x="1077481" y="1126763"/>
                  </a:lnTo>
                  <a:lnTo>
                    <a:pt x="994598" y="1044733"/>
                  </a:lnTo>
                  <a:lnTo>
                    <a:pt x="911715" y="962109"/>
                  </a:lnTo>
                  <a:lnTo>
                    <a:pt x="828832" y="878847"/>
                  </a:lnTo>
                  <a:lnTo>
                    <a:pt x="745948" y="794895"/>
                  </a:lnTo>
                  <a:lnTo>
                    <a:pt x="663065" y="710196"/>
                  </a:lnTo>
                  <a:lnTo>
                    <a:pt x="580182" y="624695"/>
                  </a:lnTo>
                  <a:lnTo>
                    <a:pt x="497299" y="538342"/>
                  </a:lnTo>
                  <a:lnTo>
                    <a:pt x="414416" y="451090"/>
                  </a:lnTo>
                  <a:lnTo>
                    <a:pt x="331532" y="362897"/>
                  </a:lnTo>
                  <a:lnTo>
                    <a:pt x="248649" y="273723"/>
                  </a:lnTo>
                  <a:lnTo>
                    <a:pt x="165766" y="183535"/>
                  </a:lnTo>
                  <a:lnTo>
                    <a:pt x="82883" y="923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1472156"/>
              <a:ext cx="6015395" cy="3754321"/>
            </a:xfrm>
            <a:custGeom>
              <a:avLst/>
              <a:pathLst>
                <a:path w="6015395" h="3754321">
                  <a:moveTo>
                    <a:pt x="0" y="0"/>
                  </a:moveTo>
                  <a:lnTo>
                    <a:pt x="82883" y="140156"/>
                  </a:lnTo>
                  <a:lnTo>
                    <a:pt x="165766" y="277275"/>
                  </a:lnTo>
                  <a:lnTo>
                    <a:pt x="248649" y="411351"/>
                  </a:lnTo>
                  <a:lnTo>
                    <a:pt x="331532" y="542379"/>
                  </a:lnTo>
                  <a:lnTo>
                    <a:pt x="414416" y="670353"/>
                  </a:lnTo>
                  <a:lnTo>
                    <a:pt x="497299" y="795269"/>
                  </a:lnTo>
                  <a:lnTo>
                    <a:pt x="580182" y="917121"/>
                  </a:lnTo>
                  <a:lnTo>
                    <a:pt x="663065" y="1035903"/>
                  </a:lnTo>
                  <a:lnTo>
                    <a:pt x="745948" y="1151611"/>
                  </a:lnTo>
                  <a:lnTo>
                    <a:pt x="828832" y="1264239"/>
                  </a:lnTo>
                  <a:lnTo>
                    <a:pt x="911715" y="1373782"/>
                  </a:lnTo>
                  <a:lnTo>
                    <a:pt x="994598" y="1480235"/>
                  </a:lnTo>
                  <a:lnTo>
                    <a:pt x="1077481" y="1583592"/>
                  </a:lnTo>
                  <a:lnTo>
                    <a:pt x="1160364" y="1683847"/>
                  </a:lnTo>
                  <a:lnTo>
                    <a:pt x="1243248" y="1780997"/>
                  </a:lnTo>
                  <a:lnTo>
                    <a:pt x="1326131" y="1875034"/>
                  </a:lnTo>
                  <a:lnTo>
                    <a:pt x="1409014" y="1965955"/>
                  </a:lnTo>
                  <a:lnTo>
                    <a:pt x="1491897" y="2053754"/>
                  </a:lnTo>
                  <a:lnTo>
                    <a:pt x="1574780" y="2138425"/>
                  </a:lnTo>
                  <a:lnTo>
                    <a:pt x="1657664" y="2219964"/>
                  </a:lnTo>
                  <a:lnTo>
                    <a:pt x="1740547" y="2298364"/>
                  </a:lnTo>
                  <a:lnTo>
                    <a:pt x="1823430" y="2373559"/>
                  </a:lnTo>
                  <a:lnTo>
                    <a:pt x="1906313" y="2445450"/>
                  </a:lnTo>
                  <a:lnTo>
                    <a:pt x="1989196" y="2514152"/>
                  </a:lnTo>
                  <a:lnTo>
                    <a:pt x="2072080" y="2579786"/>
                  </a:lnTo>
                  <a:lnTo>
                    <a:pt x="2154963" y="2642472"/>
                  </a:lnTo>
                  <a:lnTo>
                    <a:pt x="2237846" y="2702333"/>
                  </a:lnTo>
                  <a:lnTo>
                    <a:pt x="2320729" y="2759295"/>
                  </a:lnTo>
                  <a:lnTo>
                    <a:pt x="2403612" y="2812490"/>
                  </a:lnTo>
                  <a:lnTo>
                    <a:pt x="2486496" y="2862456"/>
                  </a:lnTo>
                  <a:lnTo>
                    <a:pt x="2569379" y="2909983"/>
                  </a:lnTo>
                  <a:lnTo>
                    <a:pt x="2652262" y="2955747"/>
                  </a:lnTo>
                  <a:lnTo>
                    <a:pt x="2735145" y="2997512"/>
                  </a:lnTo>
                  <a:lnTo>
                    <a:pt x="2818028" y="3035441"/>
                  </a:lnTo>
                  <a:lnTo>
                    <a:pt x="2900912" y="3071320"/>
                  </a:lnTo>
                  <a:lnTo>
                    <a:pt x="2983795" y="3106934"/>
                  </a:lnTo>
                  <a:lnTo>
                    <a:pt x="3066678" y="3140468"/>
                  </a:lnTo>
                  <a:lnTo>
                    <a:pt x="3149561" y="3170042"/>
                  </a:lnTo>
                  <a:lnTo>
                    <a:pt x="3232444" y="3198176"/>
                  </a:lnTo>
                  <a:lnTo>
                    <a:pt x="3315328" y="3227373"/>
                  </a:lnTo>
                  <a:lnTo>
                    <a:pt x="3398211" y="3255735"/>
                  </a:lnTo>
                  <a:lnTo>
                    <a:pt x="3481094" y="3281549"/>
                  </a:lnTo>
                  <a:lnTo>
                    <a:pt x="3563977" y="3306082"/>
                  </a:lnTo>
                  <a:lnTo>
                    <a:pt x="3646860" y="3330600"/>
                  </a:lnTo>
                  <a:lnTo>
                    <a:pt x="3729744" y="3356309"/>
                  </a:lnTo>
                  <a:lnTo>
                    <a:pt x="3812627" y="3381804"/>
                  </a:lnTo>
                  <a:lnTo>
                    <a:pt x="3895510" y="3406125"/>
                  </a:lnTo>
                  <a:lnTo>
                    <a:pt x="3978393" y="3429430"/>
                  </a:lnTo>
                  <a:lnTo>
                    <a:pt x="4061276" y="3451875"/>
                  </a:lnTo>
                  <a:lnTo>
                    <a:pt x="4144160" y="3473618"/>
                  </a:lnTo>
                  <a:lnTo>
                    <a:pt x="4227043" y="3494815"/>
                  </a:lnTo>
                  <a:lnTo>
                    <a:pt x="4309926" y="3515620"/>
                  </a:lnTo>
                  <a:lnTo>
                    <a:pt x="4392809" y="3535780"/>
                  </a:lnTo>
                  <a:lnTo>
                    <a:pt x="4475692" y="3555053"/>
                  </a:lnTo>
                  <a:lnTo>
                    <a:pt x="4558576" y="3573442"/>
                  </a:lnTo>
                  <a:lnTo>
                    <a:pt x="4641459" y="3590949"/>
                  </a:lnTo>
                  <a:lnTo>
                    <a:pt x="4724342" y="3607576"/>
                  </a:lnTo>
                  <a:lnTo>
                    <a:pt x="4807225" y="3623324"/>
                  </a:lnTo>
                  <a:lnTo>
                    <a:pt x="4890108" y="3638196"/>
                  </a:lnTo>
                  <a:lnTo>
                    <a:pt x="4972992" y="3652193"/>
                  </a:lnTo>
                  <a:lnTo>
                    <a:pt x="5055875" y="3665319"/>
                  </a:lnTo>
                  <a:lnTo>
                    <a:pt x="5138758" y="3677574"/>
                  </a:lnTo>
                  <a:lnTo>
                    <a:pt x="5221641" y="3688961"/>
                  </a:lnTo>
                  <a:lnTo>
                    <a:pt x="5304524" y="3699481"/>
                  </a:lnTo>
                  <a:lnTo>
                    <a:pt x="5387408" y="3709137"/>
                  </a:lnTo>
                  <a:lnTo>
                    <a:pt x="5470291" y="3717931"/>
                  </a:lnTo>
                  <a:lnTo>
                    <a:pt x="5553174" y="3725865"/>
                  </a:lnTo>
                  <a:lnTo>
                    <a:pt x="5636057" y="3732940"/>
                  </a:lnTo>
                  <a:lnTo>
                    <a:pt x="5718940" y="3739159"/>
                  </a:lnTo>
                  <a:lnTo>
                    <a:pt x="5801824" y="3744524"/>
                  </a:lnTo>
                  <a:lnTo>
                    <a:pt x="5884707" y="3749036"/>
                  </a:lnTo>
                  <a:lnTo>
                    <a:pt x="5967590" y="3752698"/>
                  </a:lnTo>
                  <a:lnTo>
                    <a:pt x="6015395" y="375432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3070366"/>
              <a:ext cx="6015395" cy="2308093"/>
            </a:xfrm>
            <a:custGeom>
              <a:avLst/>
              <a:pathLst>
                <a:path w="6015395" h="2308093">
                  <a:moveTo>
                    <a:pt x="0" y="0"/>
                  </a:moveTo>
                  <a:lnTo>
                    <a:pt x="82883" y="72163"/>
                  </a:lnTo>
                  <a:lnTo>
                    <a:pt x="165766" y="142489"/>
                  </a:lnTo>
                  <a:lnTo>
                    <a:pt x="248649" y="210958"/>
                  </a:lnTo>
                  <a:lnTo>
                    <a:pt x="331532" y="277547"/>
                  </a:lnTo>
                  <a:lnTo>
                    <a:pt x="414416" y="342229"/>
                  </a:lnTo>
                  <a:lnTo>
                    <a:pt x="497299" y="404974"/>
                  </a:lnTo>
                  <a:lnTo>
                    <a:pt x="580182" y="465748"/>
                  </a:lnTo>
                  <a:lnTo>
                    <a:pt x="663065" y="524513"/>
                  </a:lnTo>
                  <a:lnTo>
                    <a:pt x="745948" y="581224"/>
                  </a:lnTo>
                  <a:lnTo>
                    <a:pt x="828832" y="635836"/>
                  </a:lnTo>
                  <a:lnTo>
                    <a:pt x="911715" y="688302"/>
                  </a:lnTo>
                  <a:lnTo>
                    <a:pt x="994598" y="738576"/>
                  </a:lnTo>
                  <a:lnTo>
                    <a:pt x="1077481" y="786624"/>
                  </a:lnTo>
                  <a:lnTo>
                    <a:pt x="1160364" y="832427"/>
                  </a:lnTo>
                  <a:lnTo>
                    <a:pt x="1243248" y="875999"/>
                  </a:lnTo>
                  <a:lnTo>
                    <a:pt x="1326131" y="917399"/>
                  </a:lnTo>
                  <a:lnTo>
                    <a:pt x="1409014" y="956745"/>
                  </a:lnTo>
                  <a:lnTo>
                    <a:pt x="1491897" y="994222"/>
                  </a:lnTo>
                  <a:lnTo>
                    <a:pt x="1574780" y="1030076"/>
                  </a:lnTo>
                  <a:lnTo>
                    <a:pt x="1657664" y="1064603"/>
                  </a:lnTo>
                  <a:lnTo>
                    <a:pt x="1740547" y="1098114"/>
                  </a:lnTo>
                  <a:lnTo>
                    <a:pt x="1823430" y="1131155"/>
                  </a:lnTo>
                  <a:lnTo>
                    <a:pt x="1906313" y="1164341"/>
                  </a:lnTo>
                  <a:lnTo>
                    <a:pt x="1989196" y="1197379"/>
                  </a:lnTo>
                  <a:lnTo>
                    <a:pt x="2072080" y="1229918"/>
                  </a:lnTo>
                  <a:lnTo>
                    <a:pt x="2154963" y="1261652"/>
                  </a:lnTo>
                  <a:lnTo>
                    <a:pt x="2237846" y="1292368"/>
                  </a:lnTo>
                  <a:lnTo>
                    <a:pt x="2320729" y="1322872"/>
                  </a:lnTo>
                  <a:lnTo>
                    <a:pt x="2403612" y="1357255"/>
                  </a:lnTo>
                  <a:lnTo>
                    <a:pt x="2486496" y="1392069"/>
                  </a:lnTo>
                  <a:lnTo>
                    <a:pt x="2569379" y="1423716"/>
                  </a:lnTo>
                  <a:lnTo>
                    <a:pt x="2652262" y="1450170"/>
                  </a:lnTo>
                  <a:lnTo>
                    <a:pt x="2735145" y="1471479"/>
                  </a:lnTo>
                  <a:lnTo>
                    <a:pt x="2818028" y="1488059"/>
                  </a:lnTo>
                  <a:lnTo>
                    <a:pt x="2900912" y="1501370"/>
                  </a:lnTo>
                  <a:lnTo>
                    <a:pt x="2983795" y="1515148"/>
                  </a:lnTo>
                  <a:lnTo>
                    <a:pt x="3066678" y="1526434"/>
                  </a:lnTo>
                  <a:lnTo>
                    <a:pt x="3149561" y="1530026"/>
                  </a:lnTo>
                  <a:lnTo>
                    <a:pt x="3232444" y="1530819"/>
                  </a:lnTo>
                  <a:lnTo>
                    <a:pt x="3315328" y="1536565"/>
                  </a:lnTo>
                  <a:lnTo>
                    <a:pt x="3398211" y="1544958"/>
                  </a:lnTo>
                  <a:lnTo>
                    <a:pt x="3481094" y="1550186"/>
                  </a:lnTo>
                  <a:lnTo>
                    <a:pt x="3563977" y="1553312"/>
                  </a:lnTo>
                  <a:lnTo>
                    <a:pt x="3646860" y="1556690"/>
                  </a:lnTo>
                  <a:lnTo>
                    <a:pt x="3729744" y="1563497"/>
                  </a:lnTo>
                  <a:lnTo>
                    <a:pt x="3812627" y="1571841"/>
                  </a:lnTo>
                  <a:lnTo>
                    <a:pt x="3895510" y="1579670"/>
                  </a:lnTo>
                  <a:lnTo>
                    <a:pt x="3978393" y="1586988"/>
                  </a:lnTo>
                  <a:lnTo>
                    <a:pt x="4061276" y="1594008"/>
                  </a:lnTo>
                  <a:lnTo>
                    <a:pt x="4144160" y="1601147"/>
                  </a:lnTo>
                  <a:lnTo>
                    <a:pt x="4227043" y="1608977"/>
                  </a:lnTo>
                  <a:lnTo>
                    <a:pt x="4309926" y="1618104"/>
                  </a:lnTo>
                  <a:lnTo>
                    <a:pt x="4392809" y="1627889"/>
                  </a:lnTo>
                  <a:lnTo>
                    <a:pt x="4475692" y="1637623"/>
                  </a:lnTo>
                  <a:lnTo>
                    <a:pt x="4558576" y="1647230"/>
                  </a:lnTo>
                  <a:lnTo>
                    <a:pt x="4641459" y="1656585"/>
                  </a:lnTo>
                  <a:lnTo>
                    <a:pt x="4724342" y="1665526"/>
                  </a:lnTo>
                  <a:lnTo>
                    <a:pt x="4807225" y="1673869"/>
                  </a:lnTo>
                  <a:lnTo>
                    <a:pt x="4890108" y="1681421"/>
                  </a:lnTo>
                  <a:lnTo>
                    <a:pt x="4972992" y="1687997"/>
                  </a:lnTo>
                  <a:lnTo>
                    <a:pt x="5055875" y="1693430"/>
                  </a:lnTo>
                  <a:lnTo>
                    <a:pt x="5138758" y="1697580"/>
                  </a:lnTo>
                  <a:lnTo>
                    <a:pt x="5221641" y="1700340"/>
                  </a:lnTo>
                  <a:lnTo>
                    <a:pt x="5304524" y="1701635"/>
                  </a:lnTo>
                  <a:lnTo>
                    <a:pt x="5387408" y="1701420"/>
                  </a:lnTo>
                  <a:lnTo>
                    <a:pt x="5470291" y="1699677"/>
                  </a:lnTo>
                  <a:lnTo>
                    <a:pt x="5553174" y="1696404"/>
                  </a:lnTo>
                  <a:lnTo>
                    <a:pt x="5636057" y="1691616"/>
                  </a:lnTo>
                  <a:lnTo>
                    <a:pt x="5718940" y="1685335"/>
                  </a:lnTo>
                  <a:lnTo>
                    <a:pt x="5801824" y="1677591"/>
                  </a:lnTo>
                  <a:lnTo>
                    <a:pt x="5884707" y="1668414"/>
                  </a:lnTo>
                  <a:lnTo>
                    <a:pt x="5967590" y="1657837"/>
                  </a:lnTo>
                  <a:lnTo>
                    <a:pt x="6015395" y="1650947"/>
                  </a:lnTo>
                  <a:lnTo>
                    <a:pt x="6015395" y="2308093"/>
                  </a:lnTo>
                  <a:lnTo>
                    <a:pt x="5630603" y="2308093"/>
                  </a:lnTo>
                  <a:lnTo>
                    <a:pt x="5553174" y="2269494"/>
                  </a:lnTo>
                  <a:lnTo>
                    <a:pt x="5470291" y="2230428"/>
                  </a:lnTo>
                  <a:lnTo>
                    <a:pt x="5387408" y="2193630"/>
                  </a:lnTo>
                  <a:lnTo>
                    <a:pt x="5304524" y="2159100"/>
                  </a:lnTo>
                  <a:lnTo>
                    <a:pt x="5221641" y="2126818"/>
                  </a:lnTo>
                  <a:lnTo>
                    <a:pt x="5138758" y="2096741"/>
                  </a:lnTo>
                  <a:lnTo>
                    <a:pt x="5055875" y="2068795"/>
                  </a:lnTo>
                  <a:lnTo>
                    <a:pt x="4972992" y="2042873"/>
                  </a:lnTo>
                  <a:lnTo>
                    <a:pt x="4890108" y="2018837"/>
                  </a:lnTo>
                  <a:lnTo>
                    <a:pt x="4807225" y="1996520"/>
                  </a:lnTo>
                  <a:lnTo>
                    <a:pt x="4724342" y="1975736"/>
                  </a:lnTo>
                  <a:lnTo>
                    <a:pt x="4641459" y="1956294"/>
                  </a:lnTo>
                  <a:lnTo>
                    <a:pt x="4558576" y="1938010"/>
                  </a:lnTo>
                  <a:lnTo>
                    <a:pt x="4475692" y="1920724"/>
                  </a:lnTo>
                  <a:lnTo>
                    <a:pt x="4392809" y="1904311"/>
                  </a:lnTo>
                  <a:lnTo>
                    <a:pt x="4309926" y="1888696"/>
                  </a:lnTo>
                  <a:lnTo>
                    <a:pt x="4227043" y="1874038"/>
                  </a:lnTo>
                  <a:lnTo>
                    <a:pt x="4144160" y="1860583"/>
                  </a:lnTo>
                  <a:lnTo>
                    <a:pt x="4061276" y="1848334"/>
                  </a:lnTo>
                  <a:lnTo>
                    <a:pt x="3978393" y="1837247"/>
                  </a:lnTo>
                  <a:lnTo>
                    <a:pt x="3895510" y="1827128"/>
                  </a:lnTo>
                  <a:lnTo>
                    <a:pt x="3812627" y="1817577"/>
                  </a:lnTo>
                  <a:lnTo>
                    <a:pt x="3729744" y="1807983"/>
                  </a:lnTo>
                  <a:lnTo>
                    <a:pt x="3646860" y="1798641"/>
                  </a:lnTo>
                  <a:lnTo>
                    <a:pt x="3563977" y="1791128"/>
                  </a:lnTo>
                  <a:lnTo>
                    <a:pt x="3481094" y="1785116"/>
                  </a:lnTo>
                  <a:lnTo>
                    <a:pt x="3398211" y="1779290"/>
                  </a:lnTo>
                  <a:lnTo>
                    <a:pt x="3315328" y="1771040"/>
                  </a:lnTo>
                  <a:lnTo>
                    <a:pt x="3232444" y="1762594"/>
                  </a:lnTo>
                  <a:lnTo>
                    <a:pt x="3149561" y="1758441"/>
                  </a:lnTo>
                  <a:lnTo>
                    <a:pt x="3066678" y="1754621"/>
                  </a:lnTo>
                  <a:lnTo>
                    <a:pt x="2983795" y="1744251"/>
                  </a:lnTo>
                  <a:lnTo>
                    <a:pt x="2900912" y="1728661"/>
                  </a:lnTo>
                  <a:lnTo>
                    <a:pt x="2818028" y="1713811"/>
                  </a:lnTo>
                  <a:lnTo>
                    <a:pt x="2735145" y="1698560"/>
                  </a:lnTo>
                  <a:lnTo>
                    <a:pt x="2652262" y="1679486"/>
                  </a:lnTo>
                  <a:lnTo>
                    <a:pt x="2569379" y="1652676"/>
                  </a:lnTo>
                  <a:lnTo>
                    <a:pt x="2486496" y="1620482"/>
                  </a:lnTo>
                  <a:lnTo>
                    <a:pt x="2403612" y="1587209"/>
                  </a:lnTo>
                  <a:lnTo>
                    <a:pt x="2320729" y="1555638"/>
                  </a:lnTo>
                  <a:lnTo>
                    <a:pt x="2237846" y="1526715"/>
                  </a:lnTo>
                  <a:lnTo>
                    <a:pt x="2154963" y="1497574"/>
                  </a:lnTo>
                  <a:lnTo>
                    <a:pt x="2072080" y="1468168"/>
                  </a:lnTo>
                  <a:lnTo>
                    <a:pt x="1989196" y="1438949"/>
                  </a:lnTo>
                  <a:lnTo>
                    <a:pt x="1906313" y="1410277"/>
                  </a:lnTo>
                  <a:lnTo>
                    <a:pt x="1823430" y="1382464"/>
                  </a:lnTo>
                  <a:lnTo>
                    <a:pt x="1740547" y="1355840"/>
                  </a:lnTo>
                  <a:lnTo>
                    <a:pt x="1657664" y="1330584"/>
                  </a:lnTo>
                  <a:lnTo>
                    <a:pt x="1574780" y="1306908"/>
                  </a:lnTo>
                  <a:lnTo>
                    <a:pt x="1491897" y="1285103"/>
                  </a:lnTo>
                  <a:lnTo>
                    <a:pt x="1409014" y="1265438"/>
                  </a:lnTo>
                  <a:lnTo>
                    <a:pt x="1326131" y="1248138"/>
                  </a:lnTo>
                  <a:lnTo>
                    <a:pt x="1243248" y="1233364"/>
                  </a:lnTo>
                  <a:lnTo>
                    <a:pt x="1160364" y="1221210"/>
                  </a:lnTo>
                  <a:lnTo>
                    <a:pt x="1077481" y="1211713"/>
                  </a:lnTo>
                  <a:lnTo>
                    <a:pt x="994598" y="1204863"/>
                  </a:lnTo>
                  <a:lnTo>
                    <a:pt x="911715" y="1200618"/>
                  </a:lnTo>
                  <a:lnTo>
                    <a:pt x="828832" y="1198920"/>
                  </a:lnTo>
                  <a:lnTo>
                    <a:pt x="745948" y="1199700"/>
                  </a:lnTo>
                  <a:lnTo>
                    <a:pt x="663065" y="1202889"/>
                  </a:lnTo>
                  <a:lnTo>
                    <a:pt x="580182" y="1208416"/>
                  </a:lnTo>
                  <a:lnTo>
                    <a:pt x="497299" y="1216216"/>
                  </a:lnTo>
                  <a:lnTo>
                    <a:pt x="414416" y="1226226"/>
                  </a:lnTo>
                  <a:lnTo>
                    <a:pt x="331532" y="1238388"/>
                  </a:lnTo>
                  <a:lnTo>
                    <a:pt x="248649" y="1252650"/>
                  </a:lnTo>
                  <a:lnTo>
                    <a:pt x="165766" y="1268960"/>
                  </a:lnTo>
                  <a:lnTo>
                    <a:pt x="82883" y="1287274"/>
                  </a:lnTo>
                  <a:lnTo>
                    <a:pt x="0" y="130754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3070366"/>
              <a:ext cx="6015395" cy="1701635"/>
            </a:xfrm>
            <a:custGeom>
              <a:avLst/>
              <a:pathLst>
                <a:path w="6015395" h="1701635">
                  <a:moveTo>
                    <a:pt x="0" y="0"/>
                  </a:moveTo>
                  <a:lnTo>
                    <a:pt x="82883" y="72163"/>
                  </a:lnTo>
                  <a:lnTo>
                    <a:pt x="165766" y="142489"/>
                  </a:lnTo>
                  <a:lnTo>
                    <a:pt x="248649" y="210958"/>
                  </a:lnTo>
                  <a:lnTo>
                    <a:pt x="331532" y="277547"/>
                  </a:lnTo>
                  <a:lnTo>
                    <a:pt x="414416" y="342229"/>
                  </a:lnTo>
                  <a:lnTo>
                    <a:pt x="497299" y="404974"/>
                  </a:lnTo>
                  <a:lnTo>
                    <a:pt x="580182" y="465748"/>
                  </a:lnTo>
                  <a:lnTo>
                    <a:pt x="663065" y="524513"/>
                  </a:lnTo>
                  <a:lnTo>
                    <a:pt x="745948" y="581224"/>
                  </a:lnTo>
                  <a:lnTo>
                    <a:pt x="828832" y="635836"/>
                  </a:lnTo>
                  <a:lnTo>
                    <a:pt x="911715" y="688302"/>
                  </a:lnTo>
                  <a:lnTo>
                    <a:pt x="994598" y="738576"/>
                  </a:lnTo>
                  <a:lnTo>
                    <a:pt x="1077481" y="786624"/>
                  </a:lnTo>
                  <a:lnTo>
                    <a:pt x="1160364" y="832427"/>
                  </a:lnTo>
                  <a:lnTo>
                    <a:pt x="1243248" y="875999"/>
                  </a:lnTo>
                  <a:lnTo>
                    <a:pt x="1326131" y="917399"/>
                  </a:lnTo>
                  <a:lnTo>
                    <a:pt x="1409014" y="956745"/>
                  </a:lnTo>
                  <a:lnTo>
                    <a:pt x="1491897" y="994222"/>
                  </a:lnTo>
                  <a:lnTo>
                    <a:pt x="1574780" y="1030076"/>
                  </a:lnTo>
                  <a:lnTo>
                    <a:pt x="1657664" y="1064603"/>
                  </a:lnTo>
                  <a:lnTo>
                    <a:pt x="1740547" y="1098114"/>
                  </a:lnTo>
                  <a:lnTo>
                    <a:pt x="1823430" y="1131155"/>
                  </a:lnTo>
                  <a:lnTo>
                    <a:pt x="1906313" y="1164341"/>
                  </a:lnTo>
                  <a:lnTo>
                    <a:pt x="1989196" y="1197379"/>
                  </a:lnTo>
                  <a:lnTo>
                    <a:pt x="2072080" y="1229918"/>
                  </a:lnTo>
                  <a:lnTo>
                    <a:pt x="2154963" y="1261652"/>
                  </a:lnTo>
                  <a:lnTo>
                    <a:pt x="2237846" y="1292368"/>
                  </a:lnTo>
                  <a:lnTo>
                    <a:pt x="2320729" y="1322872"/>
                  </a:lnTo>
                  <a:lnTo>
                    <a:pt x="2403612" y="1357255"/>
                  </a:lnTo>
                  <a:lnTo>
                    <a:pt x="2486496" y="1392069"/>
                  </a:lnTo>
                  <a:lnTo>
                    <a:pt x="2569379" y="1423716"/>
                  </a:lnTo>
                  <a:lnTo>
                    <a:pt x="2652262" y="1450170"/>
                  </a:lnTo>
                  <a:lnTo>
                    <a:pt x="2735145" y="1471479"/>
                  </a:lnTo>
                  <a:lnTo>
                    <a:pt x="2818028" y="1488059"/>
                  </a:lnTo>
                  <a:lnTo>
                    <a:pt x="2900912" y="1501370"/>
                  </a:lnTo>
                  <a:lnTo>
                    <a:pt x="2983795" y="1515148"/>
                  </a:lnTo>
                  <a:lnTo>
                    <a:pt x="3066678" y="1526434"/>
                  </a:lnTo>
                  <a:lnTo>
                    <a:pt x="3149561" y="1530026"/>
                  </a:lnTo>
                  <a:lnTo>
                    <a:pt x="3232444" y="1530819"/>
                  </a:lnTo>
                  <a:lnTo>
                    <a:pt x="3315328" y="1536565"/>
                  </a:lnTo>
                  <a:lnTo>
                    <a:pt x="3398211" y="1544958"/>
                  </a:lnTo>
                  <a:lnTo>
                    <a:pt x="3481094" y="1550186"/>
                  </a:lnTo>
                  <a:lnTo>
                    <a:pt x="3563977" y="1553312"/>
                  </a:lnTo>
                  <a:lnTo>
                    <a:pt x="3646860" y="1556690"/>
                  </a:lnTo>
                  <a:lnTo>
                    <a:pt x="3729744" y="1563497"/>
                  </a:lnTo>
                  <a:lnTo>
                    <a:pt x="3812627" y="1571841"/>
                  </a:lnTo>
                  <a:lnTo>
                    <a:pt x="3895510" y="1579670"/>
                  </a:lnTo>
                  <a:lnTo>
                    <a:pt x="3978393" y="1586988"/>
                  </a:lnTo>
                  <a:lnTo>
                    <a:pt x="4061276" y="1594008"/>
                  </a:lnTo>
                  <a:lnTo>
                    <a:pt x="4144160" y="1601147"/>
                  </a:lnTo>
                  <a:lnTo>
                    <a:pt x="4227043" y="1608977"/>
                  </a:lnTo>
                  <a:lnTo>
                    <a:pt x="4309926" y="1618104"/>
                  </a:lnTo>
                  <a:lnTo>
                    <a:pt x="4392809" y="1627889"/>
                  </a:lnTo>
                  <a:lnTo>
                    <a:pt x="4475692" y="1637623"/>
                  </a:lnTo>
                  <a:lnTo>
                    <a:pt x="4558576" y="1647230"/>
                  </a:lnTo>
                  <a:lnTo>
                    <a:pt x="4641459" y="1656585"/>
                  </a:lnTo>
                  <a:lnTo>
                    <a:pt x="4724342" y="1665526"/>
                  </a:lnTo>
                  <a:lnTo>
                    <a:pt x="4807225" y="1673869"/>
                  </a:lnTo>
                  <a:lnTo>
                    <a:pt x="4890108" y="1681421"/>
                  </a:lnTo>
                  <a:lnTo>
                    <a:pt x="4972992" y="1687997"/>
                  </a:lnTo>
                  <a:lnTo>
                    <a:pt x="5055875" y="1693430"/>
                  </a:lnTo>
                  <a:lnTo>
                    <a:pt x="5138758" y="1697580"/>
                  </a:lnTo>
                  <a:lnTo>
                    <a:pt x="5221641" y="1700340"/>
                  </a:lnTo>
                  <a:lnTo>
                    <a:pt x="5304524" y="1701635"/>
                  </a:lnTo>
                  <a:lnTo>
                    <a:pt x="5387408" y="1701420"/>
                  </a:lnTo>
                  <a:lnTo>
                    <a:pt x="5470291" y="1699677"/>
                  </a:lnTo>
                  <a:lnTo>
                    <a:pt x="5553174" y="1696404"/>
                  </a:lnTo>
                  <a:lnTo>
                    <a:pt x="5636057" y="1691616"/>
                  </a:lnTo>
                  <a:lnTo>
                    <a:pt x="5718940" y="1685335"/>
                  </a:lnTo>
                  <a:lnTo>
                    <a:pt x="5801824" y="1677591"/>
                  </a:lnTo>
                  <a:lnTo>
                    <a:pt x="5884707" y="1668414"/>
                  </a:lnTo>
                  <a:lnTo>
                    <a:pt x="5967590" y="1657837"/>
                  </a:lnTo>
                  <a:lnTo>
                    <a:pt x="6015395" y="1650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72465" y="4269286"/>
              <a:ext cx="5630603" cy="1109173"/>
            </a:xfrm>
            <a:custGeom>
              <a:avLst/>
              <a:pathLst>
                <a:path w="5630603" h="1109173">
                  <a:moveTo>
                    <a:pt x="5630603" y="1109173"/>
                  </a:moveTo>
                  <a:lnTo>
                    <a:pt x="5553174" y="1070573"/>
                  </a:lnTo>
                  <a:lnTo>
                    <a:pt x="5470291" y="1031508"/>
                  </a:lnTo>
                  <a:lnTo>
                    <a:pt x="5387408" y="994710"/>
                  </a:lnTo>
                  <a:lnTo>
                    <a:pt x="5304524" y="960179"/>
                  </a:lnTo>
                  <a:lnTo>
                    <a:pt x="5221641" y="927897"/>
                  </a:lnTo>
                  <a:lnTo>
                    <a:pt x="5138758" y="897821"/>
                  </a:lnTo>
                  <a:lnTo>
                    <a:pt x="5055875" y="869875"/>
                  </a:lnTo>
                  <a:lnTo>
                    <a:pt x="4972992" y="843953"/>
                  </a:lnTo>
                  <a:lnTo>
                    <a:pt x="4890108" y="819917"/>
                  </a:lnTo>
                  <a:lnTo>
                    <a:pt x="4807225" y="797599"/>
                  </a:lnTo>
                  <a:lnTo>
                    <a:pt x="4724342" y="776816"/>
                  </a:lnTo>
                  <a:lnTo>
                    <a:pt x="4641459" y="757374"/>
                  </a:lnTo>
                  <a:lnTo>
                    <a:pt x="4558576" y="739090"/>
                  </a:lnTo>
                  <a:lnTo>
                    <a:pt x="4475692" y="721804"/>
                  </a:lnTo>
                  <a:lnTo>
                    <a:pt x="4392809" y="705391"/>
                  </a:lnTo>
                  <a:lnTo>
                    <a:pt x="4309926" y="689775"/>
                  </a:lnTo>
                  <a:lnTo>
                    <a:pt x="4227043" y="675118"/>
                  </a:lnTo>
                  <a:lnTo>
                    <a:pt x="4144160" y="661662"/>
                  </a:lnTo>
                  <a:lnTo>
                    <a:pt x="4061276" y="649413"/>
                  </a:lnTo>
                  <a:lnTo>
                    <a:pt x="3978393" y="638326"/>
                  </a:lnTo>
                  <a:lnTo>
                    <a:pt x="3895510" y="628208"/>
                  </a:lnTo>
                  <a:lnTo>
                    <a:pt x="3812627" y="618656"/>
                  </a:lnTo>
                  <a:lnTo>
                    <a:pt x="3729744" y="609062"/>
                  </a:lnTo>
                  <a:lnTo>
                    <a:pt x="3646860" y="599720"/>
                  </a:lnTo>
                  <a:lnTo>
                    <a:pt x="3563977" y="592207"/>
                  </a:lnTo>
                  <a:lnTo>
                    <a:pt x="3481094" y="586196"/>
                  </a:lnTo>
                  <a:lnTo>
                    <a:pt x="3398211" y="580369"/>
                  </a:lnTo>
                  <a:lnTo>
                    <a:pt x="3315328" y="572119"/>
                  </a:lnTo>
                  <a:lnTo>
                    <a:pt x="3232444" y="563674"/>
                  </a:lnTo>
                  <a:lnTo>
                    <a:pt x="3149561" y="559521"/>
                  </a:lnTo>
                  <a:lnTo>
                    <a:pt x="3066678" y="555701"/>
                  </a:lnTo>
                  <a:lnTo>
                    <a:pt x="2983795" y="545331"/>
                  </a:lnTo>
                  <a:lnTo>
                    <a:pt x="2900912" y="529741"/>
                  </a:lnTo>
                  <a:lnTo>
                    <a:pt x="2818028" y="514891"/>
                  </a:lnTo>
                  <a:lnTo>
                    <a:pt x="2735145" y="499639"/>
                  </a:lnTo>
                  <a:lnTo>
                    <a:pt x="2652262" y="480565"/>
                  </a:lnTo>
                  <a:lnTo>
                    <a:pt x="2569379" y="453756"/>
                  </a:lnTo>
                  <a:lnTo>
                    <a:pt x="2486496" y="421562"/>
                  </a:lnTo>
                  <a:lnTo>
                    <a:pt x="2403612" y="388289"/>
                  </a:lnTo>
                  <a:lnTo>
                    <a:pt x="2320729" y="356717"/>
                  </a:lnTo>
                  <a:lnTo>
                    <a:pt x="2237846" y="327794"/>
                  </a:lnTo>
                  <a:lnTo>
                    <a:pt x="2154963" y="298653"/>
                  </a:lnTo>
                  <a:lnTo>
                    <a:pt x="2072080" y="269247"/>
                  </a:lnTo>
                  <a:lnTo>
                    <a:pt x="1989196" y="240028"/>
                  </a:lnTo>
                  <a:lnTo>
                    <a:pt x="1906313" y="211356"/>
                  </a:lnTo>
                  <a:lnTo>
                    <a:pt x="1823430" y="183543"/>
                  </a:lnTo>
                  <a:lnTo>
                    <a:pt x="1740547" y="156920"/>
                  </a:lnTo>
                  <a:lnTo>
                    <a:pt x="1657664" y="131663"/>
                  </a:lnTo>
                  <a:lnTo>
                    <a:pt x="1574780" y="107988"/>
                  </a:lnTo>
                  <a:lnTo>
                    <a:pt x="1491897" y="86183"/>
                  </a:lnTo>
                  <a:lnTo>
                    <a:pt x="1409014" y="66518"/>
                  </a:lnTo>
                  <a:lnTo>
                    <a:pt x="1326131" y="49217"/>
                  </a:lnTo>
                  <a:lnTo>
                    <a:pt x="1243248" y="34443"/>
                  </a:lnTo>
                  <a:lnTo>
                    <a:pt x="1160364" y="22290"/>
                  </a:lnTo>
                  <a:lnTo>
                    <a:pt x="1077481" y="12793"/>
                  </a:lnTo>
                  <a:lnTo>
                    <a:pt x="994598" y="5942"/>
                  </a:lnTo>
                  <a:lnTo>
                    <a:pt x="911715" y="1698"/>
                  </a:lnTo>
                  <a:lnTo>
                    <a:pt x="828832" y="0"/>
                  </a:lnTo>
                  <a:lnTo>
                    <a:pt x="745948" y="780"/>
                  </a:lnTo>
                  <a:lnTo>
                    <a:pt x="663065" y="3969"/>
                  </a:lnTo>
                  <a:lnTo>
                    <a:pt x="580182" y="9496"/>
                  </a:lnTo>
                  <a:lnTo>
                    <a:pt x="497299" y="17295"/>
                  </a:lnTo>
                  <a:lnTo>
                    <a:pt x="414416" y="27305"/>
                  </a:lnTo>
                  <a:lnTo>
                    <a:pt x="331532" y="39468"/>
                  </a:lnTo>
                  <a:lnTo>
                    <a:pt x="248649" y="53729"/>
                  </a:lnTo>
                  <a:lnTo>
                    <a:pt x="165766" y="70040"/>
                  </a:lnTo>
                  <a:lnTo>
                    <a:pt x="82883" y="88354"/>
                  </a:lnTo>
                  <a:lnTo>
                    <a:pt x="0" y="1086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3724140"/>
              <a:ext cx="6015395" cy="1435778"/>
            </a:xfrm>
            <a:custGeom>
              <a:avLst/>
              <a:pathLst>
                <a:path w="6015395" h="1435778">
                  <a:moveTo>
                    <a:pt x="0" y="0"/>
                  </a:moveTo>
                  <a:lnTo>
                    <a:pt x="82883" y="25944"/>
                  </a:lnTo>
                  <a:lnTo>
                    <a:pt x="165766" y="51950"/>
                  </a:lnTo>
                  <a:lnTo>
                    <a:pt x="248649" y="78029"/>
                  </a:lnTo>
                  <a:lnTo>
                    <a:pt x="331532" y="104193"/>
                  </a:lnTo>
                  <a:lnTo>
                    <a:pt x="414416" y="130453"/>
                  </a:lnTo>
                  <a:lnTo>
                    <a:pt x="497299" y="156821"/>
                  </a:lnTo>
                  <a:lnTo>
                    <a:pt x="580182" y="183308"/>
                  </a:lnTo>
                  <a:lnTo>
                    <a:pt x="663065" y="209926"/>
                  </a:lnTo>
                  <a:lnTo>
                    <a:pt x="745948" y="236688"/>
                  </a:lnTo>
                  <a:lnTo>
                    <a:pt x="828832" y="263604"/>
                  </a:lnTo>
                  <a:lnTo>
                    <a:pt x="911715" y="290685"/>
                  </a:lnTo>
                  <a:lnTo>
                    <a:pt x="994598" y="317945"/>
                  </a:lnTo>
                  <a:lnTo>
                    <a:pt x="1077481" y="345394"/>
                  </a:lnTo>
                  <a:lnTo>
                    <a:pt x="1160364" y="373044"/>
                  </a:lnTo>
                  <a:lnTo>
                    <a:pt x="1243248" y="400907"/>
                  </a:lnTo>
                  <a:lnTo>
                    <a:pt x="1326131" y="428994"/>
                  </a:lnTo>
                  <a:lnTo>
                    <a:pt x="1409014" y="457317"/>
                  </a:lnTo>
                  <a:lnTo>
                    <a:pt x="1491897" y="485888"/>
                  </a:lnTo>
                  <a:lnTo>
                    <a:pt x="1574780" y="514718"/>
                  </a:lnTo>
                  <a:lnTo>
                    <a:pt x="1657664" y="543819"/>
                  </a:lnTo>
                  <a:lnTo>
                    <a:pt x="1740547" y="573202"/>
                  </a:lnTo>
                  <a:lnTo>
                    <a:pt x="1823430" y="603035"/>
                  </a:lnTo>
                  <a:lnTo>
                    <a:pt x="1906313" y="633535"/>
                  </a:lnTo>
                  <a:lnTo>
                    <a:pt x="1989196" y="664390"/>
                  </a:lnTo>
                  <a:lnTo>
                    <a:pt x="2072080" y="695268"/>
                  </a:lnTo>
                  <a:lnTo>
                    <a:pt x="2154963" y="725838"/>
                  </a:lnTo>
                  <a:lnTo>
                    <a:pt x="2237846" y="755767"/>
                  </a:lnTo>
                  <a:lnTo>
                    <a:pt x="2320729" y="785481"/>
                  </a:lnTo>
                  <a:lnTo>
                    <a:pt x="2403612" y="818458"/>
                  </a:lnTo>
                  <a:lnTo>
                    <a:pt x="2486496" y="852501"/>
                  </a:lnTo>
                  <a:lnTo>
                    <a:pt x="2569379" y="884422"/>
                  </a:lnTo>
                  <a:lnTo>
                    <a:pt x="2652262" y="911053"/>
                  </a:lnTo>
                  <a:lnTo>
                    <a:pt x="2735145" y="931245"/>
                  </a:lnTo>
                  <a:lnTo>
                    <a:pt x="2818028" y="947161"/>
                  </a:lnTo>
                  <a:lnTo>
                    <a:pt x="2900912" y="961241"/>
                  </a:lnTo>
                  <a:lnTo>
                    <a:pt x="2983795" y="975925"/>
                  </a:lnTo>
                  <a:lnTo>
                    <a:pt x="3066678" y="986753"/>
                  </a:lnTo>
                  <a:lnTo>
                    <a:pt x="3149561" y="990459"/>
                  </a:lnTo>
                  <a:lnTo>
                    <a:pt x="3232444" y="992932"/>
                  </a:lnTo>
                  <a:lnTo>
                    <a:pt x="3315328" y="1000028"/>
                  </a:lnTo>
                  <a:lnTo>
                    <a:pt x="3398211" y="1008350"/>
                  </a:lnTo>
                  <a:lnTo>
                    <a:pt x="3481094" y="1013877"/>
                  </a:lnTo>
                  <a:lnTo>
                    <a:pt x="3563977" y="1018446"/>
                  </a:lnTo>
                  <a:lnTo>
                    <a:pt x="3646860" y="1023891"/>
                  </a:lnTo>
                  <a:lnTo>
                    <a:pt x="3729744" y="1031965"/>
                  </a:lnTo>
                  <a:lnTo>
                    <a:pt x="3812627" y="1040935"/>
                  </a:lnTo>
                  <a:lnTo>
                    <a:pt x="3895510" y="1049625"/>
                  </a:lnTo>
                  <a:lnTo>
                    <a:pt x="3978393" y="1058343"/>
                  </a:lnTo>
                  <a:lnTo>
                    <a:pt x="4061276" y="1067396"/>
                  </a:lnTo>
                  <a:lnTo>
                    <a:pt x="4144160" y="1077091"/>
                  </a:lnTo>
                  <a:lnTo>
                    <a:pt x="4227043" y="1087733"/>
                  </a:lnTo>
                  <a:lnTo>
                    <a:pt x="4309926" y="1099625"/>
                  </a:lnTo>
                  <a:lnTo>
                    <a:pt x="4392809" y="1112326"/>
                  </a:lnTo>
                  <a:lnTo>
                    <a:pt x="4475692" y="1125399"/>
                  </a:lnTo>
                  <a:lnTo>
                    <a:pt x="4558576" y="1138846"/>
                  </a:lnTo>
                  <a:lnTo>
                    <a:pt x="4641459" y="1152665"/>
                  </a:lnTo>
                  <a:lnTo>
                    <a:pt x="4724342" y="1166856"/>
                  </a:lnTo>
                  <a:lnTo>
                    <a:pt x="4807225" y="1181420"/>
                  </a:lnTo>
                  <a:lnTo>
                    <a:pt x="4890108" y="1196355"/>
                  </a:lnTo>
                  <a:lnTo>
                    <a:pt x="4972992" y="1211661"/>
                  </a:lnTo>
                  <a:lnTo>
                    <a:pt x="5055875" y="1227338"/>
                  </a:lnTo>
                  <a:lnTo>
                    <a:pt x="5138758" y="1243386"/>
                  </a:lnTo>
                  <a:lnTo>
                    <a:pt x="5221641" y="1259805"/>
                  </a:lnTo>
                  <a:lnTo>
                    <a:pt x="5304524" y="1276593"/>
                  </a:lnTo>
                  <a:lnTo>
                    <a:pt x="5387408" y="1293751"/>
                  </a:lnTo>
                  <a:lnTo>
                    <a:pt x="5470291" y="1311278"/>
                  </a:lnTo>
                  <a:lnTo>
                    <a:pt x="5553174" y="1329175"/>
                  </a:lnTo>
                  <a:lnTo>
                    <a:pt x="5636057" y="1347440"/>
                  </a:lnTo>
                  <a:lnTo>
                    <a:pt x="5718940" y="1366074"/>
                  </a:lnTo>
                  <a:lnTo>
                    <a:pt x="5801824" y="1385075"/>
                  </a:lnTo>
                  <a:lnTo>
                    <a:pt x="5884707" y="1404445"/>
                  </a:lnTo>
                  <a:lnTo>
                    <a:pt x="5967590" y="1424182"/>
                  </a:lnTo>
                  <a:lnTo>
                    <a:pt x="6015395" y="143577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2503530"/>
              <a:ext cx="6015395" cy="2874929"/>
            </a:xfrm>
            <a:custGeom>
              <a:avLst/>
              <a:pathLst>
                <a:path w="6015395" h="2874929">
                  <a:moveTo>
                    <a:pt x="0" y="0"/>
                  </a:moveTo>
                  <a:lnTo>
                    <a:pt x="82883" y="112733"/>
                  </a:lnTo>
                  <a:lnTo>
                    <a:pt x="165766" y="222220"/>
                  </a:lnTo>
                  <a:lnTo>
                    <a:pt x="248649" y="328451"/>
                  </a:lnTo>
                  <a:lnTo>
                    <a:pt x="331532" y="431414"/>
                  </a:lnTo>
                  <a:lnTo>
                    <a:pt x="414416" y="531091"/>
                  </a:lnTo>
                  <a:lnTo>
                    <a:pt x="497299" y="627464"/>
                  </a:lnTo>
                  <a:lnTo>
                    <a:pt x="580182" y="720509"/>
                  </a:lnTo>
                  <a:lnTo>
                    <a:pt x="663065" y="810196"/>
                  </a:lnTo>
                  <a:lnTo>
                    <a:pt x="745948" y="896494"/>
                  </a:lnTo>
                  <a:lnTo>
                    <a:pt x="828832" y="979368"/>
                  </a:lnTo>
                  <a:lnTo>
                    <a:pt x="911715" y="1058780"/>
                  </a:lnTo>
                  <a:lnTo>
                    <a:pt x="994598" y="1134696"/>
                  </a:lnTo>
                  <a:lnTo>
                    <a:pt x="1077481" y="1207092"/>
                  </a:lnTo>
                  <a:lnTo>
                    <a:pt x="1160364" y="1275959"/>
                  </a:lnTo>
                  <a:lnTo>
                    <a:pt x="1243248" y="1341322"/>
                  </a:lnTo>
                  <a:lnTo>
                    <a:pt x="1326131" y="1403248"/>
                  </a:lnTo>
                  <a:lnTo>
                    <a:pt x="1409014" y="1461864"/>
                  </a:lnTo>
                  <a:lnTo>
                    <a:pt x="1491897" y="1517363"/>
                  </a:lnTo>
                  <a:lnTo>
                    <a:pt x="1574780" y="1569999"/>
                  </a:lnTo>
                  <a:lnTo>
                    <a:pt x="1657664" y="1620074"/>
                  </a:lnTo>
                  <a:lnTo>
                    <a:pt x="1740547" y="1667905"/>
                  </a:lnTo>
                  <a:lnTo>
                    <a:pt x="1823430" y="1713808"/>
                  </a:lnTo>
                  <a:lnTo>
                    <a:pt x="1906313" y="1757915"/>
                  </a:lnTo>
                  <a:lnTo>
                    <a:pt x="1989196" y="1800104"/>
                  </a:lnTo>
                  <a:lnTo>
                    <a:pt x="2072080" y="1840225"/>
                  </a:lnTo>
                  <a:lnTo>
                    <a:pt x="2154963" y="1878173"/>
                  </a:lnTo>
                  <a:lnTo>
                    <a:pt x="2237846" y="1913932"/>
                  </a:lnTo>
                  <a:lnTo>
                    <a:pt x="2320729" y="1947801"/>
                  </a:lnTo>
                  <a:lnTo>
                    <a:pt x="2403612" y="1980518"/>
                  </a:lnTo>
                  <a:lnTo>
                    <a:pt x="2486496" y="2010578"/>
                  </a:lnTo>
                  <a:lnTo>
                    <a:pt x="2569379" y="2037237"/>
                  </a:lnTo>
                  <a:lnTo>
                    <a:pt x="2652262" y="2061166"/>
                  </a:lnTo>
                  <a:lnTo>
                    <a:pt x="2735145" y="2080527"/>
                  </a:lnTo>
                  <a:lnTo>
                    <a:pt x="2818028" y="2094548"/>
                  </a:lnTo>
                  <a:lnTo>
                    <a:pt x="2900912" y="2105175"/>
                  </a:lnTo>
                  <a:lnTo>
                    <a:pt x="2983795" y="2116601"/>
                  </a:lnTo>
                  <a:lnTo>
                    <a:pt x="3066678" y="2125624"/>
                  </a:lnTo>
                  <a:lnTo>
                    <a:pt x="3149561" y="2126601"/>
                  </a:lnTo>
                  <a:lnTo>
                    <a:pt x="3232444" y="2124697"/>
                  </a:lnTo>
                  <a:lnTo>
                    <a:pt x="3315328" y="2127904"/>
                  </a:lnTo>
                  <a:lnTo>
                    <a:pt x="3398211" y="2133656"/>
                  </a:lnTo>
                  <a:lnTo>
                    <a:pt x="3481094" y="2135977"/>
                  </a:lnTo>
                  <a:lnTo>
                    <a:pt x="3563977" y="2136109"/>
                  </a:lnTo>
                  <a:lnTo>
                    <a:pt x="3646860" y="2136566"/>
                  </a:lnTo>
                  <a:lnTo>
                    <a:pt x="3729744" y="2140673"/>
                  </a:lnTo>
                  <a:lnTo>
                    <a:pt x="3812627" y="2146469"/>
                  </a:lnTo>
                  <a:lnTo>
                    <a:pt x="3895510" y="2151811"/>
                  </a:lnTo>
                  <a:lnTo>
                    <a:pt x="3978393" y="2156686"/>
                  </a:lnTo>
                  <a:lnTo>
                    <a:pt x="4061276" y="2161287"/>
                  </a:lnTo>
                  <a:lnTo>
                    <a:pt x="4144160" y="2166013"/>
                  </a:lnTo>
                  <a:lnTo>
                    <a:pt x="4227043" y="2171410"/>
                  </a:lnTo>
                  <a:lnTo>
                    <a:pt x="4309926" y="2178061"/>
                  </a:lnTo>
                  <a:lnTo>
                    <a:pt x="4392809" y="2185430"/>
                  </a:lnTo>
                  <a:lnTo>
                    <a:pt x="4475692" y="2192883"/>
                  </a:lnTo>
                  <a:lnTo>
                    <a:pt x="4558576" y="2200345"/>
                  </a:lnTo>
                  <a:lnTo>
                    <a:pt x="4641459" y="2207688"/>
                  </a:lnTo>
                  <a:lnTo>
                    <a:pt x="4724342" y="2214752"/>
                  </a:lnTo>
                  <a:lnTo>
                    <a:pt x="4807225" y="2221350"/>
                  </a:lnTo>
                  <a:lnTo>
                    <a:pt x="4890108" y="2227292"/>
                  </a:lnTo>
                  <a:lnTo>
                    <a:pt x="4972992" y="2232390"/>
                  </a:lnTo>
                  <a:lnTo>
                    <a:pt x="5055875" y="2236477"/>
                  </a:lnTo>
                  <a:lnTo>
                    <a:pt x="5138758" y="2239412"/>
                  </a:lnTo>
                  <a:lnTo>
                    <a:pt x="5221641" y="2241088"/>
                  </a:lnTo>
                  <a:lnTo>
                    <a:pt x="5304524" y="2241428"/>
                  </a:lnTo>
                  <a:lnTo>
                    <a:pt x="5387408" y="2240386"/>
                  </a:lnTo>
                  <a:lnTo>
                    <a:pt x="5470291" y="2237940"/>
                  </a:lnTo>
                  <a:lnTo>
                    <a:pt x="5553174" y="2234088"/>
                  </a:lnTo>
                  <a:lnTo>
                    <a:pt x="5636057" y="2228839"/>
                  </a:lnTo>
                  <a:lnTo>
                    <a:pt x="5718940" y="2222216"/>
                  </a:lnTo>
                  <a:lnTo>
                    <a:pt x="5801824" y="2214243"/>
                  </a:lnTo>
                  <a:lnTo>
                    <a:pt x="5884707" y="2204950"/>
                  </a:lnTo>
                  <a:lnTo>
                    <a:pt x="5967590" y="2194365"/>
                  </a:lnTo>
                  <a:lnTo>
                    <a:pt x="6015395" y="2187533"/>
                  </a:lnTo>
                  <a:lnTo>
                    <a:pt x="6015395" y="2874929"/>
                  </a:lnTo>
                  <a:lnTo>
                    <a:pt x="5702260" y="2874929"/>
                  </a:lnTo>
                  <a:lnTo>
                    <a:pt x="5636057" y="2840879"/>
                  </a:lnTo>
                  <a:lnTo>
                    <a:pt x="5553174" y="2800554"/>
                  </a:lnTo>
                  <a:lnTo>
                    <a:pt x="5470291" y="2762558"/>
                  </a:lnTo>
                  <a:lnTo>
                    <a:pt x="5387408" y="2726908"/>
                  </a:lnTo>
                  <a:lnTo>
                    <a:pt x="5304524" y="2693606"/>
                  </a:lnTo>
                  <a:lnTo>
                    <a:pt x="5221641" y="2662637"/>
                  </a:lnTo>
                  <a:lnTo>
                    <a:pt x="5138758" y="2633960"/>
                  </a:lnTo>
                  <a:lnTo>
                    <a:pt x="5055875" y="2607503"/>
                  </a:lnTo>
                  <a:lnTo>
                    <a:pt x="4972992" y="2583164"/>
                  </a:lnTo>
                  <a:lnTo>
                    <a:pt x="4890108" y="2560808"/>
                  </a:lnTo>
                  <a:lnTo>
                    <a:pt x="4807225" y="2540272"/>
                  </a:lnTo>
                  <a:lnTo>
                    <a:pt x="4724342" y="2521377"/>
                  </a:lnTo>
                  <a:lnTo>
                    <a:pt x="4641459" y="2503934"/>
                  </a:lnTo>
                  <a:lnTo>
                    <a:pt x="4558576" y="2487765"/>
                  </a:lnTo>
                  <a:lnTo>
                    <a:pt x="4475692" y="2472712"/>
                  </a:lnTo>
                  <a:lnTo>
                    <a:pt x="4392809" y="2458657"/>
                  </a:lnTo>
                  <a:lnTo>
                    <a:pt x="4309926" y="2445526"/>
                  </a:lnTo>
                  <a:lnTo>
                    <a:pt x="4227043" y="2433408"/>
                  </a:lnTo>
                  <a:lnTo>
                    <a:pt x="4144160" y="2422450"/>
                  </a:lnTo>
                  <a:lnTo>
                    <a:pt x="4061276" y="2412674"/>
                  </a:lnTo>
                  <a:lnTo>
                    <a:pt x="3978393" y="2404052"/>
                  </a:lnTo>
                  <a:lnTo>
                    <a:pt x="3895510" y="2396409"/>
                  </a:lnTo>
                  <a:lnTo>
                    <a:pt x="3812627" y="2389364"/>
                  </a:lnTo>
                  <a:lnTo>
                    <a:pt x="3729744" y="2382334"/>
                  </a:lnTo>
                  <a:lnTo>
                    <a:pt x="3646860" y="2375720"/>
                  </a:lnTo>
                  <a:lnTo>
                    <a:pt x="3563977" y="2371176"/>
                  </a:lnTo>
                  <a:lnTo>
                    <a:pt x="3481094" y="2368193"/>
                  </a:lnTo>
                  <a:lnTo>
                    <a:pt x="3398211" y="2365279"/>
                  </a:lnTo>
                  <a:lnTo>
                    <a:pt x="3315328" y="2359668"/>
                  </a:lnTo>
                  <a:lnTo>
                    <a:pt x="3232444" y="2353794"/>
                  </a:lnTo>
                  <a:lnTo>
                    <a:pt x="3149561" y="2352376"/>
                  </a:lnTo>
                  <a:lnTo>
                    <a:pt x="3066678" y="2351174"/>
                  </a:lnTo>
                  <a:lnTo>
                    <a:pt x="2983795" y="2343056"/>
                  </a:lnTo>
                  <a:lnTo>
                    <a:pt x="2900912" y="2329839"/>
                  </a:lnTo>
                  <a:lnTo>
                    <a:pt x="2818028" y="2317691"/>
                  </a:lnTo>
                  <a:lnTo>
                    <a:pt x="2735145" y="2304982"/>
                  </a:lnTo>
                  <a:lnTo>
                    <a:pt x="2652262" y="2287832"/>
                  </a:lnTo>
                  <a:lnTo>
                    <a:pt x="2569379" y="2263551"/>
                  </a:lnTo>
                  <a:lnTo>
                    <a:pt x="2486496" y="2236351"/>
                  </a:lnTo>
                  <a:lnTo>
                    <a:pt x="2403612" y="2207815"/>
                  </a:lnTo>
                  <a:lnTo>
                    <a:pt x="2320729" y="2177877"/>
                  </a:lnTo>
                  <a:lnTo>
                    <a:pt x="2237846" y="2145571"/>
                  </a:lnTo>
                  <a:lnTo>
                    <a:pt x="2154963" y="2111368"/>
                  </a:lnTo>
                  <a:lnTo>
                    <a:pt x="2072080" y="2075722"/>
                  </a:lnTo>
                  <a:lnTo>
                    <a:pt x="1989196" y="2038882"/>
                  </a:lnTo>
                  <a:lnTo>
                    <a:pt x="1906313" y="2001008"/>
                  </a:lnTo>
                  <a:lnTo>
                    <a:pt x="1823430" y="1962212"/>
                  </a:lnTo>
                  <a:lnTo>
                    <a:pt x="1740547" y="1922653"/>
                  </a:lnTo>
                  <a:lnTo>
                    <a:pt x="1657664" y="1882981"/>
                  </a:lnTo>
                  <a:lnTo>
                    <a:pt x="1574780" y="1843632"/>
                  </a:lnTo>
                  <a:lnTo>
                    <a:pt x="1491897" y="1804883"/>
                  </a:lnTo>
                  <a:lnTo>
                    <a:pt x="1409014" y="1766989"/>
                  </a:lnTo>
                  <a:lnTo>
                    <a:pt x="1326131" y="1730164"/>
                  </a:lnTo>
                  <a:lnTo>
                    <a:pt x="1243248" y="1694556"/>
                  </a:lnTo>
                  <a:lnTo>
                    <a:pt x="1160364" y="1660249"/>
                  </a:lnTo>
                  <a:lnTo>
                    <a:pt x="1077481" y="1627268"/>
                  </a:lnTo>
                  <a:lnTo>
                    <a:pt x="994598" y="1595594"/>
                  </a:lnTo>
                  <a:lnTo>
                    <a:pt x="911715" y="1565175"/>
                  </a:lnTo>
                  <a:lnTo>
                    <a:pt x="828832" y="1535944"/>
                  </a:lnTo>
                  <a:lnTo>
                    <a:pt x="745948" y="1507823"/>
                  </a:lnTo>
                  <a:lnTo>
                    <a:pt x="663065" y="1480732"/>
                  </a:lnTo>
                  <a:lnTo>
                    <a:pt x="580182" y="1454593"/>
                  </a:lnTo>
                  <a:lnTo>
                    <a:pt x="497299" y="1429330"/>
                  </a:lnTo>
                  <a:lnTo>
                    <a:pt x="414416" y="1404871"/>
                  </a:lnTo>
                  <a:lnTo>
                    <a:pt x="331532" y="1381150"/>
                  </a:lnTo>
                  <a:lnTo>
                    <a:pt x="248649" y="1358104"/>
                  </a:lnTo>
                  <a:lnTo>
                    <a:pt x="165766" y="1335673"/>
                  </a:lnTo>
                  <a:lnTo>
                    <a:pt x="82883" y="1313801"/>
                  </a:lnTo>
                  <a:lnTo>
                    <a:pt x="0" y="129243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2503530"/>
              <a:ext cx="6015395" cy="2241428"/>
            </a:xfrm>
            <a:custGeom>
              <a:avLst/>
              <a:pathLst>
                <a:path w="6015395" h="2241428">
                  <a:moveTo>
                    <a:pt x="0" y="0"/>
                  </a:moveTo>
                  <a:lnTo>
                    <a:pt x="82883" y="112733"/>
                  </a:lnTo>
                  <a:lnTo>
                    <a:pt x="165766" y="222220"/>
                  </a:lnTo>
                  <a:lnTo>
                    <a:pt x="248649" y="328451"/>
                  </a:lnTo>
                  <a:lnTo>
                    <a:pt x="331532" y="431414"/>
                  </a:lnTo>
                  <a:lnTo>
                    <a:pt x="414416" y="531091"/>
                  </a:lnTo>
                  <a:lnTo>
                    <a:pt x="497299" y="627464"/>
                  </a:lnTo>
                  <a:lnTo>
                    <a:pt x="580182" y="720509"/>
                  </a:lnTo>
                  <a:lnTo>
                    <a:pt x="663065" y="810196"/>
                  </a:lnTo>
                  <a:lnTo>
                    <a:pt x="745948" y="896494"/>
                  </a:lnTo>
                  <a:lnTo>
                    <a:pt x="828832" y="979368"/>
                  </a:lnTo>
                  <a:lnTo>
                    <a:pt x="911715" y="1058780"/>
                  </a:lnTo>
                  <a:lnTo>
                    <a:pt x="994598" y="1134696"/>
                  </a:lnTo>
                  <a:lnTo>
                    <a:pt x="1077481" y="1207092"/>
                  </a:lnTo>
                  <a:lnTo>
                    <a:pt x="1160364" y="1275959"/>
                  </a:lnTo>
                  <a:lnTo>
                    <a:pt x="1243248" y="1341322"/>
                  </a:lnTo>
                  <a:lnTo>
                    <a:pt x="1326131" y="1403248"/>
                  </a:lnTo>
                  <a:lnTo>
                    <a:pt x="1409014" y="1461864"/>
                  </a:lnTo>
                  <a:lnTo>
                    <a:pt x="1491897" y="1517363"/>
                  </a:lnTo>
                  <a:lnTo>
                    <a:pt x="1574780" y="1569999"/>
                  </a:lnTo>
                  <a:lnTo>
                    <a:pt x="1657664" y="1620074"/>
                  </a:lnTo>
                  <a:lnTo>
                    <a:pt x="1740547" y="1667905"/>
                  </a:lnTo>
                  <a:lnTo>
                    <a:pt x="1823430" y="1713808"/>
                  </a:lnTo>
                  <a:lnTo>
                    <a:pt x="1906313" y="1757915"/>
                  </a:lnTo>
                  <a:lnTo>
                    <a:pt x="1989196" y="1800104"/>
                  </a:lnTo>
                  <a:lnTo>
                    <a:pt x="2072080" y="1840225"/>
                  </a:lnTo>
                  <a:lnTo>
                    <a:pt x="2154963" y="1878173"/>
                  </a:lnTo>
                  <a:lnTo>
                    <a:pt x="2237846" y="1913932"/>
                  </a:lnTo>
                  <a:lnTo>
                    <a:pt x="2320729" y="1947801"/>
                  </a:lnTo>
                  <a:lnTo>
                    <a:pt x="2403612" y="1980518"/>
                  </a:lnTo>
                  <a:lnTo>
                    <a:pt x="2486496" y="2010578"/>
                  </a:lnTo>
                  <a:lnTo>
                    <a:pt x="2569379" y="2037237"/>
                  </a:lnTo>
                  <a:lnTo>
                    <a:pt x="2652262" y="2061166"/>
                  </a:lnTo>
                  <a:lnTo>
                    <a:pt x="2735145" y="2080527"/>
                  </a:lnTo>
                  <a:lnTo>
                    <a:pt x="2818028" y="2094548"/>
                  </a:lnTo>
                  <a:lnTo>
                    <a:pt x="2900912" y="2105175"/>
                  </a:lnTo>
                  <a:lnTo>
                    <a:pt x="2983795" y="2116601"/>
                  </a:lnTo>
                  <a:lnTo>
                    <a:pt x="3066678" y="2125624"/>
                  </a:lnTo>
                  <a:lnTo>
                    <a:pt x="3149561" y="2126601"/>
                  </a:lnTo>
                  <a:lnTo>
                    <a:pt x="3232444" y="2124697"/>
                  </a:lnTo>
                  <a:lnTo>
                    <a:pt x="3315328" y="2127904"/>
                  </a:lnTo>
                  <a:lnTo>
                    <a:pt x="3398211" y="2133656"/>
                  </a:lnTo>
                  <a:lnTo>
                    <a:pt x="3481094" y="2135977"/>
                  </a:lnTo>
                  <a:lnTo>
                    <a:pt x="3563977" y="2136109"/>
                  </a:lnTo>
                  <a:lnTo>
                    <a:pt x="3646860" y="2136566"/>
                  </a:lnTo>
                  <a:lnTo>
                    <a:pt x="3729744" y="2140673"/>
                  </a:lnTo>
                  <a:lnTo>
                    <a:pt x="3812627" y="2146469"/>
                  </a:lnTo>
                  <a:lnTo>
                    <a:pt x="3895510" y="2151811"/>
                  </a:lnTo>
                  <a:lnTo>
                    <a:pt x="3978393" y="2156686"/>
                  </a:lnTo>
                  <a:lnTo>
                    <a:pt x="4061276" y="2161287"/>
                  </a:lnTo>
                  <a:lnTo>
                    <a:pt x="4144160" y="2166013"/>
                  </a:lnTo>
                  <a:lnTo>
                    <a:pt x="4227043" y="2171410"/>
                  </a:lnTo>
                  <a:lnTo>
                    <a:pt x="4309926" y="2178061"/>
                  </a:lnTo>
                  <a:lnTo>
                    <a:pt x="4392809" y="2185430"/>
                  </a:lnTo>
                  <a:lnTo>
                    <a:pt x="4475692" y="2192883"/>
                  </a:lnTo>
                  <a:lnTo>
                    <a:pt x="4558576" y="2200345"/>
                  </a:lnTo>
                  <a:lnTo>
                    <a:pt x="4641459" y="2207688"/>
                  </a:lnTo>
                  <a:lnTo>
                    <a:pt x="4724342" y="2214752"/>
                  </a:lnTo>
                  <a:lnTo>
                    <a:pt x="4807225" y="2221350"/>
                  </a:lnTo>
                  <a:lnTo>
                    <a:pt x="4890108" y="2227292"/>
                  </a:lnTo>
                  <a:lnTo>
                    <a:pt x="4972992" y="2232390"/>
                  </a:lnTo>
                  <a:lnTo>
                    <a:pt x="5055875" y="2236477"/>
                  </a:lnTo>
                  <a:lnTo>
                    <a:pt x="5138758" y="2239412"/>
                  </a:lnTo>
                  <a:lnTo>
                    <a:pt x="5221641" y="2241088"/>
                  </a:lnTo>
                  <a:lnTo>
                    <a:pt x="5304524" y="2241428"/>
                  </a:lnTo>
                  <a:lnTo>
                    <a:pt x="5387408" y="2240386"/>
                  </a:lnTo>
                  <a:lnTo>
                    <a:pt x="5470291" y="2237940"/>
                  </a:lnTo>
                  <a:lnTo>
                    <a:pt x="5553174" y="2234088"/>
                  </a:lnTo>
                  <a:lnTo>
                    <a:pt x="5636057" y="2228839"/>
                  </a:lnTo>
                  <a:lnTo>
                    <a:pt x="5718940" y="2222216"/>
                  </a:lnTo>
                  <a:lnTo>
                    <a:pt x="5801824" y="2214243"/>
                  </a:lnTo>
                  <a:lnTo>
                    <a:pt x="5884707" y="2204950"/>
                  </a:lnTo>
                  <a:lnTo>
                    <a:pt x="5967590" y="2194365"/>
                  </a:lnTo>
                  <a:lnTo>
                    <a:pt x="6015395" y="2187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3795966"/>
              <a:ext cx="5702260" cy="1582493"/>
            </a:xfrm>
            <a:custGeom>
              <a:avLst/>
              <a:pathLst>
                <a:path w="5702260" h="1582493">
                  <a:moveTo>
                    <a:pt x="5702260" y="1582493"/>
                  </a:moveTo>
                  <a:lnTo>
                    <a:pt x="5636057" y="1548442"/>
                  </a:lnTo>
                  <a:lnTo>
                    <a:pt x="5553174" y="1508117"/>
                  </a:lnTo>
                  <a:lnTo>
                    <a:pt x="5470291" y="1470121"/>
                  </a:lnTo>
                  <a:lnTo>
                    <a:pt x="5387408" y="1434471"/>
                  </a:lnTo>
                  <a:lnTo>
                    <a:pt x="5304524" y="1401169"/>
                  </a:lnTo>
                  <a:lnTo>
                    <a:pt x="5221641" y="1370201"/>
                  </a:lnTo>
                  <a:lnTo>
                    <a:pt x="5138758" y="1341523"/>
                  </a:lnTo>
                  <a:lnTo>
                    <a:pt x="5055875" y="1315066"/>
                  </a:lnTo>
                  <a:lnTo>
                    <a:pt x="4972992" y="1290727"/>
                  </a:lnTo>
                  <a:lnTo>
                    <a:pt x="4890108" y="1268371"/>
                  </a:lnTo>
                  <a:lnTo>
                    <a:pt x="4807225" y="1247835"/>
                  </a:lnTo>
                  <a:lnTo>
                    <a:pt x="4724342" y="1228940"/>
                  </a:lnTo>
                  <a:lnTo>
                    <a:pt x="4641459" y="1211497"/>
                  </a:lnTo>
                  <a:lnTo>
                    <a:pt x="4558576" y="1195328"/>
                  </a:lnTo>
                  <a:lnTo>
                    <a:pt x="4475692" y="1180275"/>
                  </a:lnTo>
                  <a:lnTo>
                    <a:pt x="4392809" y="1166220"/>
                  </a:lnTo>
                  <a:lnTo>
                    <a:pt x="4309926" y="1153089"/>
                  </a:lnTo>
                  <a:lnTo>
                    <a:pt x="4227043" y="1140971"/>
                  </a:lnTo>
                  <a:lnTo>
                    <a:pt x="4144160" y="1130013"/>
                  </a:lnTo>
                  <a:lnTo>
                    <a:pt x="4061276" y="1120237"/>
                  </a:lnTo>
                  <a:lnTo>
                    <a:pt x="3978393" y="1111615"/>
                  </a:lnTo>
                  <a:lnTo>
                    <a:pt x="3895510" y="1103972"/>
                  </a:lnTo>
                  <a:lnTo>
                    <a:pt x="3812627" y="1096927"/>
                  </a:lnTo>
                  <a:lnTo>
                    <a:pt x="3729744" y="1089897"/>
                  </a:lnTo>
                  <a:lnTo>
                    <a:pt x="3646860" y="1083284"/>
                  </a:lnTo>
                  <a:lnTo>
                    <a:pt x="3563977" y="1078739"/>
                  </a:lnTo>
                  <a:lnTo>
                    <a:pt x="3481094" y="1075756"/>
                  </a:lnTo>
                  <a:lnTo>
                    <a:pt x="3398211" y="1072842"/>
                  </a:lnTo>
                  <a:lnTo>
                    <a:pt x="3315328" y="1067231"/>
                  </a:lnTo>
                  <a:lnTo>
                    <a:pt x="3232444" y="1061357"/>
                  </a:lnTo>
                  <a:lnTo>
                    <a:pt x="3149561" y="1059939"/>
                  </a:lnTo>
                  <a:lnTo>
                    <a:pt x="3066678" y="1058737"/>
                  </a:lnTo>
                  <a:lnTo>
                    <a:pt x="2983795" y="1050619"/>
                  </a:lnTo>
                  <a:lnTo>
                    <a:pt x="2900912" y="1037402"/>
                  </a:lnTo>
                  <a:lnTo>
                    <a:pt x="2818028" y="1025254"/>
                  </a:lnTo>
                  <a:lnTo>
                    <a:pt x="2735145" y="1012545"/>
                  </a:lnTo>
                  <a:lnTo>
                    <a:pt x="2652262" y="995395"/>
                  </a:lnTo>
                  <a:lnTo>
                    <a:pt x="2569379" y="971115"/>
                  </a:lnTo>
                  <a:lnTo>
                    <a:pt x="2486496" y="943914"/>
                  </a:lnTo>
                  <a:lnTo>
                    <a:pt x="2403612" y="915378"/>
                  </a:lnTo>
                  <a:lnTo>
                    <a:pt x="2320729" y="885440"/>
                  </a:lnTo>
                  <a:lnTo>
                    <a:pt x="2237846" y="853134"/>
                  </a:lnTo>
                  <a:lnTo>
                    <a:pt x="2154963" y="818931"/>
                  </a:lnTo>
                  <a:lnTo>
                    <a:pt x="2072080" y="783285"/>
                  </a:lnTo>
                  <a:lnTo>
                    <a:pt x="1989196" y="746445"/>
                  </a:lnTo>
                  <a:lnTo>
                    <a:pt x="1906313" y="708571"/>
                  </a:lnTo>
                  <a:lnTo>
                    <a:pt x="1823430" y="669775"/>
                  </a:lnTo>
                  <a:lnTo>
                    <a:pt x="1740547" y="630216"/>
                  </a:lnTo>
                  <a:lnTo>
                    <a:pt x="1657664" y="590544"/>
                  </a:lnTo>
                  <a:lnTo>
                    <a:pt x="1574780" y="551195"/>
                  </a:lnTo>
                  <a:lnTo>
                    <a:pt x="1491897" y="512446"/>
                  </a:lnTo>
                  <a:lnTo>
                    <a:pt x="1409014" y="474552"/>
                  </a:lnTo>
                  <a:lnTo>
                    <a:pt x="1326131" y="437727"/>
                  </a:lnTo>
                  <a:lnTo>
                    <a:pt x="1243248" y="402119"/>
                  </a:lnTo>
                  <a:lnTo>
                    <a:pt x="1160364" y="367812"/>
                  </a:lnTo>
                  <a:lnTo>
                    <a:pt x="1077481" y="334832"/>
                  </a:lnTo>
                  <a:lnTo>
                    <a:pt x="994598" y="303157"/>
                  </a:lnTo>
                  <a:lnTo>
                    <a:pt x="911715" y="272739"/>
                  </a:lnTo>
                  <a:lnTo>
                    <a:pt x="828832" y="243507"/>
                  </a:lnTo>
                  <a:lnTo>
                    <a:pt x="745948" y="215386"/>
                  </a:lnTo>
                  <a:lnTo>
                    <a:pt x="663065" y="188295"/>
                  </a:lnTo>
                  <a:lnTo>
                    <a:pt x="580182" y="162156"/>
                  </a:lnTo>
                  <a:lnTo>
                    <a:pt x="497299" y="136893"/>
                  </a:lnTo>
                  <a:lnTo>
                    <a:pt x="414416" y="112435"/>
                  </a:lnTo>
                  <a:lnTo>
                    <a:pt x="331532" y="88714"/>
                  </a:lnTo>
                  <a:lnTo>
                    <a:pt x="248649" y="65667"/>
                  </a:lnTo>
                  <a:lnTo>
                    <a:pt x="165766" y="43236"/>
                  </a:lnTo>
                  <a:lnTo>
                    <a:pt x="82883" y="213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3149748"/>
              <a:ext cx="6015395" cy="1974850"/>
            </a:xfrm>
            <a:custGeom>
              <a:avLst/>
              <a:pathLst>
                <a:path w="6015395" h="1974850">
                  <a:moveTo>
                    <a:pt x="0" y="0"/>
                  </a:moveTo>
                  <a:lnTo>
                    <a:pt x="82883" y="67049"/>
                  </a:lnTo>
                  <a:lnTo>
                    <a:pt x="165766" y="132728"/>
                  </a:lnTo>
                  <a:lnTo>
                    <a:pt x="248649" y="197059"/>
                  </a:lnTo>
                  <a:lnTo>
                    <a:pt x="331532" y="260064"/>
                  </a:lnTo>
                  <a:lnTo>
                    <a:pt x="414416" y="321763"/>
                  </a:lnTo>
                  <a:lnTo>
                    <a:pt x="497299" y="382179"/>
                  </a:lnTo>
                  <a:lnTo>
                    <a:pt x="580182" y="441332"/>
                  </a:lnTo>
                  <a:lnTo>
                    <a:pt x="663065" y="499246"/>
                  </a:lnTo>
                  <a:lnTo>
                    <a:pt x="745948" y="555940"/>
                  </a:lnTo>
                  <a:lnTo>
                    <a:pt x="828832" y="611438"/>
                  </a:lnTo>
                  <a:lnTo>
                    <a:pt x="911715" y="665759"/>
                  </a:lnTo>
                  <a:lnTo>
                    <a:pt x="994598" y="718927"/>
                  </a:lnTo>
                  <a:lnTo>
                    <a:pt x="1077481" y="770962"/>
                  </a:lnTo>
                  <a:lnTo>
                    <a:pt x="1160364" y="821886"/>
                  </a:lnTo>
                  <a:lnTo>
                    <a:pt x="1243248" y="871721"/>
                  </a:lnTo>
                  <a:lnTo>
                    <a:pt x="1326131" y="920488"/>
                  </a:lnTo>
                  <a:lnTo>
                    <a:pt x="1409014" y="968208"/>
                  </a:lnTo>
                  <a:lnTo>
                    <a:pt x="1491897" y="1014904"/>
                  </a:lnTo>
                  <a:lnTo>
                    <a:pt x="1574780" y="1060597"/>
                  </a:lnTo>
                  <a:lnTo>
                    <a:pt x="1657664" y="1105309"/>
                  </a:lnTo>
                  <a:lnTo>
                    <a:pt x="1740547" y="1149060"/>
                  </a:lnTo>
                  <a:lnTo>
                    <a:pt x="1823430" y="1191791"/>
                  </a:lnTo>
                  <a:lnTo>
                    <a:pt x="1906313" y="1233243"/>
                  </a:lnTo>
                  <a:lnTo>
                    <a:pt x="1989196" y="1273275"/>
                  </a:lnTo>
                  <a:lnTo>
                    <a:pt x="2072080" y="1311755"/>
                  </a:lnTo>
                  <a:lnTo>
                    <a:pt x="2154963" y="1348552"/>
                  </a:lnTo>
                  <a:lnTo>
                    <a:pt x="2237846" y="1383533"/>
                  </a:lnTo>
                  <a:lnTo>
                    <a:pt x="2320729" y="1416621"/>
                  </a:lnTo>
                  <a:lnTo>
                    <a:pt x="2403612" y="1447948"/>
                  </a:lnTo>
                  <a:lnTo>
                    <a:pt x="2486496" y="1477246"/>
                  </a:lnTo>
                  <a:lnTo>
                    <a:pt x="2569379" y="1504176"/>
                  </a:lnTo>
                  <a:lnTo>
                    <a:pt x="2652262" y="1528281"/>
                  </a:lnTo>
                  <a:lnTo>
                    <a:pt x="2735145" y="1546536"/>
                  </a:lnTo>
                  <a:lnTo>
                    <a:pt x="2818028" y="1559901"/>
                  </a:lnTo>
                  <a:lnTo>
                    <a:pt x="2900912" y="1571289"/>
                  </a:lnTo>
                  <a:lnTo>
                    <a:pt x="2983795" y="1583610"/>
                  </a:lnTo>
                  <a:lnTo>
                    <a:pt x="3066678" y="1592180"/>
                  </a:lnTo>
                  <a:lnTo>
                    <a:pt x="3149561" y="1593270"/>
                  </a:lnTo>
                  <a:lnTo>
                    <a:pt x="3232444" y="1593027"/>
                  </a:lnTo>
                  <a:lnTo>
                    <a:pt x="3315328" y="1597567"/>
                  </a:lnTo>
                  <a:lnTo>
                    <a:pt x="3398211" y="1603249"/>
                  </a:lnTo>
                  <a:lnTo>
                    <a:pt x="3481094" y="1605867"/>
                  </a:lnTo>
                  <a:lnTo>
                    <a:pt x="3563977" y="1607424"/>
                  </a:lnTo>
                  <a:lnTo>
                    <a:pt x="3646860" y="1609925"/>
                  </a:lnTo>
                  <a:lnTo>
                    <a:pt x="3729744" y="1615285"/>
                  </a:lnTo>
                  <a:lnTo>
                    <a:pt x="3812627" y="1621698"/>
                  </a:lnTo>
                  <a:lnTo>
                    <a:pt x="3895510" y="1627891"/>
                  </a:lnTo>
                  <a:lnTo>
                    <a:pt x="3978393" y="1634150"/>
                  </a:lnTo>
                  <a:lnTo>
                    <a:pt x="4061276" y="1640762"/>
                  </a:lnTo>
                  <a:lnTo>
                    <a:pt x="4144160" y="1648013"/>
                  </a:lnTo>
                  <a:lnTo>
                    <a:pt x="4227043" y="1656190"/>
                  </a:lnTo>
                  <a:lnTo>
                    <a:pt x="4309926" y="1665575"/>
                  </a:lnTo>
                  <a:lnTo>
                    <a:pt x="4392809" y="1675825"/>
                  </a:lnTo>
                  <a:lnTo>
                    <a:pt x="4475692" y="1686579"/>
                  </a:lnTo>
                  <a:lnTo>
                    <a:pt x="4558576" y="1697836"/>
                  </a:lnTo>
                  <a:lnTo>
                    <a:pt x="4641459" y="1709593"/>
                  </a:lnTo>
                  <a:lnTo>
                    <a:pt x="4724342" y="1721846"/>
                  </a:lnTo>
                  <a:lnTo>
                    <a:pt x="4807225" y="1734593"/>
                  </a:lnTo>
                  <a:lnTo>
                    <a:pt x="4890108" y="1747831"/>
                  </a:lnTo>
                  <a:lnTo>
                    <a:pt x="4972992" y="1761558"/>
                  </a:lnTo>
                  <a:lnTo>
                    <a:pt x="5055875" y="1775771"/>
                  </a:lnTo>
                  <a:lnTo>
                    <a:pt x="5138758" y="1790468"/>
                  </a:lnTo>
                  <a:lnTo>
                    <a:pt x="5221641" y="1805644"/>
                  </a:lnTo>
                  <a:lnTo>
                    <a:pt x="5304524" y="1821299"/>
                  </a:lnTo>
                  <a:lnTo>
                    <a:pt x="5387408" y="1837429"/>
                  </a:lnTo>
                  <a:lnTo>
                    <a:pt x="5470291" y="1854031"/>
                  </a:lnTo>
                  <a:lnTo>
                    <a:pt x="5553174" y="1871102"/>
                  </a:lnTo>
                  <a:lnTo>
                    <a:pt x="5636057" y="1888641"/>
                  </a:lnTo>
                  <a:lnTo>
                    <a:pt x="5718940" y="1906644"/>
                  </a:lnTo>
                  <a:lnTo>
                    <a:pt x="5801824" y="1925108"/>
                  </a:lnTo>
                  <a:lnTo>
                    <a:pt x="5884707" y="1944031"/>
                  </a:lnTo>
                  <a:lnTo>
                    <a:pt x="5967590" y="1963411"/>
                  </a:lnTo>
                  <a:lnTo>
                    <a:pt x="6015395" y="19748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2596949"/>
              <a:ext cx="6015395" cy="2781510"/>
            </a:xfrm>
            <a:custGeom>
              <a:avLst/>
              <a:pathLst>
                <a:path w="6015395" h="2781510">
                  <a:moveTo>
                    <a:pt x="0" y="0"/>
                  </a:moveTo>
                  <a:lnTo>
                    <a:pt x="82883" y="116873"/>
                  </a:lnTo>
                  <a:lnTo>
                    <a:pt x="165766" y="230307"/>
                  </a:lnTo>
                  <a:lnTo>
                    <a:pt x="248649" y="340289"/>
                  </a:lnTo>
                  <a:lnTo>
                    <a:pt x="331532" y="446804"/>
                  </a:lnTo>
                  <a:lnTo>
                    <a:pt x="414416" y="549833"/>
                  </a:lnTo>
                  <a:lnTo>
                    <a:pt x="497299" y="649354"/>
                  </a:lnTo>
                  <a:lnTo>
                    <a:pt x="580182" y="745341"/>
                  </a:lnTo>
                  <a:lnTo>
                    <a:pt x="663065" y="837764"/>
                  </a:lnTo>
                  <a:lnTo>
                    <a:pt x="745948" y="926592"/>
                  </a:lnTo>
                  <a:lnTo>
                    <a:pt x="828832" y="1011787"/>
                  </a:lnTo>
                  <a:lnTo>
                    <a:pt x="911715" y="1093312"/>
                  </a:lnTo>
                  <a:lnTo>
                    <a:pt x="994598" y="1171133"/>
                  </a:lnTo>
                  <a:lnTo>
                    <a:pt x="1077481" y="1245223"/>
                  </a:lnTo>
                  <a:lnTo>
                    <a:pt x="1160364" y="1315570"/>
                  </a:lnTo>
                  <a:lnTo>
                    <a:pt x="1243248" y="1382193"/>
                  </a:lnTo>
                  <a:lnTo>
                    <a:pt x="1326131" y="1445148"/>
                  </a:lnTo>
                  <a:lnTo>
                    <a:pt x="1409014" y="1504546"/>
                  </a:lnTo>
                  <a:lnTo>
                    <a:pt x="1491897" y="1560555"/>
                  </a:lnTo>
                  <a:lnTo>
                    <a:pt x="1574780" y="1613402"/>
                  </a:lnTo>
                  <a:lnTo>
                    <a:pt x="1657664" y="1663353"/>
                  </a:lnTo>
                  <a:lnTo>
                    <a:pt x="1740547" y="1710692"/>
                  </a:lnTo>
                  <a:lnTo>
                    <a:pt x="1823430" y="1755673"/>
                  </a:lnTo>
                  <a:lnTo>
                    <a:pt x="1906313" y="1798405"/>
                  </a:lnTo>
                  <a:lnTo>
                    <a:pt x="1989196" y="1838868"/>
                  </a:lnTo>
                  <a:lnTo>
                    <a:pt x="2072080" y="1877022"/>
                  </a:lnTo>
                  <a:lnTo>
                    <a:pt x="2154963" y="1912865"/>
                  </a:lnTo>
                  <a:lnTo>
                    <a:pt x="2237846" y="1946480"/>
                  </a:lnTo>
                  <a:lnTo>
                    <a:pt x="2320729" y="1978014"/>
                  </a:lnTo>
                  <a:lnTo>
                    <a:pt x="2403612" y="2007123"/>
                  </a:lnTo>
                  <a:lnTo>
                    <a:pt x="2486496" y="2033034"/>
                  </a:lnTo>
                  <a:lnTo>
                    <a:pt x="2569379" y="2055942"/>
                  </a:lnTo>
                  <a:lnTo>
                    <a:pt x="2652262" y="2077264"/>
                  </a:lnTo>
                  <a:lnTo>
                    <a:pt x="2735145" y="2094634"/>
                  </a:lnTo>
                  <a:lnTo>
                    <a:pt x="2818028" y="2107066"/>
                  </a:lnTo>
                  <a:lnTo>
                    <a:pt x="2900912" y="2116633"/>
                  </a:lnTo>
                  <a:lnTo>
                    <a:pt x="2983795" y="2127436"/>
                  </a:lnTo>
                  <a:lnTo>
                    <a:pt x="3066678" y="2137364"/>
                  </a:lnTo>
                  <a:lnTo>
                    <a:pt x="3149561" y="2141342"/>
                  </a:lnTo>
                  <a:lnTo>
                    <a:pt x="3232444" y="2143046"/>
                  </a:lnTo>
                  <a:lnTo>
                    <a:pt x="3315328" y="2148705"/>
                  </a:lnTo>
                  <a:lnTo>
                    <a:pt x="3398211" y="2156294"/>
                  </a:lnTo>
                  <a:lnTo>
                    <a:pt x="3481094" y="2161191"/>
                  </a:lnTo>
                  <a:lnTo>
                    <a:pt x="3563977" y="2164641"/>
                  </a:lnTo>
                  <a:lnTo>
                    <a:pt x="3646860" y="2169039"/>
                  </a:lnTo>
                  <a:lnTo>
                    <a:pt x="3729744" y="2177509"/>
                  </a:lnTo>
                  <a:lnTo>
                    <a:pt x="3812627" y="2188367"/>
                  </a:lnTo>
                  <a:lnTo>
                    <a:pt x="3895510" y="2199458"/>
                  </a:lnTo>
                  <a:lnTo>
                    <a:pt x="3978393" y="2210470"/>
                  </a:lnTo>
                  <a:lnTo>
                    <a:pt x="4061276" y="2221275"/>
                  </a:lnTo>
                  <a:lnTo>
                    <a:pt x="4144160" y="2231930"/>
                  </a:lnTo>
                  <a:lnTo>
                    <a:pt x="4227043" y="2242625"/>
                  </a:lnTo>
                  <a:lnTo>
                    <a:pt x="4309926" y="2253589"/>
                  </a:lnTo>
                  <a:lnTo>
                    <a:pt x="4392809" y="2264453"/>
                  </a:lnTo>
                  <a:lnTo>
                    <a:pt x="4475692" y="2274860"/>
                  </a:lnTo>
                  <a:lnTo>
                    <a:pt x="4558576" y="2284752"/>
                  </a:lnTo>
                  <a:lnTo>
                    <a:pt x="4641459" y="2294022"/>
                  </a:lnTo>
                  <a:lnTo>
                    <a:pt x="4724342" y="2302535"/>
                  </a:lnTo>
                  <a:lnTo>
                    <a:pt x="4807225" y="2310133"/>
                  </a:lnTo>
                  <a:lnTo>
                    <a:pt x="4890108" y="2316653"/>
                  </a:lnTo>
                  <a:lnTo>
                    <a:pt x="4972992" y="2321935"/>
                  </a:lnTo>
                  <a:lnTo>
                    <a:pt x="5055875" y="2325839"/>
                  </a:lnTo>
                  <a:lnTo>
                    <a:pt x="5138758" y="2328245"/>
                  </a:lnTo>
                  <a:lnTo>
                    <a:pt x="5221641" y="2329068"/>
                  </a:lnTo>
                  <a:lnTo>
                    <a:pt x="5304524" y="2328246"/>
                  </a:lnTo>
                  <a:lnTo>
                    <a:pt x="5387408" y="2325747"/>
                  </a:lnTo>
                  <a:lnTo>
                    <a:pt x="5470291" y="2321561"/>
                  </a:lnTo>
                  <a:lnTo>
                    <a:pt x="5553174" y="2315696"/>
                  </a:lnTo>
                  <a:lnTo>
                    <a:pt x="5636057" y="2308169"/>
                  </a:lnTo>
                  <a:lnTo>
                    <a:pt x="5718940" y="2299008"/>
                  </a:lnTo>
                  <a:lnTo>
                    <a:pt x="5801824" y="2288247"/>
                  </a:lnTo>
                  <a:lnTo>
                    <a:pt x="5884707" y="2275920"/>
                  </a:lnTo>
                  <a:lnTo>
                    <a:pt x="5967590" y="2262063"/>
                  </a:lnTo>
                  <a:lnTo>
                    <a:pt x="6015395" y="2253209"/>
                  </a:lnTo>
                  <a:lnTo>
                    <a:pt x="6015395" y="2781510"/>
                  </a:lnTo>
                  <a:lnTo>
                    <a:pt x="5435274" y="2781510"/>
                  </a:lnTo>
                  <a:lnTo>
                    <a:pt x="5387408" y="2764105"/>
                  </a:lnTo>
                  <a:lnTo>
                    <a:pt x="5304524" y="2735660"/>
                  </a:lnTo>
                  <a:lnTo>
                    <a:pt x="5221641" y="2708885"/>
                  </a:lnTo>
                  <a:lnTo>
                    <a:pt x="5138758" y="2683734"/>
                  </a:lnTo>
                  <a:lnTo>
                    <a:pt x="5055875" y="2660135"/>
                  </a:lnTo>
                  <a:lnTo>
                    <a:pt x="4972992" y="2637985"/>
                  </a:lnTo>
                  <a:lnTo>
                    <a:pt x="4890108" y="2617153"/>
                  </a:lnTo>
                  <a:lnTo>
                    <a:pt x="4807225" y="2597484"/>
                  </a:lnTo>
                  <a:lnTo>
                    <a:pt x="4724342" y="2578805"/>
                  </a:lnTo>
                  <a:lnTo>
                    <a:pt x="4641459" y="2560940"/>
                  </a:lnTo>
                  <a:lnTo>
                    <a:pt x="4558576" y="2543718"/>
                  </a:lnTo>
                  <a:lnTo>
                    <a:pt x="4475692" y="2526987"/>
                  </a:lnTo>
                  <a:lnTo>
                    <a:pt x="4392809" y="2510631"/>
                  </a:lnTo>
                  <a:lnTo>
                    <a:pt x="4309926" y="2494575"/>
                  </a:lnTo>
                  <a:lnTo>
                    <a:pt x="4227043" y="2478686"/>
                  </a:lnTo>
                  <a:lnTo>
                    <a:pt x="4144160" y="2462980"/>
                  </a:lnTo>
                  <a:lnTo>
                    <a:pt x="4061276" y="2447775"/>
                  </a:lnTo>
                  <a:lnTo>
                    <a:pt x="3978393" y="2433348"/>
                  </a:lnTo>
                  <a:lnTo>
                    <a:pt x="3895510" y="2419842"/>
                  </a:lnTo>
                  <a:lnTo>
                    <a:pt x="3812627" y="2407217"/>
                  </a:lnTo>
                  <a:lnTo>
                    <a:pt x="3729744" y="2395246"/>
                  </a:lnTo>
                  <a:lnTo>
                    <a:pt x="3646860" y="2384518"/>
                  </a:lnTo>
                  <a:lnTo>
                    <a:pt x="3563977" y="2376437"/>
                  </a:lnTo>
                  <a:lnTo>
                    <a:pt x="3481094" y="2370417"/>
                  </a:lnTo>
                  <a:lnTo>
                    <a:pt x="3398211" y="2364987"/>
                  </a:lnTo>
                  <a:lnTo>
                    <a:pt x="3315328" y="2357525"/>
                  </a:lnTo>
                  <a:lnTo>
                    <a:pt x="3232444" y="2349463"/>
                  </a:lnTo>
                  <a:lnTo>
                    <a:pt x="3149561" y="2344766"/>
                  </a:lnTo>
                  <a:lnTo>
                    <a:pt x="3066678" y="2340586"/>
                  </a:lnTo>
                  <a:lnTo>
                    <a:pt x="2983795" y="2331473"/>
                  </a:lnTo>
                  <a:lnTo>
                    <a:pt x="2900912" y="2319056"/>
                  </a:lnTo>
                  <a:lnTo>
                    <a:pt x="2818028" y="2308118"/>
                  </a:lnTo>
                  <a:lnTo>
                    <a:pt x="2735145" y="2296869"/>
                  </a:lnTo>
                  <a:lnTo>
                    <a:pt x="2652262" y="2281491"/>
                  </a:lnTo>
                  <a:lnTo>
                    <a:pt x="2569379" y="2259852"/>
                  </a:lnTo>
                  <a:lnTo>
                    <a:pt x="2486496" y="2236457"/>
                  </a:lnTo>
                  <a:lnTo>
                    <a:pt x="2403612" y="2211918"/>
                  </a:lnTo>
                  <a:lnTo>
                    <a:pt x="2320729" y="2185313"/>
                  </a:lnTo>
                  <a:lnTo>
                    <a:pt x="2237846" y="2155188"/>
                  </a:lnTo>
                  <a:lnTo>
                    <a:pt x="2154963" y="2122975"/>
                  </a:lnTo>
                  <a:lnTo>
                    <a:pt x="2072080" y="2089205"/>
                  </a:lnTo>
                  <a:lnTo>
                    <a:pt x="1989196" y="2054008"/>
                  </a:lnTo>
                  <a:lnTo>
                    <a:pt x="1906313" y="2017433"/>
                  </a:lnTo>
                  <a:lnTo>
                    <a:pt x="1823430" y="1979487"/>
                  </a:lnTo>
                  <a:lnTo>
                    <a:pt x="1740547" y="1940221"/>
                  </a:lnTo>
                  <a:lnTo>
                    <a:pt x="1657664" y="1900233"/>
                  </a:lnTo>
                  <a:lnTo>
                    <a:pt x="1574780" y="1859946"/>
                  </a:lnTo>
                  <a:lnTo>
                    <a:pt x="1491897" y="1819611"/>
                  </a:lnTo>
                  <a:lnTo>
                    <a:pt x="1409014" y="1779464"/>
                  </a:lnTo>
                  <a:lnTo>
                    <a:pt x="1326131" y="1739701"/>
                  </a:lnTo>
                  <a:lnTo>
                    <a:pt x="1243248" y="1700458"/>
                  </a:lnTo>
                  <a:lnTo>
                    <a:pt x="1160364" y="1661817"/>
                  </a:lnTo>
                  <a:lnTo>
                    <a:pt x="1077481" y="1623803"/>
                  </a:lnTo>
                  <a:lnTo>
                    <a:pt x="994598" y="1586404"/>
                  </a:lnTo>
                  <a:lnTo>
                    <a:pt x="911715" y="1549577"/>
                  </a:lnTo>
                  <a:lnTo>
                    <a:pt x="828832" y="1513264"/>
                  </a:lnTo>
                  <a:lnTo>
                    <a:pt x="745948" y="1477402"/>
                  </a:lnTo>
                  <a:lnTo>
                    <a:pt x="663065" y="1441920"/>
                  </a:lnTo>
                  <a:lnTo>
                    <a:pt x="580182" y="1406754"/>
                  </a:lnTo>
                  <a:lnTo>
                    <a:pt x="497299" y="1371838"/>
                  </a:lnTo>
                  <a:lnTo>
                    <a:pt x="414416" y="1337112"/>
                  </a:lnTo>
                  <a:lnTo>
                    <a:pt x="331532" y="1302521"/>
                  </a:lnTo>
                  <a:lnTo>
                    <a:pt x="248649" y="1268010"/>
                  </a:lnTo>
                  <a:lnTo>
                    <a:pt x="165766" y="1233532"/>
                  </a:lnTo>
                  <a:lnTo>
                    <a:pt x="82883" y="1199040"/>
                  </a:lnTo>
                  <a:lnTo>
                    <a:pt x="0" y="116449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2596949"/>
              <a:ext cx="6015395" cy="2329068"/>
            </a:xfrm>
            <a:custGeom>
              <a:avLst/>
              <a:pathLst>
                <a:path w="6015395" h="2329068">
                  <a:moveTo>
                    <a:pt x="0" y="0"/>
                  </a:moveTo>
                  <a:lnTo>
                    <a:pt x="82883" y="116873"/>
                  </a:lnTo>
                  <a:lnTo>
                    <a:pt x="165766" y="230307"/>
                  </a:lnTo>
                  <a:lnTo>
                    <a:pt x="248649" y="340289"/>
                  </a:lnTo>
                  <a:lnTo>
                    <a:pt x="331532" y="446804"/>
                  </a:lnTo>
                  <a:lnTo>
                    <a:pt x="414416" y="549833"/>
                  </a:lnTo>
                  <a:lnTo>
                    <a:pt x="497299" y="649354"/>
                  </a:lnTo>
                  <a:lnTo>
                    <a:pt x="580182" y="745341"/>
                  </a:lnTo>
                  <a:lnTo>
                    <a:pt x="663065" y="837764"/>
                  </a:lnTo>
                  <a:lnTo>
                    <a:pt x="745948" y="926592"/>
                  </a:lnTo>
                  <a:lnTo>
                    <a:pt x="828832" y="1011787"/>
                  </a:lnTo>
                  <a:lnTo>
                    <a:pt x="911715" y="1093312"/>
                  </a:lnTo>
                  <a:lnTo>
                    <a:pt x="994598" y="1171133"/>
                  </a:lnTo>
                  <a:lnTo>
                    <a:pt x="1077481" y="1245223"/>
                  </a:lnTo>
                  <a:lnTo>
                    <a:pt x="1160364" y="1315570"/>
                  </a:lnTo>
                  <a:lnTo>
                    <a:pt x="1243248" y="1382193"/>
                  </a:lnTo>
                  <a:lnTo>
                    <a:pt x="1326131" y="1445148"/>
                  </a:lnTo>
                  <a:lnTo>
                    <a:pt x="1409014" y="1504546"/>
                  </a:lnTo>
                  <a:lnTo>
                    <a:pt x="1491897" y="1560555"/>
                  </a:lnTo>
                  <a:lnTo>
                    <a:pt x="1574780" y="1613402"/>
                  </a:lnTo>
                  <a:lnTo>
                    <a:pt x="1657664" y="1663353"/>
                  </a:lnTo>
                  <a:lnTo>
                    <a:pt x="1740547" y="1710692"/>
                  </a:lnTo>
                  <a:lnTo>
                    <a:pt x="1823430" y="1755673"/>
                  </a:lnTo>
                  <a:lnTo>
                    <a:pt x="1906313" y="1798405"/>
                  </a:lnTo>
                  <a:lnTo>
                    <a:pt x="1989196" y="1838868"/>
                  </a:lnTo>
                  <a:lnTo>
                    <a:pt x="2072080" y="1877022"/>
                  </a:lnTo>
                  <a:lnTo>
                    <a:pt x="2154963" y="1912865"/>
                  </a:lnTo>
                  <a:lnTo>
                    <a:pt x="2237846" y="1946480"/>
                  </a:lnTo>
                  <a:lnTo>
                    <a:pt x="2320729" y="1978014"/>
                  </a:lnTo>
                  <a:lnTo>
                    <a:pt x="2403612" y="2007123"/>
                  </a:lnTo>
                  <a:lnTo>
                    <a:pt x="2486496" y="2033034"/>
                  </a:lnTo>
                  <a:lnTo>
                    <a:pt x="2569379" y="2055942"/>
                  </a:lnTo>
                  <a:lnTo>
                    <a:pt x="2652262" y="2077264"/>
                  </a:lnTo>
                  <a:lnTo>
                    <a:pt x="2735145" y="2094634"/>
                  </a:lnTo>
                  <a:lnTo>
                    <a:pt x="2818028" y="2107066"/>
                  </a:lnTo>
                  <a:lnTo>
                    <a:pt x="2900912" y="2116633"/>
                  </a:lnTo>
                  <a:lnTo>
                    <a:pt x="2983795" y="2127436"/>
                  </a:lnTo>
                  <a:lnTo>
                    <a:pt x="3066678" y="2137364"/>
                  </a:lnTo>
                  <a:lnTo>
                    <a:pt x="3149561" y="2141342"/>
                  </a:lnTo>
                  <a:lnTo>
                    <a:pt x="3232444" y="2143046"/>
                  </a:lnTo>
                  <a:lnTo>
                    <a:pt x="3315328" y="2148705"/>
                  </a:lnTo>
                  <a:lnTo>
                    <a:pt x="3398211" y="2156294"/>
                  </a:lnTo>
                  <a:lnTo>
                    <a:pt x="3481094" y="2161191"/>
                  </a:lnTo>
                  <a:lnTo>
                    <a:pt x="3563977" y="2164641"/>
                  </a:lnTo>
                  <a:lnTo>
                    <a:pt x="3646860" y="2169039"/>
                  </a:lnTo>
                  <a:lnTo>
                    <a:pt x="3729744" y="2177509"/>
                  </a:lnTo>
                  <a:lnTo>
                    <a:pt x="3812627" y="2188367"/>
                  </a:lnTo>
                  <a:lnTo>
                    <a:pt x="3895510" y="2199458"/>
                  </a:lnTo>
                  <a:lnTo>
                    <a:pt x="3978393" y="2210470"/>
                  </a:lnTo>
                  <a:lnTo>
                    <a:pt x="4061276" y="2221275"/>
                  </a:lnTo>
                  <a:lnTo>
                    <a:pt x="4144160" y="2231930"/>
                  </a:lnTo>
                  <a:lnTo>
                    <a:pt x="4227043" y="2242625"/>
                  </a:lnTo>
                  <a:lnTo>
                    <a:pt x="4309926" y="2253589"/>
                  </a:lnTo>
                  <a:lnTo>
                    <a:pt x="4392809" y="2264453"/>
                  </a:lnTo>
                  <a:lnTo>
                    <a:pt x="4475692" y="2274860"/>
                  </a:lnTo>
                  <a:lnTo>
                    <a:pt x="4558576" y="2284752"/>
                  </a:lnTo>
                  <a:lnTo>
                    <a:pt x="4641459" y="2294022"/>
                  </a:lnTo>
                  <a:lnTo>
                    <a:pt x="4724342" y="2302535"/>
                  </a:lnTo>
                  <a:lnTo>
                    <a:pt x="4807225" y="2310133"/>
                  </a:lnTo>
                  <a:lnTo>
                    <a:pt x="4890108" y="2316653"/>
                  </a:lnTo>
                  <a:lnTo>
                    <a:pt x="4972992" y="2321935"/>
                  </a:lnTo>
                  <a:lnTo>
                    <a:pt x="5055875" y="2325839"/>
                  </a:lnTo>
                  <a:lnTo>
                    <a:pt x="5138758" y="2328245"/>
                  </a:lnTo>
                  <a:lnTo>
                    <a:pt x="5221641" y="2329068"/>
                  </a:lnTo>
                  <a:lnTo>
                    <a:pt x="5304524" y="2328246"/>
                  </a:lnTo>
                  <a:lnTo>
                    <a:pt x="5387408" y="2325747"/>
                  </a:lnTo>
                  <a:lnTo>
                    <a:pt x="5470291" y="2321561"/>
                  </a:lnTo>
                  <a:lnTo>
                    <a:pt x="5553174" y="2315696"/>
                  </a:lnTo>
                  <a:lnTo>
                    <a:pt x="5636057" y="2308169"/>
                  </a:lnTo>
                  <a:lnTo>
                    <a:pt x="5718940" y="2299008"/>
                  </a:lnTo>
                  <a:lnTo>
                    <a:pt x="5801824" y="2288247"/>
                  </a:lnTo>
                  <a:lnTo>
                    <a:pt x="5884707" y="2275920"/>
                  </a:lnTo>
                  <a:lnTo>
                    <a:pt x="5967590" y="2262063"/>
                  </a:lnTo>
                  <a:lnTo>
                    <a:pt x="6015395" y="2253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3761439"/>
              <a:ext cx="5435274" cy="1617020"/>
            </a:xfrm>
            <a:custGeom>
              <a:avLst/>
              <a:pathLst>
                <a:path w="5435274" h="1617020">
                  <a:moveTo>
                    <a:pt x="5435274" y="1617020"/>
                  </a:moveTo>
                  <a:lnTo>
                    <a:pt x="5387408" y="1599614"/>
                  </a:lnTo>
                  <a:lnTo>
                    <a:pt x="5304524" y="1571169"/>
                  </a:lnTo>
                  <a:lnTo>
                    <a:pt x="5221641" y="1544394"/>
                  </a:lnTo>
                  <a:lnTo>
                    <a:pt x="5138758" y="1519244"/>
                  </a:lnTo>
                  <a:lnTo>
                    <a:pt x="5055875" y="1495644"/>
                  </a:lnTo>
                  <a:lnTo>
                    <a:pt x="4972992" y="1473494"/>
                  </a:lnTo>
                  <a:lnTo>
                    <a:pt x="4890108" y="1452662"/>
                  </a:lnTo>
                  <a:lnTo>
                    <a:pt x="4807225" y="1432993"/>
                  </a:lnTo>
                  <a:lnTo>
                    <a:pt x="4724342" y="1414315"/>
                  </a:lnTo>
                  <a:lnTo>
                    <a:pt x="4641459" y="1396450"/>
                  </a:lnTo>
                  <a:lnTo>
                    <a:pt x="4558576" y="1379227"/>
                  </a:lnTo>
                  <a:lnTo>
                    <a:pt x="4475692" y="1362497"/>
                  </a:lnTo>
                  <a:lnTo>
                    <a:pt x="4392809" y="1346141"/>
                  </a:lnTo>
                  <a:lnTo>
                    <a:pt x="4309926" y="1330085"/>
                  </a:lnTo>
                  <a:lnTo>
                    <a:pt x="4227043" y="1314195"/>
                  </a:lnTo>
                  <a:lnTo>
                    <a:pt x="4144160" y="1298490"/>
                  </a:lnTo>
                  <a:lnTo>
                    <a:pt x="4061276" y="1283284"/>
                  </a:lnTo>
                  <a:lnTo>
                    <a:pt x="3978393" y="1268857"/>
                  </a:lnTo>
                  <a:lnTo>
                    <a:pt x="3895510" y="1255351"/>
                  </a:lnTo>
                  <a:lnTo>
                    <a:pt x="3812627" y="1242726"/>
                  </a:lnTo>
                  <a:lnTo>
                    <a:pt x="3729744" y="1230755"/>
                  </a:lnTo>
                  <a:lnTo>
                    <a:pt x="3646860" y="1220027"/>
                  </a:lnTo>
                  <a:lnTo>
                    <a:pt x="3563977" y="1211946"/>
                  </a:lnTo>
                  <a:lnTo>
                    <a:pt x="3481094" y="1205927"/>
                  </a:lnTo>
                  <a:lnTo>
                    <a:pt x="3398211" y="1200497"/>
                  </a:lnTo>
                  <a:lnTo>
                    <a:pt x="3315328" y="1193035"/>
                  </a:lnTo>
                  <a:lnTo>
                    <a:pt x="3232444" y="1184972"/>
                  </a:lnTo>
                  <a:lnTo>
                    <a:pt x="3149561" y="1180275"/>
                  </a:lnTo>
                  <a:lnTo>
                    <a:pt x="3066678" y="1176095"/>
                  </a:lnTo>
                  <a:lnTo>
                    <a:pt x="2983795" y="1166982"/>
                  </a:lnTo>
                  <a:lnTo>
                    <a:pt x="2900912" y="1154566"/>
                  </a:lnTo>
                  <a:lnTo>
                    <a:pt x="2818028" y="1143627"/>
                  </a:lnTo>
                  <a:lnTo>
                    <a:pt x="2735145" y="1132378"/>
                  </a:lnTo>
                  <a:lnTo>
                    <a:pt x="2652262" y="1117000"/>
                  </a:lnTo>
                  <a:lnTo>
                    <a:pt x="2569379" y="1095361"/>
                  </a:lnTo>
                  <a:lnTo>
                    <a:pt x="2486496" y="1071966"/>
                  </a:lnTo>
                  <a:lnTo>
                    <a:pt x="2403612" y="1047427"/>
                  </a:lnTo>
                  <a:lnTo>
                    <a:pt x="2320729" y="1020822"/>
                  </a:lnTo>
                  <a:lnTo>
                    <a:pt x="2237846" y="990697"/>
                  </a:lnTo>
                  <a:lnTo>
                    <a:pt x="2154963" y="958484"/>
                  </a:lnTo>
                  <a:lnTo>
                    <a:pt x="2072080" y="924714"/>
                  </a:lnTo>
                  <a:lnTo>
                    <a:pt x="1989196" y="889517"/>
                  </a:lnTo>
                  <a:lnTo>
                    <a:pt x="1906313" y="852942"/>
                  </a:lnTo>
                  <a:lnTo>
                    <a:pt x="1823430" y="814996"/>
                  </a:lnTo>
                  <a:lnTo>
                    <a:pt x="1740547" y="775730"/>
                  </a:lnTo>
                  <a:lnTo>
                    <a:pt x="1657664" y="735743"/>
                  </a:lnTo>
                  <a:lnTo>
                    <a:pt x="1574780" y="695456"/>
                  </a:lnTo>
                  <a:lnTo>
                    <a:pt x="1491897" y="655121"/>
                  </a:lnTo>
                  <a:lnTo>
                    <a:pt x="1409014" y="614974"/>
                  </a:lnTo>
                  <a:lnTo>
                    <a:pt x="1326131" y="575210"/>
                  </a:lnTo>
                  <a:lnTo>
                    <a:pt x="1243248" y="535968"/>
                  </a:lnTo>
                  <a:lnTo>
                    <a:pt x="1160364" y="497326"/>
                  </a:lnTo>
                  <a:lnTo>
                    <a:pt x="1077481" y="459313"/>
                  </a:lnTo>
                  <a:lnTo>
                    <a:pt x="994598" y="421913"/>
                  </a:lnTo>
                  <a:lnTo>
                    <a:pt x="911715" y="385086"/>
                  </a:lnTo>
                  <a:lnTo>
                    <a:pt x="828832" y="348774"/>
                  </a:lnTo>
                  <a:lnTo>
                    <a:pt x="745948" y="312911"/>
                  </a:lnTo>
                  <a:lnTo>
                    <a:pt x="663065" y="277430"/>
                  </a:lnTo>
                  <a:lnTo>
                    <a:pt x="580182" y="242263"/>
                  </a:lnTo>
                  <a:lnTo>
                    <a:pt x="497299" y="207347"/>
                  </a:lnTo>
                  <a:lnTo>
                    <a:pt x="414416" y="172621"/>
                  </a:lnTo>
                  <a:lnTo>
                    <a:pt x="331532" y="138030"/>
                  </a:lnTo>
                  <a:lnTo>
                    <a:pt x="248649" y="103520"/>
                  </a:lnTo>
                  <a:lnTo>
                    <a:pt x="165766" y="69042"/>
                  </a:lnTo>
                  <a:lnTo>
                    <a:pt x="82883" y="345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3179194"/>
              <a:ext cx="6015395" cy="2061581"/>
            </a:xfrm>
            <a:custGeom>
              <a:avLst/>
              <a:pathLst>
                <a:path w="6015395" h="2061581">
                  <a:moveTo>
                    <a:pt x="0" y="0"/>
                  </a:moveTo>
                  <a:lnTo>
                    <a:pt x="82883" y="75711"/>
                  </a:lnTo>
                  <a:lnTo>
                    <a:pt x="165766" y="149674"/>
                  </a:lnTo>
                  <a:lnTo>
                    <a:pt x="248649" y="221905"/>
                  </a:lnTo>
                  <a:lnTo>
                    <a:pt x="331532" y="292417"/>
                  </a:lnTo>
                  <a:lnTo>
                    <a:pt x="414416" y="361227"/>
                  </a:lnTo>
                  <a:lnTo>
                    <a:pt x="497299" y="428350"/>
                  </a:lnTo>
                  <a:lnTo>
                    <a:pt x="580182" y="493802"/>
                  </a:lnTo>
                  <a:lnTo>
                    <a:pt x="663065" y="557597"/>
                  </a:lnTo>
                  <a:lnTo>
                    <a:pt x="745948" y="619751"/>
                  </a:lnTo>
                  <a:lnTo>
                    <a:pt x="828832" y="680280"/>
                  </a:lnTo>
                  <a:lnTo>
                    <a:pt x="911715" y="739199"/>
                  </a:lnTo>
                  <a:lnTo>
                    <a:pt x="994598" y="796523"/>
                  </a:lnTo>
                  <a:lnTo>
                    <a:pt x="1077481" y="852268"/>
                  </a:lnTo>
                  <a:lnTo>
                    <a:pt x="1160364" y="906448"/>
                  </a:lnTo>
                  <a:lnTo>
                    <a:pt x="1243248" y="959080"/>
                  </a:lnTo>
                  <a:lnTo>
                    <a:pt x="1326131" y="1010179"/>
                  </a:lnTo>
                  <a:lnTo>
                    <a:pt x="1409014" y="1059760"/>
                  </a:lnTo>
                  <a:lnTo>
                    <a:pt x="1491897" y="1107838"/>
                  </a:lnTo>
                  <a:lnTo>
                    <a:pt x="1574780" y="1154429"/>
                  </a:lnTo>
                  <a:lnTo>
                    <a:pt x="1657664" y="1199548"/>
                  </a:lnTo>
                  <a:lnTo>
                    <a:pt x="1740547" y="1243211"/>
                  </a:lnTo>
                  <a:lnTo>
                    <a:pt x="1823430" y="1285335"/>
                  </a:lnTo>
                  <a:lnTo>
                    <a:pt x="1906313" y="1325674"/>
                  </a:lnTo>
                  <a:lnTo>
                    <a:pt x="1989196" y="1364193"/>
                  </a:lnTo>
                  <a:lnTo>
                    <a:pt x="2072080" y="1400868"/>
                  </a:lnTo>
                  <a:lnTo>
                    <a:pt x="2154963" y="1435675"/>
                  </a:lnTo>
                  <a:lnTo>
                    <a:pt x="2237846" y="1468589"/>
                  </a:lnTo>
                  <a:lnTo>
                    <a:pt x="2320729" y="1499418"/>
                  </a:lnTo>
                  <a:lnTo>
                    <a:pt x="2403612" y="1527275"/>
                  </a:lnTo>
                  <a:lnTo>
                    <a:pt x="2486496" y="1552500"/>
                  </a:lnTo>
                  <a:lnTo>
                    <a:pt x="2569379" y="1575652"/>
                  </a:lnTo>
                  <a:lnTo>
                    <a:pt x="2652262" y="1597132"/>
                  </a:lnTo>
                  <a:lnTo>
                    <a:pt x="2735145" y="1613506"/>
                  </a:lnTo>
                  <a:lnTo>
                    <a:pt x="2818028" y="1625347"/>
                  </a:lnTo>
                  <a:lnTo>
                    <a:pt x="2900912" y="1635599"/>
                  </a:lnTo>
                  <a:lnTo>
                    <a:pt x="2983795" y="1647209"/>
                  </a:lnTo>
                  <a:lnTo>
                    <a:pt x="3066678" y="1656730"/>
                  </a:lnTo>
                  <a:lnTo>
                    <a:pt x="3149561" y="1660809"/>
                  </a:lnTo>
                  <a:lnTo>
                    <a:pt x="3232444" y="1664009"/>
                  </a:lnTo>
                  <a:lnTo>
                    <a:pt x="3315328" y="1670870"/>
                  </a:lnTo>
                  <a:lnTo>
                    <a:pt x="3398211" y="1678395"/>
                  </a:lnTo>
                  <a:lnTo>
                    <a:pt x="3481094" y="1683559"/>
                  </a:lnTo>
                  <a:lnTo>
                    <a:pt x="3563977" y="1688294"/>
                  </a:lnTo>
                  <a:lnTo>
                    <a:pt x="3646860" y="1694533"/>
                  </a:lnTo>
                  <a:lnTo>
                    <a:pt x="3729744" y="1704132"/>
                  </a:lnTo>
                  <a:lnTo>
                    <a:pt x="3812627" y="1715546"/>
                  </a:lnTo>
                  <a:lnTo>
                    <a:pt x="3895510" y="1727405"/>
                  </a:lnTo>
                  <a:lnTo>
                    <a:pt x="3978393" y="1739664"/>
                  </a:lnTo>
                  <a:lnTo>
                    <a:pt x="4061276" y="1752280"/>
                  </a:lnTo>
                  <a:lnTo>
                    <a:pt x="4144160" y="1765210"/>
                  </a:lnTo>
                  <a:lnTo>
                    <a:pt x="4227043" y="1778410"/>
                  </a:lnTo>
                  <a:lnTo>
                    <a:pt x="4309926" y="1791837"/>
                  </a:lnTo>
                  <a:lnTo>
                    <a:pt x="4392809" y="1805297"/>
                  </a:lnTo>
                  <a:lnTo>
                    <a:pt x="4475692" y="1818679"/>
                  </a:lnTo>
                  <a:lnTo>
                    <a:pt x="4558576" y="1831989"/>
                  </a:lnTo>
                  <a:lnTo>
                    <a:pt x="4641459" y="1845236"/>
                  </a:lnTo>
                  <a:lnTo>
                    <a:pt x="4724342" y="1858425"/>
                  </a:lnTo>
                  <a:lnTo>
                    <a:pt x="4807225" y="1871563"/>
                  </a:lnTo>
                  <a:lnTo>
                    <a:pt x="4890108" y="1884657"/>
                  </a:lnTo>
                  <a:lnTo>
                    <a:pt x="4972992" y="1897715"/>
                  </a:lnTo>
                  <a:lnTo>
                    <a:pt x="5055875" y="1910741"/>
                  </a:lnTo>
                  <a:lnTo>
                    <a:pt x="5138758" y="1923745"/>
                  </a:lnTo>
                  <a:lnTo>
                    <a:pt x="5221641" y="1936731"/>
                  </a:lnTo>
                  <a:lnTo>
                    <a:pt x="5304524" y="1949707"/>
                  </a:lnTo>
                  <a:lnTo>
                    <a:pt x="5387408" y="1962681"/>
                  </a:lnTo>
                  <a:lnTo>
                    <a:pt x="5470291" y="1975657"/>
                  </a:lnTo>
                  <a:lnTo>
                    <a:pt x="5553174" y="1988644"/>
                  </a:lnTo>
                  <a:lnTo>
                    <a:pt x="5636057" y="2001648"/>
                  </a:lnTo>
                  <a:lnTo>
                    <a:pt x="5718940" y="2014677"/>
                  </a:lnTo>
                  <a:lnTo>
                    <a:pt x="5801824" y="2027735"/>
                  </a:lnTo>
                  <a:lnTo>
                    <a:pt x="5884707" y="2040832"/>
                  </a:lnTo>
                  <a:lnTo>
                    <a:pt x="5967590" y="2053972"/>
                  </a:lnTo>
                  <a:lnTo>
                    <a:pt x="6015395" y="206158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2415382"/>
              <a:ext cx="6015395" cy="2963077"/>
            </a:xfrm>
            <a:custGeom>
              <a:avLst/>
              <a:pathLst>
                <a:path w="6015395" h="2963077">
                  <a:moveTo>
                    <a:pt x="0" y="0"/>
                  </a:moveTo>
                  <a:lnTo>
                    <a:pt x="82883" y="142907"/>
                  </a:lnTo>
                  <a:lnTo>
                    <a:pt x="165766" y="281645"/>
                  </a:lnTo>
                  <a:lnTo>
                    <a:pt x="248649" y="416159"/>
                  </a:lnTo>
                  <a:lnTo>
                    <a:pt x="331532" y="546393"/>
                  </a:lnTo>
                  <a:lnTo>
                    <a:pt x="414416" y="672286"/>
                  </a:lnTo>
                  <a:lnTo>
                    <a:pt x="497299" y="793777"/>
                  </a:lnTo>
                  <a:lnTo>
                    <a:pt x="580182" y="910800"/>
                  </a:lnTo>
                  <a:lnTo>
                    <a:pt x="663065" y="1023285"/>
                  </a:lnTo>
                  <a:lnTo>
                    <a:pt x="745948" y="1131162"/>
                  </a:lnTo>
                  <a:lnTo>
                    <a:pt x="828832" y="1234355"/>
                  </a:lnTo>
                  <a:lnTo>
                    <a:pt x="911715" y="1332789"/>
                  </a:lnTo>
                  <a:lnTo>
                    <a:pt x="994598" y="1426390"/>
                  </a:lnTo>
                  <a:lnTo>
                    <a:pt x="1077481" y="1515093"/>
                  </a:lnTo>
                  <a:lnTo>
                    <a:pt x="1160364" y="1598844"/>
                  </a:lnTo>
                  <a:lnTo>
                    <a:pt x="1243248" y="1677615"/>
                  </a:lnTo>
                  <a:lnTo>
                    <a:pt x="1326131" y="1751409"/>
                  </a:lnTo>
                  <a:lnTo>
                    <a:pt x="1409014" y="1820277"/>
                  </a:lnTo>
                  <a:lnTo>
                    <a:pt x="1491897" y="1884319"/>
                  </a:lnTo>
                  <a:lnTo>
                    <a:pt x="1574780" y="1943683"/>
                  </a:lnTo>
                  <a:lnTo>
                    <a:pt x="1657664" y="1998552"/>
                  </a:lnTo>
                  <a:lnTo>
                    <a:pt x="1740547" y="2049122"/>
                  </a:lnTo>
                  <a:lnTo>
                    <a:pt x="1823430" y="2095621"/>
                  </a:lnTo>
                  <a:lnTo>
                    <a:pt x="1906313" y="2138459"/>
                  </a:lnTo>
                  <a:lnTo>
                    <a:pt x="1989196" y="2178037"/>
                  </a:lnTo>
                  <a:lnTo>
                    <a:pt x="2072080" y="2214737"/>
                  </a:lnTo>
                  <a:lnTo>
                    <a:pt x="2154963" y="2248975"/>
                  </a:lnTo>
                  <a:lnTo>
                    <a:pt x="2237846" y="2281239"/>
                  </a:lnTo>
                  <a:lnTo>
                    <a:pt x="2320729" y="2312016"/>
                  </a:lnTo>
                  <a:lnTo>
                    <a:pt x="2403612" y="2340881"/>
                  </a:lnTo>
                  <a:lnTo>
                    <a:pt x="2486496" y="2366975"/>
                  </a:lnTo>
                  <a:lnTo>
                    <a:pt x="2569379" y="2390294"/>
                  </a:lnTo>
                  <a:lnTo>
                    <a:pt x="2652262" y="2411826"/>
                  </a:lnTo>
                  <a:lnTo>
                    <a:pt x="2735145" y="2428318"/>
                  </a:lnTo>
                  <a:lnTo>
                    <a:pt x="2818028" y="2439330"/>
                  </a:lnTo>
                  <a:lnTo>
                    <a:pt x="2900912" y="2447814"/>
                  </a:lnTo>
                  <a:lnTo>
                    <a:pt x="2983795" y="2458449"/>
                  </a:lnTo>
                  <a:lnTo>
                    <a:pt x="3066678" y="2470492"/>
                  </a:lnTo>
                  <a:lnTo>
                    <a:pt x="3149561" y="2478973"/>
                  </a:lnTo>
                  <a:lnTo>
                    <a:pt x="3232444" y="2485585"/>
                  </a:lnTo>
                  <a:lnTo>
                    <a:pt x="3315328" y="2494207"/>
                  </a:lnTo>
                  <a:lnTo>
                    <a:pt x="3398211" y="2504826"/>
                  </a:lnTo>
                  <a:lnTo>
                    <a:pt x="3481094" y="2514464"/>
                  </a:lnTo>
                  <a:lnTo>
                    <a:pt x="3563977" y="2522756"/>
                  </a:lnTo>
                  <a:lnTo>
                    <a:pt x="3646860" y="2530315"/>
                  </a:lnTo>
                  <a:lnTo>
                    <a:pt x="3729744" y="2538433"/>
                  </a:lnTo>
                  <a:lnTo>
                    <a:pt x="3812627" y="2546749"/>
                  </a:lnTo>
                  <a:lnTo>
                    <a:pt x="3895510" y="2554456"/>
                  </a:lnTo>
                  <a:lnTo>
                    <a:pt x="3978393" y="2561383"/>
                  </a:lnTo>
                  <a:lnTo>
                    <a:pt x="4061276" y="2567515"/>
                  </a:lnTo>
                  <a:lnTo>
                    <a:pt x="4144160" y="2572996"/>
                  </a:lnTo>
                  <a:lnTo>
                    <a:pt x="4227043" y="2578081"/>
                  </a:lnTo>
                  <a:lnTo>
                    <a:pt x="4309926" y="2583059"/>
                  </a:lnTo>
                  <a:lnTo>
                    <a:pt x="4392809" y="2587725"/>
                  </a:lnTo>
                  <a:lnTo>
                    <a:pt x="4475692" y="2591808"/>
                  </a:lnTo>
                  <a:lnTo>
                    <a:pt x="4558576" y="2595249"/>
                  </a:lnTo>
                  <a:lnTo>
                    <a:pt x="4641459" y="2597953"/>
                  </a:lnTo>
                  <a:lnTo>
                    <a:pt x="4724342" y="2599798"/>
                  </a:lnTo>
                  <a:lnTo>
                    <a:pt x="4807225" y="2600644"/>
                  </a:lnTo>
                  <a:lnTo>
                    <a:pt x="4890108" y="2600344"/>
                  </a:lnTo>
                  <a:lnTo>
                    <a:pt x="4972992" y="2598757"/>
                  </a:lnTo>
                  <a:lnTo>
                    <a:pt x="5055875" y="2595756"/>
                  </a:lnTo>
                  <a:lnTo>
                    <a:pt x="5138758" y="2591235"/>
                  </a:lnTo>
                  <a:lnTo>
                    <a:pt x="5221641" y="2585113"/>
                  </a:lnTo>
                  <a:lnTo>
                    <a:pt x="5304524" y="2577331"/>
                  </a:lnTo>
                  <a:lnTo>
                    <a:pt x="5387408" y="2567857"/>
                  </a:lnTo>
                  <a:lnTo>
                    <a:pt x="5470291" y="2556674"/>
                  </a:lnTo>
                  <a:lnTo>
                    <a:pt x="5553174" y="2543781"/>
                  </a:lnTo>
                  <a:lnTo>
                    <a:pt x="5636057" y="2529190"/>
                  </a:lnTo>
                  <a:lnTo>
                    <a:pt x="5718940" y="2512916"/>
                  </a:lnTo>
                  <a:lnTo>
                    <a:pt x="5801824" y="2494981"/>
                  </a:lnTo>
                  <a:lnTo>
                    <a:pt x="5884707" y="2475407"/>
                  </a:lnTo>
                  <a:lnTo>
                    <a:pt x="5967590" y="2454220"/>
                  </a:lnTo>
                  <a:lnTo>
                    <a:pt x="6015395" y="2441083"/>
                  </a:lnTo>
                  <a:lnTo>
                    <a:pt x="6015395" y="2963077"/>
                  </a:lnTo>
                  <a:lnTo>
                    <a:pt x="5490082" y="2963077"/>
                  </a:lnTo>
                  <a:lnTo>
                    <a:pt x="5470291" y="2958501"/>
                  </a:lnTo>
                  <a:lnTo>
                    <a:pt x="5387408" y="2940505"/>
                  </a:lnTo>
                  <a:lnTo>
                    <a:pt x="5304524" y="2923674"/>
                  </a:lnTo>
                  <a:lnTo>
                    <a:pt x="5221641" y="2907996"/>
                  </a:lnTo>
                  <a:lnTo>
                    <a:pt x="5138758" y="2893437"/>
                  </a:lnTo>
                  <a:lnTo>
                    <a:pt x="5055875" y="2879942"/>
                  </a:lnTo>
                  <a:lnTo>
                    <a:pt x="4972992" y="2867431"/>
                  </a:lnTo>
                  <a:lnTo>
                    <a:pt x="4890108" y="2855799"/>
                  </a:lnTo>
                  <a:lnTo>
                    <a:pt x="4807225" y="2844920"/>
                  </a:lnTo>
                  <a:lnTo>
                    <a:pt x="4724342" y="2834656"/>
                  </a:lnTo>
                  <a:lnTo>
                    <a:pt x="4641459" y="2824861"/>
                  </a:lnTo>
                  <a:lnTo>
                    <a:pt x="4558576" y="2815396"/>
                  </a:lnTo>
                  <a:lnTo>
                    <a:pt x="4475692" y="2806141"/>
                  </a:lnTo>
                  <a:lnTo>
                    <a:pt x="4392809" y="2797002"/>
                  </a:lnTo>
                  <a:lnTo>
                    <a:pt x="4309926" y="2787922"/>
                  </a:lnTo>
                  <a:lnTo>
                    <a:pt x="4227043" y="2778757"/>
                  </a:lnTo>
                  <a:lnTo>
                    <a:pt x="4144160" y="2769412"/>
                  </a:lnTo>
                  <a:lnTo>
                    <a:pt x="4061276" y="2760063"/>
                  </a:lnTo>
                  <a:lnTo>
                    <a:pt x="3978393" y="2750851"/>
                  </a:lnTo>
                  <a:lnTo>
                    <a:pt x="3895510" y="2741804"/>
                  </a:lnTo>
                  <a:lnTo>
                    <a:pt x="3812627" y="2732793"/>
                  </a:lnTo>
                  <a:lnTo>
                    <a:pt x="3729744" y="2723531"/>
                  </a:lnTo>
                  <a:lnTo>
                    <a:pt x="3646860" y="2713495"/>
                  </a:lnTo>
                  <a:lnTo>
                    <a:pt x="3563977" y="2702804"/>
                  </a:lnTo>
                  <a:lnTo>
                    <a:pt x="3481094" y="2692328"/>
                  </a:lnTo>
                  <a:lnTo>
                    <a:pt x="3398211" y="2682237"/>
                  </a:lnTo>
                  <a:lnTo>
                    <a:pt x="3315328" y="2671726"/>
                  </a:lnTo>
                  <a:lnTo>
                    <a:pt x="3232444" y="2661061"/>
                  </a:lnTo>
                  <a:lnTo>
                    <a:pt x="3149561" y="2651904"/>
                  </a:lnTo>
                  <a:lnTo>
                    <a:pt x="3066678" y="2643251"/>
                  </a:lnTo>
                  <a:lnTo>
                    <a:pt x="2983795" y="2631901"/>
                  </a:lnTo>
                  <a:lnTo>
                    <a:pt x="2900912" y="2619895"/>
                  </a:lnTo>
                  <a:lnTo>
                    <a:pt x="2818028" y="2610245"/>
                  </a:lnTo>
                  <a:lnTo>
                    <a:pt x="2735145" y="2600239"/>
                  </a:lnTo>
                  <a:lnTo>
                    <a:pt x="2652262" y="2585440"/>
                  </a:lnTo>
                  <a:lnTo>
                    <a:pt x="2569379" y="2563638"/>
                  </a:lnTo>
                  <a:lnTo>
                    <a:pt x="2486496" y="2539905"/>
                  </a:lnTo>
                  <a:lnTo>
                    <a:pt x="2403612" y="2514977"/>
                  </a:lnTo>
                  <a:lnTo>
                    <a:pt x="2320729" y="2488241"/>
                  </a:lnTo>
                  <a:lnTo>
                    <a:pt x="2237846" y="2458661"/>
                  </a:lnTo>
                  <a:lnTo>
                    <a:pt x="2154963" y="2427590"/>
                  </a:lnTo>
                  <a:lnTo>
                    <a:pt x="2072080" y="2395114"/>
                  </a:lnTo>
                  <a:lnTo>
                    <a:pt x="1989196" y="2360927"/>
                  </a:lnTo>
                  <a:lnTo>
                    <a:pt x="1906313" y="2324654"/>
                  </a:lnTo>
                  <a:lnTo>
                    <a:pt x="1823430" y="2285885"/>
                  </a:lnTo>
                  <a:lnTo>
                    <a:pt x="1740547" y="2244245"/>
                  </a:lnTo>
                  <a:lnTo>
                    <a:pt x="1657664" y="2199924"/>
                  </a:lnTo>
                  <a:lnTo>
                    <a:pt x="1574780" y="2153270"/>
                  </a:lnTo>
                  <a:lnTo>
                    <a:pt x="1491897" y="2104543"/>
                  </a:lnTo>
                  <a:lnTo>
                    <a:pt x="1409014" y="2053986"/>
                  </a:lnTo>
                  <a:lnTo>
                    <a:pt x="1326131" y="2001808"/>
                  </a:lnTo>
                  <a:lnTo>
                    <a:pt x="1243248" y="1948172"/>
                  </a:lnTo>
                  <a:lnTo>
                    <a:pt x="1160364" y="1893189"/>
                  </a:lnTo>
                  <a:lnTo>
                    <a:pt x="1077481" y="1836925"/>
                  </a:lnTo>
                  <a:lnTo>
                    <a:pt x="994598" y="1779412"/>
                  </a:lnTo>
                  <a:lnTo>
                    <a:pt x="911715" y="1720659"/>
                  </a:lnTo>
                  <a:lnTo>
                    <a:pt x="828832" y="1660661"/>
                  </a:lnTo>
                  <a:lnTo>
                    <a:pt x="745948" y="1599406"/>
                  </a:lnTo>
                  <a:lnTo>
                    <a:pt x="663065" y="1536879"/>
                  </a:lnTo>
                  <a:lnTo>
                    <a:pt x="580182" y="1473067"/>
                  </a:lnTo>
                  <a:lnTo>
                    <a:pt x="497299" y="1407961"/>
                  </a:lnTo>
                  <a:lnTo>
                    <a:pt x="414416" y="1341553"/>
                  </a:lnTo>
                  <a:lnTo>
                    <a:pt x="331532" y="1273838"/>
                  </a:lnTo>
                  <a:lnTo>
                    <a:pt x="248649" y="1204816"/>
                  </a:lnTo>
                  <a:lnTo>
                    <a:pt x="165766" y="1134487"/>
                  </a:lnTo>
                  <a:lnTo>
                    <a:pt x="82883" y="1062858"/>
                  </a:lnTo>
                  <a:lnTo>
                    <a:pt x="0" y="98993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2415382"/>
              <a:ext cx="6015395" cy="2600644"/>
            </a:xfrm>
            <a:custGeom>
              <a:avLst/>
              <a:pathLst>
                <a:path w="6015395" h="2600644">
                  <a:moveTo>
                    <a:pt x="0" y="0"/>
                  </a:moveTo>
                  <a:lnTo>
                    <a:pt x="82883" y="142907"/>
                  </a:lnTo>
                  <a:lnTo>
                    <a:pt x="165766" y="281645"/>
                  </a:lnTo>
                  <a:lnTo>
                    <a:pt x="248649" y="416159"/>
                  </a:lnTo>
                  <a:lnTo>
                    <a:pt x="331532" y="546393"/>
                  </a:lnTo>
                  <a:lnTo>
                    <a:pt x="414416" y="672286"/>
                  </a:lnTo>
                  <a:lnTo>
                    <a:pt x="497299" y="793777"/>
                  </a:lnTo>
                  <a:lnTo>
                    <a:pt x="580182" y="910800"/>
                  </a:lnTo>
                  <a:lnTo>
                    <a:pt x="663065" y="1023285"/>
                  </a:lnTo>
                  <a:lnTo>
                    <a:pt x="745948" y="1131162"/>
                  </a:lnTo>
                  <a:lnTo>
                    <a:pt x="828832" y="1234355"/>
                  </a:lnTo>
                  <a:lnTo>
                    <a:pt x="911715" y="1332789"/>
                  </a:lnTo>
                  <a:lnTo>
                    <a:pt x="994598" y="1426390"/>
                  </a:lnTo>
                  <a:lnTo>
                    <a:pt x="1077481" y="1515093"/>
                  </a:lnTo>
                  <a:lnTo>
                    <a:pt x="1160364" y="1598844"/>
                  </a:lnTo>
                  <a:lnTo>
                    <a:pt x="1243248" y="1677615"/>
                  </a:lnTo>
                  <a:lnTo>
                    <a:pt x="1326131" y="1751409"/>
                  </a:lnTo>
                  <a:lnTo>
                    <a:pt x="1409014" y="1820277"/>
                  </a:lnTo>
                  <a:lnTo>
                    <a:pt x="1491897" y="1884319"/>
                  </a:lnTo>
                  <a:lnTo>
                    <a:pt x="1574780" y="1943683"/>
                  </a:lnTo>
                  <a:lnTo>
                    <a:pt x="1657664" y="1998552"/>
                  </a:lnTo>
                  <a:lnTo>
                    <a:pt x="1740547" y="2049122"/>
                  </a:lnTo>
                  <a:lnTo>
                    <a:pt x="1823430" y="2095621"/>
                  </a:lnTo>
                  <a:lnTo>
                    <a:pt x="1906313" y="2138459"/>
                  </a:lnTo>
                  <a:lnTo>
                    <a:pt x="1989196" y="2178037"/>
                  </a:lnTo>
                  <a:lnTo>
                    <a:pt x="2072080" y="2214737"/>
                  </a:lnTo>
                  <a:lnTo>
                    <a:pt x="2154963" y="2248975"/>
                  </a:lnTo>
                  <a:lnTo>
                    <a:pt x="2237846" y="2281239"/>
                  </a:lnTo>
                  <a:lnTo>
                    <a:pt x="2320729" y="2312016"/>
                  </a:lnTo>
                  <a:lnTo>
                    <a:pt x="2403612" y="2340881"/>
                  </a:lnTo>
                  <a:lnTo>
                    <a:pt x="2486496" y="2366975"/>
                  </a:lnTo>
                  <a:lnTo>
                    <a:pt x="2569379" y="2390294"/>
                  </a:lnTo>
                  <a:lnTo>
                    <a:pt x="2652262" y="2411826"/>
                  </a:lnTo>
                  <a:lnTo>
                    <a:pt x="2735145" y="2428318"/>
                  </a:lnTo>
                  <a:lnTo>
                    <a:pt x="2818028" y="2439330"/>
                  </a:lnTo>
                  <a:lnTo>
                    <a:pt x="2900912" y="2447814"/>
                  </a:lnTo>
                  <a:lnTo>
                    <a:pt x="2983795" y="2458449"/>
                  </a:lnTo>
                  <a:lnTo>
                    <a:pt x="3066678" y="2470492"/>
                  </a:lnTo>
                  <a:lnTo>
                    <a:pt x="3149561" y="2478973"/>
                  </a:lnTo>
                  <a:lnTo>
                    <a:pt x="3232444" y="2485585"/>
                  </a:lnTo>
                  <a:lnTo>
                    <a:pt x="3315328" y="2494207"/>
                  </a:lnTo>
                  <a:lnTo>
                    <a:pt x="3398211" y="2504826"/>
                  </a:lnTo>
                  <a:lnTo>
                    <a:pt x="3481094" y="2514464"/>
                  </a:lnTo>
                  <a:lnTo>
                    <a:pt x="3563977" y="2522756"/>
                  </a:lnTo>
                  <a:lnTo>
                    <a:pt x="3646860" y="2530315"/>
                  </a:lnTo>
                  <a:lnTo>
                    <a:pt x="3729744" y="2538433"/>
                  </a:lnTo>
                  <a:lnTo>
                    <a:pt x="3812627" y="2546749"/>
                  </a:lnTo>
                  <a:lnTo>
                    <a:pt x="3895510" y="2554456"/>
                  </a:lnTo>
                  <a:lnTo>
                    <a:pt x="3978393" y="2561383"/>
                  </a:lnTo>
                  <a:lnTo>
                    <a:pt x="4061276" y="2567515"/>
                  </a:lnTo>
                  <a:lnTo>
                    <a:pt x="4144160" y="2572996"/>
                  </a:lnTo>
                  <a:lnTo>
                    <a:pt x="4227043" y="2578081"/>
                  </a:lnTo>
                  <a:lnTo>
                    <a:pt x="4309926" y="2583059"/>
                  </a:lnTo>
                  <a:lnTo>
                    <a:pt x="4392809" y="2587725"/>
                  </a:lnTo>
                  <a:lnTo>
                    <a:pt x="4475692" y="2591808"/>
                  </a:lnTo>
                  <a:lnTo>
                    <a:pt x="4558576" y="2595249"/>
                  </a:lnTo>
                  <a:lnTo>
                    <a:pt x="4641459" y="2597953"/>
                  </a:lnTo>
                  <a:lnTo>
                    <a:pt x="4724342" y="2599798"/>
                  </a:lnTo>
                  <a:lnTo>
                    <a:pt x="4807225" y="2600644"/>
                  </a:lnTo>
                  <a:lnTo>
                    <a:pt x="4890108" y="2600344"/>
                  </a:lnTo>
                  <a:lnTo>
                    <a:pt x="4972992" y="2598757"/>
                  </a:lnTo>
                  <a:lnTo>
                    <a:pt x="5055875" y="2595756"/>
                  </a:lnTo>
                  <a:lnTo>
                    <a:pt x="5138758" y="2591235"/>
                  </a:lnTo>
                  <a:lnTo>
                    <a:pt x="5221641" y="2585113"/>
                  </a:lnTo>
                  <a:lnTo>
                    <a:pt x="5304524" y="2577331"/>
                  </a:lnTo>
                  <a:lnTo>
                    <a:pt x="5387408" y="2567857"/>
                  </a:lnTo>
                  <a:lnTo>
                    <a:pt x="5470291" y="2556674"/>
                  </a:lnTo>
                  <a:lnTo>
                    <a:pt x="5553174" y="2543781"/>
                  </a:lnTo>
                  <a:lnTo>
                    <a:pt x="5636057" y="2529190"/>
                  </a:lnTo>
                  <a:lnTo>
                    <a:pt x="5718940" y="2512916"/>
                  </a:lnTo>
                  <a:lnTo>
                    <a:pt x="5801824" y="2494981"/>
                  </a:lnTo>
                  <a:lnTo>
                    <a:pt x="5884707" y="2475407"/>
                  </a:lnTo>
                  <a:lnTo>
                    <a:pt x="5967590" y="2454220"/>
                  </a:lnTo>
                  <a:lnTo>
                    <a:pt x="6015395" y="2441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3405317"/>
              <a:ext cx="5490082" cy="1973142"/>
            </a:xfrm>
            <a:custGeom>
              <a:avLst/>
              <a:pathLst>
                <a:path w="5490082" h="1973142">
                  <a:moveTo>
                    <a:pt x="5490082" y="1973142"/>
                  </a:moveTo>
                  <a:lnTo>
                    <a:pt x="5470291" y="1968566"/>
                  </a:lnTo>
                  <a:lnTo>
                    <a:pt x="5387408" y="1950570"/>
                  </a:lnTo>
                  <a:lnTo>
                    <a:pt x="5304524" y="1933739"/>
                  </a:lnTo>
                  <a:lnTo>
                    <a:pt x="5221641" y="1918061"/>
                  </a:lnTo>
                  <a:lnTo>
                    <a:pt x="5138758" y="1903502"/>
                  </a:lnTo>
                  <a:lnTo>
                    <a:pt x="5055875" y="1890007"/>
                  </a:lnTo>
                  <a:lnTo>
                    <a:pt x="4972992" y="1877496"/>
                  </a:lnTo>
                  <a:lnTo>
                    <a:pt x="4890108" y="1865864"/>
                  </a:lnTo>
                  <a:lnTo>
                    <a:pt x="4807225" y="1854986"/>
                  </a:lnTo>
                  <a:lnTo>
                    <a:pt x="4724342" y="1844721"/>
                  </a:lnTo>
                  <a:lnTo>
                    <a:pt x="4641459" y="1834926"/>
                  </a:lnTo>
                  <a:lnTo>
                    <a:pt x="4558576" y="1825461"/>
                  </a:lnTo>
                  <a:lnTo>
                    <a:pt x="4475692" y="1816206"/>
                  </a:lnTo>
                  <a:lnTo>
                    <a:pt x="4392809" y="1807067"/>
                  </a:lnTo>
                  <a:lnTo>
                    <a:pt x="4309926" y="1797987"/>
                  </a:lnTo>
                  <a:lnTo>
                    <a:pt x="4227043" y="1788822"/>
                  </a:lnTo>
                  <a:lnTo>
                    <a:pt x="4144160" y="1779477"/>
                  </a:lnTo>
                  <a:lnTo>
                    <a:pt x="4061276" y="1770128"/>
                  </a:lnTo>
                  <a:lnTo>
                    <a:pt x="3978393" y="1760916"/>
                  </a:lnTo>
                  <a:lnTo>
                    <a:pt x="3895510" y="1751869"/>
                  </a:lnTo>
                  <a:lnTo>
                    <a:pt x="3812627" y="1742858"/>
                  </a:lnTo>
                  <a:lnTo>
                    <a:pt x="3729744" y="1733596"/>
                  </a:lnTo>
                  <a:lnTo>
                    <a:pt x="3646860" y="1723560"/>
                  </a:lnTo>
                  <a:lnTo>
                    <a:pt x="3563977" y="1712869"/>
                  </a:lnTo>
                  <a:lnTo>
                    <a:pt x="3481094" y="1702393"/>
                  </a:lnTo>
                  <a:lnTo>
                    <a:pt x="3398211" y="1692302"/>
                  </a:lnTo>
                  <a:lnTo>
                    <a:pt x="3315328" y="1681791"/>
                  </a:lnTo>
                  <a:lnTo>
                    <a:pt x="3232444" y="1671126"/>
                  </a:lnTo>
                  <a:lnTo>
                    <a:pt x="3149561" y="1661969"/>
                  </a:lnTo>
                  <a:lnTo>
                    <a:pt x="3066678" y="1653316"/>
                  </a:lnTo>
                  <a:lnTo>
                    <a:pt x="2983795" y="1641966"/>
                  </a:lnTo>
                  <a:lnTo>
                    <a:pt x="2900912" y="1629960"/>
                  </a:lnTo>
                  <a:lnTo>
                    <a:pt x="2818028" y="1620310"/>
                  </a:lnTo>
                  <a:lnTo>
                    <a:pt x="2735145" y="1610304"/>
                  </a:lnTo>
                  <a:lnTo>
                    <a:pt x="2652262" y="1595505"/>
                  </a:lnTo>
                  <a:lnTo>
                    <a:pt x="2569379" y="1573703"/>
                  </a:lnTo>
                  <a:lnTo>
                    <a:pt x="2486496" y="1549970"/>
                  </a:lnTo>
                  <a:lnTo>
                    <a:pt x="2403612" y="1525043"/>
                  </a:lnTo>
                  <a:lnTo>
                    <a:pt x="2320729" y="1498306"/>
                  </a:lnTo>
                  <a:lnTo>
                    <a:pt x="2237846" y="1468726"/>
                  </a:lnTo>
                  <a:lnTo>
                    <a:pt x="2154963" y="1437655"/>
                  </a:lnTo>
                  <a:lnTo>
                    <a:pt x="2072080" y="1405179"/>
                  </a:lnTo>
                  <a:lnTo>
                    <a:pt x="1989196" y="1370992"/>
                  </a:lnTo>
                  <a:lnTo>
                    <a:pt x="1906313" y="1334720"/>
                  </a:lnTo>
                  <a:lnTo>
                    <a:pt x="1823430" y="1295950"/>
                  </a:lnTo>
                  <a:lnTo>
                    <a:pt x="1740547" y="1254310"/>
                  </a:lnTo>
                  <a:lnTo>
                    <a:pt x="1657664" y="1209989"/>
                  </a:lnTo>
                  <a:lnTo>
                    <a:pt x="1574780" y="1163335"/>
                  </a:lnTo>
                  <a:lnTo>
                    <a:pt x="1491897" y="1114608"/>
                  </a:lnTo>
                  <a:lnTo>
                    <a:pt x="1409014" y="1064051"/>
                  </a:lnTo>
                  <a:lnTo>
                    <a:pt x="1326131" y="1011873"/>
                  </a:lnTo>
                  <a:lnTo>
                    <a:pt x="1243248" y="958238"/>
                  </a:lnTo>
                  <a:lnTo>
                    <a:pt x="1160364" y="903254"/>
                  </a:lnTo>
                  <a:lnTo>
                    <a:pt x="1077481" y="846990"/>
                  </a:lnTo>
                  <a:lnTo>
                    <a:pt x="994598" y="789477"/>
                  </a:lnTo>
                  <a:lnTo>
                    <a:pt x="911715" y="730725"/>
                  </a:lnTo>
                  <a:lnTo>
                    <a:pt x="828832" y="670726"/>
                  </a:lnTo>
                  <a:lnTo>
                    <a:pt x="745948" y="609471"/>
                  </a:lnTo>
                  <a:lnTo>
                    <a:pt x="663065" y="546944"/>
                  </a:lnTo>
                  <a:lnTo>
                    <a:pt x="580182" y="483133"/>
                  </a:lnTo>
                  <a:lnTo>
                    <a:pt x="497299" y="418027"/>
                  </a:lnTo>
                  <a:lnTo>
                    <a:pt x="414416" y="351618"/>
                  </a:lnTo>
                  <a:lnTo>
                    <a:pt x="331532" y="283903"/>
                  </a:lnTo>
                  <a:lnTo>
                    <a:pt x="248649" y="214881"/>
                  </a:lnTo>
                  <a:lnTo>
                    <a:pt x="165766" y="144552"/>
                  </a:lnTo>
                  <a:lnTo>
                    <a:pt x="82883" y="729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2910350"/>
              <a:ext cx="6015395" cy="2278179"/>
            </a:xfrm>
            <a:custGeom>
              <a:avLst/>
              <a:pathLst>
                <a:path w="6015395" h="2278179">
                  <a:moveTo>
                    <a:pt x="0" y="0"/>
                  </a:moveTo>
                  <a:lnTo>
                    <a:pt x="82883" y="107915"/>
                  </a:lnTo>
                  <a:lnTo>
                    <a:pt x="165766" y="213099"/>
                  </a:lnTo>
                  <a:lnTo>
                    <a:pt x="248649" y="315520"/>
                  </a:lnTo>
                  <a:lnTo>
                    <a:pt x="331532" y="415148"/>
                  </a:lnTo>
                  <a:lnTo>
                    <a:pt x="414416" y="511952"/>
                  </a:lnTo>
                  <a:lnTo>
                    <a:pt x="497299" y="605902"/>
                  </a:lnTo>
                  <a:lnTo>
                    <a:pt x="580182" y="696966"/>
                  </a:lnTo>
                  <a:lnTo>
                    <a:pt x="663065" y="785114"/>
                  </a:lnTo>
                  <a:lnTo>
                    <a:pt x="745948" y="870316"/>
                  </a:lnTo>
                  <a:lnTo>
                    <a:pt x="828832" y="952540"/>
                  </a:lnTo>
                  <a:lnTo>
                    <a:pt x="911715" y="1031757"/>
                  </a:lnTo>
                  <a:lnTo>
                    <a:pt x="994598" y="1107934"/>
                  </a:lnTo>
                  <a:lnTo>
                    <a:pt x="1077481" y="1181042"/>
                  </a:lnTo>
                  <a:lnTo>
                    <a:pt x="1160364" y="1251049"/>
                  </a:lnTo>
                  <a:lnTo>
                    <a:pt x="1243248" y="1317926"/>
                  </a:lnTo>
                  <a:lnTo>
                    <a:pt x="1326131" y="1381641"/>
                  </a:lnTo>
                  <a:lnTo>
                    <a:pt x="1409014" y="1442164"/>
                  </a:lnTo>
                  <a:lnTo>
                    <a:pt x="1491897" y="1499463"/>
                  </a:lnTo>
                  <a:lnTo>
                    <a:pt x="1574780" y="1553509"/>
                  </a:lnTo>
                  <a:lnTo>
                    <a:pt x="1657664" y="1604270"/>
                  </a:lnTo>
                  <a:lnTo>
                    <a:pt x="1740547" y="1651716"/>
                  </a:lnTo>
                  <a:lnTo>
                    <a:pt x="1823430" y="1695786"/>
                  </a:lnTo>
                  <a:lnTo>
                    <a:pt x="1906313" y="1736589"/>
                  </a:lnTo>
                  <a:lnTo>
                    <a:pt x="1989196" y="1774514"/>
                  </a:lnTo>
                  <a:lnTo>
                    <a:pt x="2072080" y="1809958"/>
                  </a:lnTo>
                  <a:lnTo>
                    <a:pt x="2154963" y="1843315"/>
                  </a:lnTo>
                  <a:lnTo>
                    <a:pt x="2237846" y="1874983"/>
                  </a:lnTo>
                  <a:lnTo>
                    <a:pt x="2320729" y="1905161"/>
                  </a:lnTo>
                  <a:lnTo>
                    <a:pt x="2403612" y="1932962"/>
                  </a:lnTo>
                  <a:lnTo>
                    <a:pt x="2486496" y="1958472"/>
                  </a:lnTo>
                  <a:lnTo>
                    <a:pt x="2569379" y="1981998"/>
                  </a:lnTo>
                  <a:lnTo>
                    <a:pt x="2652262" y="2003665"/>
                  </a:lnTo>
                  <a:lnTo>
                    <a:pt x="2735145" y="2019311"/>
                  </a:lnTo>
                  <a:lnTo>
                    <a:pt x="2818028" y="2029820"/>
                  </a:lnTo>
                  <a:lnTo>
                    <a:pt x="2900912" y="2038887"/>
                  </a:lnTo>
                  <a:lnTo>
                    <a:pt x="2983795" y="2050207"/>
                  </a:lnTo>
                  <a:lnTo>
                    <a:pt x="3066678" y="2061904"/>
                  </a:lnTo>
                  <a:lnTo>
                    <a:pt x="3149561" y="2070471"/>
                  </a:lnTo>
                  <a:lnTo>
                    <a:pt x="3232444" y="2078356"/>
                  </a:lnTo>
                  <a:lnTo>
                    <a:pt x="3315328" y="2087999"/>
                  </a:lnTo>
                  <a:lnTo>
                    <a:pt x="3398211" y="2098564"/>
                  </a:lnTo>
                  <a:lnTo>
                    <a:pt x="3481094" y="2108428"/>
                  </a:lnTo>
                  <a:lnTo>
                    <a:pt x="3563977" y="2117812"/>
                  </a:lnTo>
                  <a:lnTo>
                    <a:pt x="3646860" y="2126938"/>
                  </a:lnTo>
                  <a:lnTo>
                    <a:pt x="3729744" y="2136014"/>
                  </a:lnTo>
                  <a:lnTo>
                    <a:pt x="3812627" y="2144803"/>
                  </a:lnTo>
                  <a:lnTo>
                    <a:pt x="3895510" y="2153162"/>
                  </a:lnTo>
                  <a:lnTo>
                    <a:pt x="3978393" y="2161149"/>
                  </a:lnTo>
                  <a:lnTo>
                    <a:pt x="4061276" y="2168822"/>
                  </a:lnTo>
                  <a:lnTo>
                    <a:pt x="4144160" y="2176237"/>
                  </a:lnTo>
                  <a:lnTo>
                    <a:pt x="4227043" y="2183452"/>
                  </a:lnTo>
                  <a:lnTo>
                    <a:pt x="4309926" y="2190523"/>
                  </a:lnTo>
                  <a:lnTo>
                    <a:pt x="4392809" y="2197396"/>
                  </a:lnTo>
                  <a:lnTo>
                    <a:pt x="4475692" y="2204007"/>
                  </a:lnTo>
                  <a:lnTo>
                    <a:pt x="4558576" y="2210355"/>
                  </a:lnTo>
                  <a:lnTo>
                    <a:pt x="4641459" y="2216439"/>
                  </a:lnTo>
                  <a:lnTo>
                    <a:pt x="4724342" y="2222260"/>
                  </a:lnTo>
                  <a:lnTo>
                    <a:pt x="4807225" y="2227815"/>
                  </a:lnTo>
                  <a:lnTo>
                    <a:pt x="4890108" y="2233104"/>
                  </a:lnTo>
                  <a:lnTo>
                    <a:pt x="4972992" y="2238126"/>
                  </a:lnTo>
                  <a:lnTo>
                    <a:pt x="5055875" y="2242882"/>
                  </a:lnTo>
                  <a:lnTo>
                    <a:pt x="5138758" y="2247369"/>
                  </a:lnTo>
                  <a:lnTo>
                    <a:pt x="5221641" y="2251587"/>
                  </a:lnTo>
                  <a:lnTo>
                    <a:pt x="5304524" y="2255535"/>
                  </a:lnTo>
                  <a:lnTo>
                    <a:pt x="5387408" y="2259213"/>
                  </a:lnTo>
                  <a:lnTo>
                    <a:pt x="5470291" y="2262620"/>
                  </a:lnTo>
                  <a:lnTo>
                    <a:pt x="5553174" y="2265755"/>
                  </a:lnTo>
                  <a:lnTo>
                    <a:pt x="5636057" y="2268617"/>
                  </a:lnTo>
                  <a:lnTo>
                    <a:pt x="5718940" y="2271205"/>
                  </a:lnTo>
                  <a:lnTo>
                    <a:pt x="5801824" y="2273519"/>
                  </a:lnTo>
                  <a:lnTo>
                    <a:pt x="5884707" y="2275559"/>
                  </a:lnTo>
                  <a:lnTo>
                    <a:pt x="5967590" y="2277322"/>
                  </a:lnTo>
                  <a:lnTo>
                    <a:pt x="6015395" y="22781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1962096"/>
              <a:ext cx="6015395" cy="3416363"/>
            </a:xfrm>
            <a:custGeom>
              <a:avLst/>
              <a:pathLst>
                <a:path w="6015395" h="3416363">
                  <a:moveTo>
                    <a:pt x="0" y="0"/>
                  </a:moveTo>
                  <a:lnTo>
                    <a:pt x="82883" y="142232"/>
                  </a:lnTo>
                  <a:lnTo>
                    <a:pt x="165766" y="280466"/>
                  </a:lnTo>
                  <a:lnTo>
                    <a:pt x="248649" y="414635"/>
                  </a:lnTo>
                  <a:lnTo>
                    <a:pt x="331532" y="544668"/>
                  </a:lnTo>
                  <a:lnTo>
                    <a:pt x="414416" y="670493"/>
                  </a:lnTo>
                  <a:lnTo>
                    <a:pt x="497299" y="792031"/>
                  </a:lnTo>
                  <a:lnTo>
                    <a:pt x="580182" y="909202"/>
                  </a:lnTo>
                  <a:lnTo>
                    <a:pt x="663065" y="1021918"/>
                  </a:lnTo>
                  <a:lnTo>
                    <a:pt x="745948" y="1130091"/>
                  </a:lnTo>
                  <a:lnTo>
                    <a:pt x="828832" y="1233625"/>
                  </a:lnTo>
                  <a:lnTo>
                    <a:pt x="911715" y="1332428"/>
                  </a:lnTo>
                  <a:lnTo>
                    <a:pt x="994598" y="1426405"/>
                  </a:lnTo>
                  <a:lnTo>
                    <a:pt x="1077481" y="1515475"/>
                  </a:lnTo>
                  <a:lnTo>
                    <a:pt x="1160364" y="1599573"/>
                  </a:lnTo>
                  <a:lnTo>
                    <a:pt x="1243248" y="1678665"/>
                  </a:lnTo>
                  <a:lnTo>
                    <a:pt x="1326131" y="1752766"/>
                  </a:lnTo>
                  <a:lnTo>
                    <a:pt x="1409014" y="1821947"/>
                  </a:lnTo>
                  <a:lnTo>
                    <a:pt x="1491897" y="1886350"/>
                  </a:lnTo>
                  <a:lnTo>
                    <a:pt x="1574780" y="1946179"/>
                  </a:lnTo>
                  <a:lnTo>
                    <a:pt x="1657664" y="2001686"/>
                  </a:lnTo>
                  <a:lnTo>
                    <a:pt x="1740547" y="2053140"/>
                  </a:lnTo>
                  <a:lnTo>
                    <a:pt x="1823430" y="2100898"/>
                  </a:lnTo>
                  <a:lnTo>
                    <a:pt x="1906313" y="2145547"/>
                  </a:lnTo>
                  <a:lnTo>
                    <a:pt x="1989196" y="2187465"/>
                  </a:lnTo>
                  <a:lnTo>
                    <a:pt x="2072080" y="2226995"/>
                  </a:lnTo>
                  <a:lnTo>
                    <a:pt x="2154963" y="2264529"/>
                  </a:lnTo>
                  <a:lnTo>
                    <a:pt x="2237846" y="2300552"/>
                  </a:lnTo>
                  <a:lnTo>
                    <a:pt x="2320729" y="2335937"/>
                  </a:lnTo>
                  <a:lnTo>
                    <a:pt x="2403612" y="2371987"/>
                  </a:lnTo>
                  <a:lnTo>
                    <a:pt x="2486496" y="2406669"/>
                  </a:lnTo>
                  <a:lnTo>
                    <a:pt x="2569379" y="2438602"/>
                  </a:lnTo>
                  <a:lnTo>
                    <a:pt x="2652262" y="2467885"/>
                  </a:lnTo>
                  <a:lnTo>
                    <a:pt x="2735145" y="2492988"/>
                  </a:lnTo>
                  <a:lnTo>
                    <a:pt x="2818028" y="2513402"/>
                  </a:lnTo>
                  <a:lnTo>
                    <a:pt x="2900912" y="2531074"/>
                  </a:lnTo>
                  <a:lnTo>
                    <a:pt x="2983795" y="2550265"/>
                  </a:lnTo>
                  <a:lnTo>
                    <a:pt x="3066678" y="2570742"/>
                  </a:lnTo>
                  <a:lnTo>
                    <a:pt x="3149561" y="2587688"/>
                  </a:lnTo>
                  <a:lnTo>
                    <a:pt x="3232444" y="2602415"/>
                  </a:lnTo>
                  <a:lnTo>
                    <a:pt x="3315328" y="2619158"/>
                  </a:lnTo>
                  <a:lnTo>
                    <a:pt x="3398211" y="2637838"/>
                  </a:lnTo>
                  <a:lnTo>
                    <a:pt x="3481094" y="2655086"/>
                  </a:lnTo>
                  <a:lnTo>
                    <a:pt x="3563977" y="2670714"/>
                  </a:lnTo>
                  <a:lnTo>
                    <a:pt x="3646860" y="2685848"/>
                  </a:lnTo>
                  <a:lnTo>
                    <a:pt x="3729744" y="2702503"/>
                  </a:lnTo>
                  <a:lnTo>
                    <a:pt x="3812627" y="2719866"/>
                  </a:lnTo>
                  <a:lnTo>
                    <a:pt x="3895510" y="2736605"/>
                  </a:lnTo>
                  <a:lnTo>
                    <a:pt x="3978393" y="2752501"/>
                  </a:lnTo>
                  <a:lnTo>
                    <a:pt x="4061276" y="2767544"/>
                  </a:lnTo>
                  <a:lnTo>
                    <a:pt x="4144160" y="2781936"/>
                  </a:lnTo>
                  <a:lnTo>
                    <a:pt x="4227043" y="2796028"/>
                  </a:lnTo>
                  <a:lnTo>
                    <a:pt x="4309926" y="2810219"/>
                  </a:lnTo>
                  <a:lnTo>
                    <a:pt x="4392809" y="2824121"/>
                  </a:lnTo>
                  <a:lnTo>
                    <a:pt x="4475692" y="2837295"/>
                  </a:lnTo>
                  <a:lnTo>
                    <a:pt x="4558576" y="2849665"/>
                  </a:lnTo>
                  <a:lnTo>
                    <a:pt x="4641459" y="2861106"/>
                  </a:lnTo>
                  <a:lnTo>
                    <a:pt x="4724342" y="2871457"/>
                  </a:lnTo>
                  <a:lnTo>
                    <a:pt x="4807225" y="2880534"/>
                  </a:lnTo>
                  <a:lnTo>
                    <a:pt x="4890108" y="2888142"/>
                  </a:lnTo>
                  <a:lnTo>
                    <a:pt x="4972992" y="2894095"/>
                  </a:lnTo>
                  <a:lnTo>
                    <a:pt x="5055875" y="2898226"/>
                  </a:lnTo>
                  <a:lnTo>
                    <a:pt x="5138758" y="2900396"/>
                  </a:lnTo>
                  <a:lnTo>
                    <a:pt x="5221641" y="2900497"/>
                  </a:lnTo>
                  <a:lnTo>
                    <a:pt x="5304524" y="2898457"/>
                  </a:lnTo>
                  <a:lnTo>
                    <a:pt x="5387408" y="2894231"/>
                  </a:lnTo>
                  <a:lnTo>
                    <a:pt x="5470291" y="2887803"/>
                  </a:lnTo>
                  <a:lnTo>
                    <a:pt x="5553174" y="2879174"/>
                  </a:lnTo>
                  <a:lnTo>
                    <a:pt x="5636057" y="2868361"/>
                  </a:lnTo>
                  <a:lnTo>
                    <a:pt x="5718940" y="2855388"/>
                  </a:lnTo>
                  <a:lnTo>
                    <a:pt x="5801824" y="2840287"/>
                  </a:lnTo>
                  <a:lnTo>
                    <a:pt x="5884707" y="2823092"/>
                  </a:lnTo>
                  <a:lnTo>
                    <a:pt x="5967590" y="2803837"/>
                  </a:lnTo>
                  <a:lnTo>
                    <a:pt x="6015395" y="2791565"/>
                  </a:lnTo>
                  <a:lnTo>
                    <a:pt x="6015395" y="3416363"/>
                  </a:lnTo>
                  <a:lnTo>
                    <a:pt x="5444910" y="3416363"/>
                  </a:lnTo>
                  <a:lnTo>
                    <a:pt x="5387408" y="3393689"/>
                  </a:lnTo>
                  <a:lnTo>
                    <a:pt x="5304524" y="3362658"/>
                  </a:lnTo>
                  <a:lnTo>
                    <a:pt x="5221641" y="3333256"/>
                  </a:lnTo>
                  <a:lnTo>
                    <a:pt x="5138758" y="3305435"/>
                  </a:lnTo>
                  <a:lnTo>
                    <a:pt x="5055875" y="3279119"/>
                  </a:lnTo>
                  <a:lnTo>
                    <a:pt x="4972992" y="3254197"/>
                  </a:lnTo>
                  <a:lnTo>
                    <a:pt x="4890108" y="3230526"/>
                  </a:lnTo>
                  <a:lnTo>
                    <a:pt x="4807225" y="3207936"/>
                  </a:lnTo>
                  <a:lnTo>
                    <a:pt x="4724342" y="3186236"/>
                  </a:lnTo>
                  <a:lnTo>
                    <a:pt x="4641459" y="3165229"/>
                  </a:lnTo>
                  <a:lnTo>
                    <a:pt x="4558576" y="3144727"/>
                  </a:lnTo>
                  <a:lnTo>
                    <a:pt x="4475692" y="3124565"/>
                  </a:lnTo>
                  <a:lnTo>
                    <a:pt x="4392809" y="3104614"/>
                  </a:lnTo>
                  <a:lnTo>
                    <a:pt x="4309926" y="3084795"/>
                  </a:lnTo>
                  <a:lnTo>
                    <a:pt x="4227043" y="3064993"/>
                  </a:lnTo>
                  <a:lnTo>
                    <a:pt x="4144160" y="3045191"/>
                  </a:lnTo>
                  <a:lnTo>
                    <a:pt x="4061276" y="3025615"/>
                  </a:lnTo>
                  <a:lnTo>
                    <a:pt x="3978393" y="3006445"/>
                  </a:lnTo>
                  <a:lnTo>
                    <a:pt x="3895510" y="2987707"/>
                  </a:lnTo>
                  <a:lnTo>
                    <a:pt x="3812627" y="2969220"/>
                  </a:lnTo>
                  <a:lnTo>
                    <a:pt x="3729744" y="2950590"/>
                  </a:lnTo>
                  <a:lnTo>
                    <a:pt x="3646860" y="2931362"/>
                  </a:lnTo>
                  <a:lnTo>
                    <a:pt x="3563977" y="2912032"/>
                  </a:lnTo>
                  <a:lnTo>
                    <a:pt x="3481094" y="2893476"/>
                  </a:lnTo>
                  <a:lnTo>
                    <a:pt x="3398211" y="2875621"/>
                  </a:lnTo>
                  <a:lnTo>
                    <a:pt x="3315328" y="2857085"/>
                  </a:lnTo>
                  <a:lnTo>
                    <a:pt x="3232444" y="2837604"/>
                  </a:lnTo>
                  <a:lnTo>
                    <a:pt x="3149561" y="2819467"/>
                  </a:lnTo>
                  <a:lnTo>
                    <a:pt x="3066678" y="2802289"/>
                  </a:lnTo>
                  <a:lnTo>
                    <a:pt x="2983795" y="2782742"/>
                  </a:lnTo>
                  <a:lnTo>
                    <a:pt x="2900912" y="2761712"/>
                  </a:lnTo>
                  <a:lnTo>
                    <a:pt x="2818028" y="2742478"/>
                  </a:lnTo>
                  <a:lnTo>
                    <a:pt x="2735145" y="2723413"/>
                  </a:lnTo>
                  <a:lnTo>
                    <a:pt x="2652262" y="2700579"/>
                  </a:lnTo>
                  <a:lnTo>
                    <a:pt x="2569379" y="2670934"/>
                  </a:lnTo>
                  <a:lnTo>
                    <a:pt x="2486496" y="2638445"/>
                  </a:lnTo>
                  <a:lnTo>
                    <a:pt x="2403612" y="2605328"/>
                  </a:lnTo>
                  <a:lnTo>
                    <a:pt x="2320729" y="2572131"/>
                  </a:lnTo>
                  <a:lnTo>
                    <a:pt x="2237846" y="2538350"/>
                  </a:lnTo>
                  <a:lnTo>
                    <a:pt x="2154963" y="2503925"/>
                  </a:lnTo>
                  <a:lnTo>
                    <a:pt x="2072080" y="2468754"/>
                  </a:lnTo>
                  <a:lnTo>
                    <a:pt x="1989196" y="2432592"/>
                  </a:lnTo>
                  <a:lnTo>
                    <a:pt x="1906313" y="2395104"/>
                  </a:lnTo>
                  <a:lnTo>
                    <a:pt x="1823430" y="2355908"/>
                  </a:lnTo>
                  <a:lnTo>
                    <a:pt x="1740547" y="2314662"/>
                  </a:lnTo>
                  <a:lnTo>
                    <a:pt x="1657664" y="2271583"/>
                  </a:lnTo>
                  <a:lnTo>
                    <a:pt x="1574780" y="2227088"/>
                  </a:lnTo>
                  <a:lnTo>
                    <a:pt x="1491897" y="2181515"/>
                  </a:lnTo>
                  <a:lnTo>
                    <a:pt x="1409014" y="2135186"/>
                  </a:lnTo>
                  <a:lnTo>
                    <a:pt x="1326131" y="2088375"/>
                  </a:lnTo>
                  <a:lnTo>
                    <a:pt x="1243248" y="2041293"/>
                  </a:lnTo>
                  <a:lnTo>
                    <a:pt x="1160364" y="1994081"/>
                  </a:lnTo>
                  <a:lnTo>
                    <a:pt x="1077481" y="1946824"/>
                  </a:lnTo>
                  <a:lnTo>
                    <a:pt x="994598" y="1899558"/>
                  </a:lnTo>
                  <a:lnTo>
                    <a:pt x="911715" y="1852288"/>
                  </a:lnTo>
                  <a:lnTo>
                    <a:pt x="828832" y="1805002"/>
                  </a:lnTo>
                  <a:lnTo>
                    <a:pt x="745948" y="1757675"/>
                  </a:lnTo>
                  <a:lnTo>
                    <a:pt x="663065" y="1710285"/>
                  </a:lnTo>
                  <a:lnTo>
                    <a:pt x="580182" y="1662806"/>
                  </a:lnTo>
                  <a:lnTo>
                    <a:pt x="497299" y="1615219"/>
                  </a:lnTo>
                  <a:lnTo>
                    <a:pt x="414416" y="1567507"/>
                  </a:lnTo>
                  <a:lnTo>
                    <a:pt x="331532" y="1519659"/>
                  </a:lnTo>
                  <a:lnTo>
                    <a:pt x="248649" y="1471667"/>
                  </a:lnTo>
                  <a:lnTo>
                    <a:pt x="165766" y="1423526"/>
                  </a:lnTo>
                  <a:lnTo>
                    <a:pt x="82883" y="1375237"/>
                  </a:lnTo>
                  <a:lnTo>
                    <a:pt x="0" y="13268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1962096"/>
              <a:ext cx="6015395" cy="2900497"/>
            </a:xfrm>
            <a:custGeom>
              <a:avLst/>
              <a:pathLst>
                <a:path w="6015395" h="2900497">
                  <a:moveTo>
                    <a:pt x="0" y="0"/>
                  </a:moveTo>
                  <a:lnTo>
                    <a:pt x="82883" y="142232"/>
                  </a:lnTo>
                  <a:lnTo>
                    <a:pt x="165766" y="280466"/>
                  </a:lnTo>
                  <a:lnTo>
                    <a:pt x="248649" y="414635"/>
                  </a:lnTo>
                  <a:lnTo>
                    <a:pt x="331532" y="544668"/>
                  </a:lnTo>
                  <a:lnTo>
                    <a:pt x="414416" y="670493"/>
                  </a:lnTo>
                  <a:lnTo>
                    <a:pt x="497299" y="792031"/>
                  </a:lnTo>
                  <a:lnTo>
                    <a:pt x="580182" y="909202"/>
                  </a:lnTo>
                  <a:lnTo>
                    <a:pt x="663065" y="1021918"/>
                  </a:lnTo>
                  <a:lnTo>
                    <a:pt x="745948" y="1130091"/>
                  </a:lnTo>
                  <a:lnTo>
                    <a:pt x="828832" y="1233625"/>
                  </a:lnTo>
                  <a:lnTo>
                    <a:pt x="911715" y="1332428"/>
                  </a:lnTo>
                  <a:lnTo>
                    <a:pt x="994598" y="1426405"/>
                  </a:lnTo>
                  <a:lnTo>
                    <a:pt x="1077481" y="1515475"/>
                  </a:lnTo>
                  <a:lnTo>
                    <a:pt x="1160364" y="1599573"/>
                  </a:lnTo>
                  <a:lnTo>
                    <a:pt x="1243248" y="1678665"/>
                  </a:lnTo>
                  <a:lnTo>
                    <a:pt x="1326131" y="1752766"/>
                  </a:lnTo>
                  <a:lnTo>
                    <a:pt x="1409014" y="1821947"/>
                  </a:lnTo>
                  <a:lnTo>
                    <a:pt x="1491897" y="1886350"/>
                  </a:lnTo>
                  <a:lnTo>
                    <a:pt x="1574780" y="1946179"/>
                  </a:lnTo>
                  <a:lnTo>
                    <a:pt x="1657664" y="2001686"/>
                  </a:lnTo>
                  <a:lnTo>
                    <a:pt x="1740547" y="2053140"/>
                  </a:lnTo>
                  <a:lnTo>
                    <a:pt x="1823430" y="2100898"/>
                  </a:lnTo>
                  <a:lnTo>
                    <a:pt x="1906313" y="2145547"/>
                  </a:lnTo>
                  <a:lnTo>
                    <a:pt x="1989196" y="2187465"/>
                  </a:lnTo>
                  <a:lnTo>
                    <a:pt x="2072080" y="2226995"/>
                  </a:lnTo>
                  <a:lnTo>
                    <a:pt x="2154963" y="2264529"/>
                  </a:lnTo>
                  <a:lnTo>
                    <a:pt x="2237846" y="2300552"/>
                  </a:lnTo>
                  <a:lnTo>
                    <a:pt x="2320729" y="2335937"/>
                  </a:lnTo>
                  <a:lnTo>
                    <a:pt x="2403612" y="2371987"/>
                  </a:lnTo>
                  <a:lnTo>
                    <a:pt x="2486496" y="2406669"/>
                  </a:lnTo>
                  <a:lnTo>
                    <a:pt x="2569379" y="2438602"/>
                  </a:lnTo>
                  <a:lnTo>
                    <a:pt x="2652262" y="2467885"/>
                  </a:lnTo>
                  <a:lnTo>
                    <a:pt x="2735145" y="2492988"/>
                  </a:lnTo>
                  <a:lnTo>
                    <a:pt x="2818028" y="2513402"/>
                  </a:lnTo>
                  <a:lnTo>
                    <a:pt x="2900912" y="2531074"/>
                  </a:lnTo>
                  <a:lnTo>
                    <a:pt x="2983795" y="2550265"/>
                  </a:lnTo>
                  <a:lnTo>
                    <a:pt x="3066678" y="2570742"/>
                  </a:lnTo>
                  <a:lnTo>
                    <a:pt x="3149561" y="2587688"/>
                  </a:lnTo>
                  <a:lnTo>
                    <a:pt x="3232444" y="2602415"/>
                  </a:lnTo>
                  <a:lnTo>
                    <a:pt x="3315328" y="2619158"/>
                  </a:lnTo>
                  <a:lnTo>
                    <a:pt x="3398211" y="2637838"/>
                  </a:lnTo>
                  <a:lnTo>
                    <a:pt x="3481094" y="2655086"/>
                  </a:lnTo>
                  <a:lnTo>
                    <a:pt x="3563977" y="2670714"/>
                  </a:lnTo>
                  <a:lnTo>
                    <a:pt x="3646860" y="2685848"/>
                  </a:lnTo>
                  <a:lnTo>
                    <a:pt x="3729744" y="2702503"/>
                  </a:lnTo>
                  <a:lnTo>
                    <a:pt x="3812627" y="2719866"/>
                  </a:lnTo>
                  <a:lnTo>
                    <a:pt x="3895510" y="2736605"/>
                  </a:lnTo>
                  <a:lnTo>
                    <a:pt x="3978393" y="2752501"/>
                  </a:lnTo>
                  <a:lnTo>
                    <a:pt x="4061276" y="2767544"/>
                  </a:lnTo>
                  <a:lnTo>
                    <a:pt x="4144160" y="2781936"/>
                  </a:lnTo>
                  <a:lnTo>
                    <a:pt x="4227043" y="2796028"/>
                  </a:lnTo>
                  <a:lnTo>
                    <a:pt x="4309926" y="2810219"/>
                  </a:lnTo>
                  <a:lnTo>
                    <a:pt x="4392809" y="2824121"/>
                  </a:lnTo>
                  <a:lnTo>
                    <a:pt x="4475692" y="2837295"/>
                  </a:lnTo>
                  <a:lnTo>
                    <a:pt x="4558576" y="2849665"/>
                  </a:lnTo>
                  <a:lnTo>
                    <a:pt x="4641459" y="2861106"/>
                  </a:lnTo>
                  <a:lnTo>
                    <a:pt x="4724342" y="2871457"/>
                  </a:lnTo>
                  <a:lnTo>
                    <a:pt x="4807225" y="2880534"/>
                  </a:lnTo>
                  <a:lnTo>
                    <a:pt x="4890108" y="2888142"/>
                  </a:lnTo>
                  <a:lnTo>
                    <a:pt x="4972992" y="2894095"/>
                  </a:lnTo>
                  <a:lnTo>
                    <a:pt x="5055875" y="2898226"/>
                  </a:lnTo>
                  <a:lnTo>
                    <a:pt x="5138758" y="2900396"/>
                  </a:lnTo>
                  <a:lnTo>
                    <a:pt x="5221641" y="2900497"/>
                  </a:lnTo>
                  <a:lnTo>
                    <a:pt x="5304524" y="2898457"/>
                  </a:lnTo>
                  <a:lnTo>
                    <a:pt x="5387408" y="2894231"/>
                  </a:lnTo>
                  <a:lnTo>
                    <a:pt x="5470291" y="2887803"/>
                  </a:lnTo>
                  <a:lnTo>
                    <a:pt x="5553174" y="2879174"/>
                  </a:lnTo>
                  <a:lnTo>
                    <a:pt x="5636057" y="2868361"/>
                  </a:lnTo>
                  <a:lnTo>
                    <a:pt x="5718940" y="2855388"/>
                  </a:lnTo>
                  <a:lnTo>
                    <a:pt x="5801824" y="2840287"/>
                  </a:lnTo>
                  <a:lnTo>
                    <a:pt x="5884707" y="2823092"/>
                  </a:lnTo>
                  <a:lnTo>
                    <a:pt x="5967590" y="2803837"/>
                  </a:lnTo>
                  <a:lnTo>
                    <a:pt x="6015395" y="2791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3288900"/>
              <a:ext cx="5444910" cy="2089559"/>
            </a:xfrm>
            <a:custGeom>
              <a:avLst/>
              <a:pathLst>
                <a:path w="5444910" h="2089559">
                  <a:moveTo>
                    <a:pt x="5444910" y="2089559"/>
                  </a:moveTo>
                  <a:lnTo>
                    <a:pt x="5387408" y="2066886"/>
                  </a:lnTo>
                  <a:lnTo>
                    <a:pt x="5304524" y="2035855"/>
                  </a:lnTo>
                  <a:lnTo>
                    <a:pt x="5221641" y="2006452"/>
                  </a:lnTo>
                  <a:lnTo>
                    <a:pt x="5138758" y="1978631"/>
                  </a:lnTo>
                  <a:lnTo>
                    <a:pt x="5055875" y="1952315"/>
                  </a:lnTo>
                  <a:lnTo>
                    <a:pt x="4972992" y="1927393"/>
                  </a:lnTo>
                  <a:lnTo>
                    <a:pt x="4890108" y="1903723"/>
                  </a:lnTo>
                  <a:lnTo>
                    <a:pt x="4807225" y="1881132"/>
                  </a:lnTo>
                  <a:lnTo>
                    <a:pt x="4724342" y="1859432"/>
                  </a:lnTo>
                  <a:lnTo>
                    <a:pt x="4641459" y="1838425"/>
                  </a:lnTo>
                  <a:lnTo>
                    <a:pt x="4558576" y="1817923"/>
                  </a:lnTo>
                  <a:lnTo>
                    <a:pt x="4475692" y="1797761"/>
                  </a:lnTo>
                  <a:lnTo>
                    <a:pt x="4392809" y="1777810"/>
                  </a:lnTo>
                  <a:lnTo>
                    <a:pt x="4309926" y="1757991"/>
                  </a:lnTo>
                  <a:lnTo>
                    <a:pt x="4227043" y="1738190"/>
                  </a:lnTo>
                  <a:lnTo>
                    <a:pt x="4144160" y="1718388"/>
                  </a:lnTo>
                  <a:lnTo>
                    <a:pt x="4061276" y="1698811"/>
                  </a:lnTo>
                  <a:lnTo>
                    <a:pt x="3978393" y="1679641"/>
                  </a:lnTo>
                  <a:lnTo>
                    <a:pt x="3895510" y="1660903"/>
                  </a:lnTo>
                  <a:lnTo>
                    <a:pt x="3812627" y="1642416"/>
                  </a:lnTo>
                  <a:lnTo>
                    <a:pt x="3729744" y="1623786"/>
                  </a:lnTo>
                  <a:lnTo>
                    <a:pt x="3646860" y="1604558"/>
                  </a:lnTo>
                  <a:lnTo>
                    <a:pt x="3563977" y="1585228"/>
                  </a:lnTo>
                  <a:lnTo>
                    <a:pt x="3481094" y="1566672"/>
                  </a:lnTo>
                  <a:lnTo>
                    <a:pt x="3398211" y="1548817"/>
                  </a:lnTo>
                  <a:lnTo>
                    <a:pt x="3315328" y="1530281"/>
                  </a:lnTo>
                  <a:lnTo>
                    <a:pt x="3232444" y="1510800"/>
                  </a:lnTo>
                  <a:lnTo>
                    <a:pt x="3149561" y="1492664"/>
                  </a:lnTo>
                  <a:lnTo>
                    <a:pt x="3066678" y="1475485"/>
                  </a:lnTo>
                  <a:lnTo>
                    <a:pt x="2983795" y="1455938"/>
                  </a:lnTo>
                  <a:lnTo>
                    <a:pt x="2900912" y="1434909"/>
                  </a:lnTo>
                  <a:lnTo>
                    <a:pt x="2818028" y="1415674"/>
                  </a:lnTo>
                  <a:lnTo>
                    <a:pt x="2735145" y="1396609"/>
                  </a:lnTo>
                  <a:lnTo>
                    <a:pt x="2652262" y="1373775"/>
                  </a:lnTo>
                  <a:lnTo>
                    <a:pt x="2569379" y="1344130"/>
                  </a:lnTo>
                  <a:lnTo>
                    <a:pt x="2486496" y="1311642"/>
                  </a:lnTo>
                  <a:lnTo>
                    <a:pt x="2403612" y="1278524"/>
                  </a:lnTo>
                  <a:lnTo>
                    <a:pt x="2320729" y="1245327"/>
                  </a:lnTo>
                  <a:lnTo>
                    <a:pt x="2237846" y="1211546"/>
                  </a:lnTo>
                  <a:lnTo>
                    <a:pt x="2154963" y="1177122"/>
                  </a:lnTo>
                  <a:lnTo>
                    <a:pt x="2072080" y="1141950"/>
                  </a:lnTo>
                  <a:lnTo>
                    <a:pt x="1989196" y="1105788"/>
                  </a:lnTo>
                  <a:lnTo>
                    <a:pt x="1906313" y="1068300"/>
                  </a:lnTo>
                  <a:lnTo>
                    <a:pt x="1823430" y="1029104"/>
                  </a:lnTo>
                  <a:lnTo>
                    <a:pt x="1740547" y="987858"/>
                  </a:lnTo>
                  <a:lnTo>
                    <a:pt x="1657664" y="944780"/>
                  </a:lnTo>
                  <a:lnTo>
                    <a:pt x="1574780" y="900284"/>
                  </a:lnTo>
                  <a:lnTo>
                    <a:pt x="1491897" y="854711"/>
                  </a:lnTo>
                  <a:lnTo>
                    <a:pt x="1409014" y="808382"/>
                  </a:lnTo>
                  <a:lnTo>
                    <a:pt x="1326131" y="761571"/>
                  </a:lnTo>
                  <a:lnTo>
                    <a:pt x="1243248" y="714489"/>
                  </a:lnTo>
                  <a:lnTo>
                    <a:pt x="1160364" y="667278"/>
                  </a:lnTo>
                  <a:lnTo>
                    <a:pt x="1077481" y="620021"/>
                  </a:lnTo>
                  <a:lnTo>
                    <a:pt x="994598" y="572754"/>
                  </a:lnTo>
                  <a:lnTo>
                    <a:pt x="911715" y="525485"/>
                  </a:lnTo>
                  <a:lnTo>
                    <a:pt x="828832" y="478198"/>
                  </a:lnTo>
                  <a:lnTo>
                    <a:pt x="745948" y="430872"/>
                  </a:lnTo>
                  <a:lnTo>
                    <a:pt x="663065" y="383481"/>
                  </a:lnTo>
                  <a:lnTo>
                    <a:pt x="580182" y="336002"/>
                  </a:lnTo>
                  <a:lnTo>
                    <a:pt x="497299" y="288415"/>
                  </a:lnTo>
                  <a:lnTo>
                    <a:pt x="414416" y="240704"/>
                  </a:lnTo>
                  <a:lnTo>
                    <a:pt x="331532" y="192855"/>
                  </a:lnTo>
                  <a:lnTo>
                    <a:pt x="248649" y="144863"/>
                  </a:lnTo>
                  <a:lnTo>
                    <a:pt x="165766" y="96722"/>
                  </a:lnTo>
                  <a:lnTo>
                    <a:pt x="82883" y="484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2625498"/>
              <a:ext cx="6015395" cy="2573226"/>
            </a:xfrm>
            <a:custGeom>
              <a:avLst/>
              <a:pathLst>
                <a:path w="6015395" h="2573226">
                  <a:moveTo>
                    <a:pt x="0" y="0"/>
                  </a:moveTo>
                  <a:lnTo>
                    <a:pt x="82883" y="95333"/>
                  </a:lnTo>
                  <a:lnTo>
                    <a:pt x="165766" y="188594"/>
                  </a:lnTo>
                  <a:lnTo>
                    <a:pt x="248649" y="279749"/>
                  </a:lnTo>
                  <a:lnTo>
                    <a:pt x="331532" y="368762"/>
                  </a:lnTo>
                  <a:lnTo>
                    <a:pt x="414416" y="455598"/>
                  </a:lnTo>
                  <a:lnTo>
                    <a:pt x="497299" y="540223"/>
                  </a:lnTo>
                  <a:lnTo>
                    <a:pt x="580182" y="622602"/>
                  </a:lnTo>
                  <a:lnTo>
                    <a:pt x="663065" y="702700"/>
                  </a:lnTo>
                  <a:lnTo>
                    <a:pt x="745948" y="780481"/>
                  </a:lnTo>
                  <a:lnTo>
                    <a:pt x="828832" y="855912"/>
                  </a:lnTo>
                  <a:lnTo>
                    <a:pt x="911715" y="928956"/>
                  </a:lnTo>
                  <a:lnTo>
                    <a:pt x="994598" y="999580"/>
                  </a:lnTo>
                  <a:lnTo>
                    <a:pt x="1077481" y="1067748"/>
                  </a:lnTo>
                  <a:lnTo>
                    <a:pt x="1160364" y="1133425"/>
                  </a:lnTo>
                  <a:lnTo>
                    <a:pt x="1243248" y="1196577"/>
                  </a:lnTo>
                  <a:lnTo>
                    <a:pt x="1326131" y="1257169"/>
                  </a:lnTo>
                  <a:lnTo>
                    <a:pt x="1409014" y="1315165"/>
                  </a:lnTo>
                  <a:lnTo>
                    <a:pt x="1491897" y="1370531"/>
                  </a:lnTo>
                  <a:lnTo>
                    <a:pt x="1574780" y="1423232"/>
                  </a:lnTo>
                  <a:lnTo>
                    <a:pt x="1657664" y="1473233"/>
                  </a:lnTo>
                  <a:lnTo>
                    <a:pt x="1740547" y="1520499"/>
                  </a:lnTo>
                  <a:lnTo>
                    <a:pt x="1823430" y="1565001"/>
                  </a:lnTo>
                  <a:lnTo>
                    <a:pt x="1906313" y="1606924"/>
                  </a:lnTo>
                  <a:lnTo>
                    <a:pt x="1989196" y="1646626"/>
                  </a:lnTo>
                  <a:lnTo>
                    <a:pt x="2072080" y="1684472"/>
                  </a:lnTo>
                  <a:lnTo>
                    <a:pt x="2154963" y="1720825"/>
                  </a:lnTo>
                  <a:lnTo>
                    <a:pt x="2237846" y="1756049"/>
                  </a:lnTo>
                  <a:lnTo>
                    <a:pt x="2320729" y="1790632"/>
                  </a:lnTo>
                  <a:lnTo>
                    <a:pt x="2403612" y="1825255"/>
                  </a:lnTo>
                  <a:lnTo>
                    <a:pt x="2486496" y="1859155"/>
                  </a:lnTo>
                  <a:lnTo>
                    <a:pt x="2569379" y="1891366"/>
                  </a:lnTo>
                  <a:lnTo>
                    <a:pt x="2652262" y="1920830"/>
                  </a:lnTo>
                  <a:lnTo>
                    <a:pt x="2735145" y="1944799"/>
                  </a:lnTo>
                  <a:lnTo>
                    <a:pt x="2818028" y="1964538"/>
                  </a:lnTo>
                  <a:lnTo>
                    <a:pt x="2900912" y="1982991"/>
                  </a:lnTo>
                  <a:lnTo>
                    <a:pt x="2983795" y="2003101"/>
                  </a:lnTo>
                  <a:lnTo>
                    <a:pt x="3066678" y="2023114"/>
                  </a:lnTo>
                  <a:lnTo>
                    <a:pt x="3149561" y="2040176"/>
                  </a:lnTo>
                  <a:lnTo>
                    <a:pt x="3232444" y="2056608"/>
                  </a:lnTo>
                  <a:lnTo>
                    <a:pt x="3315328" y="2074719"/>
                  </a:lnTo>
                  <a:lnTo>
                    <a:pt x="3398211" y="2093328"/>
                  </a:lnTo>
                  <a:lnTo>
                    <a:pt x="3481094" y="2110879"/>
                  </a:lnTo>
                  <a:lnTo>
                    <a:pt x="3563977" y="2127971"/>
                  </a:lnTo>
                  <a:lnTo>
                    <a:pt x="3646860" y="2145203"/>
                  </a:lnTo>
                  <a:lnTo>
                    <a:pt x="3729744" y="2163144"/>
                  </a:lnTo>
                  <a:lnTo>
                    <a:pt x="3812627" y="2181141"/>
                  </a:lnTo>
                  <a:lnTo>
                    <a:pt x="3895510" y="2198754"/>
                  </a:lnTo>
                  <a:lnTo>
                    <a:pt x="3978393" y="2216071"/>
                  </a:lnTo>
                  <a:lnTo>
                    <a:pt x="4061276" y="2233178"/>
                  </a:lnTo>
                  <a:lnTo>
                    <a:pt x="4144160" y="2250162"/>
                  </a:lnTo>
                  <a:lnTo>
                    <a:pt x="4227043" y="2267109"/>
                  </a:lnTo>
                  <a:lnTo>
                    <a:pt x="4309926" y="2284105"/>
                  </a:lnTo>
                  <a:lnTo>
                    <a:pt x="4392809" y="2300965"/>
                  </a:lnTo>
                  <a:lnTo>
                    <a:pt x="4475692" y="2317528"/>
                  </a:lnTo>
                  <a:lnTo>
                    <a:pt x="4558576" y="2333794"/>
                  </a:lnTo>
                  <a:lnTo>
                    <a:pt x="4641459" y="2349766"/>
                  </a:lnTo>
                  <a:lnTo>
                    <a:pt x="4724342" y="2365445"/>
                  </a:lnTo>
                  <a:lnTo>
                    <a:pt x="4807225" y="2380833"/>
                  </a:lnTo>
                  <a:lnTo>
                    <a:pt x="4890108" y="2395932"/>
                  </a:lnTo>
                  <a:lnTo>
                    <a:pt x="4972992" y="2410744"/>
                  </a:lnTo>
                  <a:lnTo>
                    <a:pt x="5055875" y="2425271"/>
                  </a:lnTo>
                  <a:lnTo>
                    <a:pt x="5138758" y="2439513"/>
                  </a:lnTo>
                  <a:lnTo>
                    <a:pt x="5221641" y="2453474"/>
                  </a:lnTo>
                  <a:lnTo>
                    <a:pt x="5304524" y="2467156"/>
                  </a:lnTo>
                  <a:lnTo>
                    <a:pt x="5387408" y="2480559"/>
                  </a:lnTo>
                  <a:lnTo>
                    <a:pt x="5470291" y="2493685"/>
                  </a:lnTo>
                  <a:lnTo>
                    <a:pt x="5553174" y="2506537"/>
                  </a:lnTo>
                  <a:lnTo>
                    <a:pt x="5636057" y="2519116"/>
                  </a:lnTo>
                  <a:lnTo>
                    <a:pt x="5718940" y="2531424"/>
                  </a:lnTo>
                  <a:lnTo>
                    <a:pt x="5801824" y="2543464"/>
                  </a:lnTo>
                  <a:lnTo>
                    <a:pt x="5884707" y="2555235"/>
                  </a:lnTo>
                  <a:lnTo>
                    <a:pt x="5967590" y="2566742"/>
                  </a:lnTo>
                  <a:lnTo>
                    <a:pt x="6015395" y="257322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3646538"/>
              <a:ext cx="6015395" cy="1707100"/>
            </a:xfrm>
            <a:custGeom>
              <a:avLst/>
              <a:pathLst>
                <a:path w="6015395" h="1707100">
                  <a:moveTo>
                    <a:pt x="0" y="0"/>
                  </a:moveTo>
                  <a:lnTo>
                    <a:pt x="82883" y="59424"/>
                  </a:lnTo>
                  <a:lnTo>
                    <a:pt x="165766" y="117102"/>
                  </a:lnTo>
                  <a:lnTo>
                    <a:pt x="248649" y="173010"/>
                  </a:lnTo>
                  <a:lnTo>
                    <a:pt x="331532" y="227120"/>
                  </a:lnTo>
                  <a:lnTo>
                    <a:pt x="414416" y="279402"/>
                  </a:lnTo>
                  <a:lnTo>
                    <a:pt x="497299" y="329823"/>
                  </a:lnTo>
                  <a:lnTo>
                    <a:pt x="580182" y="378345"/>
                  </a:lnTo>
                  <a:lnTo>
                    <a:pt x="663065" y="424928"/>
                  </a:lnTo>
                  <a:lnTo>
                    <a:pt x="745948" y="469527"/>
                  </a:lnTo>
                  <a:lnTo>
                    <a:pt x="828832" y="512093"/>
                  </a:lnTo>
                  <a:lnTo>
                    <a:pt x="911715" y="552580"/>
                  </a:lnTo>
                  <a:lnTo>
                    <a:pt x="994598" y="590941"/>
                  </a:lnTo>
                  <a:lnTo>
                    <a:pt x="1077481" y="627137"/>
                  </a:lnTo>
                  <a:lnTo>
                    <a:pt x="1160364" y="661146"/>
                  </a:lnTo>
                  <a:lnTo>
                    <a:pt x="1243248" y="692972"/>
                  </a:lnTo>
                  <a:lnTo>
                    <a:pt x="1326131" y="722660"/>
                  </a:lnTo>
                  <a:lnTo>
                    <a:pt x="1409014" y="750306"/>
                  </a:lnTo>
                  <a:lnTo>
                    <a:pt x="1491897" y="776063"/>
                  </a:lnTo>
                  <a:lnTo>
                    <a:pt x="1574780" y="800142"/>
                  </a:lnTo>
                  <a:lnTo>
                    <a:pt x="1657664" y="822791"/>
                  </a:lnTo>
                  <a:lnTo>
                    <a:pt x="1740547" y="844275"/>
                  </a:lnTo>
                  <a:lnTo>
                    <a:pt x="1823430" y="865034"/>
                  </a:lnTo>
                  <a:lnTo>
                    <a:pt x="1906313" y="885591"/>
                  </a:lnTo>
                  <a:lnTo>
                    <a:pt x="1989196" y="905819"/>
                  </a:lnTo>
                  <a:lnTo>
                    <a:pt x="2072080" y="925543"/>
                  </a:lnTo>
                  <a:lnTo>
                    <a:pt x="2154963" y="944630"/>
                  </a:lnTo>
                  <a:lnTo>
                    <a:pt x="2237846" y="963028"/>
                  </a:lnTo>
                  <a:lnTo>
                    <a:pt x="2320729" y="981327"/>
                  </a:lnTo>
                  <a:lnTo>
                    <a:pt x="2403612" y="1001959"/>
                  </a:lnTo>
                  <a:lnTo>
                    <a:pt x="2486496" y="1022571"/>
                  </a:lnTo>
                  <a:lnTo>
                    <a:pt x="2569379" y="1040998"/>
                  </a:lnTo>
                  <a:lnTo>
                    <a:pt x="2652262" y="1056413"/>
                  </a:lnTo>
                  <a:lnTo>
                    <a:pt x="2735145" y="1068525"/>
                  </a:lnTo>
                  <a:lnTo>
                    <a:pt x="2818028" y="1077210"/>
                  </a:lnTo>
                  <a:lnTo>
                    <a:pt x="2900912" y="1083624"/>
                  </a:lnTo>
                  <a:lnTo>
                    <a:pt x="2983795" y="1090915"/>
                  </a:lnTo>
                  <a:lnTo>
                    <a:pt x="3066678" y="1098468"/>
                  </a:lnTo>
                  <a:lnTo>
                    <a:pt x="3149561" y="1102336"/>
                  </a:lnTo>
                  <a:lnTo>
                    <a:pt x="3232444" y="1104058"/>
                  </a:lnTo>
                  <a:lnTo>
                    <a:pt x="3315328" y="1107685"/>
                  </a:lnTo>
                  <a:lnTo>
                    <a:pt x="3398211" y="1112889"/>
                  </a:lnTo>
                  <a:lnTo>
                    <a:pt x="3481094" y="1116439"/>
                  </a:lnTo>
                  <a:lnTo>
                    <a:pt x="3563977" y="1118267"/>
                  </a:lnTo>
                  <a:lnTo>
                    <a:pt x="3646860" y="1119431"/>
                  </a:lnTo>
                  <a:lnTo>
                    <a:pt x="3729744" y="1121752"/>
                  </a:lnTo>
                  <a:lnTo>
                    <a:pt x="3812627" y="1124572"/>
                  </a:lnTo>
                  <a:lnTo>
                    <a:pt x="3895510" y="1126869"/>
                  </a:lnTo>
                  <a:lnTo>
                    <a:pt x="3978393" y="1128626"/>
                  </a:lnTo>
                  <a:lnTo>
                    <a:pt x="4061276" y="1130005"/>
                  </a:lnTo>
                  <a:lnTo>
                    <a:pt x="4144160" y="1131350"/>
                  </a:lnTo>
                  <a:lnTo>
                    <a:pt x="4227043" y="1133134"/>
                  </a:lnTo>
                  <a:lnTo>
                    <a:pt x="4309926" y="1135864"/>
                  </a:lnTo>
                  <a:lnTo>
                    <a:pt x="4392809" y="1138746"/>
                  </a:lnTo>
                  <a:lnTo>
                    <a:pt x="4475692" y="1141012"/>
                  </a:lnTo>
                  <a:lnTo>
                    <a:pt x="4558576" y="1142602"/>
                  </a:lnTo>
                  <a:lnTo>
                    <a:pt x="4641459" y="1143413"/>
                  </a:lnTo>
                  <a:lnTo>
                    <a:pt x="4724342" y="1143311"/>
                  </a:lnTo>
                  <a:lnTo>
                    <a:pt x="4807225" y="1142141"/>
                  </a:lnTo>
                  <a:lnTo>
                    <a:pt x="4890108" y="1139743"/>
                  </a:lnTo>
                  <a:lnTo>
                    <a:pt x="4972992" y="1135961"/>
                  </a:lnTo>
                  <a:lnTo>
                    <a:pt x="5055875" y="1130654"/>
                  </a:lnTo>
                  <a:lnTo>
                    <a:pt x="5138758" y="1123709"/>
                  </a:lnTo>
                  <a:lnTo>
                    <a:pt x="5221641" y="1115038"/>
                  </a:lnTo>
                  <a:lnTo>
                    <a:pt x="5304524" y="1104582"/>
                  </a:lnTo>
                  <a:lnTo>
                    <a:pt x="5387408" y="1092310"/>
                  </a:lnTo>
                  <a:lnTo>
                    <a:pt x="5470291" y="1078210"/>
                  </a:lnTo>
                  <a:lnTo>
                    <a:pt x="5553174" y="1062289"/>
                  </a:lnTo>
                  <a:lnTo>
                    <a:pt x="5636057" y="1044566"/>
                  </a:lnTo>
                  <a:lnTo>
                    <a:pt x="5718940" y="1025067"/>
                  </a:lnTo>
                  <a:lnTo>
                    <a:pt x="5801824" y="1003825"/>
                  </a:lnTo>
                  <a:lnTo>
                    <a:pt x="5884707" y="980872"/>
                  </a:lnTo>
                  <a:lnTo>
                    <a:pt x="5967590" y="956245"/>
                  </a:lnTo>
                  <a:lnTo>
                    <a:pt x="6015395" y="941094"/>
                  </a:lnTo>
                  <a:lnTo>
                    <a:pt x="6015395" y="1707100"/>
                  </a:lnTo>
                  <a:lnTo>
                    <a:pt x="5967590" y="1689967"/>
                  </a:lnTo>
                  <a:lnTo>
                    <a:pt x="5884707" y="1661652"/>
                  </a:lnTo>
                  <a:lnTo>
                    <a:pt x="5801824" y="1634749"/>
                  </a:lnTo>
                  <a:lnTo>
                    <a:pt x="5718940" y="1609280"/>
                  </a:lnTo>
                  <a:lnTo>
                    <a:pt x="5636057" y="1585267"/>
                  </a:lnTo>
                  <a:lnTo>
                    <a:pt x="5553174" y="1562728"/>
                  </a:lnTo>
                  <a:lnTo>
                    <a:pt x="5470291" y="1541678"/>
                  </a:lnTo>
                  <a:lnTo>
                    <a:pt x="5387408" y="1522122"/>
                  </a:lnTo>
                  <a:lnTo>
                    <a:pt x="5304524" y="1504055"/>
                  </a:lnTo>
                  <a:lnTo>
                    <a:pt x="5221641" y="1487452"/>
                  </a:lnTo>
                  <a:lnTo>
                    <a:pt x="5138758" y="1472269"/>
                  </a:lnTo>
                  <a:lnTo>
                    <a:pt x="5055875" y="1458435"/>
                  </a:lnTo>
                  <a:lnTo>
                    <a:pt x="4972992" y="1445849"/>
                  </a:lnTo>
                  <a:lnTo>
                    <a:pt x="4890108" y="1434385"/>
                  </a:lnTo>
                  <a:lnTo>
                    <a:pt x="4807225" y="1423890"/>
                  </a:lnTo>
                  <a:lnTo>
                    <a:pt x="4724342" y="1414196"/>
                  </a:lnTo>
                  <a:lnTo>
                    <a:pt x="4641459" y="1405128"/>
                  </a:lnTo>
                  <a:lnTo>
                    <a:pt x="4558576" y="1396520"/>
                  </a:lnTo>
                  <a:lnTo>
                    <a:pt x="4475692" y="1388224"/>
                  </a:lnTo>
                  <a:lnTo>
                    <a:pt x="4392809" y="1380126"/>
                  </a:lnTo>
                  <a:lnTo>
                    <a:pt x="4309926" y="1372153"/>
                  </a:lnTo>
                  <a:lnTo>
                    <a:pt x="4227043" y="1364594"/>
                  </a:lnTo>
                  <a:lnTo>
                    <a:pt x="4144160" y="1357897"/>
                  </a:lnTo>
                  <a:lnTo>
                    <a:pt x="4061276" y="1352091"/>
                  </a:lnTo>
                  <a:lnTo>
                    <a:pt x="3978393" y="1347160"/>
                  </a:lnTo>
                  <a:lnTo>
                    <a:pt x="3895510" y="1342957"/>
                  </a:lnTo>
                  <a:lnTo>
                    <a:pt x="3812627" y="1339155"/>
                  </a:lnTo>
                  <a:lnTo>
                    <a:pt x="3729744" y="1335245"/>
                  </a:lnTo>
                  <a:lnTo>
                    <a:pt x="3646860" y="1330710"/>
                  </a:lnTo>
                  <a:lnTo>
                    <a:pt x="3563977" y="1325935"/>
                  </a:lnTo>
                  <a:lnTo>
                    <a:pt x="3481094" y="1321588"/>
                  </a:lnTo>
                  <a:lnTo>
                    <a:pt x="3398211" y="1317514"/>
                  </a:lnTo>
                  <a:lnTo>
                    <a:pt x="3315328" y="1312435"/>
                  </a:lnTo>
                  <a:lnTo>
                    <a:pt x="3232444" y="1306451"/>
                  </a:lnTo>
                  <a:lnTo>
                    <a:pt x="3149561" y="1301795"/>
                  </a:lnTo>
                  <a:lnTo>
                    <a:pt x="3066678" y="1297728"/>
                  </a:lnTo>
                  <a:lnTo>
                    <a:pt x="2983795" y="1290975"/>
                  </a:lnTo>
                  <a:lnTo>
                    <a:pt x="2900912" y="1282102"/>
                  </a:lnTo>
                  <a:lnTo>
                    <a:pt x="2818028" y="1274343"/>
                  </a:lnTo>
                  <a:lnTo>
                    <a:pt x="2735145" y="1266818"/>
                  </a:lnTo>
                  <a:lnTo>
                    <a:pt x="2652262" y="1256659"/>
                  </a:lnTo>
                  <a:lnTo>
                    <a:pt x="2569379" y="1240934"/>
                  </a:lnTo>
                  <a:lnTo>
                    <a:pt x="2486496" y="1222029"/>
                  </a:lnTo>
                  <a:lnTo>
                    <a:pt x="2403612" y="1202762"/>
                  </a:lnTo>
                  <a:lnTo>
                    <a:pt x="2320729" y="1184585"/>
                  </a:lnTo>
                  <a:lnTo>
                    <a:pt x="2237846" y="1167668"/>
                  </a:lnTo>
                  <a:lnTo>
                    <a:pt x="2154963" y="1150645"/>
                  </a:lnTo>
                  <a:lnTo>
                    <a:pt x="2072080" y="1133590"/>
                  </a:lnTo>
                  <a:lnTo>
                    <a:pt x="1989196" y="1116765"/>
                  </a:lnTo>
                  <a:lnTo>
                    <a:pt x="1906313" y="1100350"/>
                  </a:lnTo>
                  <a:lnTo>
                    <a:pt x="1823430" y="1084485"/>
                  </a:lnTo>
                  <a:lnTo>
                    <a:pt x="1740547" y="1069330"/>
                  </a:lnTo>
                  <a:lnTo>
                    <a:pt x="1657664" y="1055053"/>
                  </a:lnTo>
                  <a:lnTo>
                    <a:pt x="1574780" y="1041880"/>
                  </a:lnTo>
                  <a:lnTo>
                    <a:pt x="1491897" y="1030070"/>
                  </a:lnTo>
                  <a:lnTo>
                    <a:pt x="1409014" y="1019866"/>
                  </a:lnTo>
                  <a:lnTo>
                    <a:pt x="1326131" y="1011471"/>
                  </a:lnTo>
                  <a:lnTo>
                    <a:pt x="1243248" y="1005033"/>
                  </a:lnTo>
                  <a:lnTo>
                    <a:pt x="1160364" y="1000643"/>
                  </a:lnTo>
                  <a:lnTo>
                    <a:pt x="1077481" y="998338"/>
                  </a:lnTo>
                  <a:lnTo>
                    <a:pt x="994598" y="998117"/>
                  </a:lnTo>
                  <a:lnTo>
                    <a:pt x="911715" y="999951"/>
                  </a:lnTo>
                  <a:lnTo>
                    <a:pt x="828832" y="1003796"/>
                  </a:lnTo>
                  <a:lnTo>
                    <a:pt x="745948" y="1009599"/>
                  </a:lnTo>
                  <a:lnTo>
                    <a:pt x="663065" y="1017307"/>
                  </a:lnTo>
                  <a:lnTo>
                    <a:pt x="580182" y="1026866"/>
                  </a:lnTo>
                  <a:lnTo>
                    <a:pt x="497299" y="1038224"/>
                  </a:lnTo>
                  <a:lnTo>
                    <a:pt x="414416" y="1051335"/>
                  </a:lnTo>
                  <a:lnTo>
                    <a:pt x="331532" y="1066156"/>
                  </a:lnTo>
                  <a:lnTo>
                    <a:pt x="248649" y="1082647"/>
                  </a:lnTo>
                  <a:lnTo>
                    <a:pt x="165766" y="1100771"/>
                  </a:lnTo>
                  <a:lnTo>
                    <a:pt x="82883" y="1120496"/>
                  </a:lnTo>
                  <a:lnTo>
                    <a:pt x="0" y="114179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3646538"/>
              <a:ext cx="6015395" cy="1143413"/>
            </a:xfrm>
            <a:custGeom>
              <a:avLst/>
              <a:pathLst>
                <a:path w="6015395" h="1143413">
                  <a:moveTo>
                    <a:pt x="0" y="0"/>
                  </a:moveTo>
                  <a:lnTo>
                    <a:pt x="82883" y="59424"/>
                  </a:lnTo>
                  <a:lnTo>
                    <a:pt x="165766" y="117102"/>
                  </a:lnTo>
                  <a:lnTo>
                    <a:pt x="248649" y="173010"/>
                  </a:lnTo>
                  <a:lnTo>
                    <a:pt x="331532" y="227120"/>
                  </a:lnTo>
                  <a:lnTo>
                    <a:pt x="414416" y="279402"/>
                  </a:lnTo>
                  <a:lnTo>
                    <a:pt x="497299" y="329823"/>
                  </a:lnTo>
                  <a:lnTo>
                    <a:pt x="580182" y="378345"/>
                  </a:lnTo>
                  <a:lnTo>
                    <a:pt x="663065" y="424928"/>
                  </a:lnTo>
                  <a:lnTo>
                    <a:pt x="745948" y="469527"/>
                  </a:lnTo>
                  <a:lnTo>
                    <a:pt x="828832" y="512093"/>
                  </a:lnTo>
                  <a:lnTo>
                    <a:pt x="911715" y="552580"/>
                  </a:lnTo>
                  <a:lnTo>
                    <a:pt x="994598" y="590941"/>
                  </a:lnTo>
                  <a:lnTo>
                    <a:pt x="1077481" y="627137"/>
                  </a:lnTo>
                  <a:lnTo>
                    <a:pt x="1160364" y="661146"/>
                  </a:lnTo>
                  <a:lnTo>
                    <a:pt x="1243248" y="692972"/>
                  </a:lnTo>
                  <a:lnTo>
                    <a:pt x="1326131" y="722660"/>
                  </a:lnTo>
                  <a:lnTo>
                    <a:pt x="1409014" y="750306"/>
                  </a:lnTo>
                  <a:lnTo>
                    <a:pt x="1491897" y="776063"/>
                  </a:lnTo>
                  <a:lnTo>
                    <a:pt x="1574780" y="800142"/>
                  </a:lnTo>
                  <a:lnTo>
                    <a:pt x="1657664" y="822791"/>
                  </a:lnTo>
                  <a:lnTo>
                    <a:pt x="1740547" y="844275"/>
                  </a:lnTo>
                  <a:lnTo>
                    <a:pt x="1823430" y="865034"/>
                  </a:lnTo>
                  <a:lnTo>
                    <a:pt x="1906313" y="885591"/>
                  </a:lnTo>
                  <a:lnTo>
                    <a:pt x="1989196" y="905819"/>
                  </a:lnTo>
                  <a:lnTo>
                    <a:pt x="2072080" y="925543"/>
                  </a:lnTo>
                  <a:lnTo>
                    <a:pt x="2154963" y="944630"/>
                  </a:lnTo>
                  <a:lnTo>
                    <a:pt x="2237846" y="963028"/>
                  </a:lnTo>
                  <a:lnTo>
                    <a:pt x="2320729" y="981327"/>
                  </a:lnTo>
                  <a:lnTo>
                    <a:pt x="2403612" y="1001959"/>
                  </a:lnTo>
                  <a:lnTo>
                    <a:pt x="2486496" y="1022571"/>
                  </a:lnTo>
                  <a:lnTo>
                    <a:pt x="2569379" y="1040998"/>
                  </a:lnTo>
                  <a:lnTo>
                    <a:pt x="2652262" y="1056413"/>
                  </a:lnTo>
                  <a:lnTo>
                    <a:pt x="2735145" y="1068525"/>
                  </a:lnTo>
                  <a:lnTo>
                    <a:pt x="2818028" y="1077210"/>
                  </a:lnTo>
                  <a:lnTo>
                    <a:pt x="2900912" y="1083624"/>
                  </a:lnTo>
                  <a:lnTo>
                    <a:pt x="2983795" y="1090915"/>
                  </a:lnTo>
                  <a:lnTo>
                    <a:pt x="3066678" y="1098468"/>
                  </a:lnTo>
                  <a:lnTo>
                    <a:pt x="3149561" y="1102336"/>
                  </a:lnTo>
                  <a:lnTo>
                    <a:pt x="3232444" y="1104058"/>
                  </a:lnTo>
                  <a:lnTo>
                    <a:pt x="3315328" y="1107685"/>
                  </a:lnTo>
                  <a:lnTo>
                    <a:pt x="3398211" y="1112889"/>
                  </a:lnTo>
                  <a:lnTo>
                    <a:pt x="3481094" y="1116439"/>
                  </a:lnTo>
                  <a:lnTo>
                    <a:pt x="3563977" y="1118267"/>
                  </a:lnTo>
                  <a:lnTo>
                    <a:pt x="3646860" y="1119431"/>
                  </a:lnTo>
                  <a:lnTo>
                    <a:pt x="3729744" y="1121752"/>
                  </a:lnTo>
                  <a:lnTo>
                    <a:pt x="3812627" y="1124572"/>
                  </a:lnTo>
                  <a:lnTo>
                    <a:pt x="3895510" y="1126869"/>
                  </a:lnTo>
                  <a:lnTo>
                    <a:pt x="3978393" y="1128626"/>
                  </a:lnTo>
                  <a:lnTo>
                    <a:pt x="4061276" y="1130005"/>
                  </a:lnTo>
                  <a:lnTo>
                    <a:pt x="4144160" y="1131350"/>
                  </a:lnTo>
                  <a:lnTo>
                    <a:pt x="4227043" y="1133134"/>
                  </a:lnTo>
                  <a:lnTo>
                    <a:pt x="4309926" y="1135864"/>
                  </a:lnTo>
                  <a:lnTo>
                    <a:pt x="4392809" y="1138746"/>
                  </a:lnTo>
                  <a:lnTo>
                    <a:pt x="4475692" y="1141012"/>
                  </a:lnTo>
                  <a:lnTo>
                    <a:pt x="4558576" y="1142602"/>
                  </a:lnTo>
                  <a:lnTo>
                    <a:pt x="4641459" y="1143413"/>
                  </a:lnTo>
                  <a:lnTo>
                    <a:pt x="4724342" y="1143311"/>
                  </a:lnTo>
                  <a:lnTo>
                    <a:pt x="4807225" y="1142141"/>
                  </a:lnTo>
                  <a:lnTo>
                    <a:pt x="4890108" y="1139743"/>
                  </a:lnTo>
                  <a:lnTo>
                    <a:pt x="4972992" y="1135961"/>
                  </a:lnTo>
                  <a:lnTo>
                    <a:pt x="5055875" y="1130654"/>
                  </a:lnTo>
                  <a:lnTo>
                    <a:pt x="5138758" y="1123709"/>
                  </a:lnTo>
                  <a:lnTo>
                    <a:pt x="5221641" y="1115038"/>
                  </a:lnTo>
                  <a:lnTo>
                    <a:pt x="5304524" y="1104582"/>
                  </a:lnTo>
                  <a:lnTo>
                    <a:pt x="5387408" y="1092310"/>
                  </a:lnTo>
                  <a:lnTo>
                    <a:pt x="5470291" y="1078210"/>
                  </a:lnTo>
                  <a:lnTo>
                    <a:pt x="5553174" y="1062289"/>
                  </a:lnTo>
                  <a:lnTo>
                    <a:pt x="5636057" y="1044566"/>
                  </a:lnTo>
                  <a:lnTo>
                    <a:pt x="5718940" y="1025067"/>
                  </a:lnTo>
                  <a:lnTo>
                    <a:pt x="5801824" y="1003825"/>
                  </a:lnTo>
                  <a:lnTo>
                    <a:pt x="5884707" y="980872"/>
                  </a:lnTo>
                  <a:lnTo>
                    <a:pt x="5967590" y="956245"/>
                  </a:lnTo>
                  <a:lnTo>
                    <a:pt x="6015395" y="941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72465" y="4644655"/>
              <a:ext cx="6015395" cy="708983"/>
            </a:xfrm>
            <a:custGeom>
              <a:avLst/>
              <a:pathLst>
                <a:path w="6015395" h="708983">
                  <a:moveTo>
                    <a:pt x="6015395" y="708983"/>
                  </a:moveTo>
                  <a:lnTo>
                    <a:pt x="5967590" y="691850"/>
                  </a:lnTo>
                  <a:lnTo>
                    <a:pt x="5884707" y="663535"/>
                  </a:lnTo>
                  <a:lnTo>
                    <a:pt x="5801824" y="636632"/>
                  </a:lnTo>
                  <a:lnTo>
                    <a:pt x="5718940" y="611163"/>
                  </a:lnTo>
                  <a:lnTo>
                    <a:pt x="5636057" y="587150"/>
                  </a:lnTo>
                  <a:lnTo>
                    <a:pt x="5553174" y="564611"/>
                  </a:lnTo>
                  <a:lnTo>
                    <a:pt x="5470291" y="543561"/>
                  </a:lnTo>
                  <a:lnTo>
                    <a:pt x="5387408" y="524005"/>
                  </a:lnTo>
                  <a:lnTo>
                    <a:pt x="5304524" y="505937"/>
                  </a:lnTo>
                  <a:lnTo>
                    <a:pt x="5221641" y="489335"/>
                  </a:lnTo>
                  <a:lnTo>
                    <a:pt x="5138758" y="474152"/>
                  </a:lnTo>
                  <a:lnTo>
                    <a:pt x="5055875" y="460317"/>
                  </a:lnTo>
                  <a:lnTo>
                    <a:pt x="4972992" y="447732"/>
                  </a:lnTo>
                  <a:lnTo>
                    <a:pt x="4890108" y="436268"/>
                  </a:lnTo>
                  <a:lnTo>
                    <a:pt x="4807225" y="425773"/>
                  </a:lnTo>
                  <a:lnTo>
                    <a:pt x="4724342" y="416079"/>
                  </a:lnTo>
                  <a:lnTo>
                    <a:pt x="4641459" y="407011"/>
                  </a:lnTo>
                  <a:lnTo>
                    <a:pt x="4558576" y="398403"/>
                  </a:lnTo>
                  <a:lnTo>
                    <a:pt x="4475692" y="390107"/>
                  </a:lnTo>
                  <a:lnTo>
                    <a:pt x="4392809" y="382009"/>
                  </a:lnTo>
                  <a:lnTo>
                    <a:pt x="4309926" y="374036"/>
                  </a:lnTo>
                  <a:lnTo>
                    <a:pt x="4227043" y="366477"/>
                  </a:lnTo>
                  <a:lnTo>
                    <a:pt x="4144160" y="359779"/>
                  </a:lnTo>
                  <a:lnTo>
                    <a:pt x="4061276" y="353973"/>
                  </a:lnTo>
                  <a:lnTo>
                    <a:pt x="3978393" y="349042"/>
                  </a:lnTo>
                  <a:lnTo>
                    <a:pt x="3895510" y="344840"/>
                  </a:lnTo>
                  <a:lnTo>
                    <a:pt x="3812627" y="341038"/>
                  </a:lnTo>
                  <a:lnTo>
                    <a:pt x="3729744" y="337128"/>
                  </a:lnTo>
                  <a:lnTo>
                    <a:pt x="3646860" y="332592"/>
                  </a:lnTo>
                  <a:lnTo>
                    <a:pt x="3563977" y="327818"/>
                  </a:lnTo>
                  <a:lnTo>
                    <a:pt x="3481094" y="323471"/>
                  </a:lnTo>
                  <a:lnTo>
                    <a:pt x="3398211" y="319397"/>
                  </a:lnTo>
                  <a:lnTo>
                    <a:pt x="3315328" y="314318"/>
                  </a:lnTo>
                  <a:lnTo>
                    <a:pt x="3232444" y="308334"/>
                  </a:lnTo>
                  <a:lnTo>
                    <a:pt x="3149561" y="303678"/>
                  </a:lnTo>
                  <a:lnTo>
                    <a:pt x="3066678" y="299611"/>
                  </a:lnTo>
                  <a:lnTo>
                    <a:pt x="2983795" y="292858"/>
                  </a:lnTo>
                  <a:lnTo>
                    <a:pt x="2900912" y="283985"/>
                  </a:lnTo>
                  <a:lnTo>
                    <a:pt x="2818028" y="276226"/>
                  </a:lnTo>
                  <a:lnTo>
                    <a:pt x="2735145" y="268701"/>
                  </a:lnTo>
                  <a:lnTo>
                    <a:pt x="2652262" y="258541"/>
                  </a:lnTo>
                  <a:lnTo>
                    <a:pt x="2569379" y="242817"/>
                  </a:lnTo>
                  <a:lnTo>
                    <a:pt x="2486496" y="223912"/>
                  </a:lnTo>
                  <a:lnTo>
                    <a:pt x="2403612" y="204645"/>
                  </a:lnTo>
                  <a:lnTo>
                    <a:pt x="2320729" y="186468"/>
                  </a:lnTo>
                  <a:lnTo>
                    <a:pt x="2237846" y="169550"/>
                  </a:lnTo>
                  <a:lnTo>
                    <a:pt x="2154963" y="152527"/>
                  </a:lnTo>
                  <a:lnTo>
                    <a:pt x="2072080" y="135473"/>
                  </a:lnTo>
                  <a:lnTo>
                    <a:pt x="1989196" y="118647"/>
                  </a:lnTo>
                  <a:lnTo>
                    <a:pt x="1906313" y="102233"/>
                  </a:lnTo>
                  <a:lnTo>
                    <a:pt x="1823430" y="86368"/>
                  </a:lnTo>
                  <a:lnTo>
                    <a:pt x="1740547" y="71213"/>
                  </a:lnTo>
                  <a:lnTo>
                    <a:pt x="1657664" y="56936"/>
                  </a:lnTo>
                  <a:lnTo>
                    <a:pt x="1574780" y="43763"/>
                  </a:lnTo>
                  <a:lnTo>
                    <a:pt x="1491897" y="31953"/>
                  </a:lnTo>
                  <a:lnTo>
                    <a:pt x="1409014" y="21749"/>
                  </a:lnTo>
                  <a:lnTo>
                    <a:pt x="1326131" y="13354"/>
                  </a:lnTo>
                  <a:lnTo>
                    <a:pt x="1243248" y="6916"/>
                  </a:lnTo>
                  <a:lnTo>
                    <a:pt x="1160364" y="2526"/>
                  </a:lnTo>
                  <a:lnTo>
                    <a:pt x="1077481" y="221"/>
                  </a:lnTo>
                  <a:lnTo>
                    <a:pt x="994598" y="0"/>
                  </a:lnTo>
                  <a:lnTo>
                    <a:pt x="911715" y="1834"/>
                  </a:lnTo>
                  <a:lnTo>
                    <a:pt x="828832" y="5679"/>
                  </a:lnTo>
                  <a:lnTo>
                    <a:pt x="745948" y="11482"/>
                  </a:lnTo>
                  <a:lnTo>
                    <a:pt x="663065" y="19190"/>
                  </a:lnTo>
                  <a:lnTo>
                    <a:pt x="580182" y="28749"/>
                  </a:lnTo>
                  <a:lnTo>
                    <a:pt x="497299" y="40107"/>
                  </a:lnTo>
                  <a:lnTo>
                    <a:pt x="414416" y="53218"/>
                  </a:lnTo>
                  <a:lnTo>
                    <a:pt x="331532" y="68039"/>
                  </a:lnTo>
                  <a:lnTo>
                    <a:pt x="248649" y="84530"/>
                  </a:lnTo>
                  <a:lnTo>
                    <a:pt x="165766" y="102654"/>
                  </a:lnTo>
                  <a:lnTo>
                    <a:pt x="82883" y="122379"/>
                  </a:lnTo>
                  <a:lnTo>
                    <a:pt x="0" y="143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217434"/>
              <a:ext cx="6015395" cy="753201"/>
            </a:xfrm>
            <a:custGeom>
              <a:avLst/>
              <a:pathLst>
                <a:path w="6015395" h="753201">
                  <a:moveTo>
                    <a:pt x="0" y="0"/>
                  </a:moveTo>
                  <a:lnTo>
                    <a:pt x="82883" y="19064"/>
                  </a:lnTo>
                  <a:lnTo>
                    <a:pt x="165766" y="38041"/>
                  </a:lnTo>
                  <a:lnTo>
                    <a:pt x="248649" y="56932"/>
                  </a:lnTo>
                  <a:lnTo>
                    <a:pt x="331532" y="75742"/>
                  </a:lnTo>
                  <a:lnTo>
                    <a:pt x="414416" y="94473"/>
                  </a:lnTo>
                  <a:lnTo>
                    <a:pt x="497299" y="113128"/>
                  </a:lnTo>
                  <a:lnTo>
                    <a:pt x="580182" y="131710"/>
                  </a:lnTo>
                  <a:lnTo>
                    <a:pt x="663065" y="150222"/>
                  </a:lnTo>
                  <a:lnTo>
                    <a:pt x="745948" y="168667"/>
                  </a:lnTo>
                  <a:lnTo>
                    <a:pt x="828832" y="187049"/>
                  </a:lnTo>
                  <a:lnTo>
                    <a:pt x="911715" y="205370"/>
                  </a:lnTo>
                  <a:lnTo>
                    <a:pt x="994598" y="223633"/>
                  </a:lnTo>
                  <a:lnTo>
                    <a:pt x="1077481" y="241841"/>
                  </a:lnTo>
                  <a:lnTo>
                    <a:pt x="1160364" y="259998"/>
                  </a:lnTo>
                  <a:lnTo>
                    <a:pt x="1243248" y="278107"/>
                  </a:lnTo>
                  <a:lnTo>
                    <a:pt x="1326131" y="296170"/>
                  </a:lnTo>
                  <a:lnTo>
                    <a:pt x="1409014" y="314190"/>
                  </a:lnTo>
                  <a:lnTo>
                    <a:pt x="1491897" y="332171"/>
                  </a:lnTo>
                  <a:lnTo>
                    <a:pt x="1574780" y="350115"/>
                  </a:lnTo>
                  <a:lnTo>
                    <a:pt x="1657664" y="368026"/>
                  </a:lnTo>
                  <a:lnTo>
                    <a:pt x="1740547" y="385907"/>
                  </a:lnTo>
                  <a:lnTo>
                    <a:pt x="1823430" y="403864"/>
                  </a:lnTo>
                  <a:lnTo>
                    <a:pt x="1906313" y="422075"/>
                  </a:lnTo>
                  <a:lnTo>
                    <a:pt x="1989196" y="440396"/>
                  </a:lnTo>
                  <a:lnTo>
                    <a:pt x="2072080" y="458670"/>
                  </a:lnTo>
                  <a:lnTo>
                    <a:pt x="2154963" y="476742"/>
                  </a:lnTo>
                  <a:lnTo>
                    <a:pt x="2237846" y="494452"/>
                  </a:lnTo>
                  <a:lnTo>
                    <a:pt x="2320729" y="512061"/>
                  </a:lnTo>
                  <a:lnTo>
                    <a:pt x="2403612" y="531465"/>
                  </a:lnTo>
                  <a:lnTo>
                    <a:pt x="2486496" y="551404"/>
                  </a:lnTo>
                  <a:lnTo>
                    <a:pt x="2569379" y="570070"/>
                  </a:lnTo>
                  <a:lnTo>
                    <a:pt x="2652262" y="585640"/>
                  </a:lnTo>
                  <a:lnTo>
                    <a:pt x="2735145" y="596776"/>
                  </a:lnTo>
                  <a:lnTo>
                    <a:pt x="2818028" y="604880"/>
                  </a:lnTo>
                  <a:lnTo>
                    <a:pt x="2900912" y="611967"/>
                  </a:lnTo>
                  <a:lnTo>
                    <a:pt x="2983795" y="620049"/>
                  </a:lnTo>
                  <a:lnTo>
                    <a:pt x="3066678" y="627202"/>
                  </a:lnTo>
                  <a:lnTo>
                    <a:pt x="3149561" y="631170"/>
                  </a:lnTo>
                  <a:lnTo>
                    <a:pt x="3232444" y="634359"/>
                  </a:lnTo>
                  <a:lnTo>
                    <a:pt x="3315328" y="639165"/>
                  </a:lnTo>
                  <a:lnTo>
                    <a:pt x="3398211" y="644306"/>
                  </a:lnTo>
                  <a:lnTo>
                    <a:pt x="3481094" y="648118"/>
                  </a:lnTo>
                  <a:lnTo>
                    <a:pt x="3563977" y="651205"/>
                  </a:lnTo>
                  <a:lnTo>
                    <a:pt x="3646860" y="654174"/>
                  </a:lnTo>
                  <a:lnTo>
                    <a:pt x="3729744" y="657603"/>
                  </a:lnTo>
                  <a:lnTo>
                    <a:pt x="3812627" y="660968"/>
                  </a:lnTo>
                  <a:lnTo>
                    <a:pt x="3895510" y="664017"/>
                  </a:lnTo>
                  <a:lnTo>
                    <a:pt x="3978393" y="666997"/>
                  </a:lnTo>
                  <a:lnTo>
                    <a:pt x="4061276" y="670152"/>
                  </a:lnTo>
                  <a:lnTo>
                    <a:pt x="4144160" y="673727"/>
                  </a:lnTo>
                  <a:lnTo>
                    <a:pt x="4227043" y="677968"/>
                  </a:lnTo>
                  <a:lnTo>
                    <a:pt x="4309926" y="683112"/>
                  </a:lnTo>
                  <a:lnTo>
                    <a:pt x="4392809" y="688540"/>
                  </a:lnTo>
                  <a:lnTo>
                    <a:pt x="4475692" y="693722"/>
                  </a:lnTo>
                  <a:lnTo>
                    <a:pt x="4558576" y="698665"/>
                  </a:lnTo>
                  <a:lnTo>
                    <a:pt x="4641459" y="703375"/>
                  </a:lnTo>
                  <a:lnTo>
                    <a:pt x="4724342" y="707857"/>
                  </a:lnTo>
                  <a:lnTo>
                    <a:pt x="4807225" y="712120"/>
                  </a:lnTo>
                  <a:lnTo>
                    <a:pt x="4890108" y="716168"/>
                  </a:lnTo>
                  <a:lnTo>
                    <a:pt x="4972992" y="720009"/>
                  </a:lnTo>
                  <a:lnTo>
                    <a:pt x="5055875" y="723649"/>
                  </a:lnTo>
                  <a:lnTo>
                    <a:pt x="5138758" y="727093"/>
                  </a:lnTo>
                  <a:lnTo>
                    <a:pt x="5221641" y="730349"/>
                  </a:lnTo>
                  <a:lnTo>
                    <a:pt x="5304524" y="733422"/>
                  </a:lnTo>
                  <a:lnTo>
                    <a:pt x="5387408" y="736320"/>
                  </a:lnTo>
                  <a:lnTo>
                    <a:pt x="5470291" y="739048"/>
                  </a:lnTo>
                  <a:lnTo>
                    <a:pt x="5553174" y="741613"/>
                  </a:lnTo>
                  <a:lnTo>
                    <a:pt x="5636057" y="744021"/>
                  </a:lnTo>
                  <a:lnTo>
                    <a:pt x="5718940" y="746278"/>
                  </a:lnTo>
                  <a:lnTo>
                    <a:pt x="5801824" y="748391"/>
                  </a:lnTo>
                  <a:lnTo>
                    <a:pt x="5884707" y="750366"/>
                  </a:lnTo>
                  <a:lnTo>
                    <a:pt x="5967590" y="752210"/>
                  </a:lnTo>
                  <a:lnTo>
                    <a:pt x="6015395" y="75320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3241800"/>
              <a:ext cx="6015395" cy="2084575"/>
            </a:xfrm>
            <a:custGeom>
              <a:avLst/>
              <a:pathLst>
                <a:path w="6015395" h="2084575">
                  <a:moveTo>
                    <a:pt x="0" y="0"/>
                  </a:moveTo>
                  <a:lnTo>
                    <a:pt x="82883" y="87163"/>
                  </a:lnTo>
                  <a:lnTo>
                    <a:pt x="165766" y="171697"/>
                  </a:lnTo>
                  <a:lnTo>
                    <a:pt x="248649" y="253587"/>
                  </a:lnTo>
                  <a:lnTo>
                    <a:pt x="331532" y="332815"/>
                  </a:lnTo>
                  <a:lnTo>
                    <a:pt x="414416" y="409363"/>
                  </a:lnTo>
                  <a:lnTo>
                    <a:pt x="497299" y="483207"/>
                  </a:lnTo>
                  <a:lnTo>
                    <a:pt x="580182" y="554320"/>
                  </a:lnTo>
                  <a:lnTo>
                    <a:pt x="663065" y="622672"/>
                  </a:lnTo>
                  <a:lnTo>
                    <a:pt x="745948" y="688230"/>
                  </a:lnTo>
                  <a:lnTo>
                    <a:pt x="828832" y="750957"/>
                  </a:lnTo>
                  <a:lnTo>
                    <a:pt x="911715" y="810817"/>
                  </a:lnTo>
                  <a:lnTo>
                    <a:pt x="994598" y="867773"/>
                  </a:lnTo>
                  <a:lnTo>
                    <a:pt x="1077481" y="921799"/>
                  </a:lnTo>
                  <a:lnTo>
                    <a:pt x="1160364" y="972882"/>
                  </a:lnTo>
                  <a:lnTo>
                    <a:pt x="1243248" y="1021035"/>
                  </a:lnTo>
                  <a:lnTo>
                    <a:pt x="1326131" y="1066309"/>
                  </a:lnTo>
                  <a:lnTo>
                    <a:pt x="1409014" y="1108805"/>
                  </a:lnTo>
                  <a:lnTo>
                    <a:pt x="1491897" y="1148679"/>
                  </a:lnTo>
                  <a:lnTo>
                    <a:pt x="1574780" y="1186139"/>
                  </a:lnTo>
                  <a:lnTo>
                    <a:pt x="1657664" y="1221432"/>
                  </a:lnTo>
                  <a:lnTo>
                    <a:pt x="1740547" y="1254820"/>
                  </a:lnTo>
                  <a:lnTo>
                    <a:pt x="1823430" y="1286604"/>
                  </a:lnTo>
                  <a:lnTo>
                    <a:pt x="1906313" y="1317016"/>
                  </a:lnTo>
                  <a:lnTo>
                    <a:pt x="1989196" y="1345998"/>
                  </a:lnTo>
                  <a:lnTo>
                    <a:pt x="2072080" y="1373461"/>
                  </a:lnTo>
                  <a:lnTo>
                    <a:pt x="2154963" y="1399357"/>
                  </a:lnTo>
                  <a:lnTo>
                    <a:pt x="2237846" y="1423713"/>
                  </a:lnTo>
                  <a:lnTo>
                    <a:pt x="2320729" y="1446751"/>
                  </a:lnTo>
                  <a:lnTo>
                    <a:pt x="2403612" y="1468792"/>
                  </a:lnTo>
                  <a:lnTo>
                    <a:pt x="2486496" y="1488738"/>
                  </a:lnTo>
                  <a:lnTo>
                    <a:pt x="2569379" y="1506219"/>
                  </a:lnTo>
                  <a:lnTo>
                    <a:pt x="2652262" y="1522032"/>
                  </a:lnTo>
                  <a:lnTo>
                    <a:pt x="2735145" y="1534225"/>
                  </a:lnTo>
                  <a:lnTo>
                    <a:pt x="2818028" y="1542118"/>
                  </a:lnTo>
                  <a:lnTo>
                    <a:pt x="2900912" y="1547627"/>
                  </a:lnTo>
                  <a:lnTo>
                    <a:pt x="2983795" y="1554567"/>
                  </a:lnTo>
                  <a:lnTo>
                    <a:pt x="3066678" y="1561602"/>
                  </a:lnTo>
                  <a:lnTo>
                    <a:pt x="3149561" y="1564132"/>
                  </a:lnTo>
                  <a:lnTo>
                    <a:pt x="3232444" y="1564661"/>
                  </a:lnTo>
                  <a:lnTo>
                    <a:pt x="3315328" y="1568087"/>
                  </a:lnTo>
                  <a:lnTo>
                    <a:pt x="3398211" y="1573926"/>
                  </a:lnTo>
                  <a:lnTo>
                    <a:pt x="3481094" y="1578416"/>
                  </a:lnTo>
                  <a:lnTo>
                    <a:pt x="3563977" y="1581393"/>
                  </a:lnTo>
                  <a:lnTo>
                    <a:pt x="3646860" y="1583770"/>
                  </a:lnTo>
                  <a:lnTo>
                    <a:pt x="3729744" y="1587196"/>
                  </a:lnTo>
                  <a:lnTo>
                    <a:pt x="3812627" y="1591176"/>
                  </a:lnTo>
                  <a:lnTo>
                    <a:pt x="3895510" y="1594726"/>
                  </a:lnTo>
                  <a:lnTo>
                    <a:pt x="3978393" y="1597684"/>
                  </a:lnTo>
                  <a:lnTo>
                    <a:pt x="4061276" y="1600063"/>
                  </a:lnTo>
                  <a:lnTo>
                    <a:pt x="4144160" y="1602046"/>
                  </a:lnTo>
                  <a:lnTo>
                    <a:pt x="4227043" y="1603945"/>
                  </a:lnTo>
                  <a:lnTo>
                    <a:pt x="4309926" y="1606100"/>
                  </a:lnTo>
                  <a:lnTo>
                    <a:pt x="4392809" y="1607962"/>
                  </a:lnTo>
                  <a:lnTo>
                    <a:pt x="4475692" y="1609002"/>
                  </a:lnTo>
                  <a:lnTo>
                    <a:pt x="4558576" y="1609162"/>
                  </a:lnTo>
                  <a:lnTo>
                    <a:pt x="4641459" y="1608343"/>
                  </a:lnTo>
                  <a:lnTo>
                    <a:pt x="4724342" y="1606416"/>
                  </a:lnTo>
                  <a:lnTo>
                    <a:pt x="4807225" y="1603235"/>
                  </a:lnTo>
                  <a:lnTo>
                    <a:pt x="4890108" y="1598644"/>
                  </a:lnTo>
                  <a:lnTo>
                    <a:pt x="4972992" y="1592496"/>
                  </a:lnTo>
                  <a:lnTo>
                    <a:pt x="5055875" y="1584655"/>
                  </a:lnTo>
                  <a:lnTo>
                    <a:pt x="5138758" y="1575012"/>
                  </a:lnTo>
                  <a:lnTo>
                    <a:pt x="5221641" y="1563483"/>
                  </a:lnTo>
                  <a:lnTo>
                    <a:pt x="5304524" y="1550012"/>
                  </a:lnTo>
                  <a:lnTo>
                    <a:pt x="5387408" y="1534567"/>
                  </a:lnTo>
                  <a:lnTo>
                    <a:pt x="5470291" y="1517138"/>
                  </a:lnTo>
                  <a:lnTo>
                    <a:pt x="5553174" y="1497731"/>
                  </a:lnTo>
                  <a:lnTo>
                    <a:pt x="5636057" y="1476362"/>
                  </a:lnTo>
                  <a:lnTo>
                    <a:pt x="5718940" y="1453057"/>
                  </a:lnTo>
                  <a:lnTo>
                    <a:pt x="5801824" y="1427845"/>
                  </a:lnTo>
                  <a:lnTo>
                    <a:pt x="5884707" y="1400758"/>
                  </a:lnTo>
                  <a:lnTo>
                    <a:pt x="5967590" y="1371829"/>
                  </a:lnTo>
                  <a:lnTo>
                    <a:pt x="6015395" y="1354099"/>
                  </a:lnTo>
                  <a:lnTo>
                    <a:pt x="6015395" y="2084575"/>
                  </a:lnTo>
                  <a:lnTo>
                    <a:pt x="5967590" y="2071518"/>
                  </a:lnTo>
                  <a:lnTo>
                    <a:pt x="5884707" y="2049961"/>
                  </a:lnTo>
                  <a:lnTo>
                    <a:pt x="5801824" y="2029505"/>
                  </a:lnTo>
                  <a:lnTo>
                    <a:pt x="5718940" y="2010172"/>
                  </a:lnTo>
                  <a:lnTo>
                    <a:pt x="5636057" y="1991984"/>
                  </a:lnTo>
                  <a:lnTo>
                    <a:pt x="5553174" y="1974958"/>
                  </a:lnTo>
                  <a:lnTo>
                    <a:pt x="5470291" y="1959109"/>
                  </a:lnTo>
                  <a:lnTo>
                    <a:pt x="5387408" y="1944443"/>
                  </a:lnTo>
                  <a:lnTo>
                    <a:pt x="5304524" y="1930955"/>
                  </a:lnTo>
                  <a:lnTo>
                    <a:pt x="5221641" y="1918622"/>
                  </a:lnTo>
                  <a:lnTo>
                    <a:pt x="5138758" y="1907404"/>
                  </a:lnTo>
                  <a:lnTo>
                    <a:pt x="5055875" y="1897231"/>
                  </a:lnTo>
                  <a:lnTo>
                    <a:pt x="4972992" y="1888010"/>
                  </a:lnTo>
                  <a:lnTo>
                    <a:pt x="4890108" y="1879620"/>
                  </a:lnTo>
                  <a:lnTo>
                    <a:pt x="4807225" y="1871915"/>
                  </a:lnTo>
                  <a:lnTo>
                    <a:pt x="4724342" y="1864737"/>
                  </a:lnTo>
                  <a:lnTo>
                    <a:pt x="4641459" y="1857918"/>
                  </a:lnTo>
                  <a:lnTo>
                    <a:pt x="4558576" y="1851302"/>
                  </a:lnTo>
                  <a:lnTo>
                    <a:pt x="4475692" y="1844748"/>
                  </a:lnTo>
                  <a:lnTo>
                    <a:pt x="4392809" y="1838146"/>
                  </a:lnTo>
                  <a:lnTo>
                    <a:pt x="4309926" y="1831429"/>
                  </a:lnTo>
                  <a:lnTo>
                    <a:pt x="4227043" y="1824669"/>
                  </a:lnTo>
                  <a:lnTo>
                    <a:pt x="4144160" y="1818085"/>
                  </a:lnTo>
                  <a:lnTo>
                    <a:pt x="4061276" y="1811847"/>
                  </a:lnTo>
                  <a:lnTo>
                    <a:pt x="3978393" y="1806081"/>
                  </a:lnTo>
                  <a:lnTo>
                    <a:pt x="3895510" y="1800790"/>
                  </a:lnTo>
                  <a:lnTo>
                    <a:pt x="3812627" y="1795806"/>
                  </a:lnTo>
                  <a:lnTo>
                    <a:pt x="3729744" y="1790786"/>
                  </a:lnTo>
                  <a:lnTo>
                    <a:pt x="3646860" y="1785249"/>
                  </a:lnTo>
                  <a:lnTo>
                    <a:pt x="3563977" y="1779428"/>
                  </a:lnTo>
                  <a:lnTo>
                    <a:pt x="3481094" y="1774048"/>
                  </a:lnTo>
                  <a:lnTo>
                    <a:pt x="3398211" y="1769060"/>
                  </a:lnTo>
                  <a:lnTo>
                    <a:pt x="3315328" y="1763340"/>
                  </a:lnTo>
                  <a:lnTo>
                    <a:pt x="3232444" y="1757666"/>
                  </a:lnTo>
                  <a:lnTo>
                    <a:pt x="3149561" y="1754339"/>
                  </a:lnTo>
                  <a:lnTo>
                    <a:pt x="3066678" y="1751620"/>
                  </a:lnTo>
                  <a:lnTo>
                    <a:pt x="2983795" y="1745347"/>
                  </a:lnTo>
                  <a:lnTo>
                    <a:pt x="2900912" y="1736899"/>
                  </a:lnTo>
                  <a:lnTo>
                    <a:pt x="2818028" y="1730107"/>
                  </a:lnTo>
                  <a:lnTo>
                    <a:pt x="2735145" y="1723321"/>
                  </a:lnTo>
                  <a:lnTo>
                    <a:pt x="2652262" y="1712990"/>
                  </a:lnTo>
                  <a:lnTo>
                    <a:pt x="2569379" y="1696881"/>
                  </a:lnTo>
                  <a:lnTo>
                    <a:pt x="2486496" y="1678944"/>
                  </a:lnTo>
                  <a:lnTo>
                    <a:pt x="2403612" y="1660281"/>
                  </a:lnTo>
                  <a:lnTo>
                    <a:pt x="2320729" y="1640582"/>
                  </a:lnTo>
                  <a:lnTo>
                    <a:pt x="2237846" y="1618860"/>
                  </a:lnTo>
                  <a:lnTo>
                    <a:pt x="2154963" y="1595816"/>
                  </a:lnTo>
                  <a:lnTo>
                    <a:pt x="2072080" y="1571859"/>
                  </a:lnTo>
                  <a:lnTo>
                    <a:pt x="1989196" y="1547159"/>
                  </a:lnTo>
                  <a:lnTo>
                    <a:pt x="1906313" y="1521813"/>
                  </a:lnTo>
                  <a:lnTo>
                    <a:pt x="1823430" y="1495875"/>
                  </a:lnTo>
                  <a:lnTo>
                    <a:pt x="1740547" y="1469436"/>
                  </a:lnTo>
                  <a:lnTo>
                    <a:pt x="1657664" y="1442921"/>
                  </a:lnTo>
                  <a:lnTo>
                    <a:pt x="1574780" y="1416665"/>
                  </a:lnTo>
                  <a:lnTo>
                    <a:pt x="1491897" y="1390904"/>
                  </a:lnTo>
                  <a:lnTo>
                    <a:pt x="1409014" y="1365862"/>
                  </a:lnTo>
                  <a:lnTo>
                    <a:pt x="1326131" y="1341724"/>
                  </a:lnTo>
                  <a:lnTo>
                    <a:pt x="1243248" y="1318622"/>
                  </a:lnTo>
                  <a:lnTo>
                    <a:pt x="1160364" y="1296632"/>
                  </a:lnTo>
                  <a:lnTo>
                    <a:pt x="1077481" y="1275782"/>
                  </a:lnTo>
                  <a:lnTo>
                    <a:pt x="994598" y="1256062"/>
                  </a:lnTo>
                  <a:lnTo>
                    <a:pt x="911715" y="1237436"/>
                  </a:lnTo>
                  <a:lnTo>
                    <a:pt x="828832" y="1219852"/>
                  </a:lnTo>
                  <a:lnTo>
                    <a:pt x="745948" y="1203252"/>
                  </a:lnTo>
                  <a:lnTo>
                    <a:pt x="663065" y="1187574"/>
                  </a:lnTo>
                  <a:lnTo>
                    <a:pt x="580182" y="1172759"/>
                  </a:lnTo>
                  <a:lnTo>
                    <a:pt x="497299" y="1158749"/>
                  </a:lnTo>
                  <a:lnTo>
                    <a:pt x="414416" y="1145491"/>
                  </a:lnTo>
                  <a:lnTo>
                    <a:pt x="331532" y="1132934"/>
                  </a:lnTo>
                  <a:lnTo>
                    <a:pt x="248649" y="1121031"/>
                  </a:lnTo>
                  <a:lnTo>
                    <a:pt x="165766" y="1109740"/>
                  </a:lnTo>
                  <a:lnTo>
                    <a:pt x="82883" y="1099019"/>
                  </a:lnTo>
                  <a:lnTo>
                    <a:pt x="0" y="10888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3241800"/>
              <a:ext cx="6015395" cy="1609162"/>
            </a:xfrm>
            <a:custGeom>
              <a:avLst/>
              <a:pathLst>
                <a:path w="6015395" h="1609162">
                  <a:moveTo>
                    <a:pt x="0" y="0"/>
                  </a:moveTo>
                  <a:lnTo>
                    <a:pt x="82883" y="87163"/>
                  </a:lnTo>
                  <a:lnTo>
                    <a:pt x="165766" y="171697"/>
                  </a:lnTo>
                  <a:lnTo>
                    <a:pt x="248649" y="253587"/>
                  </a:lnTo>
                  <a:lnTo>
                    <a:pt x="331532" y="332815"/>
                  </a:lnTo>
                  <a:lnTo>
                    <a:pt x="414416" y="409363"/>
                  </a:lnTo>
                  <a:lnTo>
                    <a:pt x="497299" y="483207"/>
                  </a:lnTo>
                  <a:lnTo>
                    <a:pt x="580182" y="554320"/>
                  </a:lnTo>
                  <a:lnTo>
                    <a:pt x="663065" y="622672"/>
                  </a:lnTo>
                  <a:lnTo>
                    <a:pt x="745948" y="688230"/>
                  </a:lnTo>
                  <a:lnTo>
                    <a:pt x="828832" y="750957"/>
                  </a:lnTo>
                  <a:lnTo>
                    <a:pt x="911715" y="810817"/>
                  </a:lnTo>
                  <a:lnTo>
                    <a:pt x="994598" y="867773"/>
                  </a:lnTo>
                  <a:lnTo>
                    <a:pt x="1077481" y="921799"/>
                  </a:lnTo>
                  <a:lnTo>
                    <a:pt x="1160364" y="972882"/>
                  </a:lnTo>
                  <a:lnTo>
                    <a:pt x="1243248" y="1021035"/>
                  </a:lnTo>
                  <a:lnTo>
                    <a:pt x="1326131" y="1066309"/>
                  </a:lnTo>
                  <a:lnTo>
                    <a:pt x="1409014" y="1108805"/>
                  </a:lnTo>
                  <a:lnTo>
                    <a:pt x="1491897" y="1148679"/>
                  </a:lnTo>
                  <a:lnTo>
                    <a:pt x="1574780" y="1186139"/>
                  </a:lnTo>
                  <a:lnTo>
                    <a:pt x="1657664" y="1221432"/>
                  </a:lnTo>
                  <a:lnTo>
                    <a:pt x="1740547" y="1254820"/>
                  </a:lnTo>
                  <a:lnTo>
                    <a:pt x="1823430" y="1286604"/>
                  </a:lnTo>
                  <a:lnTo>
                    <a:pt x="1906313" y="1317016"/>
                  </a:lnTo>
                  <a:lnTo>
                    <a:pt x="1989196" y="1345998"/>
                  </a:lnTo>
                  <a:lnTo>
                    <a:pt x="2072080" y="1373461"/>
                  </a:lnTo>
                  <a:lnTo>
                    <a:pt x="2154963" y="1399357"/>
                  </a:lnTo>
                  <a:lnTo>
                    <a:pt x="2237846" y="1423713"/>
                  </a:lnTo>
                  <a:lnTo>
                    <a:pt x="2320729" y="1446751"/>
                  </a:lnTo>
                  <a:lnTo>
                    <a:pt x="2403612" y="1468792"/>
                  </a:lnTo>
                  <a:lnTo>
                    <a:pt x="2486496" y="1488738"/>
                  </a:lnTo>
                  <a:lnTo>
                    <a:pt x="2569379" y="1506219"/>
                  </a:lnTo>
                  <a:lnTo>
                    <a:pt x="2652262" y="1522032"/>
                  </a:lnTo>
                  <a:lnTo>
                    <a:pt x="2735145" y="1534225"/>
                  </a:lnTo>
                  <a:lnTo>
                    <a:pt x="2818028" y="1542118"/>
                  </a:lnTo>
                  <a:lnTo>
                    <a:pt x="2900912" y="1547627"/>
                  </a:lnTo>
                  <a:lnTo>
                    <a:pt x="2983795" y="1554567"/>
                  </a:lnTo>
                  <a:lnTo>
                    <a:pt x="3066678" y="1561602"/>
                  </a:lnTo>
                  <a:lnTo>
                    <a:pt x="3149561" y="1564132"/>
                  </a:lnTo>
                  <a:lnTo>
                    <a:pt x="3232444" y="1564661"/>
                  </a:lnTo>
                  <a:lnTo>
                    <a:pt x="3315328" y="1568087"/>
                  </a:lnTo>
                  <a:lnTo>
                    <a:pt x="3398211" y="1573926"/>
                  </a:lnTo>
                  <a:lnTo>
                    <a:pt x="3481094" y="1578416"/>
                  </a:lnTo>
                  <a:lnTo>
                    <a:pt x="3563977" y="1581393"/>
                  </a:lnTo>
                  <a:lnTo>
                    <a:pt x="3646860" y="1583770"/>
                  </a:lnTo>
                  <a:lnTo>
                    <a:pt x="3729744" y="1587196"/>
                  </a:lnTo>
                  <a:lnTo>
                    <a:pt x="3812627" y="1591176"/>
                  </a:lnTo>
                  <a:lnTo>
                    <a:pt x="3895510" y="1594726"/>
                  </a:lnTo>
                  <a:lnTo>
                    <a:pt x="3978393" y="1597684"/>
                  </a:lnTo>
                  <a:lnTo>
                    <a:pt x="4061276" y="1600063"/>
                  </a:lnTo>
                  <a:lnTo>
                    <a:pt x="4144160" y="1602046"/>
                  </a:lnTo>
                  <a:lnTo>
                    <a:pt x="4227043" y="1603945"/>
                  </a:lnTo>
                  <a:lnTo>
                    <a:pt x="4309926" y="1606100"/>
                  </a:lnTo>
                  <a:lnTo>
                    <a:pt x="4392809" y="1607962"/>
                  </a:lnTo>
                  <a:lnTo>
                    <a:pt x="4475692" y="1609002"/>
                  </a:lnTo>
                  <a:lnTo>
                    <a:pt x="4558576" y="1609162"/>
                  </a:lnTo>
                  <a:lnTo>
                    <a:pt x="4641459" y="1608343"/>
                  </a:lnTo>
                  <a:lnTo>
                    <a:pt x="4724342" y="1606416"/>
                  </a:lnTo>
                  <a:lnTo>
                    <a:pt x="4807225" y="1603235"/>
                  </a:lnTo>
                  <a:lnTo>
                    <a:pt x="4890108" y="1598644"/>
                  </a:lnTo>
                  <a:lnTo>
                    <a:pt x="4972992" y="1592496"/>
                  </a:lnTo>
                  <a:lnTo>
                    <a:pt x="5055875" y="1584655"/>
                  </a:lnTo>
                  <a:lnTo>
                    <a:pt x="5138758" y="1575012"/>
                  </a:lnTo>
                  <a:lnTo>
                    <a:pt x="5221641" y="1563483"/>
                  </a:lnTo>
                  <a:lnTo>
                    <a:pt x="5304524" y="1550012"/>
                  </a:lnTo>
                  <a:lnTo>
                    <a:pt x="5387408" y="1534567"/>
                  </a:lnTo>
                  <a:lnTo>
                    <a:pt x="5470291" y="1517138"/>
                  </a:lnTo>
                  <a:lnTo>
                    <a:pt x="5553174" y="1497731"/>
                  </a:lnTo>
                  <a:lnTo>
                    <a:pt x="5636057" y="1476362"/>
                  </a:lnTo>
                  <a:lnTo>
                    <a:pt x="5718940" y="1453057"/>
                  </a:lnTo>
                  <a:lnTo>
                    <a:pt x="5801824" y="1427845"/>
                  </a:lnTo>
                  <a:lnTo>
                    <a:pt x="5884707" y="1400758"/>
                  </a:lnTo>
                  <a:lnTo>
                    <a:pt x="5967590" y="1371829"/>
                  </a:lnTo>
                  <a:lnTo>
                    <a:pt x="6015395" y="1354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4330630"/>
              <a:ext cx="6015395" cy="995744"/>
            </a:xfrm>
            <a:custGeom>
              <a:avLst/>
              <a:pathLst>
                <a:path w="6015395" h="995744">
                  <a:moveTo>
                    <a:pt x="6015395" y="995744"/>
                  </a:moveTo>
                  <a:lnTo>
                    <a:pt x="5967590" y="982687"/>
                  </a:lnTo>
                  <a:lnTo>
                    <a:pt x="5884707" y="961130"/>
                  </a:lnTo>
                  <a:lnTo>
                    <a:pt x="5801824" y="940674"/>
                  </a:lnTo>
                  <a:lnTo>
                    <a:pt x="5718940" y="921341"/>
                  </a:lnTo>
                  <a:lnTo>
                    <a:pt x="5636057" y="903153"/>
                  </a:lnTo>
                  <a:lnTo>
                    <a:pt x="5553174" y="886127"/>
                  </a:lnTo>
                  <a:lnTo>
                    <a:pt x="5470291" y="870278"/>
                  </a:lnTo>
                  <a:lnTo>
                    <a:pt x="5387408" y="855613"/>
                  </a:lnTo>
                  <a:lnTo>
                    <a:pt x="5304524" y="842124"/>
                  </a:lnTo>
                  <a:lnTo>
                    <a:pt x="5221641" y="829792"/>
                  </a:lnTo>
                  <a:lnTo>
                    <a:pt x="5138758" y="818573"/>
                  </a:lnTo>
                  <a:lnTo>
                    <a:pt x="5055875" y="808400"/>
                  </a:lnTo>
                  <a:lnTo>
                    <a:pt x="4972992" y="799180"/>
                  </a:lnTo>
                  <a:lnTo>
                    <a:pt x="4890108" y="790789"/>
                  </a:lnTo>
                  <a:lnTo>
                    <a:pt x="4807225" y="783085"/>
                  </a:lnTo>
                  <a:lnTo>
                    <a:pt x="4724342" y="775906"/>
                  </a:lnTo>
                  <a:lnTo>
                    <a:pt x="4641459" y="769088"/>
                  </a:lnTo>
                  <a:lnTo>
                    <a:pt x="4558576" y="762471"/>
                  </a:lnTo>
                  <a:lnTo>
                    <a:pt x="4475692" y="755917"/>
                  </a:lnTo>
                  <a:lnTo>
                    <a:pt x="4392809" y="749315"/>
                  </a:lnTo>
                  <a:lnTo>
                    <a:pt x="4309926" y="742598"/>
                  </a:lnTo>
                  <a:lnTo>
                    <a:pt x="4227043" y="735838"/>
                  </a:lnTo>
                  <a:lnTo>
                    <a:pt x="4144160" y="729254"/>
                  </a:lnTo>
                  <a:lnTo>
                    <a:pt x="4061276" y="723016"/>
                  </a:lnTo>
                  <a:lnTo>
                    <a:pt x="3978393" y="717250"/>
                  </a:lnTo>
                  <a:lnTo>
                    <a:pt x="3895510" y="711960"/>
                  </a:lnTo>
                  <a:lnTo>
                    <a:pt x="3812627" y="706976"/>
                  </a:lnTo>
                  <a:lnTo>
                    <a:pt x="3729744" y="701955"/>
                  </a:lnTo>
                  <a:lnTo>
                    <a:pt x="3646860" y="696419"/>
                  </a:lnTo>
                  <a:lnTo>
                    <a:pt x="3563977" y="690598"/>
                  </a:lnTo>
                  <a:lnTo>
                    <a:pt x="3481094" y="685218"/>
                  </a:lnTo>
                  <a:lnTo>
                    <a:pt x="3398211" y="680230"/>
                  </a:lnTo>
                  <a:lnTo>
                    <a:pt x="3315328" y="674509"/>
                  </a:lnTo>
                  <a:lnTo>
                    <a:pt x="3232444" y="668836"/>
                  </a:lnTo>
                  <a:lnTo>
                    <a:pt x="3149561" y="665509"/>
                  </a:lnTo>
                  <a:lnTo>
                    <a:pt x="3066678" y="662789"/>
                  </a:lnTo>
                  <a:lnTo>
                    <a:pt x="2983795" y="656517"/>
                  </a:lnTo>
                  <a:lnTo>
                    <a:pt x="2900912" y="648068"/>
                  </a:lnTo>
                  <a:lnTo>
                    <a:pt x="2818028" y="641277"/>
                  </a:lnTo>
                  <a:lnTo>
                    <a:pt x="2735145" y="634490"/>
                  </a:lnTo>
                  <a:lnTo>
                    <a:pt x="2652262" y="624159"/>
                  </a:lnTo>
                  <a:lnTo>
                    <a:pt x="2569379" y="608050"/>
                  </a:lnTo>
                  <a:lnTo>
                    <a:pt x="2486496" y="590113"/>
                  </a:lnTo>
                  <a:lnTo>
                    <a:pt x="2403612" y="571451"/>
                  </a:lnTo>
                  <a:lnTo>
                    <a:pt x="2320729" y="551751"/>
                  </a:lnTo>
                  <a:lnTo>
                    <a:pt x="2237846" y="530029"/>
                  </a:lnTo>
                  <a:lnTo>
                    <a:pt x="2154963" y="506985"/>
                  </a:lnTo>
                  <a:lnTo>
                    <a:pt x="2072080" y="483028"/>
                  </a:lnTo>
                  <a:lnTo>
                    <a:pt x="1989196" y="458329"/>
                  </a:lnTo>
                  <a:lnTo>
                    <a:pt x="1906313" y="432983"/>
                  </a:lnTo>
                  <a:lnTo>
                    <a:pt x="1823430" y="407045"/>
                  </a:lnTo>
                  <a:lnTo>
                    <a:pt x="1740547" y="380605"/>
                  </a:lnTo>
                  <a:lnTo>
                    <a:pt x="1657664" y="354091"/>
                  </a:lnTo>
                  <a:lnTo>
                    <a:pt x="1574780" y="327834"/>
                  </a:lnTo>
                  <a:lnTo>
                    <a:pt x="1491897" y="302073"/>
                  </a:lnTo>
                  <a:lnTo>
                    <a:pt x="1409014" y="277031"/>
                  </a:lnTo>
                  <a:lnTo>
                    <a:pt x="1326131" y="252893"/>
                  </a:lnTo>
                  <a:lnTo>
                    <a:pt x="1243248" y="229791"/>
                  </a:lnTo>
                  <a:lnTo>
                    <a:pt x="1160364" y="207801"/>
                  </a:lnTo>
                  <a:lnTo>
                    <a:pt x="1077481" y="186952"/>
                  </a:lnTo>
                  <a:lnTo>
                    <a:pt x="994598" y="167232"/>
                  </a:lnTo>
                  <a:lnTo>
                    <a:pt x="911715" y="148606"/>
                  </a:lnTo>
                  <a:lnTo>
                    <a:pt x="828832" y="131022"/>
                  </a:lnTo>
                  <a:lnTo>
                    <a:pt x="745948" y="114421"/>
                  </a:lnTo>
                  <a:lnTo>
                    <a:pt x="663065" y="98743"/>
                  </a:lnTo>
                  <a:lnTo>
                    <a:pt x="580182" y="83928"/>
                  </a:lnTo>
                  <a:lnTo>
                    <a:pt x="497299" y="69918"/>
                  </a:lnTo>
                  <a:lnTo>
                    <a:pt x="414416" y="56660"/>
                  </a:lnTo>
                  <a:lnTo>
                    <a:pt x="331532" y="44103"/>
                  </a:lnTo>
                  <a:lnTo>
                    <a:pt x="248649" y="32200"/>
                  </a:lnTo>
                  <a:lnTo>
                    <a:pt x="165766" y="20909"/>
                  </a:lnTo>
                  <a:lnTo>
                    <a:pt x="82883" y="101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3786215"/>
              <a:ext cx="6015395" cy="1196792"/>
            </a:xfrm>
            <a:custGeom>
              <a:avLst/>
              <a:pathLst>
                <a:path w="6015395" h="1196792">
                  <a:moveTo>
                    <a:pt x="0" y="0"/>
                  </a:moveTo>
                  <a:lnTo>
                    <a:pt x="82883" y="48676"/>
                  </a:lnTo>
                  <a:lnTo>
                    <a:pt x="165766" y="96303"/>
                  </a:lnTo>
                  <a:lnTo>
                    <a:pt x="248649" y="142894"/>
                  </a:lnTo>
                  <a:lnTo>
                    <a:pt x="331532" y="188459"/>
                  </a:lnTo>
                  <a:lnTo>
                    <a:pt x="414416" y="233011"/>
                  </a:lnTo>
                  <a:lnTo>
                    <a:pt x="497299" y="276562"/>
                  </a:lnTo>
                  <a:lnTo>
                    <a:pt x="580182" y="319124"/>
                  </a:lnTo>
                  <a:lnTo>
                    <a:pt x="663065" y="360708"/>
                  </a:lnTo>
                  <a:lnTo>
                    <a:pt x="745948" y="401325"/>
                  </a:lnTo>
                  <a:lnTo>
                    <a:pt x="828832" y="440989"/>
                  </a:lnTo>
                  <a:lnTo>
                    <a:pt x="911715" y="479711"/>
                  </a:lnTo>
                  <a:lnTo>
                    <a:pt x="994598" y="517502"/>
                  </a:lnTo>
                  <a:lnTo>
                    <a:pt x="1077481" y="554375"/>
                  </a:lnTo>
                  <a:lnTo>
                    <a:pt x="1160364" y="590341"/>
                  </a:lnTo>
                  <a:lnTo>
                    <a:pt x="1243248" y="625413"/>
                  </a:lnTo>
                  <a:lnTo>
                    <a:pt x="1326131" y="659601"/>
                  </a:lnTo>
                  <a:lnTo>
                    <a:pt x="1409014" y="692918"/>
                  </a:lnTo>
                  <a:lnTo>
                    <a:pt x="1491897" y="725376"/>
                  </a:lnTo>
                  <a:lnTo>
                    <a:pt x="1574780" y="756987"/>
                  </a:lnTo>
                  <a:lnTo>
                    <a:pt x="1657664" y="787761"/>
                  </a:lnTo>
                  <a:lnTo>
                    <a:pt x="1740547" y="817712"/>
                  </a:lnTo>
                  <a:lnTo>
                    <a:pt x="1823430" y="846824"/>
                  </a:lnTo>
                  <a:lnTo>
                    <a:pt x="1906313" y="874999"/>
                  </a:lnTo>
                  <a:lnTo>
                    <a:pt x="1989196" y="902164"/>
                  </a:lnTo>
                  <a:lnTo>
                    <a:pt x="2072080" y="928245"/>
                  </a:lnTo>
                  <a:lnTo>
                    <a:pt x="2154963" y="953171"/>
                  </a:lnTo>
                  <a:lnTo>
                    <a:pt x="2237846" y="976871"/>
                  </a:lnTo>
                  <a:lnTo>
                    <a:pt x="2320729" y="999251"/>
                  </a:lnTo>
                  <a:lnTo>
                    <a:pt x="2403612" y="1020121"/>
                  </a:lnTo>
                  <a:lnTo>
                    <a:pt x="2486496" y="1039426"/>
                  </a:lnTo>
                  <a:lnTo>
                    <a:pt x="2569379" y="1057135"/>
                  </a:lnTo>
                  <a:lnTo>
                    <a:pt x="2652262" y="1073096"/>
                  </a:lnTo>
                  <a:lnTo>
                    <a:pt x="2735145" y="1084358"/>
                  </a:lnTo>
                  <a:lnTo>
                    <a:pt x="2818028" y="1091697"/>
                  </a:lnTo>
                  <a:lnTo>
                    <a:pt x="2900912" y="1097848"/>
                  </a:lnTo>
                  <a:lnTo>
                    <a:pt x="2983795" y="1105542"/>
                  </a:lnTo>
                  <a:lnTo>
                    <a:pt x="3066678" y="1112195"/>
                  </a:lnTo>
                  <a:lnTo>
                    <a:pt x="3149561" y="1114820"/>
                  </a:lnTo>
                  <a:lnTo>
                    <a:pt x="3232444" y="1116748"/>
                  </a:lnTo>
                  <a:lnTo>
                    <a:pt x="3315328" y="1121298"/>
                  </a:lnTo>
                  <a:lnTo>
                    <a:pt x="3398211" y="1127078"/>
                  </a:lnTo>
                  <a:lnTo>
                    <a:pt x="3481094" y="1131817"/>
                  </a:lnTo>
                  <a:lnTo>
                    <a:pt x="3563977" y="1135995"/>
                  </a:lnTo>
                  <a:lnTo>
                    <a:pt x="3646860" y="1140095"/>
                  </a:lnTo>
                  <a:lnTo>
                    <a:pt x="3729744" y="1144576"/>
                  </a:lnTo>
                  <a:lnTo>
                    <a:pt x="3812627" y="1149076"/>
                  </a:lnTo>
                  <a:lnTo>
                    <a:pt x="3895510" y="1153343"/>
                  </a:lnTo>
                  <a:lnTo>
                    <a:pt x="3978393" y="1157467"/>
                  </a:lnTo>
                  <a:lnTo>
                    <a:pt x="4061276" y="1161539"/>
                  </a:lnTo>
                  <a:lnTo>
                    <a:pt x="4144160" y="1165650"/>
                  </a:lnTo>
                  <a:lnTo>
                    <a:pt x="4227043" y="1169891"/>
                  </a:lnTo>
                  <a:lnTo>
                    <a:pt x="4309926" y="1174349"/>
                  </a:lnTo>
                  <a:lnTo>
                    <a:pt x="4392809" y="1178639"/>
                  </a:lnTo>
                  <a:lnTo>
                    <a:pt x="4475692" y="1182460"/>
                  </a:lnTo>
                  <a:lnTo>
                    <a:pt x="4558576" y="1185816"/>
                  </a:lnTo>
                  <a:lnTo>
                    <a:pt x="4641459" y="1188715"/>
                  </a:lnTo>
                  <a:lnTo>
                    <a:pt x="4724342" y="1191161"/>
                  </a:lnTo>
                  <a:lnTo>
                    <a:pt x="4807225" y="1193160"/>
                  </a:lnTo>
                  <a:lnTo>
                    <a:pt x="4890108" y="1194717"/>
                  </a:lnTo>
                  <a:lnTo>
                    <a:pt x="4972992" y="1195838"/>
                  </a:lnTo>
                  <a:lnTo>
                    <a:pt x="5055875" y="1196528"/>
                  </a:lnTo>
                  <a:lnTo>
                    <a:pt x="5138758" y="1196792"/>
                  </a:lnTo>
                  <a:lnTo>
                    <a:pt x="5221641" y="1196637"/>
                  </a:lnTo>
                  <a:lnTo>
                    <a:pt x="5304524" y="1196068"/>
                  </a:lnTo>
                  <a:lnTo>
                    <a:pt x="5387408" y="1195090"/>
                  </a:lnTo>
                  <a:lnTo>
                    <a:pt x="5470291" y="1193708"/>
                  </a:lnTo>
                  <a:lnTo>
                    <a:pt x="5553174" y="1191929"/>
                  </a:lnTo>
                  <a:lnTo>
                    <a:pt x="5636057" y="1189758"/>
                  </a:lnTo>
                  <a:lnTo>
                    <a:pt x="5718940" y="1187199"/>
                  </a:lnTo>
                  <a:lnTo>
                    <a:pt x="5801824" y="1184260"/>
                  </a:lnTo>
                  <a:lnTo>
                    <a:pt x="5884707" y="1180944"/>
                  </a:lnTo>
                  <a:lnTo>
                    <a:pt x="5967590" y="1177258"/>
                  </a:lnTo>
                  <a:lnTo>
                    <a:pt x="6015395" y="117492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3437722"/>
              <a:ext cx="6015395" cy="1940737"/>
            </a:xfrm>
            <a:custGeom>
              <a:avLst/>
              <a:pathLst>
                <a:path w="6015395" h="1940737">
                  <a:moveTo>
                    <a:pt x="0" y="0"/>
                  </a:moveTo>
                  <a:lnTo>
                    <a:pt x="82883" y="81860"/>
                  </a:lnTo>
                  <a:lnTo>
                    <a:pt x="165766" y="161233"/>
                  </a:lnTo>
                  <a:lnTo>
                    <a:pt x="248649" y="238097"/>
                  </a:lnTo>
                  <a:lnTo>
                    <a:pt x="331532" y="312431"/>
                  </a:lnTo>
                  <a:lnTo>
                    <a:pt x="414416" y="384211"/>
                  </a:lnTo>
                  <a:lnTo>
                    <a:pt x="497299" y="453409"/>
                  </a:lnTo>
                  <a:lnTo>
                    <a:pt x="580182" y="519996"/>
                  </a:lnTo>
                  <a:lnTo>
                    <a:pt x="663065" y="583936"/>
                  </a:lnTo>
                  <a:lnTo>
                    <a:pt x="745948" y="645194"/>
                  </a:lnTo>
                  <a:lnTo>
                    <a:pt x="828832" y="703730"/>
                  </a:lnTo>
                  <a:lnTo>
                    <a:pt x="911715" y="759504"/>
                  </a:lnTo>
                  <a:lnTo>
                    <a:pt x="994598" y="812477"/>
                  </a:lnTo>
                  <a:lnTo>
                    <a:pt x="1077481" y="862618"/>
                  </a:lnTo>
                  <a:lnTo>
                    <a:pt x="1160364" y="909910"/>
                  </a:lnTo>
                  <a:lnTo>
                    <a:pt x="1243248" y="954358"/>
                  </a:lnTo>
                  <a:lnTo>
                    <a:pt x="1326131" y="996002"/>
                  </a:lnTo>
                  <a:lnTo>
                    <a:pt x="1409014" y="1034927"/>
                  </a:lnTo>
                  <a:lnTo>
                    <a:pt x="1491897" y="1071269"/>
                  </a:lnTo>
                  <a:lnTo>
                    <a:pt x="1574780" y="1105210"/>
                  </a:lnTo>
                  <a:lnTo>
                    <a:pt x="1657664" y="1136969"/>
                  </a:lnTo>
                  <a:lnTo>
                    <a:pt x="1740547" y="1166777"/>
                  </a:lnTo>
                  <a:lnTo>
                    <a:pt x="1823430" y="1194914"/>
                  </a:lnTo>
                  <a:lnTo>
                    <a:pt x="1906313" y="1221639"/>
                  </a:lnTo>
                  <a:lnTo>
                    <a:pt x="1989196" y="1246952"/>
                  </a:lnTo>
                  <a:lnTo>
                    <a:pt x="2072080" y="1270827"/>
                  </a:lnTo>
                  <a:lnTo>
                    <a:pt x="2154963" y="1293271"/>
                  </a:lnTo>
                  <a:lnTo>
                    <a:pt x="2237846" y="1314362"/>
                  </a:lnTo>
                  <a:lnTo>
                    <a:pt x="2320729" y="1334469"/>
                  </a:lnTo>
                  <a:lnTo>
                    <a:pt x="2403612" y="1354455"/>
                  </a:lnTo>
                  <a:lnTo>
                    <a:pt x="2486496" y="1372961"/>
                  </a:lnTo>
                  <a:lnTo>
                    <a:pt x="2569379" y="1389138"/>
                  </a:lnTo>
                  <a:lnTo>
                    <a:pt x="2652262" y="1403214"/>
                  </a:lnTo>
                  <a:lnTo>
                    <a:pt x="2735145" y="1413587"/>
                  </a:lnTo>
                  <a:lnTo>
                    <a:pt x="2818028" y="1419878"/>
                  </a:lnTo>
                  <a:lnTo>
                    <a:pt x="2900912" y="1423873"/>
                  </a:lnTo>
                  <a:lnTo>
                    <a:pt x="2983795" y="1429080"/>
                  </a:lnTo>
                  <a:lnTo>
                    <a:pt x="3066678" y="1434510"/>
                  </a:lnTo>
                  <a:lnTo>
                    <a:pt x="3149561" y="1436065"/>
                  </a:lnTo>
                  <a:lnTo>
                    <a:pt x="3232444" y="1435806"/>
                  </a:lnTo>
                  <a:lnTo>
                    <a:pt x="3315328" y="1437969"/>
                  </a:lnTo>
                  <a:lnTo>
                    <a:pt x="3398211" y="1441634"/>
                  </a:lnTo>
                  <a:lnTo>
                    <a:pt x="3481094" y="1443595"/>
                  </a:lnTo>
                  <a:lnTo>
                    <a:pt x="3563977" y="1444376"/>
                  </a:lnTo>
                  <a:lnTo>
                    <a:pt x="3646860" y="1445478"/>
                  </a:lnTo>
                  <a:lnTo>
                    <a:pt x="3729744" y="1449044"/>
                  </a:lnTo>
                  <a:lnTo>
                    <a:pt x="3812627" y="1454153"/>
                  </a:lnTo>
                  <a:lnTo>
                    <a:pt x="3895510" y="1459388"/>
                  </a:lnTo>
                  <a:lnTo>
                    <a:pt x="3978393" y="1464492"/>
                  </a:lnTo>
                  <a:lnTo>
                    <a:pt x="4061276" y="1469364"/>
                  </a:lnTo>
                  <a:lnTo>
                    <a:pt x="4144160" y="1474060"/>
                  </a:lnTo>
                  <a:lnTo>
                    <a:pt x="4227043" y="1478749"/>
                  </a:lnTo>
                  <a:lnTo>
                    <a:pt x="4309926" y="1483631"/>
                  </a:lnTo>
                  <a:lnTo>
                    <a:pt x="4392809" y="1488081"/>
                  </a:lnTo>
                  <a:lnTo>
                    <a:pt x="4475692" y="1491584"/>
                  </a:lnTo>
                  <a:lnTo>
                    <a:pt x="4558576" y="1494096"/>
                  </a:lnTo>
                  <a:lnTo>
                    <a:pt x="4641459" y="1495535"/>
                  </a:lnTo>
                  <a:lnTo>
                    <a:pt x="4724342" y="1495794"/>
                  </a:lnTo>
                  <a:lnTo>
                    <a:pt x="4807225" y="1494746"/>
                  </a:lnTo>
                  <a:lnTo>
                    <a:pt x="4890108" y="1492261"/>
                  </a:lnTo>
                  <a:lnTo>
                    <a:pt x="4972992" y="1488210"/>
                  </a:lnTo>
                  <a:lnTo>
                    <a:pt x="5055875" y="1482481"/>
                  </a:lnTo>
                  <a:lnTo>
                    <a:pt x="5138758" y="1474982"/>
                  </a:lnTo>
                  <a:lnTo>
                    <a:pt x="5221641" y="1465646"/>
                  </a:lnTo>
                  <a:lnTo>
                    <a:pt x="5304524" y="1454430"/>
                  </a:lnTo>
                  <a:lnTo>
                    <a:pt x="5387408" y="1441314"/>
                  </a:lnTo>
                  <a:lnTo>
                    <a:pt x="5470291" y="1426297"/>
                  </a:lnTo>
                  <a:lnTo>
                    <a:pt x="5553174" y="1409393"/>
                  </a:lnTo>
                  <a:lnTo>
                    <a:pt x="5636057" y="1390625"/>
                  </a:lnTo>
                  <a:lnTo>
                    <a:pt x="5718940" y="1370025"/>
                  </a:lnTo>
                  <a:lnTo>
                    <a:pt x="5801824" y="1347628"/>
                  </a:lnTo>
                  <a:lnTo>
                    <a:pt x="5884707" y="1323472"/>
                  </a:lnTo>
                  <a:lnTo>
                    <a:pt x="5967590" y="1297594"/>
                  </a:lnTo>
                  <a:lnTo>
                    <a:pt x="6015395" y="1281698"/>
                  </a:lnTo>
                  <a:lnTo>
                    <a:pt x="6015395" y="1940737"/>
                  </a:lnTo>
                  <a:lnTo>
                    <a:pt x="5995685" y="1940737"/>
                  </a:lnTo>
                  <a:lnTo>
                    <a:pt x="5967590" y="1933632"/>
                  </a:lnTo>
                  <a:lnTo>
                    <a:pt x="5884707" y="1913615"/>
                  </a:lnTo>
                  <a:lnTo>
                    <a:pt x="5801824" y="1894554"/>
                  </a:lnTo>
                  <a:lnTo>
                    <a:pt x="5718940" y="1876458"/>
                  </a:lnTo>
                  <a:lnTo>
                    <a:pt x="5636057" y="1859339"/>
                  </a:lnTo>
                  <a:lnTo>
                    <a:pt x="5553174" y="1843206"/>
                  </a:lnTo>
                  <a:lnTo>
                    <a:pt x="5470291" y="1828061"/>
                  </a:lnTo>
                  <a:lnTo>
                    <a:pt x="5387408" y="1813903"/>
                  </a:lnTo>
                  <a:lnTo>
                    <a:pt x="5304524" y="1800718"/>
                  </a:lnTo>
                  <a:lnTo>
                    <a:pt x="5221641" y="1788478"/>
                  </a:lnTo>
                  <a:lnTo>
                    <a:pt x="5138758" y="1777136"/>
                  </a:lnTo>
                  <a:lnTo>
                    <a:pt x="5055875" y="1766622"/>
                  </a:lnTo>
                  <a:lnTo>
                    <a:pt x="4972992" y="1756841"/>
                  </a:lnTo>
                  <a:lnTo>
                    <a:pt x="4890108" y="1747675"/>
                  </a:lnTo>
                  <a:lnTo>
                    <a:pt x="4807225" y="1738984"/>
                  </a:lnTo>
                  <a:lnTo>
                    <a:pt x="4724342" y="1730614"/>
                  </a:lnTo>
                  <a:lnTo>
                    <a:pt x="4641459" y="1722407"/>
                  </a:lnTo>
                  <a:lnTo>
                    <a:pt x="4558576" y="1714208"/>
                  </a:lnTo>
                  <a:lnTo>
                    <a:pt x="4475692" y="1705884"/>
                  </a:lnTo>
                  <a:lnTo>
                    <a:pt x="4392809" y="1697325"/>
                  </a:lnTo>
                  <a:lnTo>
                    <a:pt x="4309926" y="1688462"/>
                  </a:lnTo>
                  <a:lnTo>
                    <a:pt x="4227043" y="1679393"/>
                  </a:lnTo>
                  <a:lnTo>
                    <a:pt x="4144160" y="1670445"/>
                  </a:lnTo>
                  <a:lnTo>
                    <a:pt x="4061276" y="1661881"/>
                  </a:lnTo>
                  <a:lnTo>
                    <a:pt x="3978393" y="1653930"/>
                  </a:lnTo>
                  <a:lnTo>
                    <a:pt x="3895510" y="1646707"/>
                  </a:lnTo>
                  <a:lnTo>
                    <a:pt x="3812627" y="1640168"/>
                  </a:lnTo>
                  <a:lnTo>
                    <a:pt x="3729744" y="1634114"/>
                  </a:lnTo>
                  <a:lnTo>
                    <a:pt x="3646860" y="1628628"/>
                  </a:lnTo>
                  <a:lnTo>
                    <a:pt x="3563977" y="1624396"/>
                  </a:lnTo>
                  <a:lnTo>
                    <a:pt x="3481094" y="1621431"/>
                  </a:lnTo>
                  <a:lnTo>
                    <a:pt x="3398211" y="1619017"/>
                  </a:lnTo>
                  <a:lnTo>
                    <a:pt x="3315328" y="1615460"/>
                  </a:lnTo>
                  <a:lnTo>
                    <a:pt x="3232444" y="1611253"/>
                  </a:lnTo>
                  <a:lnTo>
                    <a:pt x="3149561" y="1608969"/>
                  </a:lnTo>
                  <a:lnTo>
                    <a:pt x="3066678" y="1607242"/>
                  </a:lnTo>
                  <a:lnTo>
                    <a:pt x="2983795" y="1602505"/>
                  </a:lnTo>
                  <a:lnTo>
                    <a:pt x="2900912" y="1595926"/>
                  </a:lnTo>
                  <a:lnTo>
                    <a:pt x="2818028" y="1590766"/>
                  </a:lnTo>
                  <a:lnTo>
                    <a:pt x="2735145" y="1585480"/>
                  </a:lnTo>
                  <a:lnTo>
                    <a:pt x="2652262" y="1576800"/>
                  </a:lnTo>
                  <a:lnTo>
                    <a:pt x="2569379" y="1562454"/>
                  </a:lnTo>
                  <a:lnTo>
                    <a:pt x="2486496" y="1545863"/>
                  </a:lnTo>
                  <a:lnTo>
                    <a:pt x="2403612" y="1528524"/>
                  </a:lnTo>
                  <a:lnTo>
                    <a:pt x="2320729" y="1510667"/>
                  </a:lnTo>
                  <a:lnTo>
                    <a:pt x="2237846" y="1491756"/>
                  </a:lnTo>
                  <a:lnTo>
                    <a:pt x="2154963" y="1471857"/>
                  </a:lnTo>
                  <a:lnTo>
                    <a:pt x="2072080" y="1451176"/>
                  </a:lnTo>
                  <a:lnTo>
                    <a:pt x="1989196" y="1429813"/>
                  </a:lnTo>
                  <a:lnTo>
                    <a:pt x="1906313" y="1407805"/>
                  </a:lnTo>
                  <a:lnTo>
                    <a:pt x="1823430" y="1385148"/>
                  </a:lnTo>
                  <a:lnTo>
                    <a:pt x="1740547" y="1361869"/>
                  </a:lnTo>
                  <a:lnTo>
                    <a:pt x="1657664" y="1338309"/>
                  </a:lnTo>
                  <a:lnTo>
                    <a:pt x="1574780" y="1314764"/>
                  </a:lnTo>
                  <a:lnTo>
                    <a:pt x="1491897" y="1291458"/>
                  </a:lnTo>
                  <a:lnTo>
                    <a:pt x="1409014" y="1268599"/>
                  </a:lnTo>
                  <a:lnTo>
                    <a:pt x="1326131" y="1246362"/>
                  </a:lnTo>
                  <a:lnTo>
                    <a:pt x="1243248" y="1224873"/>
                  </a:lnTo>
                  <a:lnTo>
                    <a:pt x="1160364" y="1204208"/>
                  </a:lnTo>
                  <a:lnTo>
                    <a:pt x="1077481" y="1184399"/>
                  </a:lnTo>
                  <a:lnTo>
                    <a:pt x="994598" y="1165443"/>
                  </a:lnTo>
                  <a:lnTo>
                    <a:pt x="911715" y="1147314"/>
                  </a:lnTo>
                  <a:lnTo>
                    <a:pt x="828832" y="1129970"/>
                  </a:lnTo>
                  <a:lnTo>
                    <a:pt x="745948" y="1113364"/>
                  </a:lnTo>
                  <a:lnTo>
                    <a:pt x="663065" y="1097449"/>
                  </a:lnTo>
                  <a:lnTo>
                    <a:pt x="580182" y="1082175"/>
                  </a:lnTo>
                  <a:lnTo>
                    <a:pt x="497299" y="1067497"/>
                  </a:lnTo>
                  <a:lnTo>
                    <a:pt x="414416" y="1053372"/>
                  </a:lnTo>
                  <a:lnTo>
                    <a:pt x="331532" y="1039762"/>
                  </a:lnTo>
                  <a:lnTo>
                    <a:pt x="248649" y="1026629"/>
                  </a:lnTo>
                  <a:lnTo>
                    <a:pt x="165766" y="1013941"/>
                  </a:lnTo>
                  <a:lnTo>
                    <a:pt x="82883" y="1001666"/>
                  </a:lnTo>
                  <a:lnTo>
                    <a:pt x="0" y="98977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3437722"/>
              <a:ext cx="6015395" cy="1495794"/>
            </a:xfrm>
            <a:custGeom>
              <a:avLst/>
              <a:pathLst>
                <a:path w="6015395" h="1495794">
                  <a:moveTo>
                    <a:pt x="0" y="0"/>
                  </a:moveTo>
                  <a:lnTo>
                    <a:pt x="82883" y="81860"/>
                  </a:lnTo>
                  <a:lnTo>
                    <a:pt x="165766" y="161233"/>
                  </a:lnTo>
                  <a:lnTo>
                    <a:pt x="248649" y="238097"/>
                  </a:lnTo>
                  <a:lnTo>
                    <a:pt x="331532" y="312431"/>
                  </a:lnTo>
                  <a:lnTo>
                    <a:pt x="414416" y="384211"/>
                  </a:lnTo>
                  <a:lnTo>
                    <a:pt x="497299" y="453409"/>
                  </a:lnTo>
                  <a:lnTo>
                    <a:pt x="580182" y="519996"/>
                  </a:lnTo>
                  <a:lnTo>
                    <a:pt x="663065" y="583936"/>
                  </a:lnTo>
                  <a:lnTo>
                    <a:pt x="745948" y="645194"/>
                  </a:lnTo>
                  <a:lnTo>
                    <a:pt x="828832" y="703730"/>
                  </a:lnTo>
                  <a:lnTo>
                    <a:pt x="911715" y="759504"/>
                  </a:lnTo>
                  <a:lnTo>
                    <a:pt x="994598" y="812477"/>
                  </a:lnTo>
                  <a:lnTo>
                    <a:pt x="1077481" y="862618"/>
                  </a:lnTo>
                  <a:lnTo>
                    <a:pt x="1160364" y="909910"/>
                  </a:lnTo>
                  <a:lnTo>
                    <a:pt x="1243248" y="954358"/>
                  </a:lnTo>
                  <a:lnTo>
                    <a:pt x="1326131" y="996002"/>
                  </a:lnTo>
                  <a:lnTo>
                    <a:pt x="1409014" y="1034927"/>
                  </a:lnTo>
                  <a:lnTo>
                    <a:pt x="1491897" y="1071269"/>
                  </a:lnTo>
                  <a:lnTo>
                    <a:pt x="1574780" y="1105210"/>
                  </a:lnTo>
                  <a:lnTo>
                    <a:pt x="1657664" y="1136969"/>
                  </a:lnTo>
                  <a:lnTo>
                    <a:pt x="1740547" y="1166777"/>
                  </a:lnTo>
                  <a:lnTo>
                    <a:pt x="1823430" y="1194914"/>
                  </a:lnTo>
                  <a:lnTo>
                    <a:pt x="1906313" y="1221639"/>
                  </a:lnTo>
                  <a:lnTo>
                    <a:pt x="1989196" y="1246952"/>
                  </a:lnTo>
                  <a:lnTo>
                    <a:pt x="2072080" y="1270827"/>
                  </a:lnTo>
                  <a:lnTo>
                    <a:pt x="2154963" y="1293271"/>
                  </a:lnTo>
                  <a:lnTo>
                    <a:pt x="2237846" y="1314362"/>
                  </a:lnTo>
                  <a:lnTo>
                    <a:pt x="2320729" y="1334469"/>
                  </a:lnTo>
                  <a:lnTo>
                    <a:pt x="2403612" y="1354455"/>
                  </a:lnTo>
                  <a:lnTo>
                    <a:pt x="2486496" y="1372961"/>
                  </a:lnTo>
                  <a:lnTo>
                    <a:pt x="2569379" y="1389138"/>
                  </a:lnTo>
                  <a:lnTo>
                    <a:pt x="2652262" y="1403214"/>
                  </a:lnTo>
                  <a:lnTo>
                    <a:pt x="2735145" y="1413587"/>
                  </a:lnTo>
                  <a:lnTo>
                    <a:pt x="2818028" y="1419878"/>
                  </a:lnTo>
                  <a:lnTo>
                    <a:pt x="2900912" y="1423873"/>
                  </a:lnTo>
                  <a:lnTo>
                    <a:pt x="2983795" y="1429080"/>
                  </a:lnTo>
                  <a:lnTo>
                    <a:pt x="3066678" y="1434510"/>
                  </a:lnTo>
                  <a:lnTo>
                    <a:pt x="3149561" y="1436065"/>
                  </a:lnTo>
                  <a:lnTo>
                    <a:pt x="3232444" y="1435806"/>
                  </a:lnTo>
                  <a:lnTo>
                    <a:pt x="3315328" y="1437969"/>
                  </a:lnTo>
                  <a:lnTo>
                    <a:pt x="3398211" y="1441634"/>
                  </a:lnTo>
                  <a:lnTo>
                    <a:pt x="3481094" y="1443595"/>
                  </a:lnTo>
                  <a:lnTo>
                    <a:pt x="3563977" y="1444376"/>
                  </a:lnTo>
                  <a:lnTo>
                    <a:pt x="3646860" y="1445478"/>
                  </a:lnTo>
                  <a:lnTo>
                    <a:pt x="3729744" y="1449044"/>
                  </a:lnTo>
                  <a:lnTo>
                    <a:pt x="3812627" y="1454153"/>
                  </a:lnTo>
                  <a:lnTo>
                    <a:pt x="3895510" y="1459388"/>
                  </a:lnTo>
                  <a:lnTo>
                    <a:pt x="3978393" y="1464492"/>
                  </a:lnTo>
                  <a:lnTo>
                    <a:pt x="4061276" y="1469364"/>
                  </a:lnTo>
                  <a:lnTo>
                    <a:pt x="4144160" y="1474060"/>
                  </a:lnTo>
                  <a:lnTo>
                    <a:pt x="4227043" y="1478749"/>
                  </a:lnTo>
                  <a:lnTo>
                    <a:pt x="4309926" y="1483631"/>
                  </a:lnTo>
                  <a:lnTo>
                    <a:pt x="4392809" y="1488081"/>
                  </a:lnTo>
                  <a:lnTo>
                    <a:pt x="4475692" y="1491584"/>
                  </a:lnTo>
                  <a:lnTo>
                    <a:pt x="4558576" y="1494096"/>
                  </a:lnTo>
                  <a:lnTo>
                    <a:pt x="4641459" y="1495535"/>
                  </a:lnTo>
                  <a:lnTo>
                    <a:pt x="4724342" y="1495794"/>
                  </a:lnTo>
                  <a:lnTo>
                    <a:pt x="4807225" y="1494746"/>
                  </a:lnTo>
                  <a:lnTo>
                    <a:pt x="4890108" y="1492261"/>
                  </a:lnTo>
                  <a:lnTo>
                    <a:pt x="4972992" y="1488210"/>
                  </a:lnTo>
                  <a:lnTo>
                    <a:pt x="5055875" y="1482481"/>
                  </a:lnTo>
                  <a:lnTo>
                    <a:pt x="5138758" y="1474982"/>
                  </a:lnTo>
                  <a:lnTo>
                    <a:pt x="5221641" y="1465646"/>
                  </a:lnTo>
                  <a:lnTo>
                    <a:pt x="5304524" y="1454430"/>
                  </a:lnTo>
                  <a:lnTo>
                    <a:pt x="5387408" y="1441314"/>
                  </a:lnTo>
                  <a:lnTo>
                    <a:pt x="5470291" y="1426297"/>
                  </a:lnTo>
                  <a:lnTo>
                    <a:pt x="5553174" y="1409393"/>
                  </a:lnTo>
                  <a:lnTo>
                    <a:pt x="5636057" y="1390625"/>
                  </a:lnTo>
                  <a:lnTo>
                    <a:pt x="5718940" y="1370025"/>
                  </a:lnTo>
                  <a:lnTo>
                    <a:pt x="5801824" y="1347628"/>
                  </a:lnTo>
                  <a:lnTo>
                    <a:pt x="5884707" y="1323472"/>
                  </a:lnTo>
                  <a:lnTo>
                    <a:pt x="5967590" y="1297594"/>
                  </a:lnTo>
                  <a:lnTo>
                    <a:pt x="6015395" y="128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4427500"/>
              <a:ext cx="5995685" cy="950959"/>
            </a:xfrm>
            <a:custGeom>
              <a:avLst/>
              <a:pathLst>
                <a:path w="5995685" h="950959">
                  <a:moveTo>
                    <a:pt x="5995685" y="950959"/>
                  </a:moveTo>
                  <a:lnTo>
                    <a:pt x="5967590" y="943854"/>
                  </a:lnTo>
                  <a:lnTo>
                    <a:pt x="5884707" y="923837"/>
                  </a:lnTo>
                  <a:lnTo>
                    <a:pt x="5801824" y="904775"/>
                  </a:lnTo>
                  <a:lnTo>
                    <a:pt x="5718940" y="886680"/>
                  </a:lnTo>
                  <a:lnTo>
                    <a:pt x="5636057" y="869561"/>
                  </a:lnTo>
                  <a:lnTo>
                    <a:pt x="5553174" y="853427"/>
                  </a:lnTo>
                  <a:lnTo>
                    <a:pt x="5470291" y="838283"/>
                  </a:lnTo>
                  <a:lnTo>
                    <a:pt x="5387408" y="824125"/>
                  </a:lnTo>
                  <a:lnTo>
                    <a:pt x="5304524" y="810940"/>
                  </a:lnTo>
                  <a:lnTo>
                    <a:pt x="5221641" y="798700"/>
                  </a:lnTo>
                  <a:lnTo>
                    <a:pt x="5138758" y="787357"/>
                  </a:lnTo>
                  <a:lnTo>
                    <a:pt x="5055875" y="776843"/>
                  </a:lnTo>
                  <a:lnTo>
                    <a:pt x="4972992" y="767063"/>
                  </a:lnTo>
                  <a:lnTo>
                    <a:pt x="4890108" y="757897"/>
                  </a:lnTo>
                  <a:lnTo>
                    <a:pt x="4807225" y="749206"/>
                  </a:lnTo>
                  <a:lnTo>
                    <a:pt x="4724342" y="740836"/>
                  </a:lnTo>
                  <a:lnTo>
                    <a:pt x="4641459" y="732628"/>
                  </a:lnTo>
                  <a:lnTo>
                    <a:pt x="4558576" y="724430"/>
                  </a:lnTo>
                  <a:lnTo>
                    <a:pt x="4475692" y="716105"/>
                  </a:lnTo>
                  <a:lnTo>
                    <a:pt x="4392809" y="707547"/>
                  </a:lnTo>
                  <a:lnTo>
                    <a:pt x="4309926" y="698683"/>
                  </a:lnTo>
                  <a:lnTo>
                    <a:pt x="4227043" y="689615"/>
                  </a:lnTo>
                  <a:lnTo>
                    <a:pt x="4144160" y="680666"/>
                  </a:lnTo>
                  <a:lnTo>
                    <a:pt x="4061276" y="672103"/>
                  </a:lnTo>
                  <a:lnTo>
                    <a:pt x="3978393" y="664152"/>
                  </a:lnTo>
                  <a:lnTo>
                    <a:pt x="3895510" y="656928"/>
                  </a:lnTo>
                  <a:lnTo>
                    <a:pt x="3812627" y="650389"/>
                  </a:lnTo>
                  <a:lnTo>
                    <a:pt x="3729744" y="644335"/>
                  </a:lnTo>
                  <a:lnTo>
                    <a:pt x="3646860" y="638849"/>
                  </a:lnTo>
                  <a:lnTo>
                    <a:pt x="3563977" y="634617"/>
                  </a:lnTo>
                  <a:lnTo>
                    <a:pt x="3481094" y="631653"/>
                  </a:lnTo>
                  <a:lnTo>
                    <a:pt x="3398211" y="629238"/>
                  </a:lnTo>
                  <a:lnTo>
                    <a:pt x="3315328" y="625681"/>
                  </a:lnTo>
                  <a:lnTo>
                    <a:pt x="3232444" y="621475"/>
                  </a:lnTo>
                  <a:lnTo>
                    <a:pt x="3149561" y="619190"/>
                  </a:lnTo>
                  <a:lnTo>
                    <a:pt x="3066678" y="617463"/>
                  </a:lnTo>
                  <a:lnTo>
                    <a:pt x="2983795" y="612727"/>
                  </a:lnTo>
                  <a:lnTo>
                    <a:pt x="2900912" y="606147"/>
                  </a:lnTo>
                  <a:lnTo>
                    <a:pt x="2818028" y="600987"/>
                  </a:lnTo>
                  <a:lnTo>
                    <a:pt x="2735145" y="595701"/>
                  </a:lnTo>
                  <a:lnTo>
                    <a:pt x="2652262" y="587021"/>
                  </a:lnTo>
                  <a:lnTo>
                    <a:pt x="2569379" y="572676"/>
                  </a:lnTo>
                  <a:lnTo>
                    <a:pt x="2486496" y="556085"/>
                  </a:lnTo>
                  <a:lnTo>
                    <a:pt x="2403612" y="538745"/>
                  </a:lnTo>
                  <a:lnTo>
                    <a:pt x="2320729" y="520888"/>
                  </a:lnTo>
                  <a:lnTo>
                    <a:pt x="2237846" y="501978"/>
                  </a:lnTo>
                  <a:lnTo>
                    <a:pt x="2154963" y="482079"/>
                  </a:lnTo>
                  <a:lnTo>
                    <a:pt x="2072080" y="461397"/>
                  </a:lnTo>
                  <a:lnTo>
                    <a:pt x="1989196" y="440035"/>
                  </a:lnTo>
                  <a:lnTo>
                    <a:pt x="1906313" y="418026"/>
                  </a:lnTo>
                  <a:lnTo>
                    <a:pt x="1823430" y="395369"/>
                  </a:lnTo>
                  <a:lnTo>
                    <a:pt x="1740547" y="372091"/>
                  </a:lnTo>
                  <a:lnTo>
                    <a:pt x="1657664" y="348531"/>
                  </a:lnTo>
                  <a:lnTo>
                    <a:pt x="1574780" y="324986"/>
                  </a:lnTo>
                  <a:lnTo>
                    <a:pt x="1491897" y="301679"/>
                  </a:lnTo>
                  <a:lnTo>
                    <a:pt x="1409014" y="278820"/>
                  </a:lnTo>
                  <a:lnTo>
                    <a:pt x="1326131" y="256583"/>
                  </a:lnTo>
                  <a:lnTo>
                    <a:pt x="1243248" y="235094"/>
                  </a:lnTo>
                  <a:lnTo>
                    <a:pt x="1160364" y="214430"/>
                  </a:lnTo>
                  <a:lnTo>
                    <a:pt x="1077481" y="194621"/>
                  </a:lnTo>
                  <a:lnTo>
                    <a:pt x="994598" y="175665"/>
                  </a:lnTo>
                  <a:lnTo>
                    <a:pt x="911715" y="157535"/>
                  </a:lnTo>
                  <a:lnTo>
                    <a:pt x="828832" y="140191"/>
                  </a:lnTo>
                  <a:lnTo>
                    <a:pt x="745948" y="123586"/>
                  </a:lnTo>
                  <a:lnTo>
                    <a:pt x="663065" y="107670"/>
                  </a:lnTo>
                  <a:lnTo>
                    <a:pt x="580182" y="92396"/>
                  </a:lnTo>
                  <a:lnTo>
                    <a:pt x="497299" y="77718"/>
                  </a:lnTo>
                  <a:lnTo>
                    <a:pt x="414416" y="63594"/>
                  </a:lnTo>
                  <a:lnTo>
                    <a:pt x="331532" y="49983"/>
                  </a:lnTo>
                  <a:lnTo>
                    <a:pt x="248649" y="36850"/>
                  </a:lnTo>
                  <a:lnTo>
                    <a:pt x="165766" y="24162"/>
                  </a:lnTo>
                  <a:lnTo>
                    <a:pt x="82883" y="118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3932611"/>
              <a:ext cx="6015395" cy="1132720"/>
            </a:xfrm>
            <a:custGeom>
              <a:avLst/>
              <a:pathLst>
                <a:path w="6015395" h="1132720">
                  <a:moveTo>
                    <a:pt x="0" y="0"/>
                  </a:moveTo>
                  <a:lnTo>
                    <a:pt x="82883" y="46874"/>
                  </a:lnTo>
                  <a:lnTo>
                    <a:pt x="165766" y="92697"/>
                  </a:lnTo>
                  <a:lnTo>
                    <a:pt x="248649" y="137474"/>
                  </a:lnTo>
                  <a:lnTo>
                    <a:pt x="331532" y="181207"/>
                  </a:lnTo>
                  <a:lnTo>
                    <a:pt x="414416" y="223902"/>
                  </a:lnTo>
                  <a:lnTo>
                    <a:pt x="497299" y="265564"/>
                  </a:lnTo>
                  <a:lnTo>
                    <a:pt x="580182" y="306196"/>
                  </a:lnTo>
                  <a:lnTo>
                    <a:pt x="663065" y="345803"/>
                  </a:lnTo>
                  <a:lnTo>
                    <a:pt x="745948" y="384390"/>
                  </a:lnTo>
                  <a:lnTo>
                    <a:pt x="828832" y="421961"/>
                  </a:lnTo>
                  <a:lnTo>
                    <a:pt x="911715" y="458519"/>
                  </a:lnTo>
                  <a:lnTo>
                    <a:pt x="994598" y="494071"/>
                  </a:lnTo>
                  <a:lnTo>
                    <a:pt x="1077481" y="528620"/>
                  </a:lnTo>
                  <a:lnTo>
                    <a:pt x="1160364" y="562170"/>
                  </a:lnTo>
                  <a:lnTo>
                    <a:pt x="1243248" y="594726"/>
                  </a:lnTo>
                  <a:lnTo>
                    <a:pt x="1326131" y="626292"/>
                  </a:lnTo>
                  <a:lnTo>
                    <a:pt x="1409014" y="656874"/>
                  </a:lnTo>
                  <a:lnTo>
                    <a:pt x="1491897" y="686474"/>
                  </a:lnTo>
                  <a:lnTo>
                    <a:pt x="1574780" y="715098"/>
                  </a:lnTo>
                  <a:lnTo>
                    <a:pt x="1657664" y="742750"/>
                  </a:lnTo>
                  <a:lnTo>
                    <a:pt x="1740547" y="769434"/>
                  </a:lnTo>
                  <a:lnTo>
                    <a:pt x="1823430" y="795141"/>
                  </a:lnTo>
                  <a:lnTo>
                    <a:pt x="1906313" y="819832"/>
                  </a:lnTo>
                  <a:lnTo>
                    <a:pt x="1989196" y="843494"/>
                  </a:lnTo>
                  <a:lnTo>
                    <a:pt x="2072080" y="866112"/>
                  </a:lnTo>
                  <a:lnTo>
                    <a:pt x="2154963" y="887675"/>
                  </a:lnTo>
                  <a:lnTo>
                    <a:pt x="2237846" y="908170"/>
                  </a:lnTo>
                  <a:lnTo>
                    <a:pt x="2320729" y="927679"/>
                  </a:lnTo>
                  <a:lnTo>
                    <a:pt x="2403612" y="946600"/>
                  </a:lnTo>
                  <a:lnTo>
                    <a:pt x="2486496" y="964523"/>
                  </a:lnTo>
                  <a:lnTo>
                    <a:pt x="2569379" y="980907"/>
                  </a:lnTo>
                  <a:lnTo>
                    <a:pt x="2652262" y="995118"/>
                  </a:lnTo>
                  <a:lnTo>
                    <a:pt x="2735145" y="1004644"/>
                  </a:lnTo>
                  <a:lnTo>
                    <a:pt x="2818028" y="1010433"/>
                  </a:lnTo>
                  <a:lnTo>
                    <a:pt x="2900912" y="1015010"/>
                  </a:lnTo>
                  <a:lnTo>
                    <a:pt x="2983795" y="1020903"/>
                  </a:lnTo>
                  <a:lnTo>
                    <a:pt x="3066678" y="1025986"/>
                  </a:lnTo>
                  <a:lnTo>
                    <a:pt x="3149561" y="1027627"/>
                  </a:lnTo>
                  <a:lnTo>
                    <a:pt x="3232444" y="1028640"/>
                  </a:lnTo>
                  <a:lnTo>
                    <a:pt x="3315328" y="1031825"/>
                  </a:lnTo>
                  <a:lnTo>
                    <a:pt x="3398211" y="1035436"/>
                  </a:lnTo>
                  <a:lnTo>
                    <a:pt x="3481094" y="1037624"/>
                  </a:lnTo>
                  <a:lnTo>
                    <a:pt x="3563977" y="1039497"/>
                  </a:lnTo>
                  <a:lnTo>
                    <a:pt x="3646860" y="1042163"/>
                  </a:lnTo>
                  <a:lnTo>
                    <a:pt x="3729744" y="1046690"/>
                  </a:lnTo>
                  <a:lnTo>
                    <a:pt x="3812627" y="1052271"/>
                  </a:lnTo>
                  <a:lnTo>
                    <a:pt x="3895510" y="1058158"/>
                  </a:lnTo>
                  <a:lnTo>
                    <a:pt x="3978393" y="1064322"/>
                  </a:lnTo>
                  <a:lnTo>
                    <a:pt x="4061276" y="1070733"/>
                  </a:lnTo>
                  <a:lnTo>
                    <a:pt x="4144160" y="1077363"/>
                  </a:lnTo>
                  <a:lnTo>
                    <a:pt x="4227043" y="1084182"/>
                  </a:lnTo>
                  <a:lnTo>
                    <a:pt x="4309926" y="1091157"/>
                  </a:lnTo>
                  <a:lnTo>
                    <a:pt x="4392809" y="1097814"/>
                  </a:lnTo>
                  <a:lnTo>
                    <a:pt x="4475692" y="1103845"/>
                  </a:lnTo>
                  <a:lnTo>
                    <a:pt x="4558576" y="1109263"/>
                  </a:lnTo>
                  <a:lnTo>
                    <a:pt x="4641459" y="1114082"/>
                  </a:lnTo>
                  <a:lnTo>
                    <a:pt x="4724342" y="1118315"/>
                  </a:lnTo>
                  <a:lnTo>
                    <a:pt x="4807225" y="1121976"/>
                  </a:lnTo>
                  <a:lnTo>
                    <a:pt x="4890108" y="1125079"/>
                  </a:lnTo>
                  <a:lnTo>
                    <a:pt x="4972992" y="1127636"/>
                  </a:lnTo>
                  <a:lnTo>
                    <a:pt x="5055875" y="1129662"/>
                  </a:lnTo>
                  <a:lnTo>
                    <a:pt x="5138758" y="1131170"/>
                  </a:lnTo>
                  <a:lnTo>
                    <a:pt x="5221641" y="1132173"/>
                  </a:lnTo>
                  <a:lnTo>
                    <a:pt x="5304524" y="1132685"/>
                  </a:lnTo>
                  <a:lnTo>
                    <a:pt x="5387408" y="1132720"/>
                  </a:lnTo>
                  <a:lnTo>
                    <a:pt x="5470291" y="1132290"/>
                  </a:lnTo>
                  <a:lnTo>
                    <a:pt x="5553174" y="1131410"/>
                  </a:lnTo>
                  <a:lnTo>
                    <a:pt x="5636057" y="1130093"/>
                  </a:lnTo>
                  <a:lnTo>
                    <a:pt x="5718940" y="1128352"/>
                  </a:lnTo>
                  <a:lnTo>
                    <a:pt x="5801824" y="1126201"/>
                  </a:lnTo>
                  <a:lnTo>
                    <a:pt x="5884707" y="1123654"/>
                  </a:lnTo>
                  <a:lnTo>
                    <a:pt x="5967590" y="1120724"/>
                  </a:lnTo>
                  <a:lnTo>
                    <a:pt x="6015395" y="111882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343078"/>
              <a:ext cx="6015395" cy="1007435"/>
            </a:xfrm>
            <a:custGeom>
              <a:avLst/>
              <a:pathLst>
                <a:path w="6015395" h="1007435">
                  <a:moveTo>
                    <a:pt x="0" y="0"/>
                  </a:moveTo>
                  <a:lnTo>
                    <a:pt x="82883" y="51930"/>
                  </a:lnTo>
                  <a:lnTo>
                    <a:pt x="165766" y="101962"/>
                  </a:lnTo>
                  <a:lnTo>
                    <a:pt x="248649" y="150097"/>
                  </a:lnTo>
                  <a:lnTo>
                    <a:pt x="331532" y="196334"/>
                  </a:lnTo>
                  <a:lnTo>
                    <a:pt x="414416" y="240672"/>
                  </a:lnTo>
                  <a:lnTo>
                    <a:pt x="497299" y="283108"/>
                  </a:lnTo>
                  <a:lnTo>
                    <a:pt x="580182" y="323638"/>
                  </a:lnTo>
                  <a:lnTo>
                    <a:pt x="663065" y="362255"/>
                  </a:lnTo>
                  <a:lnTo>
                    <a:pt x="745948" y="398952"/>
                  </a:lnTo>
                  <a:lnTo>
                    <a:pt x="828832" y="433721"/>
                  </a:lnTo>
                  <a:lnTo>
                    <a:pt x="911715" y="466552"/>
                  </a:lnTo>
                  <a:lnTo>
                    <a:pt x="994598" y="497437"/>
                  </a:lnTo>
                  <a:lnTo>
                    <a:pt x="1077481" y="526372"/>
                  </a:lnTo>
                  <a:lnTo>
                    <a:pt x="1160364" y="553358"/>
                  </a:lnTo>
                  <a:lnTo>
                    <a:pt x="1243248" y="578408"/>
                  </a:lnTo>
                  <a:lnTo>
                    <a:pt x="1326131" y="601551"/>
                  </a:lnTo>
                  <a:lnTo>
                    <a:pt x="1409014" y="622837"/>
                  </a:lnTo>
                  <a:lnTo>
                    <a:pt x="1491897" y="642340"/>
                  </a:lnTo>
                  <a:lnTo>
                    <a:pt x="1574780" y="660156"/>
                  </a:lnTo>
                  <a:lnTo>
                    <a:pt x="1657664" y="676400"/>
                  </a:lnTo>
                  <a:lnTo>
                    <a:pt x="1740547" y="691190"/>
                  </a:lnTo>
                  <a:lnTo>
                    <a:pt x="1823430" y="704496"/>
                  </a:lnTo>
                  <a:lnTo>
                    <a:pt x="1906313" y="716097"/>
                  </a:lnTo>
                  <a:lnTo>
                    <a:pt x="1989196" y="726125"/>
                  </a:lnTo>
                  <a:lnTo>
                    <a:pt x="2072080" y="734718"/>
                  </a:lnTo>
                  <a:lnTo>
                    <a:pt x="2154963" y="742034"/>
                  </a:lnTo>
                  <a:lnTo>
                    <a:pt x="2237846" y="748261"/>
                  </a:lnTo>
                  <a:lnTo>
                    <a:pt x="2320729" y="752874"/>
                  </a:lnTo>
                  <a:lnTo>
                    <a:pt x="2403612" y="752208"/>
                  </a:lnTo>
                  <a:lnTo>
                    <a:pt x="2486496" y="748035"/>
                  </a:lnTo>
                  <a:lnTo>
                    <a:pt x="2569379" y="743483"/>
                  </a:lnTo>
                  <a:lnTo>
                    <a:pt x="2652262" y="742007"/>
                  </a:lnTo>
                  <a:lnTo>
                    <a:pt x="2735145" y="740231"/>
                  </a:lnTo>
                  <a:lnTo>
                    <a:pt x="2818028" y="736627"/>
                  </a:lnTo>
                  <a:lnTo>
                    <a:pt x="2900912" y="732978"/>
                  </a:lnTo>
                  <a:lnTo>
                    <a:pt x="2983795" y="731887"/>
                  </a:lnTo>
                  <a:lnTo>
                    <a:pt x="3066678" y="734723"/>
                  </a:lnTo>
                  <a:lnTo>
                    <a:pt x="3149561" y="739232"/>
                  </a:lnTo>
                  <a:lnTo>
                    <a:pt x="3232444" y="743781"/>
                  </a:lnTo>
                  <a:lnTo>
                    <a:pt x="3315328" y="747782"/>
                  </a:lnTo>
                  <a:lnTo>
                    <a:pt x="3398211" y="753027"/>
                  </a:lnTo>
                  <a:lnTo>
                    <a:pt x="3481094" y="759725"/>
                  </a:lnTo>
                  <a:lnTo>
                    <a:pt x="3563977" y="766470"/>
                  </a:lnTo>
                  <a:lnTo>
                    <a:pt x="3646860" y="772316"/>
                  </a:lnTo>
                  <a:lnTo>
                    <a:pt x="3729744" y="776698"/>
                  </a:lnTo>
                  <a:lnTo>
                    <a:pt x="3812627" y="780781"/>
                  </a:lnTo>
                  <a:lnTo>
                    <a:pt x="3895510" y="785040"/>
                  </a:lnTo>
                  <a:lnTo>
                    <a:pt x="3978393" y="789165"/>
                  </a:lnTo>
                  <a:lnTo>
                    <a:pt x="4061276" y="792919"/>
                  </a:lnTo>
                  <a:lnTo>
                    <a:pt x="4144160" y="796141"/>
                  </a:lnTo>
                  <a:lnTo>
                    <a:pt x="4227043" y="798723"/>
                  </a:lnTo>
                  <a:lnTo>
                    <a:pt x="4309926" y="800576"/>
                  </a:lnTo>
                  <a:lnTo>
                    <a:pt x="4392809" y="801881"/>
                  </a:lnTo>
                  <a:lnTo>
                    <a:pt x="4475692" y="802803"/>
                  </a:lnTo>
                  <a:lnTo>
                    <a:pt x="4558576" y="803313"/>
                  </a:lnTo>
                  <a:lnTo>
                    <a:pt x="4641459" y="803366"/>
                  </a:lnTo>
                  <a:lnTo>
                    <a:pt x="4724342" y="802904"/>
                  </a:lnTo>
                  <a:lnTo>
                    <a:pt x="4807225" y="801862"/>
                  </a:lnTo>
                  <a:lnTo>
                    <a:pt x="4890108" y="800171"/>
                  </a:lnTo>
                  <a:lnTo>
                    <a:pt x="4972992" y="797763"/>
                  </a:lnTo>
                  <a:lnTo>
                    <a:pt x="5055875" y="794580"/>
                  </a:lnTo>
                  <a:lnTo>
                    <a:pt x="5138758" y="790569"/>
                  </a:lnTo>
                  <a:lnTo>
                    <a:pt x="5221641" y="785695"/>
                  </a:lnTo>
                  <a:lnTo>
                    <a:pt x="5304524" y="779928"/>
                  </a:lnTo>
                  <a:lnTo>
                    <a:pt x="5387408" y="773254"/>
                  </a:lnTo>
                  <a:lnTo>
                    <a:pt x="5470291" y="765666"/>
                  </a:lnTo>
                  <a:lnTo>
                    <a:pt x="5553174" y="757162"/>
                  </a:lnTo>
                  <a:lnTo>
                    <a:pt x="5636057" y="747748"/>
                  </a:lnTo>
                  <a:lnTo>
                    <a:pt x="5718940" y="737433"/>
                  </a:lnTo>
                  <a:lnTo>
                    <a:pt x="5801824" y="726226"/>
                  </a:lnTo>
                  <a:lnTo>
                    <a:pt x="5884707" y="714138"/>
                  </a:lnTo>
                  <a:lnTo>
                    <a:pt x="5967590" y="701181"/>
                  </a:lnTo>
                  <a:lnTo>
                    <a:pt x="6015395" y="693214"/>
                  </a:lnTo>
                  <a:lnTo>
                    <a:pt x="6015395" y="1007435"/>
                  </a:lnTo>
                  <a:lnTo>
                    <a:pt x="5967590" y="1002160"/>
                  </a:lnTo>
                  <a:lnTo>
                    <a:pt x="5884707" y="993399"/>
                  </a:lnTo>
                  <a:lnTo>
                    <a:pt x="5801824" y="985036"/>
                  </a:lnTo>
                  <a:lnTo>
                    <a:pt x="5718940" y="977082"/>
                  </a:lnTo>
                  <a:lnTo>
                    <a:pt x="5636057" y="969548"/>
                  </a:lnTo>
                  <a:lnTo>
                    <a:pt x="5553174" y="962446"/>
                  </a:lnTo>
                  <a:lnTo>
                    <a:pt x="5470291" y="955784"/>
                  </a:lnTo>
                  <a:lnTo>
                    <a:pt x="5387408" y="949567"/>
                  </a:lnTo>
                  <a:lnTo>
                    <a:pt x="5304524" y="943795"/>
                  </a:lnTo>
                  <a:lnTo>
                    <a:pt x="5221641" y="938462"/>
                  </a:lnTo>
                  <a:lnTo>
                    <a:pt x="5138758" y="933551"/>
                  </a:lnTo>
                  <a:lnTo>
                    <a:pt x="5055875" y="929037"/>
                  </a:lnTo>
                  <a:lnTo>
                    <a:pt x="4972992" y="924882"/>
                  </a:lnTo>
                  <a:lnTo>
                    <a:pt x="4890108" y="921035"/>
                  </a:lnTo>
                  <a:lnTo>
                    <a:pt x="4807225" y="917438"/>
                  </a:lnTo>
                  <a:lnTo>
                    <a:pt x="4724342" y="914024"/>
                  </a:lnTo>
                  <a:lnTo>
                    <a:pt x="4641459" y="910723"/>
                  </a:lnTo>
                  <a:lnTo>
                    <a:pt x="4558576" y="907472"/>
                  </a:lnTo>
                  <a:lnTo>
                    <a:pt x="4475692" y="904211"/>
                  </a:lnTo>
                  <a:lnTo>
                    <a:pt x="4392809" y="900897"/>
                  </a:lnTo>
                  <a:lnTo>
                    <a:pt x="4309926" y="897503"/>
                  </a:lnTo>
                  <a:lnTo>
                    <a:pt x="4227043" y="893670"/>
                  </a:lnTo>
                  <a:lnTo>
                    <a:pt x="4144160" y="889072"/>
                  </a:lnTo>
                  <a:lnTo>
                    <a:pt x="4061276" y="884020"/>
                  </a:lnTo>
                  <a:lnTo>
                    <a:pt x="3978393" y="878809"/>
                  </a:lnTo>
                  <a:lnTo>
                    <a:pt x="3895510" y="873681"/>
                  </a:lnTo>
                  <a:lnTo>
                    <a:pt x="3812627" y="868805"/>
                  </a:lnTo>
                  <a:lnTo>
                    <a:pt x="3729744" y="864275"/>
                  </a:lnTo>
                  <a:lnTo>
                    <a:pt x="3646860" y="858984"/>
                  </a:lnTo>
                  <a:lnTo>
                    <a:pt x="3563977" y="851657"/>
                  </a:lnTo>
                  <a:lnTo>
                    <a:pt x="3481094" y="843878"/>
                  </a:lnTo>
                  <a:lnTo>
                    <a:pt x="3398211" y="836966"/>
                  </a:lnTo>
                  <a:lnTo>
                    <a:pt x="3315328" y="831772"/>
                  </a:lnTo>
                  <a:lnTo>
                    <a:pt x="3232444" y="826804"/>
                  </a:lnTo>
                  <a:lnTo>
                    <a:pt x="3149561" y="821052"/>
                  </a:lnTo>
                  <a:lnTo>
                    <a:pt x="3066678" y="816461"/>
                  </a:lnTo>
                  <a:lnTo>
                    <a:pt x="2983795" y="813953"/>
                  </a:lnTo>
                  <a:lnTo>
                    <a:pt x="2900912" y="814395"/>
                  </a:lnTo>
                  <a:lnTo>
                    <a:pt x="2818028" y="817492"/>
                  </a:lnTo>
                  <a:lnTo>
                    <a:pt x="2735145" y="821573"/>
                  </a:lnTo>
                  <a:lnTo>
                    <a:pt x="2652262" y="824149"/>
                  </a:lnTo>
                  <a:lnTo>
                    <a:pt x="2569379" y="825498"/>
                  </a:lnTo>
                  <a:lnTo>
                    <a:pt x="2486496" y="829854"/>
                  </a:lnTo>
                  <a:lnTo>
                    <a:pt x="2403612" y="834579"/>
                  </a:lnTo>
                  <a:lnTo>
                    <a:pt x="2320729" y="836252"/>
                  </a:lnTo>
                  <a:lnTo>
                    <a:pt x="2237846" y="832206"/>
                  </a:lnTo>
                  <a:lnTo>
                    <a:pt x="2154963" y="826543"/>
                  </a:lnTo>
                  <a:lnTo>
                    <a:pt x="2072080" y="820061"/>
                  </a:lnTo>
                  <a:lnTo>
                    <a:pt x="1989196" y="812656"/>
                  </a:lnTo>
                  <a:lnTo>
                    <a:pt x="1906313" y="804193"/>
                  </a:lnTo>
                  <a:lnTo>
                    <a:pt x="1823430" y="794516"/>
                  </a:lnTo>
                  <a:lnTo>
                    <a:pt x="1740547" y="783510"/>
                  </a:lnTo>
                  <a:lnTo>
                    <a:pt x="1657664" y="771676"/>
                  </a:lnTo>
                  <a:lnTo>
                    <a:pt x="1574780" y="759319"/>
                  </a:lnTo>
                  <a:lnTo>
                    <a:pt x="1491897" y="746535"/>
                  </a:lnTo>
                  <a:lnTo>
                    <a:pt x="1409014" y="733412"/>
                  </a:lnTo>
                  <a:lnTo>
                    <a:pt x="1326131" y="720023"/>
                  </a:lnTo>
                  <a:lnTo>
                    <a:pt x="1243248" y="706418"/>
                  </a:lnTo>
                  <a:lnTo>
                    <a:pt x="1160364" y="692623"/>
                  </a:lnTo>
                  <a:lnTo>
                    <a:pt x="1077481" y="678642"/>
                  </a:lnTo>
                  <a:lnTo>
                    <a:pt x="994598" y="664464"/>
                  </a:lnTo>
                  <a:lnTo>
                    <a:pt x="911715" y="650067"/>
                  </a:lnTo>
                  <a:lnTo>
                    <a:pt x="828832" y="635421"/>
                  </a:lnTo>
                  <a:lnTo>
                    <a:pt x="745948" y="620494"/>
                  </a:lnTo>
                  <a:lnTo>
                    <a:pt x="663065" y="605253"/>
                  </a:lnTo>
                  <a:lnTo>
                    <a:pt x="580182" y="589666"/>
                  </a:lnTo>
                  <a:lnTo>
                    <a:pt x="497299" y="573700"/>
                  </a:lnTo>
                  <a:lnTo>
                    <a:pt x="414416" y="557325"/>
                  </a:lnTo>
                  <a:lnTo>
                    <a:pt x="331532" y="540513"/>
                  </a:lnTo>
                  <a:lnTo>
                    <a:pt x="248649" y="523237"/>
                  </a:lnTo>
                  <a:lnTo>
                    <a:pt x="165766" y="505471"/>
                  </a:lnTo>
                  <a:lnTo>
                    <a:pt x="82883" y="487190"/>
                  </a:lnTo>
                  <a:lnTo>
                    <a:pt x="0" y="4683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343078"/>
              <a:ext cx="6015395" cy="803366"/>
            </a:xfrm>
            <a:custGeom>
              <a:avLst/>
              <a:pathLst>
                <a:path w="6015395" h="803366">
                  <a:moveTo>
                    <a:pt x="0" y="0"/>
                  </a:moveTo>
                  <a:lnTo>
                    <a:pt x="82883" y="51930"/>
                  </a:lnTo>
                  <a:lnTo>
                    <a:pt x="165766" y="101962"/>
                  </a:lnTo>
                  <a:lnTo>
                    <a:pt x="248649" y="150097"/>
                  </a:lnTo>
                  <a:lnTo>
                    <a:pt x="331532" y="196334"/>
                  </a:lnTo>
                  <a:lnTo>
                    <a:pt x="414416" y="240672"/>
                  </a:lnTo>
                  <a:lnTo>
                    <a:pt x="497299" y="283108"/>
                  </a:lnTo>
                  <a:lnTo>
                    <a:pt x="580182" y="323638"/>
                  </a:lnTo>
                  <a:lnTo>
                    <a:pt x="663065" y="362255"/>
                  </a:lnTo>
                  <a:lnTo>
                    <a:pt x="745948" y="398952"/>
                  </a:lnTo>
                  <a:lnTo>
                    <a:pt x="828832" y="433721"/>
                  </a:lnTo>
                  <a:lnTo>
                    <a:pt x="911715" y="466552"/>
                  </a:lnTo>
                  <a:lnTo>
                    <a:pt x="994598" y="497437"/>
                  </a:lnTo>
                  <a:lnTo>
                    <a:pt x="1077481" y="526372"/>
                  </a:lnTo>
                  <a:lnTo>
                    <a:pt x="1160364" y="553358"/>
                  </a:lnTo>
                  <a:lnTo>
                    <a:pt x="1243248" y="578408"/>
                  </a:lnTo>
                  <a:lnTo>
                    <a:pt x="1326131" y="601551"/>
                  </a:lnTo>
                  <a:lnTo>
                    <a:pt x="1409014" y="622837"/>
                  </a:lnTo>
                  <a:lnTo>
                    <a:pt x="1491897" y="642340"/>
                  </a:lnTo>
                  <a:lnTo>
                    <a:pt x="1574780" y="660156"/>
                  </a:lnTo>
                  <a:lnTo>
                    <a:pt x="1657664" y="676400"/>
                  </a:lnTo>
                  <a:lnTo>
                    <a:pt x="1740547" y="691190"/>
                  </a:lnTo>
                  <a:lnTo>
                    <a:pt x="1823430" y="704496"/>
                  </a:lnTo>
                  <a:lnTo>
                    <a:pt x="1906313" y="716097"/>
                  </a:lnTo>
                  <a:lnTo>
                    <a:pt x="1989196" y="726125"/>
                  </a:lnTo>
                  <a:lnTo>
                    <a:pt x="2072080" y="734718"/>
                  </a:lnTo>
                  <a:lnTo>
                    <a:pt x="2154963" y="742034"/>
                  </a:lnTo>
                  <a:lnTo>
                    <a:pt x="2237846" y="748261"/>
                  </a:lnTo>
                  <a:lnTo>
                    <a:pt x="2320729" y="752874"/>
                  </a:lnTo>
                  <a:lnTo>
                    <a:pt x="2403612" y="752208"/>
                  </a:lnTo>
                  <a:lnTo>
                    <a:pt x="2486496" y="748035"/>
                  </a:lnTo>
                  <a:lnTo>
                    <a:pt x="2569379" y="743483"/>
                  </a:lnTo>
                  <a:lnTo>
                    <a:pt x="2652262" y="742007"/>
                  </a:lnTo>
                  <a:lnTo>
                    <a:pt x="2735145" y="740231"/>
                  </a:lnTo>
                  <a:lnTo>
                    <a:pt x="2818028" y="736627"/>
                  </a:lnTo>
                  <a:lnTo>
                    <a:pt x="2900912" y="732978"/>
                  </a:lnTo>
                  <a:lnTo>
                    <a:pt x="2983795" y="731887"/>
                  </a:lnTo>
                  <a:lnTo>
                    <a:pt x="3066678" y="734723"/>
                  </a:lnTo>
                  <a:lnTo>
                    <a:pt x="3149561" y="739232"/>
                  </a:lnTo>
                  <a:lnTo>
                    <a:pt x="3232444" y="743781"/>
                  </a:lnTo>
                  <a:lnTo>
                    <a:pt x="3315328" y="747782"/>
                  </a:lnTo>
                  <a:lnTo>
                    <a:pt x="3398211" y="753027"/>
                  </a:lnTo>
                  <a:lnTo>
                    <a:pt x="3481094" y="759725"/>
                  </a:lnTo>
                  <a:lnTo>
                    <a:pt x="3563977" y="766470"/>
                  </a:lnTo>
                  <a:lnTo>
                    <a:pt x="3646860" y="772316"/>
                  </a:lnTo>
                  <a:lnTo>
                    <a:pt x="3729744" y="776698"/>
                  </a:lnTo>
                  <a:lnTo>
                    <a:pt x="3812627" y="780781"/>
                  </a:lnTo>
                  <a:lnTo>
                    <a:pt x="3895510" y="785040"/>
                  </a:lnTo>
                  <a:lnTo>
                    <a:pt x="3978393" y="789165"/>
                  </a:lnTo>
                  <a:lnTo>
                    <a:pt x="4061276" y="792919"/>
                  </a:lnTo>
                  <a:lnTo>
                    <a:pt x="4144160" y="796141"/>
                  </a:lnTo>
                  <a:lnTo>
                    <a:pt x="4227043" y="798723"/>
                  </a:lnTo>
                  <a:lnTo>
                    <a:pt x="4309926" y="800576"/>
                  </a:lnTo>
                  <a:lnTo>
                    <a:pt x="4392809" y="801881"/>
                  </a:lnTo>
                  <a:lnTo>
                    <a:pt x="4475692" y="802803"/>
                  </a:lnTo>
                  <a:lnTo>
                    <a:pt x="4558576" y="803313"/>
                  </a:lnTo>
                  <a:lnTo>
                    <a:pt x="4641459" y="803366"/>
                  </a:lnTo>
                  <a:lnTo>
                    <a:pt x="4724342" y="802904"/>
                  </a:lnTo>
                  <a:lnTo>
                    <a:pt x="4807225" y="801862"/>
                  </a:lnTo>
                  <a:lnTo>
                    <a:pt x="4890108" y="800171"/>
                  </a:lnTo>
                  <a:lnTo>
                    <a:pt x="4972992" y="797763"/>
                  </a:lnTo>
                  <a:lnTo>
                    <a:pt x="5055875" y="794580"/>
                  </a:lnTo>
                  <a:lnTo>
                    <a:pt x="5138758" y="790569"/>
                  </a:lnTo>
                  <a:lnTo>
                    <a:pt x="5221641" y="785695"/>
                  </a:lnTo>
                  <a:lnTo>
                    <a:pt x="5304524" y="779928"/>
                  </a:lnTo>
                  <a:lnTo>
                    <a:pt x="5387408" y="773254"/>
                  </a:lnTo>
                  <a:lnTo>
                    <a:pt x="5470291" y="765666"/>
                  </a:lnTo>
                  <a:lnTo>
                    <a:pt x="5553174" y="757162"/>
                  </a:lnTo>
                  <a:lnTo>
                    <a:pt x="5636057" y="747748"/>
                  </a:lnTo>
                  <a:lnTo>
                    <a:pt x="5718940" y="737433"/>
                  </a:lnTo>
                  <a:lnTo>
                    <a:pt x="5801824" y="726226"/>
                  </a:lnTo>
                  <a:lnTo>
                    <a:pt x="5884707" y="714138"/>
                  </a:lnTo>
                  <a:lnTo>
                    <a:pt x="5967590" y="701181"/>
                  </a:lnTo>
                  <a:lnTo>
                    <a:pt x="6015395" y="693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4811450"/>
              <a:ext cx="6015395" cy="539063"/>
            </a:xfrm>
            <a:custGeom>
              <a:avLst/>
              <a:pathLst>
                <a:path w="6015395" h="539063">
                  <a:moveTo>
                    <a:pt x="6015395" y="539063"/>
                  </a:moveTo>
                  <a:lnTo>
                    <a:pt x="5967590" y="533788"/>
                  </a:lnTo>
                  <a:lnTo>
                    <a:pt x="5884707" y="525027"/>
                  </a:lnTo>
                  <a:lnTo>
                    <a:pt x="5801824" y="516664"/>
                  </a:lnTo>
                  <a:lnTo>
                    <a:pt x="5718940" y="508710"/>
                  </a:lnTo>
                  <a:lnTo>
                    <a:pt x="5636057" y="501176"/>
                  </a:lnTo>
                  <a:lnTo>
                    <a:pt x="5553174" y="494074"/>
                  </a:lnTo>
                  <a:lnTo>
                    <a:pt x="5470291" y="487412"/>
                  </a:lnTo>
                  <a:lnTo>
                    <a:pt x="5387408" y="481195"/>
                  </a:lnTo>
                  <a:lnTo>
                    <a:pt x="5304524" y="475423"/>
                  </a:lnTo>
                  <a:lnTo>
                    <a:pt x="5221641" y="470090"/>
                  </a:lnTo>
                  <a:lnTo>
                    <a:pt x="5138758" y="465180"/>
                  </a:lnTo>
                  <a:lnTo>
                    <a:pt x="5055875" y="460666"/>
                  </a:lnTo>
                  <a:lnTo>
                    <a:pt x="4972992" y="456510"/>
                  </a:lnTo>
                  <a:lnTo>
                    <a:pt x="4890108" y="452664"/>
                  </a:lnTo>
                  <a:lnTo>
                    <a:pt x="4807225" y="449066"/>
                  </a:lnTo>
                  <a:lnTo>
                    <a:pt x="4724342" y="445652"/>
                  </a:lnTo>
                  <a:lnTo>
                    <a:pt x="4641459" y="442352"/>
                  </a:lnTo>
                  <a:lnTo>
                    <a:pt x="4558576" y="439100"/>
                  </a:lnTo>
                  <a:lnTo>
                    <a:pt x="4475692" y="435839"/>
                  </a:lnTo>
                  <a:lnTo>
                    <a:pt x="4392809" y="432526"/>
                  </a:lnTo>
                  <a:lnTo>
                    <a:pt x="4309926" y="429131"/>
                  </a:lnTo>
                  <a:lnTo>
                    <a:pt x="4227043" y="425298"/>
                  </a:lnTo>
                  <a:lnTo>
                    <a:pt x="4144160" y="420701"/>
                  </a:lnTo>
                  <a:lnTo>
                    <a:pt x="4061276" y="415648"/>
                  </a:lnTo>
                  <a:lnTo>
                    <a:pt x="3978393" y="410437"/>
                  </a:lnTo>
                  <a:lnTo>
                    <a:pt x="3895510" y="405309"/>
                  </a:lnTo>
                  <a:lnTo>
                    <a:pt x="3812627" y="400433"/>
                  </a:lnTo>
                  <a:lnTo>
                    <a:pt x="3729744" y="395903"/>
                  </a:lnTo>
                  <a:lnTo>
                    <a:pt x="3646860" y="390612"/>
                  </a:lnTo>
                  <a:lnTo>
                    <a:pt x="3563977" y="383285"/>
                  </a:lnTo>
                  <a:lnTo>
                    <a:pt x="3481094" y="375507"/>
                  </a:lnTo>
                  <a:lnTo>
                    <a:pt x="3398211" y="368594"/>
                  </a:lnTo>
                  <a:lnTo>
                    <a:pt x="3315328" y="363400"/>
                  </a:lnTo>
                  <a:lnTo>
                    <a:pt x="3232444" y="358432"/>
                  </a:lnTo>
                  <a:lnTo>
                    <a:pt x="3149561" y="352680"/>
                  </a:lnTo>
                  <a:lnTo>
                    <a:pt x="3066678" y="348089"/>
                  </a:lnTo>
                  <a:lnTo>
                    <a:pt x="2983795" y="345582"/>
                  </a:lnTo>
                  <a:lnTo>
                    <a:pt x="2900912" y="346023"/>
                  </a:lnTo>
                  <a:lnTo>
                    <a:pt x="2818028" y="349120"/>
                  </a:lnTo>
                  <a:lnTo>
                    <a:pt x="2735145" y="353201"/>
                  </a:lnTo>
                  <a:lnTo>
                    <a:pt x="2652262" y="355777"/>
                  </a:lnTo>
                  <a:lnTo>
                    <a:pt x="2569379" y="357126"/>
                  </a:lnTo>
                  <a:lnTo>
                    <a:pt x="2486496" y="361482"/>
                  </a:lnTo>
                  <a:lnTo>
                    <a:pt x="2403612" y="366208"/>
                  </a:lnTo>
                  <a:lnTo>
                    <a:pt x="2320729" y="367880"/>
                  </a:lnTo>
                  <a:lnTo>
                    <a:pt x="2237846" y="363834"/>
                  </a:lnTo>
                  <a:lnTo>
                    <a:pt x="2154963" y="358171"/>
                  </a:lnTo>
                  <a:lnTo>
                    <a:pt x="2072080" y="351689"/>
                  </a:lnTo>
                  <a:lnTo>
                    <a:pt x="1989196" y="344285"/>
                  </a:lnTo>
                  <a:lnTo>
                    <a:pt x="1906313" y="335821"/>
                  </a:lnTo>
                  <a:lnTo>
                    <a:pt x="1823430" y="326145"/>
                  </a:lnTo>
                  <a:lnTo>
                    <a:pt x="1740547" y="315138"/>
                  </a:lnTo>
                  <a:lnTo>
                    <a:pt x="1657664" y="303304"/>
                  </a:lnTo>
                  <a:lnTo>
                    <a:pt x="1574780" y="290948"/>
                  </a:lnTo>
                  <a:lnTo>
                    <a:pt x="1491897" y="278163"/>
                  </a:lnTo>
                  <a:lnTo>
                    <a:pt x="1409014" y="265041"/>
                  </a:lnTo>
                  <a:lnTo>
                    <a:pt x="1326131" y="251652"/>
                  </a:lnTo>
                  <a:lnTo>
                    <a:pt x="1243248" y="238046"/>
                  </a:lnTo>
                  <a:lnTo>
                    <a:pt x="1160364" y="224251"/>
                  </a:lnTo>
                  <a:lnTo>
                    <a:pt x="1077481" y="210270"/>
                  </a:lnTo>
                  <a:lnTo>
                    <a:pt x="994598" y="196092"/>
                  </a:lnTo>
                  <a:lnTo>
                    <a:pt x="911715" y="181695"/>
                  </a:lnTo>
                  <a:lnTo>
                    <a:pt x="828832" y="167049"/>
                  </a:lnTo>
                  <a:lnTo>
                    <a:pt x="745948" y="152122"/>
                  </a:lnTo>
                  <a:lnTo>
                    <a:pt x="663065" y="136882"/>
                  </a:lnTo>
                  <a:lnTo>
                    <a:pt x="580182" y="121294"/>
                  </a:lnTo>
                  <a:lnTo>
                    <a:pt x="497299" y="105328"/>
                  </a:lnTo>
                  <a:lnTo>
                    <a:pt x="414416" y="88954"/>
                  </a:lnTo>
                  <a:lnTo>
                    <a:pt x="331532" y="72142"/>
                  </a:lnTo>
                  <a:lnTo>
                    <a:pt x="248649" y="54865"/>
                  </a:lnTo>
                  <a:lnTo>
                    <a:pt x="165766" y="37099"/>
                  </a:lnTo>
                  <a:lnTo>
                    <a:pt x="82883" y="18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577264"/>
              <a:ext cx="6015395" cy="627892"/>
            </a:xfrm>
            <a:custGeom>
              <a:avLst/>
              <a:pathLst>
                <a:path w="6015395" h="627892">
                  <a:moveTo>
                    <a:pt x="0" y="0"/>
                  </a:moveTo>
                  <a:lnTo>
                    <a:pt x="82883" y="35374"/>
                  </a:lnTo>
                  <a:lnTo>
                    <a:pt x="165766" y="69531"/>
                  </a:lnTo>
                  <a:lnTo>
                    <a:pt x="248649" y="102481"/>
                  </a:lnTo>
                  <a:lnTo>
                    <a:pt x="331532" y="134238"/>
                  </a:lnTo>
                  <a:lnTo>
                    <a:pt x="414416" y="164813"/>
                  </a:lnTo>
                  <a:lnTo>
                    <a:pt x="497299" y="194218"/>
                  </a:lnTo>
                  <a:lnTo>
                    <a:pt x="580182" y="222466"/>
                  </a:lnTo>
                  <a:lnTo>
                    <a:pt x="663065" y="249568"/>
                  </a:lnTo>
                  <a:lnTo>
                    <a:pt x="745948" y="275537"/>
                  </a:lnTo>
                  <a:lnTo>
                    <a:pt x="828832" y="300385"/>
                  </a:lnTo>
                  <a:lnTo>
                    <a:pt x="911715" y="324123"/>
                  </a:lnTo>
                  <a:lnTo>
                    <a:pt x="994598" y="346765"/>
                  </a:lnTo>
                  <a:lnTo>
                    <a:pt x="1077481" y="368321"/>
                  </a:lnTo>
                  <a:lnTo>
                    <a:pt x="1160364" y="388805"/>
                  </a:lnTo>
                  <a:lnTo>
                    <a:pt x="1243248" y="408227"/>
                  </a:lnTo>
                  <a:lnTo>
                    <a:pt x="1326131" y="426601"/>
                  </a:lnTo>
                  <a:lnTo>
                    <a:pt x="1409014" y="443939"/>
                  </a:lnTo>
                  <a:lnTo>
                    <a:pt x="1491897" y="460252"/>
                  </a:lnTo>
                  <a:lnTo>
                    <a:pt x="1574780" y="475552"/>
                  </a:lnTo>
                  <a:lnTo>
                    <a:pt x="1657664" y="489852"/>
                  </a:lnTo>
                  <a:lnTo>
                    <a:pt x="1740547" y="503164"/>
                  </a:lnTo>
                  <a:lnTo>
                    <a:pt x="1823430" y="515320"/>
                  </a:lnTo>
                  <a:lnTo>
                    <a:pt x="1906313" y="525959"/>
                  </a:lnTo>
                  <a:lnTo>
                    <a:pt x="1989196" y="535205"/>
                  </a:lnTo>
                  <a:lnTo>
                    <a:pt x="2072080" y="543204"/>
                  </a:lnTo>
                  <a:lnTo>
                    <a:pt x="2154963" y="550103"/>
                  </a:lnTo>
                  <a:lnTo>
                    <a:pt x="2237846" y="556047"/>
                  </a:lnTo>
                  <a:lnTo>
                    <a:pt x="2320729" y="560377"/>
                  </a:lnTo>
                  <a:lnTo>
                    <a:pt x="2403612" y="559208"/>
                  </a:lnTo>
                  <a:lnTo>
                    <a:pt x="2486496" y="554759"/>
                  </a:lnTo>
                  <a:lnTo>
                    <a:pt x="2569379" y="550305"/>
                  </a:lnTo>
                  <a:lnTo>
                    <a:pt x="2652262" y="548892"/>
                  </a:lnTo>
                  <a:lnTo>
                    <a:pt x="2735145" y="546716"/>
                  </a:lnTo>
                  <a:lnTo>
                    <a:pt x="2818028" y="542873"/>
                  </a:lnTo>
                  <a:lnTo>
                    <a:pt x="2900912" y="539501"/>
                  </a:lnTo>
                  <a:lnTo>
                    <a:pt x="2983795" y="538734"/>
                  </a:lnTo>
                  <a:lnTo>
                    <a:pt x="3066678" y="541406"/>
                  </a:lnTo>
                  <a:lnTo>
                    <a:pt x="3149561" y="545956"/>
                  </a:lnTo>
                  <a:lnTo>
                    <a:pt x="3232444" y="551106"/>
                  </a:lnTo>
                  <a:lnTo>
                    <a:pt x="3315328" y="555591"/>
                  </a:lnTo>
                  <a:lnTo>
                    <a:pt x="3398211" y="560810"/>
                  </a:lnTo>
                  <a:lnTo>
                    <a:pt x="3481094" y="567616"/>
                  </a:lnTo>
                  <a:lnTo>
                    <a:pt x="3563977" y="574877"/>
                  </a:lnTo>
                  <a:lnTo>
                    <a:pt x="3646860" y="581464"/>
                  </a:lnTo>
                  <a:lnTo>
                    <a:pt x="3729744" y="586301"/>
                  </a:lnTo>
                  <a:lnTo>
                    <a:pt x="3812627" y="590607"/>
                  </a:lnTo>
                  <a:lnTo>
                    <a:pt x="3895510" y="595175"/>
                  </a:lnTo>
                  <a:lnTo>
                    <a:pt x="3978393" y="599801"/>
                  </a:lnTo>
                  <a:lnTo>
                    <a:pt x="4061276" y="604284"/>
                  </a:lnTo>
                  <a:lnTo>
                    <a:pt x="4144160" y="608421"/>
                  </a:lnTo>
                  <a:lnTo>
                    <a:pt x="4227043" y="612010"/>
                  </a:lnTo>
                  <a:lnTo>
                    <a:pt x="4309926" y="614853"/>
                  </a:lnTo>
                  <a:lnTo>
                    <a:pt x="4392809" y="617203"/>
                  </a:lnTo>
                  <a:lnTo>
                    <a:pt x="4475692" y="619321"/>
                  </a:lnTo>
                  <a:lnTo>
                    <a:pt x="4558576" y="621206"/>
                  </a:lnTo>
                  <a:lnTo>
                    <a:pt x="4641459" y="622859"/>
                  </a:lnTo>
                  <a:lnTo>
                    <a:pt x="4724342" y="624278"/>
                  </a:lnTo>
                  <a:lnTo>
                    <a:pt x="4807225" y="625464"/>
                  </a:lnTo>
                  <a:lnTo>
                    <a:pt x="4890108" y="626417"/>
                  </a:lnTo>
                  <a:lnTo>
                    <a:pt x="4972992" y="627137"/>
                  </a:lnTo>
                  <a:lnTo>
                    <a:pt x="5055875" y="627623"/>
                  </a:lnTo>
                  <a:lnTo>
                    <a:pt x="5138758" y="627874"/>
                  </a:lnTo>
                  <a:lnTo>
                    <a:pt x="5221641" y="627892"/>
                  </a:lnTo>
                  <a:lnTo>
                    <a:pt x="5304524" y="627676"/>
                  </a:lnTo>
                  <a:lnTo>
                    <a:pt x="5387408" y="627225"/>
                  </a:lnTo>
                  <a:lnTo>
                    <a:pt x="5470291" y="626539"/>
                  </a:lnTo>
                  <a:lnTo>
                    <a:pt x="5553174" y="625618"/>
                  </a:lnTo>
                  <a:lnTo>
                    <a:pt x="5636057" y="624462"/>
                  </a:lnTo>
                  <a:lnTo>
                    <a:pt x="5718940" y="623071"/>
                  </a:lnTo>
                  <a:lnTo>
                    <a:pt x="5801824" y="621445"/>
                  </a:lnTo>
                  <a:lnTo>
                    <a:pt x="5884707" y="619583"/>
                  </a:lnTo>
                  <a:lnTo>
                    <a:pt x="5967590" y="617485"/>
                  </a:lnTo>
                  <a:lnTo>
                    <a:pt x="6015395" y="61613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825917"/>
              <a:ext cx="6015395" cy="1552542"/>
            </a:xfrm>
            <a:custGeom>
              <a:avLst/>
              <a:pathLst>
                <a:path w="6015395" h="1552542">
                  <a:moveTo>
                    <a:pt x="0" y="0"/>
                  </a:moveTo>
                  <a:lnTo>
                    <a:pt x="82883" y="79405"/>
                  </a:lnTo>
                  <a:lnTo>
                    <a:pt x="165766" y="156128"/>
                  </a:lnTo>
                  <a:lnTo>
                    <a:pt x="248649" y="230139"/>
                  </a:lnTo>
                  <a:lnTo>
                    <a:pt x="331532" y="301409"/>
                  </a:lnTo>
                  <a:lnTo>
                    <a:pt x="414416" y="369904"/>
                  </a:lnTo>
                  <a:lnTo>
                    <a:pt x="497299" y="435591"/>
                  </a:lnTo>
                  <a:lnTo>
                    <a:pt x="580182" y="498433"/>
                  </a:lnTo>
                  <a:lnTo>
                    <a:pt x="663065" y="558391"/>
                  </a:lnTo>
                  <a:lnTo>
                    <a:pt x="745948" y="615424"/>
                  </a:lnTo>
                  <a:lnTo>
                    <a:pt x="828832" y="669490"/>
                  </a:lnTo>
                  <a:lnTo>
                    <a:pt x="911715" y="720546"/>
                  </a:lnTo>
                  <a:lnTo>
                    <a:pt x="994598" y="768548"/>
                  </a:lnTo>
                  <a:lnTo>
                    <a:pt x="1077481" y="813461"/>
                  </a:lnTo>
                  <a:lnTo>
                    <a:pt x="1160364" y="855256"/>
                  </a:lnTo>
                  <a:lnTo>
                    <a:pt x="1243248" y="893923"/>
                  </a:lnTo>
                  <a:lnTo>
                    <a:pt x="1326131" y="929475"/>
                  </a:lnTo>
                  <a:lnTo>
                    <a:pt x="1409014" y="961954"/>
                  </a:lnTo>
                  <a:lnTo>
                    <a:pt x="1491897" y="991442"/>
                  </a:lnTo>
                  <a:lnTo>
                    <a:pt x="1574780" y="1018050"/>
                  </a:lnTo>
                  <a:lnTo>
                    <a:pt x="1657664" y="1041916"/>
                  </a:lnTo>
                  <a:lnTo>
                    <a:pt x="1740547" y="1063186"/>
                  </a:lnTo>
                  <a:lnTo>
                    <a:pt x="1823430" y="1081912"/>
                  </a:lnTo>
                  <a:lnTo>
                    <a:pt x="1906313" y="1098126"/>
                  </a:lnTo>
                  <a:lnTo>
                    <a:pt x="1989196" y="1112159"/>
                  </a:lnTo>
                  <a:lnTo>
                    <a:pt x="2072080" y="1124338"/>
                  </a:lnTo>
                  <a:lnTo>
                    <a:pt x="2154963" y="1135015"/>
                  </a:lnTo>
                  <a:lnTo>
                    <a:pt x="2237846" y="1144592"/>
                  </a:lnTo>
                  <a:lnTo>
                    <a:pt x="2320729" y="1153016"/>
                  </a:lnTo>
                  <a:lnTo>
                    <a:pt x="2403612" y="1157852"/>
                  </a:lnTo>
                  <a:lnTo>
                    <a:pt x="2486496" y="1159892"/>
                  </a:lnTo>
                  <a:lnTo>
                    <a:pt x="2569379" y="1161130"/>
                  </a:lnTo>
                  <a:lnTo>
                    <a:pt x="2652262" y="1164196"/>
                  </a:lnTo>
                  <a:lnTo>
                    <a:pt x="2735145" y="1166467"/>
                  </a:lnTo>
                  <a:lnTo>
                    <a:pt x="2818028" y="1166588"/>
                  </a:lnTo>
                  <a:lnTo>
                    <a:pt x="2900912" y="1166125"/>
                  </a:lnTo>
                  <a:lnTo>
                    <a:pt x="2983795" y="1167846"/>
                  </a:lnTo>
                  <a:lnTo>
                    <a:pt x="3066678" y="1173695"/>
                  </a:lnTo>
                  <a:lnTo>
                    <a:pt x="3149561" y="1181264"/>
                  </a:lnTo>
                  <a:lnTo>
                    <a:pt x="3232444" y="1188385"/>
                  </a:lnTo>
                  <a:lnTo>
                    <a:pt x="3315328" y="1194435"/>
                  </a:lnTo>
                  <a:lnTo>
                    <a:pt x="3398211" y="1201426"/>
                  </a:lnTo>
                  <a:lnTo>
                    <a:pt x="3481094" y="1209496"/>
                  </a:lnTo>
                  <a:lnTo>
                    <a:pt x="3563977" y="1217161"/>
                  </a:lnTo>
                  <a:lnTo>
                    <a:pt x="3646860" y="1223620"/>
                  </a:lnTo>
                  <a:lnTo>
                    <a:pt x="3729744" y="1228598"/>
                  </a:lnTo>
                  <a:lnTo>
                    <a:pt x="3812627" y="1232995"/>
                  </a:lnTo>
                  <a:lnTo>
                    <a:pt x="3895510" y="1237120"/>
                  </a:lnTo>
                  <a:lnTo>
                    <a:pt x="3978393" y="1240767"/>
                  </a:lnTo>
                  <a:lnTo>
                    <a:pt x="4061276" y="1243841"/>
                  </a:lnTo>
                  <a:lnTo>
                    <a:pt x="4144160" y="1246357"/>
                  </a:lnTo>
                  <a:lnTo>
                    <a:pt x="4227043" y="1248407"/>
                  </a:lnTo>
                  <a:lnTo>
                    <a:pt x="4309926" y="1250111"/>
                  </a:lnTo>
                  <a:lnTo>
                    <a:pt x="4392809" y="1251487"/>
                  </a:lnTo>
                  <a:lnTo>
                    <a:pt x="4475692" y="1252494"/>
                  </a:lnTo>
                  <a:lnTo>
                    <a:pt x="4558576" y="1253089"/>
                  </a:lnTo>
                  <a:lnTo>
                    <a:pt x="4641459" y="1253205"/>
                  </a:lnTo>
                  <a:lnTo>
                    <a:pt x="4724342" y="1252755"/>
                  </a:lnTo>
                  <a:lnTo>
                    <a:pt x="4807225" y="1251639"/>
                  </a:lnTo>
                  <a:lnTo>
                    <a:pt x="4890108" y="1249754"/>
                  </a:lnTo>
                  <a:lnTo>
                    <a:pt x="4972992" y="1247000"/>
                  </a:lnTo>
                  <a:lnTo>
                    <a:pt x="5055875" y="1243286"/>
                  </a:lnTo>
                  <a:lnTo>
                    <a:pt x="5138758" y="1238536"/>
                  </a:lnTo>
                  <a:lnTo>
                    <a:pt x="5221641" y="1232693"/>
                  </a:lnTo>
                  <a:lnTo>
                    <a:pt x="5304524" y="1225716"/>
                  </a:lnTo>
                  <a:lnTo>
                    <a:pt x="5387408" y="1217577"/>
                  </a:lnTo>
                  <a:lnTo>
                    <a:pt x="5470291" y="1208267"/>
                  </a:lnTo>
                  <a:lnTo>
                    <a:pt x="5553174" y="1197782"/>
                  </a:lnTo>
                  <a:lnTo>
                    <a:pt x="5636057" y="1186128"/>
                  </a:lnTo>
                  <a:lnTo>
                    <a:pt x="5718940" y="1173315"/>
                  </a:lnTo>
                  <a:lnTo>
                    <a:pt x="5801824" y="1159357"/>
                  </a:lnTo>
                  <a:lnTo>
                    <a:pt x="5884707" y="1144269"/>
                  </a:lnTo>
                  <a:lnTo>
                    <a:pt x="5967590" y="1128066"/>
                  </a:lnTo>
                  <a:lnTo>
                    <a:pt x="6015395" y="1118086"/>
                  </a:lnTo>
                  <a:lnTo>
                    <a:pt x="6015395" y="1552542"/>
                  </a:lnTo>
                  <a:lnTo>
                    <a:pt x="5862050" y="1552542"/>
                  </a:lnTo>
                  <a:lnTo>
                    <a:pt x="5801824" y="1541560"/>
                  </a:lnTo>
                  <a:lnTo>
                    <a:pt x="5718940" y="1527221"/>
                  </a:lnTo>
                  <a:lnTo>
                    <a:pt x="5636057" y="1513675"/>
                  </a:lnTo>
                  <a:lnTo>
                    <a:pt x="5553174" y="1500939"/>
                  </a:lnTo>
                  <a:lnTo>
                    <a:pt x="5470291" y="1489028"/>
                  </a:lnTo>
                  <a:lnTo>
                    <a:pt x="5387408" y="1477950"/>
                  </a:lnTo>
                  <a:lnTo>
                    <a:pt x="5304524" y="1467709"/>
                  </a:lnTo>
                  <a:lnTo>
                    <a:pt x="5221641" y="1458295"/>
                  </a:lnTo>
                  <a:lnTo>
                    <a:pt x="5138758" y="1449688"/>
                  </a:lnTo>
                  <a:lnTo>
                    <a:pt x="5055875" y="1441849"/>
                  </a:lnTo>
                  <a:lnTo>
                    <a:pt x="4972992" y="1434725"/>
                  </a:lnTo>
                  <a:lnTo>
                    <a:pt x="4890108" y="1428243"/>
                  </a:lnTo>
                  <a:lnTo>
                    <a:pt x="4807225" y="1422318"/>
                  </a:lnTo>
                  <a:lnTo>
                    <a:pt x="4724342" y="1416852"/>
                  </a:lnTo>
                  <a:lnTo>
                    <a:pt x="4641459" y="1411748"/>
                  </a:lnTo>
                  <a:lnTo>
                    <a:pt x="4558576" y="1406908"/>
                  </a:lnTo>
                  <a:lnTo>
                    <a:pt x="4475692" y="1402250"/>
                  </a:lnTo>
                  <a:lnTo>
                    <a:pt x="4392809" y="1397711"/>
                  </a:lnTo>
                  <a:lnTo>
                    <a:pt x="4309926" y="1393250"/>
                  </a:lnTo>
                  <a:lnTo>
                    <a:pt x="4227043" y="1388621"/>
                  </a:lnTo>
                  <a:lnTo>
                    <a:pt x="4144160" y="1383595"/>
                  </a:lnTo>
                  <a:lnTo>
                    <a:pt x="4061276" y="1378376"/>
                  </a:lnTo>
                  <a:lnTo>
                    <a:pt x="3978393" y="1373151"/>
                  </a:lnTo>
                  <a:lnTo>
                    <a:pt x="3895510" y="1368022"/>
                  </a:lnTo>
                  <a:lnTo>
                    <a:pt x="3812627" y="1362986"/>
                  </a:lnTo>
                  <a:lnTo>
                    <a:pt x="3729744" y="1357928"/>
                  </a:lnTo>
                  <a:lnTo>
                    <a:pt x="3646860" y="1351609"/>
                  </a:lnTo>
                  <a:lnTo>
                    <a:pt x="3563977" y="1342963"/>
                  </a:lnTo>
                  <a:lnTo>
                    <a:pt x="3481094" y="1333772"/>
                  </a:lnTo>
                  <a:lnTo>
                    <a:pt x="3398211" y="1325385"/>
                  </a:lnTo>
                  <a:lnTo>
                    <a:pt x="3315328" y="1318469"/>
                  </a:lnTo>
                  <a:lnTo>
                    <a:pt x="3232444" y="1310991"/>
                  </a:lnTo>
                  <a:lnTo>
                    <a:pt x="3149561" y="1302093"/>
                  </a:lnTo>
                  <a:lnTo>
                    <a:pt x="3066678" y="1294404"/>
                  </a:lnTo>
                  <a:lnTo>
                    <a:pt x="2983795" y="1289039"/>
                  </a:lnTo>
                  <a:lnTo>
                    <a:pt x="2900912" y="1286360"/>
                  </a:lnTo>
                  <a:lnTo>
                    <a:pt x="2818028" y="1286008"/>
                  </a:lnTo>
                  <a:lnTo>
                    <a:pt x="2735145" y="1286589"/>
                  </a:lnTo>
                  <a:lnTo>
                    <a:pt x="2652262" y="1285501"/>
                  </a:lnTo>
                  <a:lnTo>
                    <a:pt x="2569379" y="1282247"/>
                  </a:lnTo>
                  <a:lnTo>
                    <a:pt x="2486496" y="1280720"/>
                  </a:lnTo>
                  <a:lnTo>
                    <a:pt x="2403612" y="1279495"/>
                  </a:lnTo>
                  <a:lnTo>
                    <a:pt x="2320729" y="1276147"/>
                  </a:lnTo>
                  <a:lnTo>
                    <a:pt x="2237846" y="1268558"/>
                  </a:lnTo>
                  <a:lnTo>
                    <a:pt x="2154963" y="1259815"/>
                  </a:lnTo>
                  <a:lnTo>
                    <a:pt x="2072080" y="1250369"/>
                  </a:lnTo>
                  <a:lnTo>
                    <a:pt x="1989196" y="1239947"/>
                  </a:lnTo>
                  <a:lnTo>
                    <a:pt x="1906313" y="1228223"/>
                  </a:lnTo>
                  <a:lnTo>
                    <a:pt x="1823430" y="1214851"/>
                  </a:lnTo>
                  <a:lnTo>
                    <a:pt x="1740547" y="1199521"/>
                  </a:lnTo>
                  <a:lnTo>
                    <a:pt x="1657664" y="1182616"/>
                  </a:lnTo>
                  <a:lnTo>
                    <a:pt x="1574780" y="1164491"/>
                  </a:lnTo>
                  <a:lnTo>
                    <a:pt x="1491897" y="1145315"/>
                  </a:lnTo>
                  <a:lnTo>
                    <a:pt x="1409014" y="1125249"/>
                  </a:lnTo>
                  <a:lnTo>
                    <a:pt x="1326131" y="1104431"/>
                  </a:lnTo>
                  <a:lnTo>
                    <a:pt x="1243248" y="1082965"/>
                  </a:lnTo>
                  <a:lnTo>
                    <a:pt x="1160364" y="1060918"/>
                  </a:lnTo>
                  <a:lnTo>
                    <a:pt x="1077481" y="1038328"/>
                  </a:lnTo>
                  <a:lnTo>
                    <a:pt x="994598" y="1015208"/>
                  </a:lnTo>
                  <a:lnTo>
                    <a:pt x="911715" y="991555"/>
                  </a:lnTo>
                  <a:lnTo>
                    <a:pt x="828832" y="967355"/>
                  </a:lnTo>
                  <a:lnTo>
                    <a:pt x="745948" y="942591"/>
                  </a:lnTo>
                  <a:lnTo>
                    <a:pt x="663065" y="917244"/>
                  </a:lnTo>
                  <a:lnTo>
                    <a:pt x="580182" y="891295"/>
                  </a:lnTo>
                  <a:lnTo>
                    <a:pt x="497299" y="864728"/>
                  </a:lnTo>
                  <a:lnTo>
                    <a:pt x="414416" y="837528"/>
                  </a:lnTo>
                  <a:lnTo>
                    <a:pt x="331532" y="809682"/>
                  </a:lnTo>
                  <a:lnTo>
                    <a:pt x="248649" y="781182"/>
                  </a:lnTo>
                  <a:lnTo>
                    <a:pt x="165766" y="752018"/>
                  </a:lnTo>
                  <a:lnTo>
                    <a:pt x="82883" y="722184"/>
                  </a:lnTo>
                  <a:lnTo>
                    <a:pt x="0" y="69167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825917"/>
              <a:ext cx="6015395" cy="1253205"/>
            </a:xfrm>
            <a:custGeom>
              <a:avLst/>
              <a:pathLst>
                <a:path w="6015395" h="1253205">
                  <a:moveTo>
                    <a:pt x="0" y="0"/>
                  </a:moveTo>
                  <a:lnTo>
                    <a:pt x="82883" y="79405"/>
                  </a:lnTo>
                  <a:lnTo>
                    <a:pt x="165766" y="156128"/>
                  </a:lnTo>
                  <a:lnTo>
                    <a:pt x="248649" y="230139"/>
                  </a:lnTo>
                  <a:lnTo>
                    <a:pt x="331532" y="301409"/>
                  </a:lnTo>
                  <a:lnTo>
                    <a:pt x="414416" y="369904"/>
                  </a:lnTo>
                  <a:lnTo>
                    <a:pt x="497299" y="435591"/>
                  </a:lnTo>
                  <a:lnTo>
                    <a:pt x="580182" y="498433"/>
                  </a:lnTo>
                  <a:lnTo>
                    <a:pt x="663065" y="558391"/>
                  </a:lnTo>
                  <a:lnTo>
                    <a:pt x="745948" y="615424"/>
                  </a:lnTo>
                  <a:lnTo>
                    <a:pt x="828832" y="669490"/>
                  </a:lnTo>
                  <a:lnTo>
                    <a:pt x="911715" y="720546"/>
                  </a:lnTo>
                  <a:lnTo>
                    <a:pt x="994598" y="768548"/>
                  </a:lnTo>
                  <a:lnTo>
                    <a:pt x="1077481" y="813461"/>
                  </a:lnTo>
                  <a:lnTo>
                    <a:pt x="1160364" y="855256"/>
                  </a:lnTo>
                  <a:lnTo>
                    <a:pt x="1243248" y="893923"/>
                  </a:lnTo>
                  <a:lnTo>
                    <a:pt x="1326131" y="929475"/>
                  </a:lnTo>
                  <a:lnTo>
                    <a:pt x="1409014" y="961954"/>
                  </a:lnTo>
                  <a:lnTo>
                    <a:pt x="1491897" y="991442"/>
                  </a:lnTo>
                  <a:lnTo>
                    <a:pt x="1574780" y="1018050"/>
                  </a:lnTo>
                  <a:lnTo>
                    <a:pt x="1657664" y="1041916"/>
                  </a:lnTo>
                  <a:lnTo>
                    <a:pt x="1740547" y="1063186"/>
                  </a:lnTo>
                  <a:lnTo>
                    <a:pt x="1823430" y="1081912"/>
                  </a:lnTo>
                  <a:lnTo>
                    <a:pt x="1906313" y="1098126"/>
                  </a:lnTo>
                  <a:lnTo>
                    <a:pt x="1989196" y="1112159"/>
                  </a:lnTo>
                  <a:lnTo>
                    <a:pt x="2072080" y="1124338"/>
                  </a:lnTo>
                  <a:lnTo>
                    <a:pt x="2154963" y="1135015"/>
                  </a:lnTo>
                  <a:lnTo>
                    <a:pt x="2237846" y="1144592"/>
                  </a:lnTo>
                  <a:lnTo>
                    <a:pt x="2320729" y="1153016"/>
                  </a:lnTo>
                  <a:lnTo>
                    <a:pt x="2403612" y="1157852"/>
                  </a:lnTo>
                  <a:lnTo>
                    <a:pt x="2486496" y="1159892"/>
                  </a:lnTo>
                  <a:lnTo>
                    <a:pt x="2569379" y="1161130"/>
                  </a:lnTo>
                  <a:lnTo>
                    <a:pt x="2652262" y="1164196"/>
                  </a:lnTo>
                  <a:lnTo>
                    <a:pt x="2735145" y="1166467"/>
                  </a:lnTo>
                  <a:lnTo>
                    <a:pt x="2818028" y="1166588"/>
                  </a:lnTo>
                  <a:lnTo>
                    <a:pt x="2900912" y="1166125"/>
                  </a:lnTo>
                  <a:lnTo>
                    <a:pt x="2983795" y="1167846"/>
                  </a:lnTo>
                  <a:lnTo>
                    <a:pt x="3066678" y="1173695"/>
                  </a:lnTo>
                  <a:lnTo>
                    <a:pt x="3149561" y="1181264"/>
                  </a:lnTo>
                  <a:lnTo>
                    <a:pt x="3232444" y="1188385"/>
                  </a:lnTo>
                  <a:lnTo>
                    <a:pt x="3315328" y="1194435"/>
                  </a:lnTo>
                  <a:lnTo>
                    <a:pt x="3398211" y="1201426"/>
                  </a:lnTo>
                  <a:lnTo>
                    <a:pt x="3481094" y="1209496"/>
                  </a:lnTo>
                  <a:lnTo>
                    <a:pt x="3563977" y="1217161"/>
                  </a:lnTo>
                  <a:lnTo>
                    <a:pt x="3646860" y="1223620"/>
                  </a:lnTo>
                  <a:lnTo>
                    <a:pt x="3729744" y="1228598"/>
                  </a:lnTo>
                  <a:lnTo>
                    <a:pt x="3812627" y="1232995"/>
                  </a:lnTo>
                  <a:lnTo>
                    <a:pt x="3895510" y="1237120"/>
                  </a:lnTo>
                  <a:lnTo>
                    <a:pt x="3978393" y="1240767"/>
                  </a:lnTo>
                  <a:lnTo>
                    <a:pt x="4061276" y="1243841"/>
                  </a:lnTo>
                  <a:lnTo>
                    <a:pt x="4144160" y="1246357"/>
                  </a:lnTo>
                  <a:lnTo>
                    <a:pt x="4227043" y="1248407"/>
                  </a:lnTo>
                  <a:lnTo>
                    <a:pt x="4309926" y="1250111"/>
                  </a:lnTo>
                  <a:lnTo>
                    <a:pt x="4392809" y="1251487"/>
                  </a:lnTo>
                  <a:lnTo>
                    <a:pt x="4475692" y="1252494"/>
                  </a:lnTo>
                  <a:lnTo>
                    <a:pt x="4558576" y="1253089"/>
                  </a:lnTo>
                  <a:lnTo>
                    <a:pt x="4641459" y="1253205"/>
                  </a:lnTo>
                  <a:lnTo>
                    <a:pt x="4724342" y="1252755"/>
                  </a:lnTo>
                  <a:lnTo>
                    <a:pt x="4807225" y="1251639"/>
                  </a:lnTo>
                  <a:lnTo>
                    <a:pt x="4890108" y="1249754"/>
                  </a:lnTo>
                  <a:lnTo>
                    <a:pt x="4972992" y="1247000"/>
                  </a:lnTo>
                  <a:lnTo>
                    <a:pt x="5055875" y="1243286"/>
                  </a:lnTo>
                  <a:lnTo>
                    <a:pt x="5138758" y="1238536"/>
                  </a:lnTo>
                  <a:lnTo>
                    <a:pt x="5221641" y="1232693"/>
                  </a:lnTo>
                  <a:lnTo>
                    <a:pt x="5304524" y="1225716"/>
                  </a:lnTo>
                  <a:lnTo>
                    <a:pt x="5387408" y="1217577"/>
                  </a:lnTo>
                  <a:lnTo>
                    <a:pt x="5470291" y="1208267"/>
                  </a:lnTo>
                  <a:lnTo>
                    <a:pt x="5553174" y="1197782"/>
                  </a:lnTo>
                  <a:lnTo>
                    <a:pt x="5636057" y="1186128"/>
                  </a:lnTo>
                  <a:lnTo>
                    <a:pt x="5718940" y="1173315"/>
                  </a:lnTo>
                  <a:lnTo>
                    <a:pt x="5801824" y="1159357"/>
                  </a:lnTo>
                  <a:lnTo>
                    <a:pt x="5884707" y="1144269"/>
                  </a:lnTo>
                  <a:lnTo>
                    <a:pt x="5967590" y="1128066"/>
                  </a:lnTo>
                  <a:lnTo>
                    <a:pt x="6015395" y="1118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4517594"/>
              <a:ext cx="5862050" cy="860865"/>
            </a:xfrm>
            <a:custGeom>
              <a:avLst/>
              <a:pathLst>
                <a:path w="5862050" h="860865">
                  <a:moveTo>
                    <a:pt x="5862050" y="860865"/>
                  </a:moveTo>
                  <a:lnTo>
                    <a:pt x="5801824" y="849883"/>
                  </a:lnTo>
                  <a:lnTo>
                    <a:pt x="5718940" y="835544"/>
                  </a:lnTo>
                  <a:lnTo>
                    <a:pt x="5636057" y="821998"/>
                  </a:lnTo>
                  <a:lnTo>
                    <a:pt x="5553174" y="809262"/>
                  </a:lnTo>
                  <a:lnTo>
                    <a:pt x="5470291" y="797350"/>
                  </a:lnTo>
                  <a:lnTo>
                    <a:pt x="5387408" y="786273"/>
                  </a:lnTo>
                  <a:lnTo>
                    <a:pt x="5304524" y="776032"/>
                  </a:lnTo>
                  <a:lnTo>
                    <a:pt x="5221641" y="766618"/>
                  </a:lnTo>
                  <a:lnTo>
                    <a:pt x="5138758" y="758010"/>
                  </a:lnTo>
                  <a:lnTo>
                    <a:pt x="5055875" y="750172"/>
                  </a:lnTo>
                  <a:lnTo>
                    <a:pt x="4972992" y="743047"/>
                  </a:lnTo>
                  <a:lnTo>
                    <a:pt x="4890108" y="736566"/>
                  </a:lnTo>
                  <a:lnTo>
                    <a:pt x="4807225" y="730640"/>
                  </a:lnTo>
                  <a:lnTo>
                    <a:pt x="4724342" y="725175"/>
                  </a:lnTo>
                  <a:lnTo>
                    <a:pt x="4641459" y="720070"/>
                  </a:lnTo>
                  <a:lnTo>
                    <a:pt x="4558576" y="715231"/>
                  </a:lnTo>
                  <a:lnTo>
                    <a:pt x="4475692" y="710573"/>
                  </a:lnTo>
                  <a:lnTo>
                    <a:pt x="4392809" y="706033"/>
                  </a:lnTo>
                  <a:lnTo>
                    <a:pt x="4309926" y="701573"/>
                  </a:lnTo>
                  <a:lnTo>
                    <a:pt x="4227043" y="696944"/>
                  </a:lnTo>
                  <a:lnTo>
                    <a:pt x="4144160" y="691917"/>
                  </a:lnTo>
                  <a:lnTo>
                    <a:pt x="4061276" y="686699"/>
                  </a:lnTo>
                  <a:lnTo>
                    <a:pt x="3978393" y="681473"/>
                  </a:lnTo>
                  <a:lnTo>
                    <a:pt x="3895510" y="676345"/>
                  </a:lnTo>
                  <a:lnTo>
                    <a:pt x="3812627" y="671309"/>
                  </a:lnTo>
                  <a:lnTo>
                    <a:pt x="3729744" y="666251"/>
                  </a:lnTo>
                  <a:lnTo>
                    <a:pt x="3646860" y="659932"/>
                  </a:lnTo>
                  <a:lnTo>
                    <a:pt x="3563977" y="651285"/>
                  </a:lnTo>
                  <a:lnTo>
                    <a:pt x="3481094" y="642094"/>
                  </a:lnTo>
                  <a:lnTo>
                    <a:pt x="3398211" y="633707"/>
                  </a:lnTo>
                  <a:lnTo>
                    <a:pt x="3315328" y="626792"/>
                  </a:lnTo>
                  <a:lnTo>
                    <a:pt x="3232444" y="619314"/>
                  </a:lnTo>
                  <a:lnTo>
                    <a:pt x="3149561" y="610415"/>
                  </a:lnTo>
                  <a:lnTo>
                    <a:pt x="3066678" y="602726"/>
                  </a:lnTo>
                  <a:lnTo>
                    <a:pt x="2983795" y="597362"/>
                  </a:lnTo>
                  <a:lnTo>
                    <a:pt x="2900912" y="594682"/>
                  </a:lnTo>
                  <a:lnTo>
                    <a:pt x="2818028" y="594331"/>
                  </a:lnTo>
                  <a:lnTo>
                    <a:pt x="2735145" y="594912"/>
                  </a:lnTo>
                  <a:lnTo>
                    <a:pt x="2652262" y="593824"/>
                  </a:lnTo>
                  <a:lnTo>
                    <a:pt x="2569379" y="590570"/>
                  </a:lnTo>
                  <a:lnTo>
                    <a:pt x="2486496" y="589042"/>
                  </a:lnTo>
                  <a:lnTo>
                    <a:pt x="2403612" y="587818"/>
                  </a:lnTo>
                  <a:lnTo>
                    <a:pt x="2320729" y="584469"/>
                  </a:lnTo>
                  <a:lnTo>
                    <a:pt x="2237846" y="576881"/>
                  </a:lnTo>
                  <a:lnTo>
                    <a:pt x="2154963" y="568137"/>
                  </a:lnTo>
                  <a:lnTo>
                    <a:pt x="2072080" y="558692"/>
                  </a:lnTo>
                  <a:lnTo>
                    <a:pt x="1989196" y="548269"/>
                  </a:lnTo>
                  <a:lnTo>
                    <a:pt x="1906313" y="536546"/>
                  </a:lnTo>
                  <a:lnTo>
                    <a:pt x="1823430" y="523174"/>
                  </a:lnTo>
                  <a:lnTo>
                    <a:pt x="1740547" y="507843"/>
                  </a:lnTo>
                  <a:lnTo>
                    <a:pt x="1657664" y="490939"/>
                  </a:lnTo>
                  <a:lnTo>
                    <a:pt x="1574780" y="472813"/>
                  </a:lnTo>
                  <a:lnTo>
                    <a:pt x="1491897" y="453637"/>
                  </a:lnTo>
                  <a:lnTo>
                    <a:pt x="1409014" y="433572"/>
                  </a:lnTo>
                  <a:lnTo>
                    <a:pt x="1326131" y="412754"/>
                  </a:lnTo>
                  <a:lnTo>
                    <a:pt x="1243248" y="391287"/>
                  </a:lnTo>
                  <a:lnTo>
                    <a:pt x="1160364" y="369241"/>
                  </a:lnTo>
                  <a:lnTo>
                    <a:pt x="1077481" y="346651"/>
                  </a:lnTo>
                  <a:lnTo>
                    <a:pt x="994598" y="323531"/>
                  </a:lnTo>
                  <a:lnTo>
                    <a:pt x="911715" y="299877"/>
                  </a:lnTo>
                  <a:lnTo>
                    <a:pt x="828832" y="275677"/>
                  </a:lnTo>
                  <a:lnTo>
                    <a:pt x="745948" y="250914"/>
                  </a:lnTo>
                  <a:lnTo>
                    <a:pt x="663065" y="225566"/>
                  </a:lnTo>
                  <a:lnTo>
                    <a:pt x="580182" y="199618"/>
                  </a:lnTo>
                  <a:lnTo>
                    <a:pt x="497299" y="173050"/>
                  </a:lnTo>
                  <a:lnTo>
                    <a:pt x="414416" y="145850"/>
                  </a:lnTo>
                  <a:lnTo>
                    <a:pt x="331532" y="118005"/>
                  </a:lnTo>
                  <a:lnTo>
                    <a:pt x="248649" y="89504"/>
                  </a:lnTo>
                  <a:lnTo>
                    <a:pt x="165766" y="60340"/>
                  </a:lnTo>
                  <a:lnTo>
                    <a:pt x="82883" y="305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171755"/>
              <a:ext cx="6015395" cy="1004633"/>
            </a:xfrm>
            <a:custGeom>
              <a:avLst/>
              <a:pathLst>
                <a:path w="6015395" h="1004633">
                  <a:moveTo>
                    <a:pt x="0" y="0"/>
                  </a:moveTo>
                  <a:lnTo>
                    <a:pt x="82883" y="54956"/>
                  </a:lnTo>
                  <a:lnTo>
                    <a:pt x="165766" y="108234"/>
                  </a:lnTo>
                  <a:lnTo>
                    <a:pt x="248649" y="159822"/>
                  </a:lnTo>
                  <a:lnTo>
                    <a:pt x="331532" y="209707"/>
                  </a:lnTo>
                  <a:lnTo>
                    <a:pt x="414416" y="257877"/>
                  </a:lnTo>
                  <a:lnTo>
                    <a:pt x="497299" y="304321"/>
                  </a:lnTo>
                  <a:lnTo>
                    <a:pt x="580182" y="349025"/>
                  </a:lnTo>
                  <a:lnTo>
                    <a:pt x="663065" y="391979"/>
                  </a:lnTo>
                  <a:lnTo>
                    <a:pt x="745948" y="433169"/>
                  </a:lnTo>
                  <a:lnTo>
                    <a:pt x="828832" y="472584"/>
                  </a:lnTo>
                  <a:lnTo>
                    <a:pt x="911715" y="510211"/>
                  </a:lnTo>
                  <a:lnTo>
                    <a:pt x="994598" y="546039"/>
                  </a:lnTo>
                  <a:lnTo>
                    <a:pt x="1077481" y="580056"/>
                  </a:lnTo>
                  <a:lnTo>
                    <a:pt x="1160364" y="612249"/>
                  </a:lnTo>
                  <a:lnTo>
                    <a:pt x="1243248" y="642605"/>
                  </a:lnTo>
                  <a:lnTo>
                    <a:pt x="1326131" y="671114"/>
                  </a:lnTo>
                  <a:lnTo>
                    <a:pt x="1409014" y="697763"/>
                  </a:lnTo>
                  <a:lnTo>
                    <a:pt x="1491897" y="722539"/>
                  </a:lnTo>
                  <a:lnTo>
                    <a:pt x="1574780" y="745432"/>
                  </a:lnTo>
                  <a:lnTo>
                    <a:pt x="1657664" y="766427"/>
                  </a:lnTo>
                  <a:lnTo>
                    <a:pt x="1740547" y="785515"/>
                  </a:lnTo>
                  <a:lnTo>
                    <a:pt x="1823430" y="802543"/>
                  </a:lnTo>
                  <a:lnTo>
                    <a:pt x="1906313" y="817336"/>
                  </a:lnTo>
                  <a:lnTo>
                    <a:pt x="1989196" y="830214"/>
                  </a:lnTo>
                  <a:lnTo>
                    <a:pt x="2072080" y="841515"/>
                  </a:lnTo>
                  <a:lnTo>
                    <a:pt x="2154963" y="851576"/>
                  </a:lnTo>
                  <a:lnTo>
                    <a:pt x="2237846" y="860736"/>
                  </a:lnTo>
                  <a:lnTo>
                    <a:pt x="2320729" y="868743"/>
                  </a:lnTo>
                  <a:lnTo>
                    <a:pt x="2403612" y="872835"/>
                  </a:lnTo>
                  <a:lnTo>
                    <a:pt x="2486496" y="874467"/>
                  </a:lnTo>
                  <a:lnTo>
                    <a:pt x="2569379" y="875850"/>
                  </a:lnTo>
                  <a:lnTo>
                    <a:pt x="2652262" y="879010"/>
                  </a:lnTo>
                  <a:lnTo>
                    <a:pt x="2735145" y="880689"/>
                  </a:lnTo>
                  <a:lnTo>
                    <a:pt x="2818028" y="880460"/>
                  </a:lnTo>
                  <a:lnTo>
                    <a:pt x="2900912" y="880404"/>
                  </a:lnTo>
                  <a:lnTo>
                    <a:pt x="2983795" y="882604"/>
                  </a:lnTo>
                  <a:lnTo>
                    <a:pt x="3066678" y="888211"/>
                  </a:lnTo>
                  <a:lnTo>
                    <a:pt x="3149561" y="895840"/>
                  </a:lnTo>
                  <a:lnTo>
                    <a:pt x="3232444" y="903849"/>
                  </a:lnTo>
                  <a:lnTo>
                    <a:pt x="3315328" y="910614"/>
                  </a:lnTo>
                  <a:lnTo>
                    <a:pt x="3398211" y="917567"/>
                  </a:lnTo>
                  <a:lnTo>
                    <a:pt x="3481094" y="925795"/>
                  </a:lnTo>
                  <a:lnTo>
                    <a:pt x="3563977" y="934223"/>
                  </a:lnTo>
                  <a:lnTo>
                    <a:pt x="3646860" y="941776"/>
                  </a:lnTo>
                  <a:lnTo>
                    <a:pt x="3729744" y="947424"/>
                  </a:lnTo>
                  <a:lnTo>
                    <a:pt x="3812627" y="952152"/>
                  </a:lnTo>
                  <a:lnTo>
                    <a:pt x="3895510" y="956732"/>
                  </a:lnTo>
                  <a:lnTo>
                    <a:pt x="3978393" y="961120"/>
                  </a:lnTo>
                  <a:lnTo>
                    <a:pt x="4061276" y="965270"/>
                  </a:lnTo>
                  <a:lnTo>
                    <a:pt x="4144160" y="969137"/>
                  </a:lnTo>
                  <a:lnTo>
                    <a:pt x="4227043" y="972676"/>
                  </a:lnTo>
                  <a:lnTo>
                    <a:pt x="4309926" y="975842"/>
                  </a:lnTo>
                  <a:lnTo>
                    <a:pt x="4392809" y="978760"/>
                  </a:lnTo>
                  <a:lnTo>
                    <a:pt x="4475692" y="981533"/>
                  </a:lnTo>
                  <a:lnTo>
                    <a:pt x="4558576" y="984160"/>
                  </a:lnTo>
                  <a:lnTo>
                    <a:pt x="4641459" y="986638"/>
                  </a:lnTo>
                  <a:lnTo>
                    <a:pt x="4724342" y="988965"/>
                  </a:lnTo>
                  <a:lnTo>
                    <a:pt x="4807225" y="991140"/>
                  </a:lnTo>
                  <a:lnTo>
                    <a:pt x="4890108" y="993160"/>
                  </a:lnTo>
                  <a:lnTo>
                    <a:pt x="4972992" y="995023"/>
                  </a:lnTo>
                  <a:lnTo>
                    <a:pt x="5055875" y="996729"/>
                  </a:lnTo>
                  <a:lnTo>
                    <a:pt x="5138758" y="998273"/>
                  </a:lnTo>
                  <a:lnTo>
                    <a:pt x="5221641" y="999656"/>
                  </a:lnTo>
                  <a:lnTo>
                    <a:pt x="5304524" y="1000874"/>
                  </a:lnTo>
                  <a:lnTo>
                    <a:pt x="5387408" y="1001925"/>
                  </a:lnTo>
                  <a:lnTo>
                    <a:pt x="5470291" y="1002809"/>
                  </a:lnTo>
                  <a:lnTo>
                    <a:pt x="5553174" y="1003522"/>
                  </a:lnTo>
                  <a:lnTo>
                    <a:pt x="5636057" y="1004063"/>
                  </a:lnTo>
                  <a:lnTo>
                    <a:pt x="5718940" y="1004429"/>
                  </a:lnTo>
                  <a:lnTo>
                    <a:pt x="5801824" y="1004620"/>
                  </a:lnTo>
                  <a:lnTo>
                    <a:pt x="5884707" y="1004633"/>
                  </a:lnTo>
                  <a:lnTo>
                    <a:pt x="5967590" y="1004465"/>
                  </a:lnTo>
                  <a:lnTo>
                    <a:pt x="6015395" y="100426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378869"/>
              <a:ext cx="6015395" cy="999590"/>
            </a:xfrm>
            <a:custGeom>
              <a:avLst/>
              <a:pathLst>
                <a:path w="6015395" h="999590">
                  <a:moveTo>
                    <a:pt x="0" y="0"/>
                  </a:moveTo>
                  <a:lnTo>
                    <a:pt x="82883" y="38668"/>
                  </a:lnTo>
                  <a:lnTo>
                    <a:pt x="165766" y="75947"/>
                  </a:lnTo>
                  <a:lnTo>
                    <a:pt x="248649" y="111840"/>
                  </a:lnTo>
                  <a:lnTo>
                    <a:pt x="331532" y="146350"/>
                  </a:lnTo>
                  <a:lnTo>
                    <a:pt x="414416" y="179475"/>
                  </a:lnTo>
                  <a:lnTo>
                    <a:pt x="497299" y="211216"/>
                  </a:lnTo>
                  <a:lnTo>
                    <a:pt x="580182" y="241566"/>
                  </a:lnTo>
                  <a:lnTo>
                    <a:pt x="663065" y="270521"/>
                  </a:lnTo>
                  <a:lnTo>
                    <a:pt x="745948" y="298070"/>
                  </a:lnTo>
                  <a:lnTo>
                    <a:pt x="828832" y="324204"/>
                  </a:lnTo>
                  <a:lnTo>
                    <a:pt x="911715" y="348911"/>
                  </a:lnTo>
                  <a:lnTo>
                    <a:pt x="994598" y="372180"/>
                  </a:lnTo>
                  <a:lnTo>
                    <a:pt x="1077481" y="394007"/>
                  </a:lnTo>
                  <a:lnTo>
                    <a:pt x="1160364" y="414398"/>
                  </a:lnTo>
                  <a:lnTo>
                    <a:pt x="1243248" y="433374"/>
                  </a:lnTo>
                  <a:lnTo>
                    <a:pt x="1326131" y="450984"/>
                  </a:lnTo>
                  <a:lnTo>
                    <a:pt x="1409014" y="467307"/>
                  </a:lnTo>
                  <a:lnTo>
                    <a:pt x="1491897" y="482462"/>
                  </a:lnTo>
                  <a:lnTo>
                    <a:pt x="1574780" y="496600"/>
                  </a:lnTo>
                  <a:lnTo>
                    <a:pt x="1657664" y="509901"/>
                  </a:lnTo>
                  <a:lnTo>
                    <a:pt x="1740547" y="522553"/>
                  </a:lnTo>
                  <a:lnTo>
                    <a:pt x="1823430" y="534837"/>
                  </a:lnTo>
                  <a:lnTo>
                    <a:pt x="1906313" y="546979"/>
                  </a:lnTo>
                  <a:lnTo>
                    <a:pt x="1989196" y="558753"/>
                  </a:lnTo>
                  <a:lnTo>
                    <a:pt x="2072080" y="569904"/>
                  </a:lnTo>
                  <a:lnTo>
                    <a:pt x="2154963" y="580202"/>
                  </a:lnTo>
                  <a:lnTo>
                    <a:pt x="2237846" y="589468"/>
                  </a:lnTo>
                  <a:lnTo>
                    <a:pt x="2320729" y="597398"/>
                  </a:lnTo>
                  <a:lnTo>
                    <a:pt x="2403612" y="602895"/>
                  </a:lnTo>
                  <a:lnTo>
                    <a:pt x="2486496" y="606136"/>
                  </a:lnTo>
                  <a:lnTo>
                    <a:pt x="2569379" y="608140"/>
                  </a:lnTo>
                  <a:lnTo>
                    <a:pt x="2652262" y="610606"/>
                  </a:lnTo>
                  <a:lnTo>
                    <a:pt x="2735145" y="610493"/>
                  </a:lnTo>
                  <a:lnTo>
                    <a:pt x="2818028" y="607105"/>
                  </a:lnTo>
                  <a:lnTo>
                    <a:pt x="2900912" y="602837"/>
                  </a:lnTo>
                  <a:lnTo>
                    <a:pt x="2983795" y="601356"/>
                  </a:lnTo>
                  <a:lnTo>
                    <a:pt x="3066678" y="602434"/>
                  </a:lnTo>
                  <a:lnTo>
                    <a:pt x="3149561" y="602290"/>
                  </a:lnTo>
                  <a:lnTo>
                    <a:pt x="3232444" y="601672"/>
                  </a:lnTo>
                  <a:lnTo>
                    <a:pt x="3315328" y="602940"/>
                  </a:lnTo>
                  <a:lnTo>
                    <a:pt x="3398211" y="606678"/>
                  </a:lnTo>
                  <a:lnTo>
                    <a:pt x="3481094" y="610959"/>
                  </a:lnTo>
                  <a:lnTo>
                    <a:pt x="3563977" y="614925"/>
                  </a:lnTo>
                  <a:lnTo>
                    <a:pt x="3646860" y="618435"/>
                  </a:lnTo>
                  <a:lnTo>
                    <a:pt x="3729744" y="621868"/>
                  </a:lnTo>
                  <a:lnTo>
                    <a:pt x="3812627" y="625460"/>
                  </a:lnTo>
                  <a:lnTo>
                    <a:pt x="3895510" y="628985"/>
                  </a:lnTo>
                  <a:lnTo>
                    <a:pt x="3978393" y="632244"/>
                  </a:lnTo>
                  <a:lnTo>
                    <a:pt x="4061276" y="635154"/>
                  </a:lnTo>
                  <a:lnTo>
                    <a:pt x="4144160" y="637747"/>
                  </a:lnTo>
                  <a:lnTo>
                    <a:pt x="4227043" y="640137"/>
                  </a:lnTo>
                  <a:lnTo>
                    <a:pt x="4309926" y="642464"/>
                  </a:lnTo>
                  <a:lnTo>
                    <a:pt x="4392809" y="644666"/>
                  </a:lnTo>
                  <a:lnTo>
                    <a:pt x="4475692" y="646635"/>
                  </a:lnTo>
                  <a:lnTo>
                    <a:pt x="4558576" y="648328"/>
                  </a:lnTo>
                  <a:lnTo>
                    <a:pt x="4641459" y="649675"/>
                  </a:lnTo>
                  <a:lnTo>
                    <a:pt x="4724342" y="650585"/>
                  </a:lnTo>
                  <a:lnTo>
                    <a:pt x="4807225" y="650954"/>
                  </a:lnTo>
                  <a:lnTo>
                    <a:pt x="4890108" y="650676"/>
                  </a:lnTo>
                  <a:lnTo>
                    <a:pt x="4972992" y="649645"/>
                  </a:lnTo>
                  <a:lnTo>
                    <a:pt x="5055875" y="647767"/>
                  </a:lnTo>
                  <a:lnTo>
                    <a:pt x="5138758" y="644965"/>
                  </a:lnTo>
                  <a:lnTo>
                    <a:pt x="5221641" y="641178"/>
                  </a:lnTo>
                  <a:lnTo>
                    <a:pt x="5304524" y="636363"/>
                  </a:lnTo>
                  <a:lnTo>
                    <a:pt x="5387408" y="630494"/>
                  </a:lnTo>
                  <a:lnTo>
                    <a:pt x="5470291" y="623560"/>
                  </a:lnTo>
                  <a:lnTo>
                    <a:pt x="5553174" y="615560"/>
                  </a:lnTo>
                  <a:lnTo>
                    <a:pt x="5636057" y="606501"/>
                  </a:lnTo>
                  <a:lnTo>
                    <a:pt x="5718940" y="596393"/>
                  </a:lnTo>
                  <a:lnTo>
                    <a:pt x="5801824" y="585253"/>
                  </a:lnTo>
                  <a:lnTo>
                    <a:pt x="5884707" y="573097"/>
                  </a:lnTo>
                  <a:lnTo>
                    <a:pt x="5967590" y="559941"/>
                  </a:lnTo>
                  <a:lnTo>
                    <a:pt x="6015395" y="551787"/>
                  </a:lnTo>
                  <a:lnTo>
                    <a:pt x="6015395" y="999590"/>
                  </a:lnTo>
                  <a:lnTo>
                    <a:pt x="5855755" y="999590"/>
                  </a:lnTo>
                  <a:lnTo>
                    <a:pt x="5801824" y="986851"/>
                  </a:lnTo>
                  <a:lnTo>
                    <a:pt x="5718940" y="968258"/>
                  </a:lnTo>
                  <a:lnTo>
                    <a:pt x="5636057" y="950669"/>
                  </a:lnTo>
                  <a:lnTo>
                    <a:pt x="5553174" y="934101"/>
                  </a:lnTo>
                  <a:lnTo>
                    <a:pt x="5470291" y="918568"/>
                  </a:lnTo>
                  <a:lnTo>
                    <a:pt x="5387408" y="904079"/>
                  </a:lnTo>
                  <a:lnTo>
                    <a:pt x="5304524" y="890636"/>
                  </a:lnTo>
                  <a:lnTo>
                    <a:pt x="5221641" y="878227"/>
                  </a:lnTo>
                  <a:lnTo>
                    <a:pt x="5138758" y="866831"/>
                  </a:lnTo>
                  <a:lnTo>
                    <a:pt x="5055875" y="856407"/>
                  </a:lnTo>
                  <a:lnTo>
                    <a:pt x="4972992" y="846896"/>
                  </a:lnTo>
                  <a:lnTo>
                    <a:pt x="4890108" y="838222"/>
                  </a:lnTo>
                  <a:lnTo>
                    <a:pt x="4807225" y="830294"/>
                  </a:lnTo>
                  <a:lnTo>
                    <a:pt x="4724342" y="823009"/>
                  </a:lnTo>
                  <a:lnTo>
                    <a:pt x="4641459" y="816262"/>
                  </a:lnTo>
                  <a:lnTo>
                    <a:pt x="4558576" y="809953"/>
                  </a:lnTo>
                  <a:lnTo>
                    <a:pt x="4475692" y="803991"/>
                  </a:lnTo>
                  <a:lnTo>
                    <a:pt x="4392809" y="798309"/>
                  </a:lnTo>
                  <a:lnTo>
                    <a:pt x="4309926" y="792867"/>
                  </a:lnTo>
                  <a:lnTo>
                    <a:pt x="4227043" y="787466"/>
                  </a:lnTo>
                  <a:lnTo>
                    <a:pt x="4144160" y="781949"/>
                  </a:lnTo>
                  <a:lnTo>
                    <a:pt x="4061276" y="776517"/>
                  </a:lnTo>
                  <a:lnTo>
                    <a:pt x="3978393" y="771346"/>
                  </a:lnTo>
                  <a:lnTo>
                    <a:pt x="3895510" y="766530"/>
                  </a:lnTo>
                  <a:lnTo>
                    <a:pt x="3812627" y="762047"/>
                  </a:lnTo>
                  <a:lnTo>
                    <a:pt x="3729744" y="757761"/>
                  </a:lnTo>
                  <a:lnTo>
                    <a:pt x="3646860" y="752918"/>
                  </a:lnTo>
                  <a:lnTo>
                    <a:pt x="3563977" y="747110"/>
                  </a:lnTo>
                  <a:lnTo>
                    <a:pt x="3481094" y="741541"/>
                  </a:lnTo>
                  <a:lnTo>
                    <a:pt x="3398211" y="736927"/>
                  </a:lnTo>
                  <a:lnTo>
                    <a:pt x="3315328" y="733268"/>
                  </a:lnTo>
                  <a:lnTo>
                    <a:pt x="3232444" y="730500"/>
                  </a:lnTo>
                  <a:lnTo>
                    <a:pt x="3149561" y="729250"/>
                  </a:lnTo>
                  <a:lnTo>
                    <a:pt x="3066678" y="729268"/>
                  </a:lnTo>
                  <a:lnTo>
                    <a:pt x="2983795" y="728698"/>
                  </a:lnTo>
                  <a:lnTo>
                    <a:pt x="2900912" y="729173"/>
                  </a:lnTo>
                  <a:lnTo>
                    <a:pt x="2818028" y="732584"/>
                  </a:lnTo>
                  <a:lnTo>
                    <a:pt x="2735145" y="736711"/>
                  </a:lnTo>
                  <a:lnTo>
                    <a:pt x="2652262" y="738067"/>
                  </a:lnTo>
                  <a:lnTo>
                    <a:pt x="2569379" y="735403"/>
                  </a:lnTo>
                  <a:lnTo>
                    <a:pt x="2486496" y="733095"/>
                  </a:lnTo>
                  <a:lnTo>
                    <a:pt x="2403612" y="730711"/>
                  </a:lnTo>
                  <a:lnTo>
                    <a:pt x="2320729" y="726777"/>
                  </a:lnTo>
                  <a:lnTo>
                    <a:pt x="2237846" y="719726"/>
                  </a:lnTo>
                  <a:lnTo>
                    <a:pt x="2154963" y="711335"/>
                  </a:lnTo>
                  <a:lnTo>
                    <a:pt x="2072080" y="702331"/>
                  </a:lnTo>
                  <a:lnTo>
                    <a:pt x="1989196" y="693025"/>
                  </a:lnTo>
                  <a:lnTo>
                    <a:pt x="1906313" y="683677"/>
                  </a:lnTo>
                  <a:lnTo>
                    <a:pt x="1823430" y="674522"/>
                  </a:lnTo>
                  <a:lnTo>
                    <a:pt x="1740547" y="665805"/>
                  </a:lnTo>
                  <a:lnTo>
                    <a:pt x="1657664" y="657741"/>
                  </a:lnTo>
                  <a:lnTo>
                    <a:pt x="1574780" y="650472"/>
                  </a:lnTo>
                  <a:lnTo>
                    <a:pt x="1491897" y="644142"/>
                  </a:lnTo>
                  <a:lnTo>
                    <a:pt x="1409014" y="638888"/>
                  </a:lnTo>
                  <a:lnTo>
                    <a:pt x="1326131" y="634818"/>
                  </a:lnTo>
                  <a:lnTo>
                    <a:pt x="1243248" y="632008"/>
                  </a:lnTo>
                  <a:lnTo>
                    <a:pt x="1160364" y="630496"/>
                  </a:lnTo>
                  <a:lnTo>
                    <a:pt x="1077481" y="630285"/>
                  </a:lnTo>
                  <a:lnTo>
                    <a:pt x="994598" y="631356"/>
                  </a:lnTo>
                  <a:lnTo>
                    <a:pt x="911715" y="633672"/>
                  </a:lnTo>
                  <a:lnTo>
                    <a:pt x="828832" y="637183"/>
                  </a:lnTo>
                  <a:lnTo>
                    <a:pt x="745948" y="641839"/>
                  </a:lnTo>
                  <a:lnTo>
                    <a:pt x="663065" y="647583"/>
                  </a:lnTo>
                  <a:lnTo>
                    <a:pt x="580182" y="654364"/>
                  </a:lnTo>
                  <a:lnTo>
                    <a:pt x="497299" y="662129"/>
                  </a:lnTo>
                  <a:lnTo>
                    <a:pt x="414416" y="670828"/>
                  </a:lnTo>
                  <a:lnTo>
                    <a:pt x="331532" y="680415"/>
                  </a:lnTo>
                  <a:lnTo>
                    <a:pt x="248649" y="690845"/>
                  </a:lnTo>
                  <a:lnTo>
                    <a:pt x="165766" y="702075"/>
                  </a:lnTo>
                  <a:lnTo>
                    <a:pt x="82883" y="714065"/>
                  </a:lnTo>
                  <a:lnTo>
                    <a:pt x="0" y="7267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378869"/>
              <a:ext cx="6015395" cy="650954"/>
            </a:xfrm>
            <a:custGeom>
              <a:avLst/>
              <a:pathLst>
                <a:path w="6015395" h="650954">
                  <a:moveTo>
                    <a:pt x="0" y="0"/>
                  </a:moveTo>
                  <a:lnTo>
                    <a:pt x="82883" y="38668"/>
                  </a:lnTo>
                  <a:lnTo>
                    <a:pt x="165766" y="75947"/>
                  </a:lnTo>
                  <a:lnTo>
                    <a:pt x="248649" y="111840"/>
                  </a:lnTo>
                  <a:lnTo>
                    <a:pt x="331532" y="146350"/>
                  </a:lnTo>
                  <a:lnTo>
                    <a:pt x="414416" y="179475"/>
                  </a:lnTo>
                  <a:lnTo>
                    <a:pt x="497299" y="211216"/>
                  </a:lnTo>
                  <a:lnTo>
                    <a:pt x="580182" y="241566"/>
                  </a:lnTo>
                  <a:lnTo>
                    <a:pt x="663065" y="270521"/>
                  </a:lnTo>
                  <a:lnTo>
                    <a:pt x="745948" y="298070"/>
                  </a:lnTo>
                  <a:lnTo>
                    <a:pt x="828832" y="324204"/>
                  </a:lnTo>
                  <a:lnTo>
                    <a:pt x="911715" y="348911"/>
                  </a:lnTo>
                  <a:lnTo>
                    <a:pt x="994598" y="372180"/>
                  </a:lnTo>
                  <a:lnTo>
                    <a:pt x="1077481" y="394007"/>
                  </a:lnTo>
                  <a:lnTo>
                    <a:pt x="1160364" y="414398"/>
                  </a:lnTo>
                  <a:lnTo>
                    <a:pt x="1243248" y="433374"/>
                  </a:lnTo>
                  <a:lnTo>
                    <a:pt x="1326131" y="450984"/>
                  </a:lnTo>
                  <a:lnTo>
                    <a:pt x="1409014" y="467307"/>
                  </a:lnTo>
                  <a:lnTo>
                    <a:pt x="1491897" y="482462"/>
                  </a:lnTo>
                  <a:lnTo>
                    <a:pt x="1574780" y="496600"/>
                  </a:lnTo>
                  <a:lnTo>
                    <a:pt x="1657664" y="509901"/>
                  </a:lnTo>
                  <a:lnTo>
                    <a:pt x="1740547" y="522553"/>
                  </a:lnTo>
                  <a:lnTo>
                    <a:pt x="1823430" y="534837"/>
                  </a:lnTo>
                  <a:lnTo>
                    <a:pt x="1906313" y="546979"/>
                  </a:lnTo>
                  <a:lnTo>
                    <a:pt x="1989196" y="558753"/>
                  </a:lnTo>
                  <a:lnTo>
                    <a:pt x="2072080" y="569904"/>
                  </a:lnTo>
                  <a:lnTo>
                    <a:pt x="2154963" y="580202"/>
                  </a:lnTo>
                  <a:lnTo>
                    <a:pt x="2237846" y="589468"/>
                  </a:lnTo>
                  <a:lnTo>
                    <a:pt x="2320729" y="597398"/>
                  </a:lnTo>
                  <a:lnTo>
                    <a:pt x="2403612" y="602895"/>
                  </a:lnTo>
                  <a:lnTo>
                    <a:pt x="2486496" y="606136"/>
                  </a:lnTo>
                  <a:lnTo>
                    <a:pt x="2569379" y="608140"/>
                  </a:lnTo>
                  <a:lnTo>
                    <a:pt x="2652262" y="610606"/>
                  </a:lnTo>
                  <a:lnTo>
                    <a:pt x="2735145" y="610493"/>
                  </a:lnTo>
                  <a:lnTo>
                    <a:pt x="2818028" y="607105"/>
                  </a:lnTo>
                  <a:lnTo>
                    <a:pt x="2900912" y="602837"/>
                  </a:lnTo>
                  <a:lnTo>
                    <a:pt x="2983795" y="601356"/>
                  </a:lnTo>
                  <a:lnTo>
                    <a:pt x="3066678" y="602434"/>
                  </a:lnTo>
                  <a:lnTo>
                    <a:pt x="3149561" y="602290"/>
                  </a:lnTo>
                  <a:lnTo>
                    <a:pt x="3232444" y="601672"/>
                  </a:lnTo>
                  <a:lnTo>
                    <a:pt x="3315328" y="602940"/>
                  </a:lnTo>
                  <a:lnTo>
                    <a:pt x="3398211" y="606678"/>
                  </a:lnTo>
                  <a:lnTo>
                    <a:pt x="3481094" y="610959"/>
                  </a:lnTo>
                  <a:lnTo>
                    <a:pt x="3563977" y="614925"/>
                  </a:lnTo>
                  <a:lnTo>
                    <a:pt x="3646860" y="618435"/>
                  </a:lnTo>
                  <a:lnTo>
                    <a:pt x="3729744" y="621868"/>
                  </a:lnTo>
                  <a:lnTo>
                    <a:pt x="3812627" y="625460"/>
                  </a:lnTo>
                  <a:lnTo>
                    <a:pt x="3895510" y="628985"/>
                  </a:lnTo>
                  <a:lnTo>
                    <a:pt x="3978393" y="632244"/>
                  </a:lnTo>
                  <a:lnTo>
                    <a:pt x="4061276" y="635154"/>
                  </a:lnTo>
                  <a:lnTo>
                    <a:pt x="4144160" y="637747"/>
                  </a:lnTo>
                  <a:lnTo>
                    <a:pt x="4227043" y="640137"/>
                  </a:lnTo>
                  <a:lnTo>
                    <a:pt x="4309926" y="642464"/>
                  </a:lnTo>
                  <a:lnTo>
                    <a:pt x="4392809" y="644666"/>
                  </a:lnTo>
                  <a:lnTo>
                    <a:pt x="4475692" y="646635"/>
                  </a:lnTo>
                  <a:lnTo>
                    <a:pt x="4558576" y="648328"/>
                  </a:lnTo>
                  <a:lnTo>
                    <a:pt x="4641459" y="649675"/>
                  </a:lnTo>
                  <a:lnTo>
                    <a:pt x="4724342" y="650585"/>
                  </a:lnTo>
                  <a:lnTo>
                    <a:pt x="4807225" y="650954"/>
                  </a:lnTo>
                  <a:lnTo>
                    <a:pt x="4890108" y="650676"/>
                  </a:lnTo>
                  <a:lnTo>
                    <a:pt x="4972992" y="649645"/>
                  </a:lnTo>
                  <a:lnTo>
                    <a:pt x="5055875" y="647767"/>
                  </a:lnTo>
                  <a:lnTo>
                    <a:pt x="5138758" y="644965"/>
                  </a:lnTo>
                  <a:lnTo>
                    <a:pt x="5221641" y="641178"/>
                  </a:lnTo>
                  <a:lnTo>
                    <a:pt x="5304524" y="636363"/>
                  </a:lnTo>
                  <a:lnTo>
                    <a:pt x="5387408" y="630494"/>
                  </a:lnTo>
                  <a:lnTo>
                    <a:pt x="5470291" y="623560"/>
                  </a:lnTo>
                  <a:lnTo>
                    <a:pt x="5553174" y="615560"/>
                  </a:lnTo>
                  <a:lnTo>
                    <a:pt x="5636057" y="606501"/>
                  </a:lnTo>
                  <a:lnTo>
                    <a:pt x="5718940" y="596393"/>
                  </a:lnTo>
                  <a:lnTo>
                    <a:pt x="5801824" y="585253"/>
                  </a:lnTo>
                  <a:lnTo>
                    <a:pt x="5884707" y="573097"/>
                  </a:lnTo>
                  <a:lnTo>
                    <a:pt x="5967590" y="559941"/>
                  </a:lnTo>
                  <a:lnTo>
                    <a:pt x="6015395" y="551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72465" y="5009155"/>
              <a:ext cx="5855755" cy="369304"/>
            </a:xfrm>
            <a:custGeom>
              <a:avLst/>
              <a:pathLst>
                <a:path w="5855755" h="369304">
                  <a:moveTo>
                    <a:pt x="5855755" y="369304"/>
                  </a:moveTo>
                  <a:lnTo>
                    <a:pt x="5801824" y="356565"/>
                  </a:lnTo>
                  <a:lnTo>
                    <a:pt x="5718940" y="337972"/>
                  </a:lnTo>
                  <a:lnTo>
                    <a:pt x="5636057" y="320383"/>
                  </a:lnTo>
                  <a:lnTo>
                    <a:pt x="5553174" y="303816"/>
                  </a:lnTo>
                  <a:lnTo>
                    <a:pt x="5470291" y="288283"/>
                  </a:lnTo>
                  <a:lnTo>
                    <a:pt x="5387408" y="273794"/>
                  </a:lnTo>
                  <a:lnTo>
                    <a:pt x="5304524" y="260350"/>
                  </a:lnTo>
                  <a:lnTo>
                    <a:pt x="5221641" y="247942"/>
                  </a:lnTo>
                  <a:lnTo>
                    <a:pt x="5138758" y="236546"/>
                  </a:lnTo>
                  <a:lnTo>
                    <a:pt x="5055875" y="226121"/>
                  </a:lnTo>
                  <a:lnTo>
                    <a:pt x="4972992" y="216610"/>
                  </a:lnTo>
                  <a:lnTo>
                    <a:pt x="4890108" y="207936"/>
                  </a:lnTo>
                  <a:lnTo>
                    <a:pt x="4807225" y="200008"/>
                  </a:lnTo>
                  <a:lnTo>
                    <a:pt x="4724342" y="192724"/>
                  </a:lnTo>
                  <a:lnTo>
                    <a:pt x="4641459" y="185977"/>
                  </a:lnTo>
                  <a:lnTo>
                    <a:pt x="4558576" y="179667"/>
                  </a:lnTo>
                  <a:lnTo>
                    <a:pt x="4475692" y="173705"/>
                  </a:lnTo>
                  <a:lnTo>
                    <a:pt x="4392809" y="168024"/>
                  </a:lnTo>
                  <a:lnTo>
                    <a:pt x="4309926" y="162581"/>
                  </a:lnTo>
                  <a:lnTo>
                    <a:pt x="4227043" y="157180"/>
                  </a:lnTo>
                  <a:lnTo>
                    <a:pt x="4144160" y="151663"/>
                  </a:lnTo>
                  <a:lnTo>
                    <a:pt x="4061276" y="146231"/>
                  </a:lnTo>
                  <a:lnTo>
                    <a:pt x="3978393" y="141060"/>
                  </a:lnTo>
                  <a:lnTo>
                    <a:pt x="3895510" y="136244"/>
                  </a:lnTo>
                  <a:lnTo>
                    <a:pt x="3812627" y="131762"/>
                  </a:lnTo>
                  <a:lnTo>
                    <a:pt x="3729744" y="127475"/>
                  </a:lnTo>
                  <a:lnTo>
                    <a:pt x="3646860" y="122633"/>
                  </a:lnTo>
                  <a:lnTo>
                    <a:pt x="3563977" y="116825"/>
                  </a:lnTo>
                  <a:lnTo>
                    <a:pt x="3481094" y="111255"/>
                  </a:lnTo>
                  <a:lnTo>
                    <a:pt x="3398211" y="106641"/>
                  </a:lnTo>
                  <a:lnTo>
                    <a:pt x="3315328" y="102982"/>
                  </a:lnTo>
                  <a:lnTo>
                    <a:pt x="3232444" y="100215"/>
                  </a:lnTo>
                  <a:lnTo>
                    <a:pt x="3149561" y="98964"/>
                  </a:lnTo>
                  <a:lnTo>
                    <a:pt x="3066678" y="98982"/>
                  </a:lnTo>
                  <a:lnTo>
                    <a:pt x="2983795" y="98413"/>
                  </a:lnTo>
                  <a:lnTo>
                    <a:pt x="2900912" y="98887"/>
                  </a:lnTo>
                  <a:lnTo>
                    <a:pt x="2818028" y="102299"/>
                  </a:lnTo>
                  <a:lnTo>
                    <a:pt x="2735145" y="106426"/>
                  </a:lnTo>
                  <a:lnTo>
                    <a:pt x="2652262" y="107781"/>
                  </a:lnTo>
                  <a:lnTo>
                    <a:pt x="2569379" y="105118"/>
                  </a:lnTo>
                  <a:lnTo>
                    <a:pt x="2486496" y="102809"/>
                  </a:lnTo>
                  <a:lnTo>
                    <a:pt x="2403612" y="100426"/>
                  </a:lnTo>
                  <a:lnTo>
                    <a:pt x="2320729" y="96491"/>
                  </a:lnTo>
                  <a:lnTo>
                    <a:pt x="2237846" y="89440"/>
                  </a:lnTo>
                  <a:lnTo>
                    <a:pt x="2154963" y="81049"/>
                  </a:lnTo>
                  <a:lnTo>
                    <a:pt x="2072080" y="72045"/>
                  </a:lnTo>
                  <a:lnTo>
                    <a:pt x="1989196" y="62739"/>
                  </a:lnTo>
                  <a:lnTo>
                    <a:pt x="1906313" y="53392"/>
                  </a:lnTo>
                  <a:lnTo>
                    <a:pt x="1823430" y="44236"/>
                  </a:lnTo>
                  <a:lnTo>
                    <a:pt x="1740547" y="35520"/>
                  </a:lnTo>
                  <a:lnTo>
                    <a:pt x="1657664" y="27456"/>
                  </a:lnTo>
                  <a:lnTo>
                    <a:pt x="1574780" y="20186"/>
                  </a:lnTo>
                  <a:lnTo>
                    <a:pt x="1491897" y="13857"/>
                  </a:lnTo>
                  <a:lnTo>
                    <a:pt x="1409014" y="8602"/>
                  </a:lnTo>
                  <a:lnTo>
                    <a:pt x="1326131" y="4533"/>
                  </a:lnTo>
                  <a:lnTo>
                    <a:pt x="1243248" y="1723"/>
                  </a:lnTo>
                  <a:lnTo>
                    <a:pt x="1160364" y="210"/>
                  </a:lnTo>
                  <a:lnTo>
                    <a:pt x="1077481" y="0"/>
                  </a:lnTo>
                  <a:lnTo>
                    <a:pt x="994598" y="1071"/>
                  </a:lnTo>
                  <a:lnTo>
                    <a:pt x="911715" y="3386"/>
                  </a:lnTo>
                  <a:lnTo>
                    <a:pt x="828832" y="6898"/>
                  </a:lnTo>
                  <a:lnTo>
                    <a:pt x="745948" y="11553"/>
                  </a:lnTo>
                  <a:lnTo>
                    <a:pt x="663065" y="17298"/>
                  </a:lnTo>
                  <a:lnTo>
                    <a:pt x="580182" y="24078"/>
                  </a:lnTo>
                  <a:lnTo>
                    <a:pt x="497299" y="31843"/>
                  </a:lnTo>
                  <a:lnTo>
                    <a:pt x="414416" y="40542"/>
                  </a:lnTo>
                  <a:lnTo>
                    <a:pt x="331532" y="50129"/>
                  </a:lnTo>
                  <a:lnTo>
                    <a:pt x="248649" y="60559"/>
                  </a:lnTo>
                  <a:lnTo>
                    <a:pt x="165766" y="71789"/>
                  </a:lnTo>
                  <a:lnTo>
                    <a:pt x="82883" y="83779"/>
                  </a:lnTo>
                  <a:lnTo>
                    <a:pt x="0" y="964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742257"/>
              <a:ext cx="6015395" cy="432189"/>
            </a:xfrm>
            <a:custGeom>
              <a:avLst/>
              <a:pathLst>
                <a:path w="6015395" h="432189">
                  <a:moveTo>
                    <a:pt x="0" y="0"/>
                  </a:moveTo>
                  <a:lnTo>
                    <a:pt x="82883" y="12979"/>
                  </a:lnTo>
                  <a:lnTo>
                    <a:pt x="165766" y="25623"/>
                  </a:lnTo>
                  <a:lnTo>
                    <a:pt x="248649" y="37955"/>
                  </a:lnTo>
                  <a:lnTo>
                    <a:pt x="331532" y="49994"/>
                  </a:lnTo>
                  <a:lnTo>
                    <a:pt x="414416" y="61764"/>
                  </a:lnTo>
                  <a:lnTo>
                    <a:pt x="497299" y="73284"/>
                  </a:lnTo>
                  <a:lnTo>
                    <a:pt x="580182" y="84577"/>
                  </a:lnTo>
                  <a:lnTo>
                    <a:pt x="663065" y="95664"/>
                  </a:lnTo>
                  <a:lnTo>
                    <a:pt x="745948" y="106567"/>
                  </a:lnTo>
                  <a:lnTo>
                    <a:pt x="828832" y="117306"/>
                  </a:lnTo>
                  <a:lnTo>
                    <a:pt x="911715" y="127903"/>
                  </a:lnTo>
                  <a:lnTo>
                    <a:pt x="994598" y="138380"/>
                  </a:lnTo>
                  <a:lnTo>
                    <a:pt x="1077481" y="148758"/>
                  </a:lnTo>
                  <a:lnTo>
                    <a:pt x="1160364" y="159059"/>
                  </a:lnTo>
                  <a:lnTo>
                    <a:pt x="1243248" y="169303"/>
                  </a:lnTo>
                  <a:lnTo>
                    <a:pt x="1326131" y="179513"/>
                  </a:lnTo>
                  <a:lnTo>
                    <a:pt x="1409014" y="189709"/>
                  </a:lnTo>
                  <a:lnTo>
                    <a:pt x="1491897" y="199914"/>
                  </a:lnTo>
                  <a:lnTo>
                    <a:pt x="1574780" y="210148"/>
                  </a:lnTo>
                  <a:lnTo>
                    <a:pt x="1657664" y="220433"/>
                  </a:lnTo>
                  <a:lnTo>
                    <a:pt x="1740547" y="230791"/>
                  </a:lnTo>
                  <a:lnTo>
                    <a:pt x="1823430" y="241291"/>
                  </a:lnTo>
                  <a:lnTo>
                    <a:pt x="1906313" y="251940"/>
                  </a:lnTo>
                  <a:lnTo>
                    <a:pt x="1989196" y="262501"/>
                  </a:lnTo>
                  <a:lnTo>
                    <a:pt x="2072080" y="272730"/>
                  </a:lnTo>
                  <a:lnTo>
                    <a:pt x="2154963" y="282381"/>
                  </a:lnTo>
                  <a:lnTo>
                    <a:pt x="2237846" y="291209"/>
                  </a:lnTo>
                  <a:lnTo>
                    <a:pt x="2320729" y="298700"/>
                  </a:lnTo>
                  <a:lnTo>
                    <a:pt x="2403612" y="303415"/>
                  </a:lnTo>
                  <a:lnTo>
                    <a:pt x="2486496" y="306228"/>
                  </a:lnTo>
                  <a:lnTo>
                    <a:pt x="2569379" y="308384"/>
                  </a:lnTo>
                  <a:lnTo>
                    <a:pt x="2652262" y="310948"/>
                  </a:lnTo>
                  <a:lnTo>
                    <a:pt x="2735145" y="310214"/>
                  </a:lnTo>
                  <a:lnTo>
                    <a:pt x="2818028" y="306457"/>
                  </a:lnTo>
                  <a:lnTo>
                    <a:pt x="2900912" y="302617"/>
                  </a:lnTo>
                  <a:lnTo>
                    <a:pt x="2983795" y="301639"/>
                  </a:lnTo>
                  <a:lnTo>
                    <a:pt x="3066678" y="302463"/>
                  </a:lnTo>
                  <a:lnTo>
                    <a:pt x="3149561" y="302382"/>
                  </a:lnTo>
                  <a:lnTo>
                    <a:pt x="3232444" y="302698"/>
                  </a:lnTo>
                  <a:lnTo>
                    <a:pt x="3315328" y="304716"/>
                  </a:lnTo>
                  <a:lnTo>
                    <a:pt x="3398211" y="308415"/>
                  </a:lnTo>
                  <a:lnTo>
                    <a:pt x="3481094" y="312862"/>
                  </a:lnTo>
                  <a:lnTo>
                    <a:pt x="3563977" y="317630"/>
                  </a:lnTo>
                  <a:lnTo>
                    <a:pt x="3646860" y="322289"/>
                  </a:lnTo>
                  <a:lnTo>
                    <a:pt x="3729744" y="326426"/>
                  </a:lnTo>
                  <a:lnTo>
                    <a:pt x="3812627" y="330366"/>
                  </a:lnTo>
                  <a:lnTo>
                    <a:pt x="3895510" y="334370"/>
                  </a:lnTo>
                  <a:lnTo>
                    <a:pt x="3978393" y="338407"/>
                  </a:lnTo>
                  <a:lnTo>
                    <a:pt x="4061276" y="342448"/>
                  </a:lnTo>
                  <a:lnTo>
                    <a:pt x="4144160" y="346460"/>
                  </a:lnTo>
                  <a:lnTo>
                    <a:pt x="4227043" y="350413"/>
                  </a:lnTo>
                  <a:lnTo>
                    <a:pt x="4309926" y="354278"/>
                  </a:lnTo>
                  <a:lnTo>
                    <a:pt x="4392809" y="358100"/>
                  </a:lnTo>
                  <a:lnTo>
                    <a:pt x="4475692" y="361925"/>
                  </a:lnTo>
                  <a:lnTo>
                    <a:pt x="4558576" y="365752"/>
                  </a:lnTo>
                  <a:lnTo>
                    <a:pt x="4641459" y="369581"/>
                  </a:lnTo>
                  <a:lnTo>
                    <a:pt x="4724342" y="373409"/>
                  </a:lnTo>
                  <a:lnTo>
                    <a:pt x="4807225" y="377236"/>
                  </a:lnTo>
                  <a:lnTo>
                    <a:pt x="4890108" y="381061"/>
                  </a:lnTo>
                  <a:lnTo>
                    <a:pt x="4972992" y="384882"/>
                  </a:lnTo>
                  <a:lnTo>
                    <a:pt x="5055875" y="388699"/>
                  </a:lnTo>
                  <a:lnTo>
                    <a:pt x="5138758" y="392510"/>
                  </a:lnTo>
                  <a:lnTo>
                    <a:pt x="5221641" y="396315"/>
                  </a:lnTo>
                  <a:lnTo>
                    <a:pt x="5304524" y="400111"/>
                  </a:lnTo>
                  <a:lnTo>
                    <a:pt x="5387408" y="403899"/>
                  </a:lnTo>
                  <a:lnTo>
                    <a:pt x="5470291" y="407676"/>
                  </a:lnTo>
                  <a:lnTo>
                    <a:pt x="5553174" y="411443"/>
                  </a:lnTo>
                  <a:lnTo>
                    <a:pt x="5636057" y="415197"/>
                  </a:lnTo>
                  <a:lnTo>
                    <a:pt x="5718940" y="418938"/>
                  </a:lnTo>
                  <a:lnTo>
                    <a:pt x="5801824" y="422664"/>
                  </a:lnTo>
                  <a:lnTo>
                    <a:pt x="5884707" y="426375"/>
                  </a:lnTo>
                  <a:lnTo>
                    <a:pt x="5967590" y="430069"/>
                  </a:lnTo>
                  <a:lnTo>
                    <a:pt x="6015395" y="4321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194117"/>
              <a:ext cx="6015395" cy="1184342"/>
            </a:xfrm>
            <a:custGeom>
              <a:avLst/>
              <a:pathLst>
                <a:path w="6015395" h="1184342">
                  <a:moveTo>
                    <a:pt x="0" y="0"/>
                  </a:moveTo>
                  <a:lnTo>
                    <a:pt x="82883" y="49247"/>
                  </a:lnTo>
                  <a:lnTo>
                    <a:pt x="165766" y="96823"/>
                  </a:lnTo>
                  <a:lnTo>
                    <a:pt x="248649" y="142733"/>
                  </a:lnTo>
                  <a:lnTo>
                    <a:pt x="331532" y="186984"/>
                  </a:lnTo>
                  <a:lnTo>
                    <a:pt x="414416" y="229580"/>
                  </a:lnTo>
                  <a:lnTo>
                    <a:pt x="497299" y="270522"/>
                  </a:lnTo>
                  <a:lnTo>
                    <a:pt x="580182" y="309809"/>
                  </a:lnTo>
                  <a:lnTo>
                    <a:pt x="663065" y="347440"/>
                  </a:lnTo>
                  <a:lnTo>
                    <a:pt x="745948" y="383408"/>
                  </a:lnTo>
                  <a:lnTo>
                    <a:pt x="828832" y="417708"/>
                  </a:lnTo>
                  <a:lnTo>
                    <a:pt x="911715" y="450332"/>
                  </a:lnTo>
                  <a:lnTo>
                    <a:pt x="994598" y="481273"/>
                  </a:lnTo>
                  <a:lnTo>
                    <a:pt x="1077481" y="510532"/>
                  </a:lnTo>
                  <a:lnTo>
                    <a:pt x="1160364" y="538115"/>
                  </a:lnTo>
                  <a:lnTo>
                    <a:pt x="1243248" y="564049"/>
                  </a:lnTo>
                  <a:lnTo>
                    <a:pt x="1326131" y="588383"/>
                  </a:lnTo>
                  <a:lnTo>
                    <a:pt x="1409014" y="611198"/>
                  </a:lnTo>
                  <a:lnTo>
                    <a:pt x="1491897" y="632613"/>
                  </a:lnTo>
                  <a:lnTo>
                    <a:pt x="1574780" y="652777"/>
                  </a:lnTo>
                  <a:lnTo>
                    <a:pt x="1657664" y="671867"/>
                  </a:lnTo>
                  <a:lnTo>
                    <a:pt x="1740547" y="690069"/>
                  </a:lnTo>
                  <a:lnTo>
                    <a:pt x="1823430" y="707633"/>
                  </a:lnTo>
                  <a:lnTo>
                    <a:pt x="1906313" y="724711"/>
                  </a:lnTo>
                  <a:lnTo>
                    <a:pt x="1989196" y="741065"/>
                  </a:lnTo>
                  <a:lnTo>
                    <a:pt x="2072080" y="756429"/>
                  </a:lnTo>
                  <a:lnTo>
                    <a:pt x="2154963" y="770567"/>
                  </a:lnTo>
                  <a:lnTo>
                    <a:pt x="2237846" y="783286"/>
                  </a:lnTo>
                  <a:lnTo>
                    <a:pt x="2320729" y="794287"/>
                  </a:lnTo>
                  <a:lnTo>
                    <a:pt x="2403612" y="802571"/>
                  </a:lnTo>
                  <a:lnTo>
                    <a:pt x="2486496" y="808343"/>
                  </a:lnTo>
                  <a:lnTo>
                    <a:pt x="2569379" y="812615"/>
                  </a:lnTo>
                  <a:lnTo>
                    <a:pt x="2652262" y="817057"/>
                  </a:lnTo>
                  <a:lnTo>
                    <a:pt x="2735145" y="818843"/>
                  </a:lnTo>
                  <a:lnTo>
                    <a:pt x="2818028" y="817257"/>
                  </a:lnTo>
                  <a:lnTo>
                    <a:pt x="2900912" y="814504"/>
                  </a:lnTo>
                  <a:lnTo>
                    <a:pt x="2983795" y="814013"/>
                  </a:lnTo>
                  <a:lnTo>
                    <a:pt x="3066678" y="815380"/>
                  </a:lnTo>
                  <a:lnTo>
                    <a:pt x="3149561" y="815018"/>
                  </a:lnTo>
                  <a:lnTo>
                    <a:pt x="3232444" y="813951"/>
                  </a:lnTo>
                  <a:lnTo>
                    <a:pt x="3315328" y="814755"/>
                  </a:lnTo>
                  <a:lnTo>
                    <a:pt x="3398211" y="817083"/>
                  </a:lnTo>
                  <a:lnTo>
                    <a:pt x="3481094" y="818904"/>
                  </a:lnTo>
                  <a:lnTo>
                    <a:pt x="3563977" y="820315"/>
                  </a:lnTo>
                  <a:lnTo>
                    <a:pt x="3646860" y="822111"/>
                  </a:lnTo>
                  <a:lnTo>
                    <a:pt x="3729744" y="825549"/>
                  </a:lnTo>
                  <a:lnTo>
                    <a:pt x="3812627" y="830058"/>
                  </a:lnTo>
                  <a:lnTo>
                    <a:pt x="3895510" y="834730"/>
                  </a:lnTo>
                  <a:lnTo>
                    <a:pt x="3978393" y="839349"/>
                  </a:lnTo>
                  <a:lnTo>
                    <a:pt x="4061276" y="843811"/>
                  </a:lnTo>
                  <a:lnTo>
                    <a:pt x="4144160" y="848125"/>
                  </a:lnTo>
                  <a:lnTo>
                    <a:pt x="4227043" y="852378"/>
                  </a:lnTo>
                  <a:lnTo>
                    <a:pt x="4309926" y="856681"/>
                  </a:lnTo>
                  <a:lnTo>
                    <a:pt x="4392809" y="860851"/>
                  </a:lnTo>
                  <a:lnTo>
                    <a:pt x="4475692" y="864709"/>
                  </a:lnTo>
                  <a:lnTo>
                    <a:pt x="4558576" y="868219"/>
                  </a:lnTo>
                  <a:lnTo>
                    <a:pt x="4641459" y="871317"/>
                  </a:lnTo>
                  <a:lnTo>
                    <a:pt x="4724342" y="873922"/>
                  </a:lnTo>
                  <a:lnTo>
                    <a:pt x="4807225" y="875939"/>
                  </a:lnTo>
                  <a:lnTo>
                    <a:pt x="4890108" y="877267"/>
                  </a:lnTo>
                  <a:lnTo>
                    <a:pt x="4972992" y="877812"/>
                  </a:lnTo>
                  <a:lnTo>
                    <a:pt x="5055875" y="877488"/>
                  </a:lnTo>
                  <a:lnTo>
                    <a:pt x="5138758" y="876224"/>
                  </a:lnTo>
                  <a:lnTo>
                    <a:pt x="5221641" y="873967"/>
                  </a:lnTo>
                  <a:lnTo>
                    <a:pt x="5304524" y="870681"/>
                  </a:lnTo>
                  <a:lnTo>
                    <a:pt x="5387408" y="866345"/>
                  </a:lnTo>
                  <a:lnTo>
                    <a:pt x="5470291" y="860954"/>
                  </a:lnTo>
                  <a:lnTo>
                    <a:pt x="5553174" y="854512"/>
                  </a:lnTo>
                  <a:lnTo>
                    <a:pt x="5636057" y="847030"/>
                  </a:lnTo>
                  <a:lnTo>
                    <a:pt x="5718940" y="838525"/>
                  </a:lnTo>
                  <a:lnTo>
                    <a:pt x="5801824" y="829016"/>
                  </a:lnTo>
                  <a:lnTo>
                    <a:pt x="5884707" y="818525"/>
                  </a:lnTo>
                  <a:lnTo>
                    <a:pt x="5967590" y="807072"/>
                  </a:lnTo>
                  <a:lnTo>
                    <a:pt x="6015395" y="799925"/>
                  </a:lnTo>
                  <a:lnTo>
                    <a:pt x="6015395" y="1184342"/>
                  </a:lnTo>
                  <a:lnTo>
                    <a:pt x="5657183" y="1184342"/>
                  </a:lnTo>
                  <a:lnTo>
                    <a:pt x="5636057" y="1179687"/>
                  </a:lnTo>
                  <a:lnTo>
                    <a:pt x="5553174" y="1162398"/>
                  </a:lnTo>
                  <a:lnTo>
                    <a:pt x="5470291" y="1146095"/>
                  </a:lnTo>
                  <a:lnTo>
                    <a:pt x="5387408" y="1130780"/>
                  </a:lnTo>
                  <a:lnTo>
                    <a:pt x="5304524" y="1116449"/>
                  </a:lnTo>
                  <a:lnTo>
                    <a:pt x="5221641" y="1103088"/>
                  </a:lnTo>
                  <a:lnTo>
                    <a:pt x="5138758" y="1090669"/>
                  </a:lnTo>
                  <a:lnTo>
                    <a:pt x="5055875" y="1079149"/>
                  </a:lnTo>
                  <a:lnTo>
                    <a:pt x="4972992" y="1068466"/>
                  </a:lnTo>
                  <a:lnTo>
                    <a:pt x="4890108" y="1058540"/>
                  </a:lnTo>
                  <a:lnTo>
                    <a:pt x="4807225" y="1049279"/>
                  </a:lnTo>
                  <a:lnTo>
                    <a:pt x="4724342" y="1040579"/>
                  </a:lnTo>
                  <a:lnTo>
                    <a:pt x="4641459" y="1032333"/>
                  </a:lnTo>
                  <a:lnTo>
                    <a:pt x="4558576" y="1024437"/>
                  </a:lnTo>
                  <a:lnTo>
                    <a:pt x="4475692" y="1016802"/>
                  </a:lnTo>
                  <a:lnTo>
                    <a:pt x="4392809" y="1009356"/>
                  </a:lnTo>
                  <a:lnTo>
                    <a:pt x="4309926" y="1002054"/>
                  </a:lnTo>
                  <a:lnTo>
                    <a:pt x="4227043" y="994779"/>
                  </a:lnTo>
                  <a:lnTo>
                    <a:pt x="4144160" y="987503"/>
                  </a:lnTo>
                  <a:lnTo>
                    <a:pt x="4061276" y="980445"/>
                  </a:lnTo>
                  <a:lnTo>
                    <a:pt x="3978393" y="973797"/>
                  </a:lnTo>
                  <a:lnTo>
                    <a:pt x="3895510" y="967674"/>
                  </a:lnTo>
                  <a:lnTo>
                    <a:pt x="3812627" y="962077"/>
                  </a:lnTo>
                  <a:lnTo>
                    <a:pt x="3729744" y="956897"/>
                  </a:lnTo>
                  <a:lnTo>
                    <a:pt x="3646860" y="952097"/>
                  </a:lnTo>
                  <a:lnTo>
                    <a:pt x="3563977" y="948079"/>
                  </a:lnTo>
                  <a:lnTo>
                    <a:pt x="3481094" y="945117"/>
                  </a:lnTo>
                  <a:lnTo>
                    <a:pt x="3398211" y="942976"/>
                  </a:lnTo>
                  <a:lnTo>
                    <a:pt x="3315328" y="940724"/>
                  </a:lnTo>
                  <a:lnTo>
                    <a:pt x="3232444" y="938470"/>
                  </a:lnTo>
                  <a:lnTo>
                    <a:pt x="3149561" y="937731"/>
                  </a:lnTo>
                  <a:lnTo>
                    <a:pt x="3066678" y="937971"/>
                  </a:lnTo>
                  <a:lnTo>
                    <a:pt x="2983795" y="937096"/>
                  </a:lnTo>
                  <a:lnTo>
                    <a:pt x="2900912" y="936614"/>
                  </a:lnTo>
                  <a:lnTo>
                    <a:pt x="2818028" y="938540"/>
                  </a:lnTo>
                  <a:lnTo>
                    <a:pt x="2735145" y="940839"/>
                  </a:lnTo>
                  <a:lnTo>
                    <a:pt x="2652262" y="940254"/>
                  </a:lnTo>
                  <a:lnTo>
                    <a:pt x="2569379" y="935622"/>
                  </a:lnTo>
                  <a:lnTo>
                    <a:pt x="2486496" y="931056"/>
                  </a:lnTo>
                  <a:lnTo>
                    <a:pt x="2403612" y="926111"/>
                  </a:lnTo>
                  <a:lnTo>
                    <a:pt x="2320729" y="919338"/>
                  </a:lnTo>
                  <a:lnTo>
                    <a:pt x="2237846" y="909187"/>
                  </a:lnTo>
                  <a:lnTo>
                    <a:pt x="2154963" y="897313"/>
                  </a:lnTo>
                  <a:lnTo>
                    <a:pt x="2072080" y="884427"/>
                  </a:lnTo>
                  <a:lnTo>
                    <a:pt x="1989196" y="870845"/>
                  </a:lnTo>
                  <a:lnTo>
                    <a:pt x="1906313" y="856837"/>
                  </a:lnTo>
                  <a:lnTo>
                    <a:pt x="1823430" y="842646"/>
                  </a:lnTo>
                  <a:lnTo>
                    <a:pt x="1740547" y="828529"/>
                  </a:lnTo>
                  <a:lnTo>
                    <a:pt x="1657664" y="814762"/>
                  </a:lnTo>
                  <a:lnTo>
                    <a:pt x="1574780" y="801502"/>
                  </a:lnTo>
                  <a:lnTo>
                    <a:pt x="1491897" y="788886"/>
                  </a:lnTo>
                  <a:lnTo>
                    <a:pt x="1409014" y="777040"/>
                  </a:lnTo>
                  <a:lnTo>
                    <a:pt x="1326131" y="766068"/>
                  </a:lnTo>
                  <a:lnTo>
                    <a:pt x="1243248" y="756039"/>
                  </a:lnTo>
                  <a:lnTo>
                    <a:pt x="1160364" y="746984"/>
                  </a:lnTo>
                  <a:lnTo>
                    <a:pt x="1077481" y="738906"/>
                  </a:lnTo>
                  <a:lnTo>
                    <a:pt x="994598" y="731781"/>
                  </a:lnTo>
                  <a:lnTo>
                    <a:pt x="911715" y="725568"/>
                  </a:lnTo>
                  <a:lnTo>
                    <a:pt x="828832" y="720219"/>
                  </a:lnTo>
                  <a:lnTo>
                    <a:pt x="745948" y="715678"/>
                  </a:lnTo>
                  <a:lnTo>
                    <a:pt x="663065" y="711890"/>
                  </a:lnTo>
                  <a:lnTo>
                    <a:pt x="580182" y="708799"/>
                  </a:lnTo>
                  <a:lnTo>
                    <a:pt x="497299" y="706352"/>
                  </a:lnTo>
                  <a:lnTo>
                    <a:pt x="414416" y="704497"/>
                  </a:lnTo>
                  <a:lnTo>
                    <a:pt x="331532" y="703186"/>
                  </a:lnTo>
                  <a:lnTo>
                    <a:pt x="248649" y="702371"/>
                  </a:lnTo>
                  <a:lnTo>
                    <a:pt x="165766" y="702007"/>
                  </a:lnTo>
                  <a:lnTo>
                    <a:pt x="82883" y="702053"/>
                  </a:lnTo>
                  <a:lnTo>
                    <a:pt x="0" y="70246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194117"/>
              <a:ext cx="6015395" cy="877812"/>
            </a:xfrm>
            <a:custGeom>
              <a:avLst/>
              <a:pathLst>
                <a:path w="6015395" h="877812">
                  <a:moveTo>
                    <a:pt x="0" y="0"/>
                  </a:moveTo>
                  <a:lnTo>
                    <a:pt x="82883" y="49247"/>
                  </a:lnTo>
                  <a:lnTo>
                    <a:pt x="165766" y="96823"/>
                  </a:lnTo>
                  <a:lnTo>
                    <a:pt x="248649" y="142733"/>
                  </a:lnTo>
                  <a:lnTo>
                    <a:pt x="331532" y="186984"/>
                  </a:lnTo>
                  <a:lnTo>
                    <a:pt x="414416" y="229580"/>
                  </a:lnTo>
                  <a:lnTo>
                    <a:pt x="497299" y="270522"/>
                  </a:lnTo>
                  <a:lnTo>
                    <a:pt x="580182" y="309809"/>
                  </a:lnTo>
                  <a:lnTo>
                    <a:pt x="663065" y="347440"/>
                  </a:lnTo>
                  <a:lnTo>
                    <a:pt x="745948" y="383408"/>
                  </a:lnTo>
                  <a:lnTo>
                    <a:pt x="828832" y="417708"/>
                  </a:lnTo>
                  <a:lnTo>
                    <a:pt x="911715" y="450332"/>
                  </a:lnTo>
                  <a:lnTo>
                    <a:pt x="994598" y="481273"/>
                  </a:lnTo>
                  <a:lnTo>
                    <a:pt x="1077481" y="510532"/>
                  </a:lnTo>
                  <a:lnTo>
                    <a:pt x="1160364" y="538115"/>
                  </a:lnTo>
                  <a:lnTo>
                    <a:pt x="1243248" y="564049"/>
                  </a:lnTo>
                  <a:lnTo>
                    <a:pt x="1326131" y="588383"/>
                  </a:lnTo>
                  <a:lnTo>
                    <a:pt x="1409014" y="611198"/>
                  </a:lnTo>
                  <a:lnTo>
                    <a:pt x="1491897" y="632613"/>
                  </a:lnTo>
                  <a:lnTo>
                    <a:pt x="1574780" y="652777"/>
                  </a:lnTo>
                  <a:lnTo>
                    <a:pt x="1657664" y="671867"/>
                  </a:lnTo>
                  <a:lnTo>
                    <a:pt x="1740547" y="690069"/>
                  </a:lnTo>
                  <a:lnTo>
                    <a:pt x="1823430" y="707633"/>
                  </a:lnTo>
                  <a:lnTo>
                    <a:pt x="1906313" y="724711"/>
                  </a:lnTo>
                  <a:lnTo>
                    <a:pt x="1989196" y="741065"/>
                  </a:lnTo>
                  <a:lnTo>
                    <a:pt x="2072080" y="756429"/>
                  </a:lnTo>
                  <a:lnTo>
                    <a:pt x="2154963" y="770567"/>
                  </a:lnTo>
                  <a:lnTo>
                    <a:pt x="2237846" y="783286"/>
                  </a:lnTo>
                  <a:lnTo>
                    <a:pt x="2320729" y="794287"/>
                  </a:lnTo>
                  <a:lnTo>
                    <a:pt x="2403612" y="802571"/>
                  </a:lnTo>
                  <a:lnTo>
                    <a:pt x="2486496" y="808343"/>
                  </a:lnTo>
                  <a:lnTo>
                    <a:pt x="2569379" y="812615"/>
                  </a:lnTo>
                  <a:lnTo>
                    <a:pt x="2652262" y="817057"/>
                  </a:lnTo>
                  <a:lnTo>
                    <a:pt x="2735145" y="818843"/>
                  </a:lnTo>
                  <a:lnTo>
                    <a:pt x="2818028" y="817257"/>
                  </a:lnTo>
                  <a:lnTo>
                    <a:pt x="2900912" y="814504"/>
                  </a:lnTo>
                  <a:lnTo>
                    <a:pt x="2983795" y="814013"/>
                  </a:lnTo>
                  <a:lnTo>
                    <a:pt x="3066678" y="815380"/>
                  </a:lnTo>
                  <a:lnTo>
                    <a:pt x="3149561" y="815018"/>
                  </a:lnTo>
                  <a:lnTo>
                    <a:pt x="3232444" y="813951"/>
                  </a:lnTo>
                  <a:lnTo>
                    <a:pt x="3315328" y="814755"/>
                  </a:lnTo>
                  <a:lnTo>
                    <a:pt x="3398211" y="817083"/>
                  </a:lnTo>
                  <a:lnTo>
                    <a:pt x="3481094" y="818904"/>
                  </a:lnTo>
                  <a:lnTo>
                    <a:pt x="3563977" y="820315"/>
                  </a:lnTo>
                  <a:lnTo>
                    <a:pt x="3646860" y="822111"/>
                  </a:lnTo>
                  <a:lnTo>
                    <a:pt x="3729744" y="825549"/>
                  </a:lnTo>
                  <a:lnTo>
                    <a:pt x="3812627" y="830058"/>
                  </a:lnTo>
                  <a:lnTo>
                    <a:pt x="3895510" y="834730"/>
                  </a:lnTo>
                  <a:lnTo>
                    <a:pt x="3978393" y="839349"/>
                  </a:lnTo>
                  <a:lnTo>
                    <a:pt x="4061276" y="843811"/>
                  </a:lnTo>
                  <a:lnTo>
                    <a:pt x="4144160" y="848125"/>
                  </a:lnTo>
                  <a:lnTo>
                    <a:pt x="4227043" y="852378"/>
                  </a:lnTo>
                  <a:lnTo>
                    <a:pt x="4309926" y="856681"/>
                  </a:lnTo>
                  <a:lnTo>
                    <a:pt x="4392809" y="860851"/>
                  </a:lnTo>
                  <a:lnTo>
                    <a:pt x="4475692" y="864709"/>
                  </a:lnTo>
                  <a:lnTo>
                    <a:pt x="4558576" y="868219"/>
                  </a:lnTo>
                  <a:lnTo>
                    <a:pt x="4641459" y="871317"/>
                  </a:lnTo>
                  <a:lnTo>
                    <a:pt x="4724342" y="873922"/>
                  </a:lnTo>
                  <a:lnTo>
                    <a:pt x="4807225" y="875939"/>
                  </a:lnTo>
                  <a:lnTo>
                    <a:pt x="4890108" y="877267"/>
                  </a:lnTo>
                  <a:lnTo>
                    <a:pt x="4972992" y="877812"/>
                  </a:lnTo>
                  <a:lnTo>
                    <a:pt x="5055875" y="877488"/>
                  </a:lnTo>
                  <a:lnTo>
                    <a:pt x="5138758" y="876224"/>
                  </a:lnTo>
                  <a:lnTo>
                    <a:pt x="5221641" y="873967"/>
                  </a:lnTo>
                  <a:lnTo>
                    <a:pt x="5304524" y="870681"/>
                  </a:lnTo>
                  <a:lnTo>
                    <a:pt x="5387408" y="866345"/>
                  </a:lnTo>
                  <a:lnTo>
                    <a:pt x="5470291" y="860954"/>
                  </a:lnTo>
                  <a:lnTo>
                    <a:pt x="5553174" y="854512"/>
                  </a:lnTo>
                  <a:lnTo>
                    <a:pt x="5636057" y="847030"/>
                  </a:lnTo>
                  <a:lnTo>
                    <a:pt x="5718940" y="838525"/>
                  </a:lnTo>
                  <a:lnTo>
                    <a:pt x="5801824" y="829016"/>
                  </a:lnTo>
                  <a:lnTo>
                    <a:pt x="5884707" y="818525"/>
                  </a:lnTo>
                  <a:lnTo>
                    <a:pt x="5967590" y="807072"/>
                  </a:lnTo>
                  <a:lnTo>
                    <a:pt x="6015395" y="79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4896124"/>
              <a:ext cx="5657183" cy="482335"/>
            </a:xfrm>
            <a:custGeom>
              <a:avLst/>
              <a:pathLst>
                <a:path w="5657183" h="482335">
                  <a:moveTo>
                    <a:pt x="5657183" y="482335"/>
                  </a:moveTo>
                  <a:lnTo>
                    <a:pt x="5636057" y="477679"/>
                  </a:lnTo>
                  <a:lnTo>
                    <a:pt x="5553174" y="460391"/>
                  </a:lnTo>
                  <a:lnTo>
                    <a:pt x="5470291" y="444087"/>
                  </a:lnTo>
                  <a:lnTo>
                    <a:pt x="5387408" y="428772"/>
                  </a:lnTo>
                  <a:lnTo>
                    <a:pt x="5304524" y="414441"/>
                  </a:lnTo>
                  <a:lnTo>
                    <a:pt x="5221641" y="401080"/>
                  </a:lnTo>
                  <a:lnTo>
                    <a:pt x="5138758" y="388661"/>
                  </a:lnTo>
                  <a:lnTo>
                    <a:pt x="5055875" y="377141"/>
                  </a:lnTo>
                  <a:lnTo>
                    <a:pt x="4972992" y="366458"/>
                  </a:lnTo>
                  <a:lnTo>
                    <a:pt x="4890108" y="356532"/>
                  </a:lnTo>
                  <a:lnTo>
                    <a:pt x="4807225" y="347272"/>
                  </a:lnTo>
                  <a:lnTo>
                    <a:pt x="4724342" y="338572"/>
                  </a:lnTo>
                  <a:lnTo>
                    <a:pt x="4641459" y="330325"/>
                  </a:lnTo>
                  <a:lnTo>
                    <a:pt x="4558576" y="322429"/>
                  </a:lnTo>
                  <a:lnTo>
                    <a:pt x="4475692" y="314794"/>
                  </a:lnTo>
                  <a:lnTo>
                    <a:pt x="4392809" y="307348"/>
                  </a:lnTo>
                  <a:lnTo>
                    <a:pt x="4309926" y="300046"/>
                  </a:lnTo>
                  <a:lnTo>
                    <a:pt x="4227043" y="292771"/>
                  </a:lnTo>
                  <a:lnTo>
                    <a:pt x="4144160" y="285496"/>
                  </a:lnTo>
                  <a:lnTo>
                    <a:pt x="4061276" y="278437"/>
                  </a:lnTo>
                  <a:lnTo>
                    <a:pt x="3978393" y="271790"/>
                  </a:lnTo>
                  <a:lnTo>
                    <a:pt x="3895510" y="265666"/>
                  </a:lnTo>
                  <a:lnTo>
                    <a:pt x="3812627" y="260069"/>
                  </a:lnTo>
                  <a:lnTo>
                    <a:pt x="3729744" y="254889"/>
                  </a:lnTo>
                  <a:lnTo>
                    <a:pt x="3646860" y="250089"/>
                  </a:lnTo>
                  <a:lnTo>
                    <a:pt x="3563977" y="246071"/>
                  </a:lnTo>
                  <a:lnTo>
                    <a:pt x="3481094" y="243110"/>
                  </a:lnTo>
                  <a:lnTo>
                    <a:pt x="3398211" y="240968"/>
                  </a:lnTo>
                  <a:lnTo>
                    <a:pt x="3315328" y="238716"/>
                  </a:lnTo>
                  <a:lnTo>
                    <a:pt x="3232444" y="236462"/>
                  </a:lnTo>
                  <a:lnTo>
                    <a:pt x="3149561" y="235723"/>
                  </a:lnTo>
                  <a:lnTo>
                    <a:pt x="3066678" y="235964"/>
                  </a:lnTo>
                  <a:lnTo>
                    <a:pt x="2983795" y="235089"/>
                  </a:lnTo>
                  <a:lnTo>
                    <a:pt x="2900912" y="234606"/>
                  </a:lnTo>
                  <a:lnTo>
                    <a:pt x="2818028" y="236532"/>
                  </a:lnTo>
                  <a:lnTo>
                    <a:pt x="2735145" y="238831"/>
                  </a:lnTo>
                  <a:lnTo>
                    <a:pt x="2652262" y="238247"/>
                  </a:lnTo>
                  <a:lnTo>
                    <a:pt x="2569379" y="233614"/>
                  </a:lnTo>
                  <a:lnTo>
                    <a:pt x="2486496" y="229048"/>
                  </a:lnTo>
                  <a:lnTo>
                    <a:pt x="2403612" y="224103"/>
                  </a:lnTo>
                  <a:lnTo>
                    <a:pt x="2320729" y="217330"/>
                  </a:lnTo>
                  <a:lnTo>
                    <a:pt x="2237846" y="207179"/>
                  </a:lnTo>
                  <a:lnTo>
                    <a:pt x="2154963" y="195305"/>
                  </a:lnTo>
                  <a:lnTo>
                    <a:pt x="2072080" y="182419"/>
                  </a:lnTo>
                  <a:lnTo>
                    <a:pt x="1989196" y="168837"/>
                  </a:lnTo>
                  <a:lnTo>
                    <a:pt x="1906313" y="154829"/>
                  </a:lnTo>
                  <a:lnTo>
                    <a:pt x="1823430" y="140638"/>
                  </a:lnTo>
                  <a:lnTo>
                    <a:pt x="1740547" y="126522"/>
                  </a:lnTo>
                  <a:lnTo>
                    <a:pt x="1657664" y="112755"/>
                  </a:lnTo>
                  <a:lnTo>
                    <a:pt x="1574780" y="99494"/>
                  </a:lnTo>
                  <a:lnTo>
                    <a:pt x="1491897" y="86878"/>
                  </a:lnTo>
                  <a:lnTo>
                    <a:pt x="1409014" y="75032"/>
                  </a:lnTo>
                  <a:lnTo>
                    <a:pt x="1326131" y="64061"/>
                  </a:lnTo>
                  <a:lnTo>
                    <a:pt x="1243248" y="54031"/>
                  </a:lnTo>
                  <a:lnTo>
                    <a:pt x="1160364" y="44977"/>
                  </a:lnTo>
                  <a:lnTo>
                    <a:pt x="1077481" y="36898"/>
                  </a:lnTo>
                  <a:lnTo>
                    <a:pt x="994598" y="29773"/>
                  </a:lnTo>
                  <a:lnTo>
                    <a:pt x="911715" y="23561"/>
                  </a:lnTo>
                  <a:lnTo>
                    <a:pt x="828832" y="18211"/>
                  </a:lnTo>
                  <a:lnTo>
                    <a:pt x="745948" y="13671"/>
                  </a:lnTo>
                  <a:lnTo>
                    <a:pt x="663065" y="9882"/>
                  </a:lnTo>
                  <a:lnTo>
                    <a:pt x="580182" y="6792"/>
                  </a:lnTo>
                  <a:lnTo>
                    <a:pt x="497299" y="4344"/>
                  </a:lnTo>
                  <a:lnTo>
                    <a:pt x="414416" y="2490"/>
                  </a:lnTo>
                  <a:lnTo>
                    <a:pt x="331532" y="1178"/>
                  </a:lnTo>
                  <a:lnTo>
                    <a:pt x="248649" y="363"/>
                  </a:lnTo>
                  <a:lnTo>
                    <a:pt x="165766" y="0"/>
                  </a:lnTo>
                  <a:lnTo>
                    <a:pt x="82883" y="45"/>
                  </a:lnTo>
                  <a:lnTo>
                    <a:pt x="0" y="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545350"/>
              <a:ext cx="6015395" cy="684327"/>
            </a:xfrm>
            <a:custGeom>
              <a:avLst/>
              <a:pathLst>
                <a:path w="6015395" h="684327">
                  <a:moveTo>
                    <a:pt x="0" y="0"/>
                  </a:moveTo>
                  <a:lnTo>
                    <a:pt x="82883" y="24417"/>
                  </a:lnTo>
                  <a:lnTo>
                    <a:pt x="165766" y="48182"/>
                  </a:lnTo>
                  <a:lnTo>
                    <a:pt x="248649" y="71319"/>
                  </a:lnTo>
                  <a:lnTo>
                    <a:pt x="331532" y="93852"/>
                  </a:lnTo>
                  <a:lnTo>
                    <a:pt x="414416" y="115805"/>
                  </a:lnTo>
                  <a:lnTo>
                    <a:pt x="497299" y="137204"/>
                  </a:lnTo>
                  <a:lnTo>
                    <a:pt x="580182" y="158071"/>
                  </a:lnTo>
                  <a:lnTo>
                    <a:pt x="663065" y="178432"/>
                  </a:lnTo>
                  <a:lnTo>
                    <a:pt x="745948" y="198310"/>
                  </a:lnTo>
                  <a:lnTo>
                    <a:pt x="828832" y="217731"/>
                  </a:lnTo>
                  <a:lnTo>
                    <a:pt x="911715" y="236717"/>
                  </a:lnTo>
                  <a:lnTo>
                    <a:pt x="994598" y="255294"/>
                  </a:lnTo>
                  <a:lnTo>
                    <a:pt x="1077481" y="273486"/>
                  </a:lnTo>
                  <a:lnTo>
                    <a:pt x="1160364" y="291317"/>
                  </a:lnTo>
                  <a:lnTo>
                    <a:pt x="1243248" y="308811"/>
                  </a:lnTo>
                  <a:lnTo>
                    <a:pt x="1326131" y="325992"/>
                  </a:lnTo>
                  <a:lnTo>
                    <a:pt x="1409014" y="342886"/>
                  </a:lnTo>
                  <a:lnTo>
                    <a:pt x="1491897" y="359516"/>
                  </a:lnTo>
                  <a:lnTo>
                    <a:pt x="1574780" y="375906"/>
                  </a:lnTo>
                  <a:lnTo>
                    <a:pt x="1657664" y="392082"/>
                  </a:lnTo>
                  <a:lnTo>
                    <a:pt x="1740547" y="408066"/>
                  </a:lnTo>
                  <a:lnTo>
                    <a:pt x="1823430" y="423906"/>
                  </a:lnTo>
                  <a:lnTo>
                    <a:pt x="1906313" y="439541"/>
                  </a:lnTo>
                  <a:lnTo>
                    <a:pt x="1989196" y="454722"/>
                  </a:lnTo>
                  <a:lnTo>
                    <a:pt x="2072080" y="469195"/>
                  </a:lnTo>
                  <a:lnTo>
                    <a:pt x="2154963" y="482707"/>
                  </a:lnTo>
                  <a:lnTo>
                    <a:pt x="2237846" y="495003"/>
                  </a:lnTo>
                  <a:lnTo>
                    <a:pt x="2320729" y="505579"/>
                  </a:lnTo>
                  <a:lnTo>
                    <a:pt x="2403612" y="513108"/>
                  </a:lnTo>
                  <a:lnTo>
                    <a:pt x="2486496" y="518467"/>
                  </a:lnTo>
                  <a:lnTo>
                    <a:pt x="2569379" y="522885"/>
                  </a:lnTo>
                  <a:lnTo>
                    <a:pt x="2652262" y="527422"/>
                  </a:lnTo>
                  <a:lnTo>
                    <a:pt x="2735145" y="528608"/>
                  </a:lnTo>
                  <a:lnTo>
                    <a:pt x="2818028" y="526665"/>
                  </a:lnTo>
                  <a:lnTo>
                    <a:pt x="2900912" y="524326"/>
                  </a:lnTo>
                  <a:lnTo>
                    <a:pt x="2983795" y="524322"/>
                  </a:lnTo>
                  <a:lnTo>
                    <a:pt x="3066678" y="525443"/>
                  </a:lnTo>
                  <a:lnTo>
                    <a:pt x="3149561" y="525141"/>
                  </a:lnTo>
                  <a:lnTo>
                    <a:pt x="3232444" y="524978"/>
                  </a:lnTo>
                  <a:lnTo>
                    <a:pt x="3315328" y="526507"/>
                  </a:lnTo>
                  <a:lnTo>
                    <a:pt x="3398211" y="528796"/>
                  </a:lnTo>
                  <a:lnTo>
                    <a:pt x="3481094" y="530777"/>
                  </a:lnTo>
                  <a:lnTo>
                    <a:pt x="3563977" y="532964"/>
                  </a:lnTo>
                  <a:lnTo>
                    <a:pt x="3646860" y="535871"/>
                  </a:lnTo>
                  <a:lnTo>
                    <a:pt x="3729744" y="539990"/>
                  </a:lnTo>
                  <a:lnTo>
                    <a:pt x="3812627" y="544835"/>
                  </a:lnTo>
                  <a:lnTo>
                    <a:pt x="3895510" y="549969"/>
                  </a:lnTo>
                  <a:lnTo>
                    <a:pt x="3978393" y="555340"/>
                  </a:lnTo>
                  <a:lnTo>
                    <a:pt x="4061276" y="560895"/>
                  </a:lnTo>
                  <a:lnTo>
                    <a:pt x="4144160" y="566581"/>
                  </a:lnTo>
                  <a:lnTo>
                    <a:pt x="4227043" y="572345"/>
                  </a:lnTo>
                  <a:lnTo>
                    <a:pt x="4309926" y="578134"/>
                  </a:lnTo>
                  <a:lnTo>
                    <a:pt x="4392809" y="583870"/>
                  </a:lnTo>
                  <a:lnTo>
                    <a:pt x="4475692" y="589522"/>
                  </a:lnTo>
                  <a:lnTo>
                    <a:pt x="4558576" y="595095"/>
                  </a:lnTo>
                  <a:lnTo>
                    <a:pt x="4641459" y="600592"/>
                  </a:lnTo>
                  <a:lnTo>
                    <a:pt x="4724342" y="606018"/>
                  </a:lnTo>
                  <a:lnTo>
                    <a:pt x="4807225" y="611376"/>
                  </a:lnTo>
                  <a:lnTo>
                    <a:pt x="4890108" y="616670"/>
                  </a:lnTo>
                  <a:lnTo>
                    <a:pt x="4972992" y="621906"/>
                  </a:lnTo>
                  <a:lnTo>
                    <a:pt x="5055875" y="627085"/>
                  </a:lnTo>
                  <a:lnTo>
                    <a:pt x="5138758" y="632214"/>
                  </a:lnTo>
                  <a:lnTo>
                    <a:pt x="5221641" y="637294"/>
                  </a:lnTo>
                  <a:lnTo>
                    <a:pt x="5304524" y="642331"/>
                  </a:lnTo>
                  <a:lnTo>
                    <a:pt x="5387408" y="647329"/>
                  </a:lnTo>
                  <a:lnTo>
                    <a:pt x="5470291" y="652291"/>
                  </a:lnTo>
                  <a:lnTo>
                    <a:pt x="5553174" y="657222"/>
                  </a:lnTo>
                  <a:lnTo>
                    <a:pt x="5636057" y="662125"/>
                  </a:lnTo>
                  <a:lnTo>
                    <a:pt x="5718940" y="667005"/>
                  </a:lnTo>
                  <a:lnTo>
                    <a:pt x="5801824" y="671866"/>
                  </a:lnTo>
                  <a:lnTo>
                    <a:pt x="5884707" y="676710"/>
                  </a:lnTo>
                  <a:lnTo>
                    <a:pt x="5967590" y="681544"/>
                  </a:lnTo>
                  <a:lnTo>
                    <a:pt x="6015395" y="68432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265597"/>
              <a:ext cx="6015395" cy="1112862"/>
            </a:xfrm>
            <a:custGeom>
              <a:avLst/>
              <a:pathLst>
                <a:path w="6015395" h="1112862">
                  <a:moveTo>
                    <a:pt x="0" y="0"/>
                  </a:moveTo>
                  <a:lnTo>
                    <a:pt x="82883" y="50367"/>
                  </a:lnTo>
                  <a:lnTo>
                    <a:pt x="165766" y="98955"/>
                  </a:lnTo>
                  <a:lnTo>
                    <a:pt x="248649" y="145765"/>
                  </a:lnTo>
                  <a:lnTo>
                    <a:pt x="331532" y="190803"/>
                  </a:lnTo>
                  <a:lnTo>
                    <a:pt x="414416" y="234068"/>
                  </a:lnTo>
                  <a:lnTo>
                    <a:pt x="497299" y="275560"/>
                  </a:lnTo>
                  <a:lnTo>
                    <a:pt x="580182" y="315276"/>
                  </a:lnTo>
                  <a:lnTo>
                    <a:pt x="663065" y="353212"/>
                  </a:lnTo>
                  <a:lnTo>
                    <a:pt x="745948" y="389361"/>
                  </a:lnTo>
                  <a:lnTo>
                    <a:pt x="828832" y="423714"/>
                  </a:lnTo>
                  <a:lnTo>
                    <a:pt x="911715" y="456264"/>
                  </a:lnTo>
                  <a:lnTo>
                    <a:pt x="994598" y="487001"/>
                  </a:lnTo>
                  <a:lnTo>
                    <a:pt x="1077481" y="515923"/>
                  </a:lnTo>
                  <a:lnTo>
                    <a:pt x="1160364" y="543035"/>
                  </a:lnTo>
                  <a:lnTo>
                    <a:pt x="1243248" y="568358"/>
                  </a:lnTo>
                  <a:lnTo>
                    <a:pt x="1326131" y="591934"/>
                  </a:lnTo>
                  <a:lnTo>
                    <a:pt x="1409014" y="613834"/>
                  </a:lnTo>
                  <a:lnTo>
                    <a:pt x="1491897" y="634159"/>
                  </a:lnTo>
                  <a:lnTo>
                    <a:pt x="1574780" y="653044"/>
                  </a:lnTo>
                  <a:lnTo>
                    <a:pt x="1657664" y="670643"/>
                  </a:lnTo>
                  <a:lnTo>
                    <a:pt x="1740547" y="687120"/>
                  </a:lnTo>
                  <a:lnTo>
                    <a:pt x="1823430" y="702648"/>
                  </a:lnTo>
                  <a:lnTo>
                    <a:pt x="1906313" y="717279"/>
                  </a:lnTo>
                  <a:lnTo>
                    <a:pt x="1989196" y="730880"/>
                  </a:lnTo>
                  <a:lnTo>
                    <a:pt x="2072080" y="743301"/>
                  </a:lnTo>
                  <a:lnTo>
                    <a:pt x="2154963" y="754414"/>
                  </a:lnTo>
                  <a:lnTo>
                    <a:pt x="2237846" y="764136"/>
                  </a:lnTo>
                  <a:lnTo>
                    <a:pt x="2320729" y="772141"/>
                  </a:lnTo>
                  <a:lnTo>
                    <a:pt x="2403612" y="776893"/>
                  </a:lnTo>
                  <a:lnTo>
                    <a:pt x="2486496" y="778955"/>
                  </a:lnTo>
                  <a:lnTo>
                    <a:pt x="2569379" y="779792"/>
                  </a:lnTo>
                  <a:lnTo>
                    <a:pt x="2652262" y="781440"/>
                  </a:lnTo>
                  <a:lnTo>
                    <a:pt x="2735145" y="781206"/>
                  </a:lnTo>
                  <a:lnTo>
                    <a:pt x="2818028" y="778163"/>
                  </a:lnTo>
                  <a:lnTo>
                    <a:pt x="2900912" y="774199"/>
                  </a:lnTo>
                  <a:lnTo>
                    <a:pt x="2983795" y="772296"/>
                  </a:lnTo>
                  <a:lnTo>
                    <a:pt x="3066678" y="772302"/>
                  </a:lnTo>
                  <a:lnTo>
                    <a:pt x="3149561" y="771140"/>
                  </a:lnTo>
                  <a:lnTo>
                    <a:pt x="3232444" y="769450"/>
                  </a:lnTo>
                  <a:lnTo>
                    <a:pt x="3315328" y="769261"/>
                  </a:lnTo>
                  <a:lnTo>
                    <a:pt x="3398211" y="770447"/>
                  </a:lnTo>
                  <a:lnTo>
                    <a:pt x="3481094" y="771383"/>
                  </a:lnTo>
                  <a:lnTo>
                    <a:pt x="3563977" y="772056"/>
                  </a:lnTo>
                  <a:lnTo>
                    <a:pt x="3646860" y="773071"/>
                  </a:lnTo>
                  <a:lnTo>
                    <a:pt x="3729744" y="775454"/>
                  </a:lnTo>
                  <a:lnTo>
                    <a:pt x="3812627" y="778796"/>
                  </a:lnTo>
                  <a:lnTo>
                    <a:pt x="3895510" y="782357"/>
                  </a:lnTo>
                  <a:lnTo>
                    <a:pt x="3978393" y="785934"/>
                  </a:lnTo>
                  <a:lnTo>
                    <a:pt x="4061276" y="789422"/>
                  </a:lnTo>
                  <a:lnTo>
                    <a:pt x="4144160" y="792818"/>
                  </a:lnTo>
                  <a:lnTo>
                    <a:pt x="4227043" y="796190"/>
                  </a:lnTo>
                  <a:lnTo>
                    <a:pt x="4309926" y="799628"/>
                  </a:lnTo>
                  <a:lnTo>
                    <a:pt x="4392809" y="802976"/>
                  </a:lnTo>
                  <a:lnTo>
                    <a:pt x="4475692" y="806090"/>
                  </a:lnTo>
                  <a:lnTo>
                    <a:pt x="4558576" y="808936"/>
                  </a:lnTo>
                  <a:lnTo>
                    <a:pt x="4641459" y="811458"/>
                  </a:lnTo>
                  <a:lnTo>
                    <a:pt x="4724342" y="813583"/>
                  </a:lnTo>
                  <a:lnTo>
                    <a:pt x="4807225" y="815225"/>
                  </a:lnTo>
                  <a:lnTo>
                    <a:pt x="4890108" y="816297"/>
                  </a:lnTo>
                  <a:lnTo>
                    <a:pt x="4972992" y="816713"/>
                  </a:lnTo>
                  <a:lnTo>
                    <a:pt x="5055875" y="816396"/>
                  </a:lnTo>
                  <a:lnTo>
                    <a:pt x="5138758" y="815283"/>
                  </a:lnTo>
                  <a:lnTo>
                    <a:pt x="5221641" y="813326"/>
                  </a:lnTo>
                  <a:lnTo>
                    <a:pt x="5304524" y="810494"/>
                  </a:lnTo>
                  <a:lnTo>
                    <a:pt x="5387408" y="806769"/>
                  </a:lnTo>
                  <a:lnTo>
                    <a:pt x="5470291" y="802146"/>
                  </a:lnTo>
                  <a:lnTo>
                    <a:pt x="5553174" y="796627"/>
                  </a:lnTo>
                  <a:lnTo>
                    <a:pt x="5636057" y="790225"/>
                  </a:lnTo>
                  <a:lnTo>
                    <a:pt x="5718940" y="782953"/>
                  </a:lnTo>
                  <a:lnTo>
                    <a:pt x="5801824" y="774830"/>
                  </a:lnTo>
                  <a:lnTo>
                    <a:pt x="5884707" y="765874"/>
                  </a:lnTo>
                  <a:lnTo>
                    <a:pt x="5967590" y="756104"/>
                  </a:lnTo>
                  <a:lnTo>
                    <a:pt x="6015395" y="750012"/>
                  </a:lnTo>
                  <a:lnTo>
                    <a:pt x="6015395" y="1112862"/>
                  </a:lnTo>
                  <a:lnTo>
                    <a:pt x="5757613" y="1112862"/>
                  </a:lnTo>
                  <a:lnTo>
                    <a:pt x="5718940" y="1104650"/>
                  </a:lnTo>
                  <a:lnTo>
                    <a:pt x="5636057" y="1087962"/>
                  </a:lnTo>
                  <a:lnTo>
                    <a:pt x="5553174" y="1072195"/>
                  </a:lnTo>
                  <a:lnTo>
                    <a:pt x="5470291" y="1057355"/>
                  </a:lnTo>
                  <a:lnTo>
                    <a:pt x="5387408" y="1043446"/>
                  </a:lnTo>
                  <a:lnTo>
                    <a:pt x="5304524" y="1030464"/>
                  </a:lnTo>
                  <a:lnTo>
                    <a:pt x="5221641" y="1018396"/>
                  </a:lnTo>
                  <a:lnTo>
                    <a:pt x="5138758" y="1007217"/>
                  </a:lnTo>
                  <a:lnTo>
                    <a:pt x="5055875" y="996888"/>
                  </a:lnTo>
                  <a:lnTo>
                    <a:pt x="4972992" y="987353"/>
                  </a:lnTo>
                  <a:lnTo>
                    <a:pt x="4890108" y="978542"/>
                  </a:lnTo>
                  <a:lnTo>
                    <a:pt x="4807225" y="970370"/>
                  </a:lnTo>
                  <a:lnTo>
                    <a:pt x="4724342" y="962746"/>
                  </a:lnTo>
                  <a:lnTo>
                    <a:pt x="4641459" y="955572"/>
                  </a:lnTo>
                  <a:lnTo>
                    <a:pt x="4558576" y="948756"/>
                  </a:lnTo>
                  <a:lnTo>
                    <a:pt x="4475692" y="942217"/>
                  </a:lnTo>
                  <a:lnTo>
                    <a:pt x="4392809" y="935892"/>
                  </a:lnTo>
                  <a:lnTo>
                    <a:pt x="4309926" y="929740"/>
                  </a:lnTo>
                  <a:lnTo>
                    <a:pt x="4227043" y="923644"/>
                  </a:lnTo>
                  <a:lnTo>
                    <a:pt x="4144160" y="917566"/>
                  </a:lnTo>
                  <a:lnTo>
                    <a:pt x="4061276" y="911713"/>
                  </a:lnTo>
                  <a:lnTo>
                    <a:pt x="3978393" y="906269"/>
                  </a:lnTo>
                  <a:lnTo>
                    <a:pt x="3895510" y="901346"/>
                  </a:lnTo>
                  <a:lnTo>
                    <a:pt x="3812627" y="896957"/>
                  </a:lnTo>
                  <a:lnTo>
                    <a:pt x="3729744" y="893014"/>
                  </a:lnTo>
                  <a:lnTo>
                    <a:pt x="3646860" y="889411"/>
                  </a:lnTo>
                  <a:lnTo>
                    <a:pt x="3563977" y="886408"/>
                  </a:lnTo>
                  <a:lnTo>
                    <a:pt x="3481094" y="884348"/>
                  </a:lnTo>
                  <a:lnTo>
                    <a:pt x="3398211" y="883124"/>
                  </a:lnTo>
                  <a:lnTo>
                    <a:pt x="3315328" y="882007"/>
                  </a:lnTo>
                  <a:lnTo>
                    <a:pt x="3232444" y="880898"/>
                  </a:lnTo>
                  <a:lnTo>
                    <a:pt x="3149561" y="880972"/>
                  </a:lnTo>
                  <a:lnTo>
                    <a:pt x="3066678" y="882025"/>
                  </a:lnTo>
                  <a:lnTo>
                    <a:pt x="2983795" y="882459"/>
                  </a:lnTo>
                  <a:lnTo>
                    <a:pt x="2900912" y="883491"/>
                  </a:lnTo>
                  <a:lnTo>
                    <a:pt x="2818028" y="886715"/>
                  </a:lnTo>
                  <a:lnTo>
                    <a:pt x="2735145" y="890396"/>
                  </a:lnTo>
                  <a:lnTo>
                    <a:pt x="2652262" y="891706"/>
                  </a:lnTo>
                  <a:lnTo>
                    <a:pt x="2569379" y="889886"/>
                  </a:lnTo>
                  <a:lnTo>
                    <a:pt x="2486496" y="888787"/>
                  </a:lnTo>
                  <a:lnTo>
                    <a:pt x="2403612" y="887466"/>
                  </a:lnTo>
                  <a:lnTo>
                    <a:pt x="2320729" y="884065"/>
                  </a:lnTo>
                  <a:lnTo>
                    <a:pt x="2237846" y="876820"/>
                  </a:lnTo>
                  <a:lnTo>
                    <a:pt x="2154963" y="867856"/>
                  </a:lnTo>
                  <a:lnTo>
                    <a:pt x="2072080" y="857862"/>
                  </a:lnTo>
                  <a:lnTo>
                    <a:pt x="1989196" y="847037"/>
                  </a:lnTo>
                  <a:lnTo>
                    <a:pt x="1906313" y="835536"/>
                  </a:lnTo>
                  <a:lnTo>
                    <a:pt x="1823430" y="823488"/>
                  </a:lnTo>
                  <a:lnTo>
                    <a:pt x="1740547" y="811047"/>
                  </a:lnTo>
                  <a:lnTo>
                    <a:pt x="1657664" y="798538"/>
                  </a:lnTo>
                  <a:lnTo>
                    <a:pt x="1574780" y="786157"/>
                  </a:lnTo>
                  <a:lnTo>
                    <a:pt x="1491897" y="774028"/>
                  </a:lnTo>
                  <a:lnTo>
                    <a:pt x="1409014" y="762267"/>
                  </a:lnTo>
                  <a:lnTo>
                    <a:pt x="1326131" y="750968"/>
                  </a:lnTo>
                  <a:lnTo>
                    <a:pt x="1243248" y="740195"/>
                  </a:lnTo>
                  <a:lnTo>
                    <a:pt x="1160364" y="729980"/>
                  </a:lnTo>
                  <a:lnTo>
                    <a:pt x="1077481" y="720325"/>
                  </a:lnTo>
                  <a:lnTo>
                    <a:pt x="994598" y="711212"/>
                  </a:lnTo>
                  <a:lnTo>
                    <a:pt x="911715" y="702608"/>
                  </a:lnTo>
                  <a:lnTo>
                    <a:pt x="828832" y="694470"/>
                  </a:lnTo>
                  <a:lnTo>
                    <a:pt x="745948" y="686752"/>
                  </a:lnTo>
                  <a:lnTo>
                    <a:pt x="663065" y="679406"/>
                  </a:lnTo>
                  <a:lnTo>
                    <a:pt x="580182" y="672384"/>
                  </a:lnTo>
                  <a:lnTo>
                    <a:pt x="497299" y="665641"/>
                  </a:lnTo>
                  <a:lnTo>
                    <a:pt x="414416" y="659133"/>
                  </a:lnTo>
                  <a:lnTo>
                    <a:pt x="331532" y="652818"/>
                  </a:lnTo>
                  <a:lnTo>
                    <a:pt x="248649" y="646658"/>
                  </a:lnTo>
                  <a:lnTo>
                    <a:pt x="165766" y="640613"/>
                  </a:lnTo>
                  <a:lnTo>
                    <a:pt x="82883" y="634648"/>
                  </a:lnTo>
                  <a:lnTo>
                    <a:pt x="0" y="62872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265597"/>
              <a:ext cx="6015395" cy="816713"/>
            </a:xfrm>
            <a:custGeom>
              <a:avLst/>
              <a:pathLst>
                <a:path w="6015395" h="816713">
                  <a:moveTo>
                    <a:pt x="0" y="0"/>
                  </a:moveTo>
                  <a:lnTo>
                    <a:pt x="82883" y="50367"/>
                  </a:lnTo>
                  <a:lnTo>
                    <a:pt x="165766" y="98955"/>
                  </a:lnTo>
                  <a:lnTo>
                    <a:pt x="248649" y="145765"/>
                  </a:lnTo>
                  <a:lnTo>
                    <a:pt x="331532" y="190803"/>
                  </a:lnTo>
                  <a:lnTo>
                    <a:pt x="414416" y="234068"/>
                  </a:lnTo>
                  <a:lnTo>
                    <a:pt x="497299" y="275560"/>
                  </a:lnTo>
                  <a:lnTo>
                    <a:pt x="580182" y="315276"/>
                  </a:lnTo>
                  <a:lnTo>
                    <a:pt x="663065" y="353212"/>
                  </a:lnTo>
                  <a:lnTo>
                    <a:pt x="745948" y="389361"/>
                  </a:lnTo>
                  <a:lnTo>
                    <a:pt x="828832" y="423714"/>
                  </a:lnTo>
                  <a:lnTo>
                    <a:pt x="911715" y="456264"/>
                  </a:lnTo>
                  <a:lnTo>
                    <a:pt x="994598" y="487001"/>
                  </a:lnTo>
                  <a:lnTo>
                    <a:pt x="1077481" y="515923"/>
                  </a:lnTo>
                  <a:lnTo>
                    <a:pt x="1160364" y="543035"/>
                  </a:lnTo>
                  <a:lnTo>
                    <a:pt x="1243248" y="568358"/>
                  </a:lnTo>
                  <a:lnTo>
                    <a:pt x="1326131" y="591934"/>
                  </a:lnTo>
                  <a:lnTo>
                    <a:pt x="1409014" y="613834"/>
                  </a:lnTo>
                  <a:lnTo>
                    <a:pt x="1491897" y="634159"/>
                  </a:lnTo>
                  <a:lnTo>
                    <a:pt x="1574780" y="653044"/>
                  </a:lnTo>
                  <a:lnTo>
                    <a:pt x="1657664" y="670643"/>
                  </a:lnTo>
                  <a:lnTo>
                    <a:pt x="1740547" y="687120"/>
                  </a:lnTo>
                  <a:lnTo>
                    <a:pt x="1823430" y="702648"/>
                  </a:lnTo>
                  <a:lnTo>
                    <a:pt x="1906313" y="717279"/>
                  </a:lnTo>
                  <a:lnTo>
                    <a:pt x="1989196" y="730880"/>
                  </a:lnTo>
                  <a:lnTo>
                    <a:pt x="2072080" y="743301"/>
                  </a:lnTo>
                  <a:lnTo>
                    <a:pt x="2154963" y="754414"/>
                  </a:lnTo>
                  <a:lnTo>
                    <a:pt x="2237846" y="764136"/>
                  </a:lnTo>
                  <a:lnTo>
                    <a:pt x="2320729" y="772141"/>
                  </a:lnTo>
                  <a:lnTo>
                    <a:pt x="2403612" y="776893"/>
                  </a:lnTo>
                  <a:lnTo>
                    <a:pt x="2486496" y="778955"/>
                  </a:lnTo>
                  <a:lnTo>
                    <a:pt x="2569379" y="779792"/>
                  </a:lnTo>
                  <a:lnTo>
                    <a:pt x="2652262" y="781440"/>
                  </a:lnTo>
                  <a:lnTo>
                    <a:pt x="2735145" y="781206"/>
                  </a:lnTo>
                  <a:lnTo>
                    <a:pt x="2818028" y="778163"/>
                  </a:lnTo>
                  <a:lnTo>
                    <a:pt x="2900912" y="774199"/>
                  </a:lnTo>
                  <a:lnTo>
                    <a:pt x="2983795" y="772296"/>
                  </a:lnTo>
                  <a:lnTo>
                    <a:pt x="3066678" y="772302"/>
                  </a:lnTo>
                  <a:lnTo>
                    <a:pt x="3149561" y="771140"/>
                  </a:lnTo>
                  <a:lnTo>
                    <a:pt x="3232444" y="769450"/>
                  </a:lnTo>
                  <a:lnTo>
                    <a:pt x="3315328" y="769261"/>
                  </a:lnTo>
                  <a:lnTo>
                    <a:pt x="3398211" y="770447"/>
                  </a:lnTo>
                  <a:lnTo>
                    <a:pt x="3481094" y="771383"/>
                  </a:lnTo>
                  <a:lnTo>
                    <a:pt x="3563977" y="772056"/>
                  </a:lnTo>
                  <a:lnTo>
                    <a:pt x="3646860" y="773071"/>
                  </a:lnTo>
                  <a:lnTo>
                    <a:pt x="3729744" y="775454"/>
                  </a:lnTo>
                  <a:lnTo>
                    <a:pt x="3812627" y="778796"/>
                  </a:lnTo>
                  <a:lnTo>
                    <a:pt x="3895510" y="782357"/>
                  </a:lnTo>
                  <a:lnTo>
                    <a:pt x="3978393" y="785934"/>
                  </a:lnTo>
                  <a:lnTo>
                    <a:pt x="4061276" y="789422"/>
                  </a:lnTo>
                  <a:lnTo>
                    <a:pt x="4144160" y="792818"/>
                  </a:lnTo>
                  <a:lnTo>
                    <a:pt x="4227043" y="796190"/>
                  </a:lnTo>
                  <a:lnTo>
                    <a:pt x="4309926" y="799628"/>
                  </a:lnTo>
                  <a:lnTo>
                    <a:pt x="4392809" y="802976"/>
                  </a:lnTo>
                  <a:lnTo>
                    <a:pt x="4475692" y="806090"/>
                  </a:lnTo>
                  <a:lnTo>
                    <a:pt x="4558576" y="808936"/>
                  </a:lnTo>
                  <a:lnTo>
                    <a:pt x="4641459" y="811458"/>
                  </a:lnTo>
                  <a:lnTo>
                    <a:pt x="4724342" y="813583"/>
                  </a:lnTo>
                  <a:lnTo>
                    <a:pt x="4807225" y="815225"/>
                  </a:lnTo>
                  <a:lnTo>
                    <a:pt x="4890108" y="816297"/>
                  </a:lnTo>
                  <a:lnTo>
                    <a:pt x="4972992" y="816713"/>
                  </a:lnTo>
                  <a:lnTo>
                    <a:pt x="5055875" y="816396"/>
                  </a:lnTo>
                  <a:lnTo>
                    <a:pt x="5138758" y="815283"/>
                  </a:lnTo>
                  <a:lnTo>
                    <a:pt x="5221641" y="813326"/>
                  </a:lnTo>
                  <a:lnTo>
                    <a:pt x="5304524" y="810494"/>
                  </a:lnTo>
                  <a:lnTo>
                    <a:pt x="5387408" y="806769"/>
                  </a:lnTo>
                  <a:lnTo>
                    <a:pt x="5470291" y="802146"/>
                  </a:lnTo>
                  <a:lnTo>
                    <a:pt x="5553174" y="796627"/>
                  </a:lnTo>
                  <a:lnTo>
                    <a:pt x="5636057" y="790225"/>
                  </a:lnTo>
                  <a:lnTo>
                    <a:pt x="5718940" y="782953"/>
                  </a:lnTo>
                  <a:lnTo>
                    <a:pt x="5801824" y="774830"/>
                  </a:lnTo>
                  <a:lnTo>
                    <a:pt x="5884707" y="765874"/>
                  </a:lnTo>
                  <a:lnTo>
                    <a:pt x="5967590" y="756104"/>
                  </a:lnTo>
                  <a:lnTo>
                    <a:pt x="6015395" y="750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4894326"/>
              <a:ext cx="5757613" cy="484133"/>
            </a:xfrm>
            <a:custGeom>
              <a:avLst/>
              <a:pathLst>
                <a:path w="5757613" h="484133">
                  <a:moveTo>
                    <a:pt x="5757613" y="484133"/>
                  </a:moveTo>
                  <a:lnTo>
                    <a:pt x="5718940" y="475922"/>
                  </a:lnTo>
                  <a:lnTo>
                    <a:pt x="5636057" y="459234"/>
                  </a:lnTo>
                  <a:lnTo>
                    <a:pt x="5553174" y="443467"/>
                  </a:lnTo>
                  <a:lnTo>
                    <a:pt x="5470291" y="428627"/>
                  </a:lnTo>
                  <a:lnTo>
                    <a:pt x="5387408" y="414718"/>
                  </a:lnTo>
                  <a:lnTo>
                    <a:pt x="5304524" y="401736"/>
                  </a:lnTo>
                  <a:lnTo>
                    <a:pt x="5221641" y="389668"/>
                  </a:lnTo>
                  <a:lnTo>
                    <a:pt x="5138758" y="378489"/>
                  </a:lnTo>
                  <a:lnTo>
                    <a:pt x="5055875" y="368160"/>
                  </a:lnTo>
                  <a:lnTo>
                    <a:pt x="4972992" y="358625"/>
                  </a:lnTo>
                  <a:lnTo>
                    <a:pt x="4890108" y="349814"/>
                  </a:lnTo>
                  <a:lnTo>
                    <a:pt x="4807225" y="341642"/>
                  </a:lnTo>
                  <a:lnTo>
                    <a:pt x="4724342" y="334018"/>
                  </a:lnTo>
                  <a:lnTo>
                    <a:pt x="4641459" y="326843"/>
                  </a:lnTo>
                  <a:lnTo>
                    <a:pt x="4558576" y="320028"/>
                  </a:lnTo>
                  <a:lnTo>
                    <a:pt x="4475692" y="313489"/>
                  </a:lnTo>
                  <a:lnTo>
                    <a:pt x="4392809" y="307164"/>
                  </a:lnTo>
                  <a:lnTo>
                    <a:pt x="4309926" y="301012"/>
                  </a:lnTo>
                  <a:lnTo>
                    <a:pt x="4227043" y="294916"/>
                  </a:lnTo>
                  <a:lnTo>
                    <a:pt x="4144160" y="288838"/>
                  </a:lnTo>
                  <a:lnTo>
                    <a:pt x="4061276" y="282985"/>
                  </a:lnTo>
                  <a:lnTo>
                    <a:pt x="3978393" y="277541"/>
                  </a:lnTo>
                  <a:lnTo>
                    <a:pt x="3895510" y="272618"/>
                  </a:lnTo>
                  <a:lnTo>
                    <a:pt x="3812627" y="268228"/>
                  </a:lnTo>
                  <a:lnTo>
                    <a:pt x="3729744" y="264286"/>
                  </a:lnTo>
                  <a:lnTo>
                    <a:pt x="3646860" y="260683"/>
                  </a:lnTo>
                  <a:lnTo>
                    <a:pt x="3563977" y="257680"/>
                  </a:lnTo>
                  <a:lnTo>
                    <a:pt x="3481094" y="255620"/>
                  </a:lnTo>
                  <a:lnTo>
                    <a:pt x="3398211" y="254396"/>
                  </a:lnTo>
                  <a:lnTo>
                    <a:pt x="3315328" y="253279"/>
                  </a:lnTo>
                  <a:lnTo>
                    <a:pt x="3232444" y="252170"/>
                  </a:lnTo>
                  <a:lnTo>
                    <a:pt x="3149561" y="252244"/>
                  </a:lnTo>
                  <a:lnTo>
                    <a:pt x="3066678" y="253297"/>
                  </a:lnTo>
                  <a:lnTo>
                    <a:pt x="2983795" y="253731"/>
                  </a:lnTo>
                  <a:lnTo>
                    <a:pt x="2900912" y="254763"/>
                  </a:lnTo>
                  <a:lnTo>
                    <a:pt x="2818028" y="257987"/>
                  </a:lnTo>
                  <a:lnTo>
                    <a:pt x="2735145" y="261668"/>
                  </a:lnTo>
                  <a:lnTo>
                    <a:pt x="2652262" y="262978"/>
                  </a:lnTo>
                  <a:lnTo>
                    <a:pt x="2569379" y="261158"/>
                  </a:lnTo>
                  <a:lnTo>
                    <a:pt x="2486496" y="260058"/>
                  </a:lnTo>
                  <a:lnTo>
                    <a:pt x="2403612" y="258738"/>
                  </a:lnTo>
                  <a:lnTo>
                    <a:pt x="2320729" y="255337"/>
                  </a:lnTo>
                  <a:lnTo>
                    <a:pt x="2237846" y="248092"/>
                  </a:lnTo>
                  <a:lnTo>
                    <a:pt x="2154963" y="239128"/>
                  </a:lnTo>
                  <a:lnTo>
                    <a:pt x="2072080" y="229134"/>
                  </a:lnTo>
                  <a:lnTo>
                    <a:pt x="1989196" y="218309"/>
                  </a:lnTo>
                  <a:lnTo>
                    <a:pt x="1906313" y="206807"/>
                  </a:lnTo>
                  <a:lnTo>
                    <a:pt x="1823430" y="194760"/>
                  </a:lnTo>
                  <a:lnTo>
                    <a:pt x="1740547" y="182318"/>
                  </a:lnTo>
                  <a:lnTo>
                    <a:pt x="1657664" y="169810"/>
                  </a:lnTo>
                  <a:lnTo>
                    <a:pt x="1574780" y="157429"/>
                  </a:lnTo>
                  <a:lnTo>
                    <a:pt x="1491897" y="145300"/>
                  </a:lnTo>
                  <a:lnTo>
                    <a:pt x="1409014" y="133539"/>
                  </a:lnTo>
                  <a:lnTo>
                    <a:pt x="1326131" y="122240"/>
                  </a:lnTo>
                  <a:lnTo>
                    <a:pt x="1243248" y="111467"/>
                  </a:lnTo>
                  <a:lnTo>
                    <a:pt x="1160364" y="101252"/>
                  </a:lnTo>
                  <a:lnTo>
                    <a:pt x="1077481" y="91597"/>
                  </a:lnTo>
                  <a:lnTo>
                    <a:pt x="994598" y="82484"/>
                  </a:lnTo>
                  <a:lnTo>
                    <a:pt x="911715" y="73880"/>
                  </a:lnTo>
                  <a:lnTo>
                    <a:pt x="828832" y="65742"/>
                  </a:lnTo>
                  <a:lnTo>
                    <a:pt x="745948" y="58024"/>
                  </a:lnTo>
                  <a:lnTo>
                    <a:pt x="663065" y="50678"/>
                  </a:lnTo>
                  <a:lnTo>
                    <a:pt x="580182" y="43656"/>
                  </a:lnTo>
                  <a:lnTo>
                    <a:pt x="497299" y="36913"/>
                  </a:lnTo>
                  <a:lnTo>
                    <a:pt x="414416" y="30405"/>
                  </a:lnTo>
                  <a:lnTo>
                    <a:pt x="331532" y="24090"/>
                  </a:lnTo>
                  <a:lnTo>
                    <a:pt x="248649" y="17929"/>
                  </a:lnTo>
                  <a:lnTo>
                    <a:pt x="165766" y="11885"/>
                  </a:lnTo>
                  <a:lnTo>
                    <a:pt x="82883" y="59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579961"/>
              <a:ext cx="6015395" cy="646549"/>
            </a:xfrm>
            <a:custGeom>
              <a:avLst/>
              <a:pathLst>
                <a:path w="6015395" h="646549">
                  <a:moveTo>
                    <a:pt x="0" y="0"/>
                  </a:moveTo>
                  <a:lnTo>
                    <a:pt x="82883" y="28143"/>
                  </a:lnTo>
                  <a:lnTo>
                    <a:pt x="165766" y="55420"/>
                  </a:lnTo>
                  <a:lnTo>
                    <a:pt x="248649" y="81847"/>
                  </a:lnTo>
                  <a:lnTo>
                    <a:pt x="331532" y="107447"/>
                  </a:lnTo>
                  <a:lnTo>
                    <a:pt x="414416" y="132236"/>
                  </a:lnTo>
                  <a:lnTo>
                    <a:pt x="497299" y="156236"/>
                  </a:lnTo>
                  <a:lnTo>
                    <a:pt x="580182" y="179466"/>
                  </a:lnTo>
                  <a:lnTo>
                    <a:pt x="663065" y="201945"/>
                  </a:lnTo>
                  <a:lnTo>
                    <a:pt x="745948" y="223693"/>
                  </a:lnTo>
                  <a:lnTo>
                    <a:pt x="828832" y="244728"/>
                  </a:lnTo>
                  <a:lnTo>
                    <a:pt x="911715" y="265072"/>
                  </a:lnTo>
                  <a:lnTo>
                    <a:pt x="994598" y="284742"/>
                  </a:lnTo>
                  <a:lnTo>
                    <a:pt x="1077481" y="303760"/>
                  </a:lnTo>
                  <a:lnTo>
                    <a:pt x="1160364" y="322143"/>
                  </a:lnTo>
                  <a:lnTo>
                    <a:pt x="1243248" y="339913"/>
                  </a:lnTo>
                  <a:lnTo>
                    <a:pt x="1326131" y="357087"/>
                  </a:lnTo>
                  <a:lnTo>
                    <a:pt x="1409014" y="373686"/>
                  </a:lnTo>
                  <a:lnTo>
                    <a:pt x="1491897" y="389729"/>
                  </a:lnTo>
                  <a:lnTo>
                    <a:pt x="1574780" y="405236"/>
                  </a:lnTo>
                  <a:lnTo>
                    <a:pt x="1657664" y="420227"/>
                  </a:lnTo>
                  <a:lnTo>
                    <a:pt x="1740547" y="434719"/>
                  </a:lnTo>
                  <a:lnTo>
                    <a:pt x="1823430" y="448704"/>
                  </a:lnTo>
                  <a:lnTo>
                    <a:pt x="1906313" y="462043"/>
                  </a:lnTo>
                  <a:lnTo>
                    <a:pt x="1989196" y="474594"/>
                  </a:lnTo>
                  <a:lnTo>
                    <a:pt x="2072080" y="486217"/>
                  </a:lnTo>
                  <a:lnTo>
                    <a:pt x="2154963" y="496771"/>
                  </a:lnTo>
                  <a:lnTo>
                    <a:pt x="2237846" y="506114"/>
                  </a:lnTo>
                  <a:lnTo>
                    <a:pt x="2320729" y="513739"/>
                  </a:lnTo>
                  <a:lnTo>
                    <a:pt x="2403612" y="517816"/>
                  </a:lnTo>
                  <a:lnTo>
                    <a:pt x="2486496" y="519507"/>
                  </a:lnTo>
                  <a:lnTo>
                    <a:pt x="2569379" y="520475"/>
                  </a:lnTo>
                  <a:lnTo>
                    <a:pt x="2652262" y="522209"/>
                  </a:lnTo>
                  <a:lnTo>
                    <a:pt x="2735145" y="521437"/>
                  </a:lnTo>
                  <a:lnTo>
                    <a:pt x="2818028" y="518075"/>
                  </a:lnTo>
                  <a:lnTo>
                    <a:pt x="2900912" y="514481"/>
                  </a:lnTo>
                  <a:lnTo>
                    <a:pt x="2983795" y="513013"/>
                  </a:lnTo>
                  <a:lnTo>
                    <a:pt x="3066678" y="512799"/>
                  </a:lnTo>
                  <a:lnTo>
                    <a:pt x="3149561" y="511692"/>
                  </a:lnTo>
                  <a:lnTo>
                    <a:pt x="3232444" y="510810"/>
                  </a:lnTo>
                  <a:lnTo>
                    <a:pt x="3315328" y="511270"/>
                  </a:lnTo>
                  <a:lnTo>
                    <a:pt x="3398211" y="512421"/>
                  </a:lnTo>
                  <a:lnTo>
                    <a:pt x="3481094" y="513502"/>
                  </a:lnTo>
                  <a:lnTo>
                    <a:pt x="3563977" y="514868"/>
                  </a:lnTo>
                  <a:lnTo>
                    <a:pt x="3646860" y="516877"/>
                  </a:lnTo>
                  <a:lnTo>
                    <a:pt x="3729744" y="519870"/>
                  </a:lnTo>
                  <a:lnTo>
                    <a:pt x="3812627" y="523512"/>
                  </a:lnTo>
                  <a:lnTo>
                    <a:pt x="3895510" y="527487"/>
                  </a:lnTo>
                  <a:lnTo>
                    <a:pt x="3978393" y="531737"/>
                  </a:lnTo>
                  <a:lnTo>
                    <a:pt x="4061276" y="536203"/>
                  </a:lnTo>
                  <a:lnTo>
                    <a:pt x="4144160" y="540828"/>
                  </a:lnTo>
                  <a:lnTo>
                    <a:pt x="4227043" y="545553"/>
                  </a:lnTo>
                  <a:lnTo>
                    <a:pt x="4309926" y="550320"/>
                  </a:lnTo>
                  <a:lnTo>
                    <a:pt x="4392809" y="555070"/>
                  </a:lnTo>
                  <a:lnTo>
                    <a:pt x="4475692" y="559789"/>
                  </a:lnTo>
                  <a:lnTo>
                    <a:pt x="4558576" y="564482"/>
                  </a:lnTo>
                  <a:lnTo>
                    <a:pt x="4641459" y="569151"/>
                  </a:lnTo>
                  <a:lnTo>
                    <a:pt x="4724342" y="573800"/>
                  </a:lnTo>
                  <a:lnTo>
                    <a:pt x="4807225" y="578434"/>
                  </a:lnTo>
                  <a:lnTo>
                    <a:pt x="4890108" y="583056"/>
                  </a:lnTo>
                  <a:lnTo>
                    <a:pt x="4972992" y="587669"/>
                  </a:lnTo>
                  <a:lnTo>
                    <a:pt x="5055875" y="592278"/>
                  </a:lnTo>
                  <a:lnTo>
                    <a:pt x="5138758" y="596886"/>
                  </a:lnTo>
                  <a:lnTo>
                    <a:pt x="5221641" y="601497"/>
                  </a:lnTo>
                  <a:lnTo>
                    <a:pt x="5304524" y="606115"/>
                  </a:lnTo>
                  <a:lnTo>
                    <a:pt x="5387408" y="610744"/>
                  </a:lnTo>
                  <a:lnTo>
                    <a:pt x="5470291" y="615386"/>
                  </a:lnTo>
                  <a:lnTo>
                    <a:pt x="5553174" y="620047"/>
                  </a:lnTo>
                  <a:lnTo>
                    <a:pt x="5636057" y="624730"/>
                  </a:lnTo>
                  <a:lnTo>
                    <a:pt x="5718940" y="629438"/>
                  </a:lnTo>
                  <a:lnTo>
                    <a:pt x="5801824" y="634175"/>
                  </a:lnTo>
                  <a:lnTo>
                    <a:pt x="5884707" y="638945"/>
                  </a:lnTo>
                  <a:lnTo>
                    <a:pt x="5967590" y="643753"/>
                  </a:lnTo>
                  <a:lnTo>
                    <a:pt x="6015395" y="64654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543093"/>
              <a:ext cx="6015395" cy="835366"/>
            </a:xfrm>
            <a:custGeom>
              <a:avLst/>
              <a:pathLst>
                <a:path w="6015395" h="835366">
                  <a:moveTo>
                    <a:pt x="0" y="0"/>
                  </a:moveTo>
                  <a:lnTo>
                    <a:pt x="82883" y="40125"/>
                  </a:lnTo>
                  <a:lnTo>
                    <a:pt x="165766" y="78641"/>
                  </a:lnTo>
                  <a:lnTo>
                    <a:pt x="248649" y="115537"/>
                  </a:lnTo>
                  <a:lnTo>
                    <a:pt x="331532" y="150801"/>
                  </a:lnTo>
                  <a:lnTo>
                    <a:pt x="414416" y="184420"/>
                  </a:lnTo>
                  <a:lnTo>
                    <a:pt x="497299" y="216378"/>
                  </a:lnTo>
                  <a:lnTo>
                    <a:pt x="580182" y="246659"/>
                  </a:lnTo>
                  <a:lnTo>
                    <a:pt x="663065" y="275243"/>
                  </a:lnTo>
                  <a:lnTo>
                    <a:pt x="745948" y="302110"/>
                  </a:lnTo>
                  <a:lnTo>
                    <a:pt x="828832" y="327237"/>
                  </a:lnTo>
                  <a:lnTo>
                    <a:pt x="911715" y="350601"/>
                  </a:lnTo>
                  <a:lnTo>
                    <a:pt x="994598" y="372181"/>
                  </a:lnTo>
                  <a:lnTo>
                    <a:pt x="1077481" y="391959"/>
                  </a:lnTo>
                  <a:lnTo>
                    <a:pt x="1160364" y="409925"/>
                  </a:lnTo>
                  <a:lnTo>
                    <a:pt x="1243248" y="426085"/>
                  </a:lnTo>
                  <a:lnTo>
                    <a:pt x="1326131" y="440464"/>
                  </a:lnTo>
                  <a:lnTo>
                    <a:pt x="1409014" y="453115"/>
                  </a:lnTo>
                  <a:lnTo>
                    <a:pt x="1491897" y="464122"/>
                  </a:lnTo>
                  <a:lnTo>
                    <a:pt x="1574780" y="473596"/>
                  </a:lnTo>
                  <a:lnTo>
                    <a:pt x="1657664" y="481672"/>
                  </a:lnTo>
                  <a:lnTo>
                    <a:pt x="1740547" y="488490"/>
                  </a:lnTo>
                  <a:lnTo>
                    <a:pt x="1823430" y="494116"/>
                  </a:lnTo>
                  <a:lnTo>
                    <a:pt x="1906313" y="498518"/>
                  </a:lnTo>
                  <a:lnTo>
                    <a:pt x="1989196" y="501815"/>
                  </a:lnTo>
                  <a:lnTo>
                    <a:pt x="2072080" y="504125"/>
                  </a:lnTo>
                  <a:lnTo>
                    <a:pt x="2154963" y="505584"/>
                  </a:lnTo>
                  <a:lnTo>
                    <a:pt x="2237846" y="506373"/>
                  </a:lnTo>
                  <a:lnTo>
                    <a:pt x="2320729" y="506324"/>
                  </a:lnTo>
                  <a:lnTo>
                    <a:pt x="2403612" y="503493"/>
                  </a:lnTo>
                  <a:lnTo>
                    <a:pt x="2486496" y="498592"/>
                  </a:lnTo>
                  <a:lnTo>
                    <a:pt x="2569379" y="493329"/>
                  </a:lnTo>
                  <a:lnTo>
                    <a:pt x="2652262" y="489995"/>
                  </a:lnTo>
                  <a:lnTo>
                    <a:pt x="2735145" y="487014"/>
                  </a:lnTo>
                  <a:lnTo>
                    <a:pt x="2818028" y="483031"/>
                  </a:lnTo>
                  <a:lnTo>
                    <a:pt x="2900912" y="478745"/>
                  </a:lnTo>
                  <a:lnTo>
                    <a:pt x="2983795" y="475902"/>
                  </a:lnTo>
                  <a:lnTo>
                    <a:pt x="3066678" y="476110"/>
                  </a:lnTo>
                  <a:lnTo>
                    <a:pt x="3149561" y="477811"/>
                  </a:lnTo>
                  <a:lnTo>
                    <a:pt x="3232444" y="479278"/>
                  </a:lnTo>
                  <a:lnTo>
                    <a:pt x="3315328" y="480120"/>
                  </a:lnTo>
                  <a:lnTo>
                    <a:pt x="3398211" y="481701"/>
                  </a:lnTo>
                  <a:lnTo>
                    <a:pt x="3481094" y="484064"/>
                  </a:lnTo>
                  <a:lnTo>
                    <a:pt x="3563977" y="486316"/>
                  </a:lnTo>
                  <a:lnTo>
                    <a:pt x="3646860" y="488153"/>
                  </a:lnTo>
                  <a:lnTo>
                    <a:pt x="3729744" y="489713"/>
                  </a:lnTo>
                  <a:lnTo>
                    <a:pt x="3812627" y="491455"/>
                  </a:lnTo>
                  <a:lnTo>
                    <a:pt x="3895510" y="493363"/>
                  </a:lnTo>
                  <a:lnTo>
                    <a:pt x="3978393" y="495245"/>
                  </a:lnTo>
                  <a:lnTo>
                    <a:pt x="4061276" y="497009"/>
                  </a:lnTo>
                  <a:lnTo>
                    <a:pt x="4144160" y="498653"/>
                  </a:lnTo>
                  <a:lnTo>
                    <a:pt x="4227043" y="500247"/>
                  </a:lnTo>
                  <a:lnTo>
                    <a:pt x="4309926" y="501882"/>
                  </a:lnTo>
                  <a:lnTo>
                    <a:pt x="4392809" y="503508"/>
                  </a:lnTo>
                  <a:lnTo>
                    <a:pt x="4475692" y="505052"/>
                  </a:lnTo>
                  <a:lnTo>
                    <a:pt x="4558576" y="506481"/>
                  </a:lnTo>
                  <a:lnTo>
                    <a:pt x="4641459" y="507737"/>
                  </a:lnTo>
                  <a:lnTo>
                    <a:pt x="4724342" y="508747"/>
                  </a:lnTo>
                  <a:lnTo>
                    <a:pt x="4807225" y="509429"/>
                  </a:lnTo>
                  <a:lnTo>
                    <a:pt x="4890108" y="509695"/>
                  </a:lnTo>
                  <a:lnTo>
                    <a:pt x="4972992" y="509460"/>
                  </a:lnTo>
                  <a:lnTo>
                    <a:pt x="5055875" y="508649"/>
                  </a:lnTo>
                  <a:lnTo>
                    <a:pt x="5138758" y="507200"/>
                  </a:lnTo>
                  <a:lnTo>
                    <a:pt x="5221641" y="505063"/>
                  </a:lnTo>
                  <a:lnTo>
                    <a:pt x="5304524" y="502205"/>
                  </a:lnTo>
                  <a:lnTo>
                    <a:pt x="5387408" y="498607"/>
                  </a:lnTo>
                  <a:lnTo>
                    <a:pt x="5470291" y="494261"/>
                  </a:lnTo>
                  <a:lnTo>
                    <a:pt x="5553174" y="489168"/>
                  </a:lnTo>
                  <a:lnTo>
                    <a:pt x="5636057" y="483335"/>
                  </a:lnTo>
                  <a:lnTo>
                    <a:pt x="5718940" y="476773"/>
                  </a:lnTo>
                  <a:lnTo>
                    <a:pt x="5801824" y="469497"/>
                  </a:lnTo>
                  <a:lnTo>
                    <a:pt x="5884707" y="461521"/>
                  </a:lnTo>
                  <a:lnTo>
                    <a:pt x="5967590" y="452862"/>
                  </a:lnTo>
                  <a:lnTo>
                    <a:pt x="6015395" y="447483"/>
                  </a:lnTo>
                  <a:lnTo>
                    <a:pt x="6015395" y="835366"/>
                  </a:lnTo>
                  <a:lnTo>
                    <a:pt x="5956221" y="835366"/>
                  </a:lnTo>
                  <a:lnTo>
                    <a:pt x="5884707" y="818860"/>
                  </a:lnTo>
                  <a:lnTo>
                    <a:pt x="5801824" y="800667"/>
                  </a:lnTo>
                  <a:lnTo>
                    <a:pt x="5718940" y="783424"/>
                  </a:lnTo>
                  <a:lnTo>
                    <a:pt x="5636057" y="767147"/>
                  </a:lnTo>
                  <a:lnTo>
                    <a:pt x="5553174" y="751847"/>
                  </a:lnTo>
                  <a:lnTo>
                    <a:pt x="5470291" y="737534"/>
                  </a:lnTo>
                  <a:lnTo>
                    <a:pt x="5387408" y="724214"/>
                  </a:lnTo>
                  <a:lnTo>
                    <a:pt x="5304524" y="711886"/>
                  </a:lnTo>
                  <a:lnTo>
                    <a:pt x="5221641" y="700541"/>
                  </a:lnTo>
                  <a:lnTo>
                    <a:pt x="5138758" y="690157"/>
                  </a:lnTo>
                  <a:lnTo>
                    <a:pt x="5055875" y="680700"/>
                  </a:lnTo>
                  <a:lnTo>
                    <a:pt x="4972992" y="672120"/>
                  </a:lnTo>
                  <a:lnTo>
                    <a:pt x="4890108" y="664351"/>
                  </a:lnTo>
                  <a:lnTo>
                    <a:pt x="4807225" y="657318"/>
                  </a:lnTo>
                  <a:lnTo>
                    <a:pt x="4724342" y="650934"/>
                  </a:lnTo>
                  <a:lnTo>
                    <a:pt x="4641459" y="645110"/>
                  </a:lnTo>
                  <a:lnTo>
                    <a:pt x="4558576" y="639761"/>
                  </a:lnTo>
                  <a:lnTo>
                    <a:pt x="4475692" y="634813"/>
                  </a:lnTo>
                  <a:lnTo>
                    <a:pt x="4392809" y="630207"/>
                  </a:lnTo>
                  <a:lnTo>
                    <a:pt x="4309926" y="625909"/>
                  </a:lnTo>
                  <a:lnTo>
                    <a:pt x="4227043" y="621740"/>
                  </a:lnTo>
                  <a:lnTo>
                    <a:pt x="4144160" y="617567"/>
                  </a:lnTo>
                  <a:lnTo>
                    <a:pt x="4061276" y="613580"/>
                  </a:lnTo>
                  <a:lnTo>
                    <a:pt x="3978393" y="609953"/>
                  </a:lnTo>
                  <a:lnTo>
                    <a:pt x="3895510" y="606786"/>
                  </a:lnTo>
                  <a:lnTo>
                    <a:pt x="3812627" y="604089"/>
                  </a:lnTo>
                  <a:lnTo>
                    <a:pt x="3729744" y="601775"/>
                  </a:lnTo>
                  <a:lnTo>
                    <a:pt x="3646860" y="599052"/>
                  </a:lnTo>
                  <a:lnTo>
                    <a:pt x="3563977" y="595320"/>
                  </a:lnTo>
                  <a:lnTo>
                    <a:pt x="3481094" y="591746"/>
                  </a:lnTo>
                  <a:lnTo>
                    <a:pt x="3398211" y="589108"/>
                  </a:lnTo>
                  <a:lnTo>
                    <a:pt x="3315328" y="587592"/>
                  </a:lnTo>
                  <a:lnTo>
                    <a:pt x="3232444" y="585514"/>
                  </a:lnTo>
                  <a:lnTo>
                    <a:pt x="3149561" y="582506"/>
                  </a:lnTo>
                  <a:lnTo>
                    <a:pt x="3066678" y="580701"/>
                  </a:lnTo>
                  <a:lnTo>
                    <a:pt x="2983795" y="580913"/>
                  </a:lnTo>
                  <a:lnTo>
                    <a:pt x="2900912" y="582926"/>
                  </a:lnTo>
                  <a:lnTo>
                    <a:pt x="2818028" y="586506"/>
                  </a:lnTo>
                  <a:lnTo>
                    <a:pt x="2735145" y="591098"/>
                  </a:lnTo>
                  <a:lnTo>
                    <a:pt x="2652262" y="595103"/>
                  </a:lnTo>
                  <a:lnTo>
                    <a:pt x="2569379" y="598275"/>
                  </a:lnTo>
                  <a:lnTo>
                    <a:pt x="2486496" y="603286"/>
                  </a:lnTo>
                  <a:lnTo>
                    <a:pt x="2403612" y="608894"/>
                  </a:lnTo>
                  <a:lnTo>
                    <a:pt x="2320729" y="613014"/>
                  </a:lnTo>
                  <a:lnTo>
                    <a:pt x="2237846" y="613788"/>
                  </a:lnTo>
                  <a:lnTo>
                    <a:pt x="2154963" y="613720"/>
                  </a:lnTo>
                  <a:lnTo>
                    <a:pt x="2072080" y="613328"/>
                  </a:lnTo>
                  <a:lnTo>
                    <a:pt x="1989196" y="612540"/>
                  </a:lnTo>
                  <a:lnTo>
                    <a:pt x="1906313" y="611244"/>
                  </a:lnTo>
                  <a:lnTo>
                    <a:pt x="1823430" y="609305"/>
                  </a:lnTo>
                  <a:lnTo>
                    <a:pt x="1740547" y="606620"/>
                  </a:lnTo>
                  <a:lnTo>
                    <a:pt x="1657664" y="603585"/>
                  </a:lnTo>
                  <a:lnTo>
                    <a:pt x="1574780" y="600484"/>
                  </a:lnTo>
                  <a:lnTo>
                    <a:pt x="1491897" y="597449"/>
                  </a:lnTo>
                  <a:lnTo>
                    <a:pt x="1409014" y="594606"/>
                  </a:lnTo>
                  <a:lnTo>
                    <a:pt x="1326131" y="592060"/>
                  </a:lnTo>
                  <a:lnTo>
                    <a:pt x="1243248" y="589885"/>
                  </a:lnTo>
                  <a:lnTo>
                    <a:pt x="1160364" y="588126"/>
                  </a:lnTo>
                  <a:lnTo>
                    <a:pt x="1077481" y="586801"/>
                  </a:lnTo>
                  <a:lnTo>
                    <a:pt x="994598" y="585906"/>
                  </a:lnTo>
                  <a:lnTo>
                    <a:pt x="911715" y="585424"/>
                  </a:lnTo>
                  <a:lnTo>
                    <a:pt x="828832" y="585330"/>
                  </a:lnTo>
                  <a:lnTo>
                    <a:pt x="745948" y="585592"/>
                  </a:lnTo>
                  <a:lnTo>
                    <a:pt x="663065" y="586181"/>
                  </a:lnTo>
                  <a:lnTo>
                    <a:pt x="580182" y="587065"/>
                  </a:lnTo>
                  <a:lnTo>
                    <a:pt x="497299" y="588215"/>
                  </a:lnTo>
                  <a:lnTo>
                    <a:pt x="414416" y="589605"/>
                  </a:lnTo>
                  <a:lnTo>
                    <a:pt x="331532" y="591208"/>
                  </a:lnTo>
                  <a:lnTo>
                    <a:pt x="248649" y="593002"/>
                  </a:lnTo>
                  <a:lnTo>
                    <a:pt x="165766" y="594966"/>
                  </a:lnTo>
                  <a:lnTo>
                    <a:pt x="82883" y="597078"/>
                  </a:lnTo>
                  <a:lnTo>
                    <a:pt x="0" y="59932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543093"/>
              <a:ext cx="6015395" cy="509695"/>
            </a:xfrm>
            <a:custGeom>
              <a:avLst/>
              <a:pathLst>
                <a:path w="6015395" h="509695">
                  <a:moveTo>
                    <a:pt x="0" y="0"/>
                  </a:moveTo>
                  <a:lnTo>
                    <a:pt x="82883" y="40125"/>
                  </a:lnTo>
                  <a:lnTo>
                    <a:pt x="165766" y="78641"/>
                  </a:lnTo>
                  <a:lnTo>
                    <a:pt x="248649" y="115537"/>
                  </a:lnTo>
                  <a:lnTo>
                    <a:pt x="331532" y="150801"/>
                  </a:lnTo>
                  <a:lnTo>
                    <a:pt x="414416" y="184420"/>
                  </a:lnTo>
                  <a:lnTo>
                    <a:pt x="497299" y="216378"/>
                  </a:lnTo>
                  <a:lnTo>
                    <a:pt x="580182" y="246659"/>
                  </a:lnTo>
                  <a:lnTo>
                    <a:pt x="663065" y="275243"/>
                  </a:lnTo>
                  <a:lnTo>
                    <a:pt x="745948" y="302110"/>
                  </a:lnTo>
                  <a:lnTo>
                    <a:pt x="828832" y="327237"/>
                  </a:lnTo>
                  <a:lnTo>
                    <a:pt x="911715" y="350601"/>
                  </a:lnTo>
                  <a:lnTo>
                    <a:pt x="994598" y="372181"/>
                  </a:lnTo>
                  <a:lnTo>
                    <a:pt x="1077481" y="391959"/>
                  </a:lnTo>
                  <a:lnTo>
                    <a:pt x="1160364" y="409925"/>
                  </a:lnTo>
                  <a:lnTo>
                    <a:pt x="1243248" y="426085"/>
                  </a:lnTo>
                  <a:lnTo>
                    <a:pt x="1326131" y="440464"/>
                  </a:lnTo>
                  <a:lnTo>
                    <a:pt x="1409014" y="453115"/>
                  </a:lnTo>
                  <a:lnTo>
                    <a:pt x="1491897" y="464122"/>
                  </a:lnTo>
                  <a:lnTo>
                    <a:pt x="1574780" y="473596"/>
                  </a:lnTo>
                  <a:lnTo>
                    <a:pt x="1657664" y="481672"/>
                  </a:lnTo>
                  <a:lnTo>
                    <a:pt x="1740547" y="488490"/>
                  </a:lnTo>
                  <a:lnTo>
                    <a:pt x="1823430" y="494116"/>
                  </a:lnTo>
                  <a:lnTo>
                    <a:pt x="1906313" y="498518"/>
                  </a:lnTo>
                  <a:lnTo>
                    <a:pt x="1989196" y="501815"/>
                  </a:lnTo>
                  <a:lnTo>
                    <a:pt x="2072080" y="504125"/>
                  </a:lnTo>
                  <a:lnTo>
                    <a:pt x="2154963" y="505584"/>
                  </a:lnTo>
                  <a:lnTo>
                    <a:pt x="2237846" y="506373"/>
                  </a:lnTo>
                  <a:lnTo>
                    <a:pt x="2320729" y="506324"/>
                  </a:lnTo>
                  <a:lnTo>
                    <a:pt x="2403612" y="503493"/>
                  </a:lnTo>
                  <a:lnTo>
                    <a:pt x="2486496" y="498592"/>
                  </a:lnTo>
                  <a:lnTo>
                    <a:pt x="2569379" y="493329"/>
                  </a:lnTo>
                  <a:lnTo>
                    <a:pt x="2652262" y="489995"/>
                  </a:lnTo>
                  <a:lnTo>
                    <a:pt x="2735145" y="487014"/>
                  </a:lnTo>
                  <a:lnTo>
                    <a:pt x="2818028" y="483031"/>
                  </a:lnTo>
                  <a:lnTo>
                    <a:pt x="2900912" y="478745"/>
                  </a:lnTo>
                  <a:lnTo>
                    <a:pt x="2983795" y="475902"/>
                  </a:lnTo>
                  <a:lnTo>
                    <a:pt x="3066678" y="476110"/>
                  </a:lnTo>
                  <a:lnTo>
                    <a:pt x="3149561" y="477811"/>
                  </a:lnTo>
                  <a:lnTo>
                    <a:pt x="3232444" y="479278"/>
                  </a:lnTo>
                  <a:lnTo>
                    <a:pt x="3315328" y="480120"/>
                  </a:lnTo>
                  <a:lnTo>
                    <a:pt x="3398211" y="481701"/>
                  </a:lnTo>
                  <a:lnTo>
                    <a:pt x="3481094" y="484064"/>
                  </a:lnTo>
                  <a:lnTo>
                    <a:pt x="3563977" y="486316"/>
                  </a:lnTo>
                  <a:lnTo>
                    <a:pt x="3646860" y="488153"/>
                  </a:lnTo>
                  <a:lnTo>
                    <a:pt x="3729744" y="489713"/>
                  </a:lnTo>
                  <a:lnTo>
                    <a:pt x="3812627" y="491455"/>
                  </a:lnTo>
                  <a:lnTo>
                    <a:pt x="3895510" y="493363"/>
                  </a:lnTo>
                  <a:lnTo>
                    <a:pt x="3978393" y="495245"/>
                  </a:lnTo>
                  <a:lnTo>
                    <a:pt x="4061276" y="497009"/>
                  </a:lnTo>
                  <a:lnTo>
                    <a:pt x="4144160" y="498653"/>
                  </a:lnTo>
                  <a:lnTo>
                    <a:pt x="4227043" y="500247"/>
                  </a:lnTo>
                  <a:lnTo>
                    <a:pt x="4309926" y="501882"/>
                  </a:lnTo>
                  <a:lnTo>
                    <a:pt x="4392809" y="503508"/>
                  </a:lnTo>
                  <a:lnTo>
                    <a:pt x="4475692" y="505052"/>
                  </a:lnTo>
                  <a:lnTo>
                    <a:pt x="4558576" y="506481"/>
                  </a:lnTo>
                  <a:lnTo>
                    <a:pt x="4641459" y="507737"/>
                  </a:lnTo>
                  <a:lnTo>
                    <a:pt x="4724342" y="508747"/>
                  </a:lnTo>
                  <a:lnTo>
                    <a:pt x="4807225" y="509429"/>
                  </a:lnTo>
                  <a:lnTo>
                    <a:pt x="4890108" y="509695"/>
                  </a:lnTo>
                  <a:lnTo>
                    <a:pt x="4972992" y="509460"/>
                  </a:lnTo>
                  <a:lnTo>
                    <a:pt x="5055875" y="508649"/>
                  </a:lnTo>
                  <a:lnTo>
                    <a:pt x="5138758" y="507200"/>
                  </a:lnTo>
                  <a:lnTo>
                    <a:pt x="5221641" y="505063"/>
                  </a:lnTo>
                  <a:lnTo>
                    <a:pt x="5304524" y="502205"/>
                  </a:lnTo>
                  <a:lnTo>
                    <a:pt x="5387408" y="498607"/>
                  </a:lnTo>
                  <a:lnTo>
                    <a:pt x="5470291" y="494261"/>
                  </a:lnTo>
                  <a:lnTo>
                    <a:pt x="5553174" y="489168"/>
                  </a:lnTo>
                  <a:lnTo>
                    <a:pt x="5636057" y="483335"/>
                  </a:lnTo>
                  <a:lnTo>
                    <a:pt x="5718940" y="476773"/>
                  </a:lnTo>
                  <a:lnTo>
                    <a:pt x="5801824" y="469497"/>
                  </a:lnTo>
                  <a:lnTo>
                    <a:pt x="5884707" y="461521"/>
                  </a:lnTo>
                  <a:lnTo>
                    <a:pt x="5967590" y="452862"/>
                  </a:lnTo>
                  <a:lnTo>
                    <a:pt x="6015395" y="4474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5123794"/>
              <a:ext cx="5956221" cy="254665"/>
            </a:xfrm>
            <a:custGeom>
              <a:avLst/>
              <a:pathLst>
                <a:path w="5956221" h="254665">
                  <a:moveTo>
                    <a:pt x="5956221" y="254665"/>
                  </a:moveTo>
                  <a:lnTo>
                    <a:pt x="5884707" y="238159"/>
                  </a:lnTo>
                  <a:lnTo>
                    <a:pt x="5801824" y="219965"/>
                  </a:lnTo>
                  <a:lnTo>
                    <a:pt x="5718940" y="202723"/>
                  </a:lnTo>
                  <a:lnTo>
                    <a:pt x="5636057" y="186446"/>
                  </a:lnTo>
                  <a:lnTo>
                    <a:pt x="5553174" y="171146"/>
                  </a:lnTo>
                  <a:lnTo>
                    <a:pt x="5470291" y="156833"/>
                  </a:lnTo>
                  <a:lnTo>
                    <a:pt x="5387408" y="143513"/>
                  </a:lnTo>
                  <a:lnTo>
                    <a:pt x="5304524" y="131185"/>
                  </a:lnTo>
                  <a:lnTo>
                    <a:pt x="5221641" y="119840"/>
                  </a:lnTo>
                  <a:lnTo>
                    <a:pt x="5138758" y="109456"/>
                  </a:lnTo>
                  <a:lnTo>
                    <a:pt x="5055875" y="99999"/>
                  </a:lnTo>
                  <a:lnTo>
                    <a:pt x="4972992" y="91418"/>
                  </a:lnTo>
                  <a:lnTo>
                    <a:pt x="4890108" y="83650"/>
                  </a:lnTo>
                  <a:lnTo>
                    <a:pt x="4807225" y="76617"/>
                  </a:lnTo>
                  <a:lnTo>
                    <a:pt x="4724342" y="70233"/>
                  </a:lnTo>
                  <a:lnTo>
                    <a:pt x="4641459" y="64409"/>
                  </a:lnTo>
                  <a:lnTo>
                    <a:pt x="4558576" y="59060"/>
                  </a:lnTo>
                  <a:lnTo>
                    <a:pt x="4475692" y="54112"/>
                  </a:lnTo>
                  <a:lnTo>
                    <a:pt x="4392809" y="49506"/>
                  </a:lnTo>
                  <a:lnTo>
                    <a:pt x="4309926" y="45208"/>
                  </a:lnTo>
                  <a:lnTo>
                    <a:pt x="4227043" y="41039"/>
                  </a:lnTo>
                  <a:lnTo>
                    <a:pt x="4144160" y="36865"/>
                  </a:lnTo>
                  <a:lnTo>
                    <a:pt x="4061276" y="32879"/>
                  </a:lnTo>
                  <a:lnTo>
                    <a:pt x="3978393" y="29251"/>
                  </a:lnTo>
                  <a:lnTo>
                    <a:pt x="3895510" y="26085"/>
                  </a:lnTo>
                  <a:lnTo>
                    <a:pt x="3812627" y="23388"/>
                  </a:lnTo>
                  <a:lnTo>
                    <a:pt x="3729744" y="21073"/>
                  </a:lnTo>
                  <a:lnTo>
                    <a:pt x="3646860" y="18351"/>
                  </a:lnTo>
                  <a:lnTo>
                    <a:pt x="3563977" y="14619"/>
                  </a:lnTo>
                  <a:lnTo>
                    <a:pt x="3481094" y="11045"/>
                  </a:lnTo>
                  <a:lnTo>
                    <a:pt x="3398211" y="8407"/>
                  </a:lnTo>
                  <a:lnTo>
                    <a:pt x="3315328" y="6891"/>
                  </a:lnTo>
                  <a:lnTo>
                    <a:pt x="3232444" y="4812"/>
                  </a:lnTo>
                  <a:lnTo>
                    <a:pt x="3149561" y="1805"/>
                  </a:lnTo>
                  <a:lnTo>
                    <a:pt x="3066678" y="0"/>
                  </a:lnTo>
                  <a:lnTo>
                    <a:pt x="2983795" y="212"/>
                  </a:lnTo>
                  <a:lnTo>
                    <a:pt x="2900912" y="2224"/>
                  </a:lnTo>
                  <a:lnTo>
                    <a:pt x="2818028" y="5804"/>
                  </a:lnTo>
                  <a:lnTo>
                    <a:pt x="2735145" y="10397"/>
                  </a:lnTo>
                  <a:lnTo>
                    <a:pt x="2652262" y="14402"/>
                  </a:lnTo>
                  <a:lnTo>
                    <a:pt x="2569379" y="17573"/>
                  </a:lnTo>
                  <a:lnTo>
                    <a:pt x="2486496" y="22585"/>
                  </a:lnTo>
                  <a:lnTo>
                    <a:pt x="2403612" y="28193"/>
                  </a:lnTo>
                  <a:lnTo>
                    <a:pt x="2320729" y="32312"/>
                  </a:lnTo>
                  <a:lnTo>
                    <a:pt x="2237846" y="33086"/>
                  </a:lnTo>
                  <a:lnTo>
                    <a:pt x="2154963" y="33019"/>
                  </a:lnTo>
                  <a:lnTo>
                    <a:pt x="2072080" y="32627"/>
                  </a:lnTo>
                  <a:lnTo>
                    <a:pt x="1989196" y="31839"/>
                  </a:lnTo>
                  <a:lnTo>
                    <a:pt x="1906313" y="30542"/>
                  </a:lnTo>
                  <a:lnTo>
                    <a:pt x="1823430" y="28604"/>
                  </a:lnTo>
                  <a:lnTo>
                    <a:pt x="1740547" y="25919"/>
                  </a:lnTo>
                  <a:lnTo>
                    <a:pt x="1657664" y="22884"/>
                  </a:lnTo>
                  <a:lnTo>
                    <a:pt x="1574780" y="19782"/>
                  </a:lnTo>
                  <a:lnTo>
                    <a:pt x="1491897" y="16748"/>
                  </a:lnTo>
                  <a:lnTo>
                    <a:pt x="1409014" y="13905"/>
                  </a:lnTo>
                  <a:lnTo>
                    <a:pt x="1326131" y="11359"/>
                  </a:lnTo>
                  <a:lnTo>
                    <a:pt x="1243248" y="9184"/>
                  </a:lnTo>
                  <a:lnTo>
                    <a:pt x="1160364" y="7425"/>
                  </a:lnTo>
                  <a:lnTo>
                    <a:pt x="1077481" y="6100"/>
                  </a:lnTo>
                  <a:lnTo>
                    <a:pt x="994598" y="5205"/>
                  </a:lnTo>
                  <a:lnTo>
                    <a:pt x="911715" y="4723"/>
                  </a:lnTo>
                  <a:lnTo>
                    <a:pt x="828832" y="4629"/>
                  </a:lnTo>
                  <a:lnTo>
                    <a:pt x="745948" y="4891"/>
                  </a:lnTo>
                  <a:lnTo>
                    <a:pt x="663065" y="5479"/>
                  </a:lnTo>
                  <a:lnTo>
                    <a:pt x="580182" y="6363"/>
                  </a:lnTo>
                  <a:lnTo>
                    <a:pt x="497299" y="7514"/>
                  </a:lnTo>
                  <a:lnTo>
                    <a:pt x="414416" y="8903"/>
                  </a:lnTo>
                  <a:lnTo>
                    <a:pt x="331532" y="10507"/>
                  </a:lnTo>
                  <a:lnTo>
                    <a:pt x="248649" y="12301"/>
                  </a:lnTo>
                  <a:lnTo>
                    <a:pt x="165766" y="14265"/>
                  </a:lnTo>
                  <a:lnTo>
                    <a:pt x="82883" y="16377"/>
                  </a:lnTo>
                  <a:lnTo>
                    <a:pt x="0" y="18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842754"/>
              <a:ext cx="6015395" cy="348858"/>
            </a:xfrm>
            <a:custGeom>
              <a:avLst/>
              <a:pathLst>
                <a:path w="6015395" h="348858">
                  <a:moveTo>
                    <a:pt x="0" y="0"/>
                  </a:moveTo>
                  <a:lnTo>
                    <a:pt x="82883" y="18941"/>
                  </a:lnTo>
                  <a:lnTo>
                    <a:pt x="165766" y="37143"/>
                  </a:lnTo>
                  <a:lnTo>
                    <a:pt x="248649" y="54609"/>
                  </a:lnTo>
                  <a:lnTo>
                    <a:pt x="331532" y="71344"/>
                  </a:lnTo>
                  <a:lnTo>
                    <a:pt x="414416" y="87351"/>
                  </a:lnTo>
                  <a:lnTo>
                    <a:pt x="497299" y="102636"/>
                  </a:lnTo>
                  <a:lnTo>
                    <a:pt x="580182" y="117201"/>
                  </a:lnTo>
                  <a:lnTo>
                    <a:pt x="663065" y="131051"/>
                  </a:lnTo>
                  <a:lnTo>
                    <a:pt x="745948" y="144190"/>
                  </a:lnTo>
                  <a:lnTo>
                    <a:pt x="828832" y="156622"/>
                  </a:lnTo>
                  <a:lnTo>
                    <a:pt x="911715" y="168352"/>
                  </a:lnTo>
                  <a:lnTo>
                    <a:pt x="994598" y="179383"/>
                  </a:lnTo>
                  <a:lnTo>
                    <a:pt x="1077481" y="189719"/>
                  </a:lnTo>
                  <a:lnTo>
                    <a:pt x="1160364" y="199365"/>
                  </a:lnTo>
                  <a:lnTo>
                    <a:pt x="1243248" y="208324"/>
                  </a:lnTo>
                  <a:lnTo>
                    <a:pt x="1326131" y="216601"/>
                  </a:lnTo>
                  <a:lnTo>
                    <a:pt x="1409014" y="224200"/>
                  </a:lnTo>
                  <a:lnTo>
                    <a:pt x="1491897" y="231124"/>
                  </a:lnTo>
                  <a:lnTo>
                    <a:pt x="1574780" y="237379"/>
                  </a:lnTo>
                  <a:lnTo>
                    <a:pt x="1657664" y="242967"/>
                  </a:lnTo>
                  <a:lnTo>
                    <a:pt x="1740547" y="247894"/>
                  </a:lnTo>
                  <a:lnTo>
                    <a:pt x="1823430" y="252049"/>
                  </a:lnTo>
                  <a:lnTo>
                    <a:pt x="1906313" y="255220"/>
                  </a:lnTo>
                  <a:lnTo>
                    <a:pt x="1989196" y="257517"/>
                  </a:lnTo>
                  <a:lnTo>
                    <a:pt x="2072080" y="259065"/>
                  </a:lnTo>
                  <a:lnTo>
                    <a:pt x="2154963" y="259991"/>
                  </a:lnTo>
                  <a:lnTo>
                    <a:pt x="2237846" y="260419"/>
                  </a:lnTo>
                  <a:lnTo>
                    <a:pt x="2320729" y="260008"/>
                  </a:lnTo>
                  <a:lnTo>
                    <a:pt x="2403612" y="256532"/>
                  </a:lnTo>
                  <a:lnTo>
                    <a:pt x="2486496" y="251278"/>
                  </a:lnTo>
                  <a:lnTo>
                    <a:pt x="2569379" y="246141"/>
                  </a:lnTo>
                  <a:lnTo>
                    <a:pt x="2652262" y="242888"/>
                  </a:lnTo>
                  <a:lnTo>
                    <a:pt x="2735145" y="239395"/>
                  </a:lnTo>
                  <a:lnTo>
                    <a:pt x="2818028" y="235107"/>
                  </a:lnTo>
                  <a:lnTo>
                    <a:pt x="2900912" y="231175"/>
                  </a:lnTo>
                  <a:lnTo>
                    <a:pt x="2983795" y="228747"/>
                  </a:lnTo>
                  <a:lnTo>
                    <a:pt x="3066678" y="228744"/>
                  </a:lnTo>
                  <a:lnTo>
                    <a:pt x="3149561" y="230497"/>
                  </a:lnTo>
                  <a:lnTo>
                    <a:pt x="3232444" y="232735"/>
                  </a:lnTo>
                  <a:lnTo>
                    <a:pt x="3315328" y="234195"/>
                  </a:lnTo>
                  <a:lnTo>
                    <a:pt x="3398211" y="235743"/>
                  </a:lnTo>
                  <a:lnTo>
                    <a:pt x="3481094" y="238244"/>
                  </a:lnTo>
                  <a:lnTo>
                    <a:pt x="3563977" y="241157"/>
                  </a:lnTo>
                  <a:lnTo>
                    <a:pt x="3646860" y="243942"/>
                  </a:lnTo>
                  <a:lnTo>
                    <a:pt x="3729744" y="246083"/>
                  </a:lnTo>
                  <a:lnTo>
                    <a:pt x="3812627" y="248111"/>
                  </a:lnTo>
                  <a:lnTo>
                    <a:pt x="3895510" y="250413"/>
                  </a:lnTo>
                  <a:lnTo>
                    <a:pt x="3978393" y="252938"/>
                  </a:lnTo>
                  <a:lnTo>
                    <a:pt x="4061276" y="255634"/>
                  </a:lnTo>
                  <a:lnTo>
                    <a:pt x="4144160" y="258449"/>
                  </a:lnTo>
                  <a:lnTo>
                    <a:pt x="4227043" y="261333"/>
                  </a:lnTo>
                  <a:lnTo>
                    <a:pt x="4309926" y="264234"/>
                  </a:lnTo>
                  <a:lnTo>
                    <a:pt x="4392809" y="267197"/>
                  </a:lnTo>
                  <a:lnTo>
                    <a:pt x="4475692" y="270272"/>
                  </a:lnTo>
                  <a:lnTo>
                    <a:pt x="4558576" y="273460"/>
                  </a:lnTo>
                  <a:lnTo>
                    <a:pt x="4641459" y="276762"/>
                  </a:lnTo>
                  <a:lnTo>
                    <a:pt x="4724342" y="280179"/>
                  </a:lnTo>
                  <a:lnTo>
                    <a:pt x="4807225" y="283712"/>
                  </a:lnTo>
                  <a:lnTo>
                    <a:pt x="4890108" y="287362"/>
                  </a:lnTo>
                  <a:lnTo>
                    <a:pt x="4972992" y="291129"/>
                  </a:lnTo>
                  <a:lnTo>
                    <a:pt x="5055875" y="295014"/>
                  </a:lnTo>
                  <a:lnTo>
                    <a:pt x="5138758" y="299017"/>
                  </a:lnTo>
                  <a:lnTo>
                    <a:pt x="5221641" y="303141"/>
                  </a:lnTo>
                  <a:lnTo>
                    <a:pt x="5304524" y="307385"/>
                  </a:lnTo>
                  <a:lnTo>
                    <a:pt x="5387408" y="311750"/>
                  </a:lnTo>
                  <a:lnTo>
                    <a:pt x="5470291" y="316237"/>
                  </a:lnTo>
                  <a:lnTo>
                    <a:pt x="5553174" y="320846"/>
                  </a:lnTo>
                  <a:lnTo>
                    <a:pt x="5636057" y="325580"/>
                  </a:lnTo>
                  <a:lnTo>
                    <a:pt x="5718940" y="330438"/>
                  </a:lnTo>
                  <a:lnTo>
                    <a:pt x="5801824" y="335421"/>
                  </a:lnTo>
                  <a:lnTo>
                    <a:pt x="5884707" y="340529"/>
                  </a:lnTo>
                  <a:lnTo>
                    <a:pt x="5967590" y="345765"/>
                  </a:lnTo>
                  <a:lnTo>
                    <a:pt x="6015395" y="34885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885144"/>
              <a:ext cx="6015395" cy="1493315"/>
            </a:xfrm>
            <a:custGeom>
              <a:avLst/>
              <a:pathLst>
                <a:path w="6015395" h="1493315">
                  <a:moveTo>
                    <a:pt x="0" y="0"/>
                  </a:moveTo>
                  <a:lnTo>
                    <a:pt x="82883" y="68664"/>
                  </a:lnTo>
                  <a:lnTo>
                    <a:pt x="165766" y="134633"/>
                  </a:lnTo>
                  <a:lnTo>
                    <a:pt x="248649" y="197897"/>
                  </a:lnTo>
                  <a:lnTo>
                    <a:pt x="331532" y="258441"/>
                  </a:lnTo>
                  <a:lnTo>
                    <a:pt x="414416" y="316250"/>
                  </a:lnTo>
                  <a:lnTo>
                    <a:pt x="497299" y="371304"/>
                  </a:lnTo>
                  <a:lnTo>
                    <a:pt x="580182" y="423581"/>
                  </a:lnTo>
                  <a:lnTo>
                    <a:pt x="663065" y="473054"/>
                  </a:lnTo>
                  <a:lnTo>
                    <a:pt x="745948" y="519696"/>
                  </a:lnTo>
                  <a:lnTo>
                    <a:pt x="828832" y="563474"/>
                  </a:lnTo>
                  <a:lnTo>
                    <a:pt x="911715" y="604355"/>
                  </a:lnTo>
                  <a:lnTo>
                    <a:pt x="994598" y="642310"/>
                  </a:lnTo>
                  <a:lnTo>
                    <a:pt x="1077481" y="677314"/>
                  </a:lnTo>
                  <a:lnTo>
                    <a:pt x="1160364" y="709359"/>
                  </a:lnTo>
                  <a:lnTo>
                    <a:pt x="1243248" y="738459"/>
                  </a:lnTo>
                  <a:lnTo>
                    <a:pt x="1326131" y="764665"/>
                  </a:lnTo>
                  <a:lnTo>
                    <a:pt x="1409014" y="788072"/>
                  </a:lnTo>
                  <a:lnTo>
                    <a:pt x="1491897" y="808830"/>
                  </a:lnTo>
                  <a:lnTo>
                    <a:pt x="1574780" y="827135"/>
                  </a:lnTo>
                  <a:lnTo>
                    <a:pt x="1657664" y="843221"/>
                  </a:lnTo>
                  <a:lnTo>
                    <a:pt x="1740547" y="857335"/>
                  </a:lnTo>
                  <a:lnTo>
                    <a:pt x="1823430" y="869631"/>
                  </a:lnTo>
                  <a:lnTo>
                    <a:pt x="1906313" y="880081"/>
                  </a:lnTo>
                  <a:lnTo>
                    <a:pt x="1989196" y="888771"/>
                  </a:lnTo>
                  <a:lnTo>
                    <a:pt x="2072080" y="895775"/>
                  </a:lnTo>
                  <a:lnTo>
                    <a:pt x="2154963" y="901205"/>
                  </a:lnTo>
                  <a:lnTo>
                    <a:pt x="2237846" y="905242"/>
                  </a:lnTo>
                  <a:lnTo>
                    <a:pt x="2320729" y="907413"/>
                  </a:lnTo>
                  <a:lnTo>
                    <a:pt x="2403612" y="904076"/>
                  </a:lnTo>
                  <a:lnTo>
                    <a:pt x="2486496" y="896740"/>
                  </a:lnTo>
                  <a:lnTo>
                    <a:pt x="2569379" y="888708"/>
                  </a:lnTo>
                  <a:lnTo>
                    <a:pt x="2652262" y="884188"/>
                  </a:lnTo>
                  <a:lnTo>
                    <a:pt x="2735145" y="878816"/>
                  </a:lnTo>
                  <a:lnTo>
                    <a:pt x="2818028" y="870528"/>
                  </a:lnTo>
                  <a:lnTo>
                    <a:pt x="2900912" y="861955"/>
                  </a:lnTo>
                  <a:lnTo>
                    <a:pt x="2983795" y="857502"/>
                  </a:lnTo>
                  <a:lnTo>
                    <a:pt x="3066678" y="859182"/>
                  </a:lnTo>
                  <a:lnTo>
                    <a:pt x="3149561" y="862868"/>
                  </a:lnTo>
                  <a:lnTo>
                    <a:pt x="3232444" y="866381"/>
                  </a:lnTo>
                  <a:lnTo>
                    <a:pt x="3315328" y="869813"/>
                  </a:lnTo>
                  <a:lnTo>
                    <a:pt x="3398211" y="875264"/>
                  </a:lnTo>
                  <a:lnTo>
                    <a:pt x="3481094" y="882230"/>
                  </a:lnTo>
                  <a:lnTo>
                    <a:pt x="3563977" y="889114"/>
                  </a:lnTo>
                  <a:lnTo>
                    <a:pt x="3646860" y="895324"/>
                  </a:lnTo>
                  <a:lnTo>
                    <a:pt x="3729744" y="901014"/>
                  </a:lnTo>
                  <a:lnTo>
                    <a:pt x="3812627" y="906892"/>
                  </a:lnTo>
                  <a:lnTo>
                    <a:pt x="3895510" y="912986"/>
                  </a:lnTo>
                  <a:lnTo>
                    <a:pt x="3978393" y="919066"/>
                  </a:lnTo>
                  <a:lnTo>
                    <a:pt x="4061276" y="925066"/>
                  </a:lnTo>
                  <a:lnTo>
                    <a:pt x="4144160" y="931082"/>
                  </a:lnTo>
                  <a:lnTo>
                    <a:pt x="4227043" y="937324"/>
                  </a:lnTo>
                  <a:lnTo>
                    <a:pt x="4309926" y="944040"/>
                  </a:lnTo>
                  <a:lnTo>
                    <a:pt x="4392809" y="950980"/>
                  </a:lnTo>
                  <a:lnTo>
                    <a:pt x="4475692" y="957865"/>
                  </a:lnTo>
                  <a:lnTo>
                    <a:pt x="4558576" y="964636"/>
                  </a:lnTo>
                  <a:lnTo>
                    <a:pt x="4641459" y="971197"/>
                  </a:lnTo>
                  <a:lnTo>
                    <a:pt x="4724342" y="977424"/>
                  </a:lnTo>
                  <a:lnTo>
                    <a:pt x="4807225" y="983176"/>
                  </a:lnTo>
                  <a:lnTo>
                    <a:pt x="4890108" y="988303"/>
                  </a:lnTo>
                  <a:lnTo>
                    <a:pt x="4972992" y="992661"/>
                  </a:lnTo>
                  <a:lnTo>
                    <a:pt x="5055875" y="996124"/>
                  </a:lnTo>
                  <a:lnTo>
                    <a:pt x="5138758" y="998582"/>
                  </a:lnTo>
                  <a:lnTo>
                    <a:pt x="5221641" y="999954"/>
                  </a:lnTo>
                  <a:lnTo>
                    <a:pt x="5304524" y="1000184"/>
                  </a:lnTo>
                  <a:lnTo>
                    <a:pt x="5387408" y="999237"/>
                  </a:lnTo>
                  <a:lnTo>
                    <a:pt x="5470291" y="997101"/>
                  </a:lnTo>
                  <a:lnTo>
                    <a:pt x="5553174" y="993776"/>
                  </a:lnTo>
                  <a:lnTo>
                    <a:pt x="5636057" y="989276"/>
                  </a:lnTo>
                  <a:lnTo>
                    <a:pt x="5718940" y="983618"/>
                  </a:lnTo>
                  <a:lnTo>
                    <a:pt x="5801824" y="976827"/>
                  </a:lnTo>
                  <a:lnTo>
                    <a:pt x="5884707" y="968929"/>
                  </a:lnTo>
                  <a:lnTo>
                    <a:pt x="5967590" y="959951"/>
                  </a:lnTo>
                  <a:lnTo>
                    <a:pt x="6015395" y="954165"/>
                  </a:lnTo>
                  <a:lnTo>
                    <a:pt x="6015395" y="1493315"/>
                  </a:lnTo>
                  <a:lnTo>
                    <a:pt x="5689568" y="1493315"/>
                  </a:lnTo>
                  <a:lnTo>
                    <a:pt x="5636057" y="1471893"/>
                  </a:lnTo>
                  <a:lnTo>
                    <a:pt x="5553174" y="1440457"/>
                  </a:lnTo>
                  <a:lnTo>
                    <a:pt x="5470291" y="1410782"/>
                  </a:lnTo>
                  <a:lnTo>
                    <a:pt x="5387408" y="1382878"/>
                  </a:lnTo>
                  <a:lnTo>
                    <a:pt x="5304524" y="1356744"/>
                  </a:lnTo>
                  <a:lnTo>
                    <a:pt x="5221641" y="1332362"/>
                  </a:lnTo>
                  <a:lnTo>
                    <a:pt x="5138758" y="1309698"/>
                  </a:lnTo>
                  <a:lnTo>
                    <a:pt x="5055875" y="1288693"/>
                  </a:lnTo>
                  <a:lnTo>
                    <a:pt x="4972992" y="1269261"/>
                  </a:lnTo>
                  <a:lnTo>
                    <a:pt x="4890108" y="1251293"/>
                  </a:lnTo>
                  <a:lnTo>
                    <a:pt x="4807225" y="1234658"/>
                  </a:lnTo>
                  <a:lnTo>
                    <a:pt x="4724342" y="1219210"/>
                  </a:lnTo>
                  <a:lnTo>
                    <a:pt x="4641459" y="1204798"/>
                  </a:lnTo>
                  <a:lnTo>
                    <a:pt x="4558576" y="1191277"/>
                  </a:lnTo>
                  <a:lnTo>
                    <a:pt x="4475692" y="1178521"/>
                  </a:lnTo>
                  <a:lnTo>
                    <a:pt x="4392809" y="1166431"/>
                  </a:lnTo>
                  <a:lnTo>
                    <a:pt x="4309926" y="1154946"/>
                  </a:lnTo>
                  <a:lnTo>
                    <a:pt x="4227043" y="1143920"/>
                  </a:lnTo>
                  <a:lnTo>
                    <a:pt x="4144160" y="1133292"/>
                  </a:lnTo>
                  <a:lnTo>
                    <a:pt x="4061276" y="1123294"/>
                  </a:lnTo>
                  <a:lnTo>
                    <a:pt x="3978393" y="1114124"/>
                  </a:lnTo>
                  <a:lnTo>
                    <a:pt x="3895510" y="1105861"/>
                  </a:lnTo>
                  <a:lnTo>
                    <a:pt x="3812627" y="1098425"/>
                  </a:lnTo>
                  <a:lnTo>
                    <a:pt x="3729744" y="1091573"/>
                  </a:lnTo>
                  <a:lnTo>
                    <a:pt x="3646860" y="1083906"/>
                  </a:lnTo>
                  <a:lnTo>
                    <a:pt x="3563977" y="1074474"/>
                  </a:lnTo>
                  <a:lnTo>
                    <a:pt x="3481094" y="1065341"/>
                  </a:lnTo>
                  <a:lnTo>
                    <a:pt x="3398211" y="1057908"/>
                  </a:lnTo>
                  <a:lnTo>
                    <a:pt x="3315328" y="1052568"/>
                  </a:lnTo>
                  <a:lnTo>
                    <a:pt x="3232444" y="1047033"/>
                  </a:lnTo>
                  <a:lnTo>
                    <a:pt x="3149561" y="1040900"/>
                  </a:lnTo>
                  <a:lnTo>
                    <a:pt x="3066678" y="1037037"/>
                  </a:lnTo>
                  <a:lnTo>
                    <a:pt x="2983795" y="1036071"/>
                  </a:lnTo>
                  <a:lnTo>
                    <a:pt x="2900912" y="1039112"/>
                  </a:lnTo>
                  <a:lnTo>
                    <a:pt x="2818028" y="1046485"/>
                  </a:lnTo>
                  <a:lnTo>
                    <a:pt x="2735145" y="1055808"/>
                  </a:lnTo>
                  <a:lnTo>
                    <a:pt x="2652262" y="1062923"/>
                  </a:lnTo>
                  <a:lnTo>
                    <a:pt x="2569379" y="1067165"/>
                  </a:lnTo>
                  <a:lnTo>
                    <a:pt x="2486496" y="1074771"/>
                  </a:lnTo>
                  <a:lnTo>
                    <a:pt x="2403612" y="1083308"/>
                  </a:lnTo>
                  <a:lnTo>
                    <a:pt x="2320729" y="1088837"/>
                  </a:lnTo>
                  <a:lnTo>
                    <a:pt x="2237846" y="1087898"/>
                  </a:lnTo>
                  <a:lnTo>
                    <a:pt x="2154963" y="1085088"/>
                  </a:lnTo>
                  <a:lnTo>
                    <a:pt x="2072080" y="1081473"/>
                  </a:lnTo>
                  <a:lnTo>
                    <a:pt x="1989196" y="1077056"/>
                  </a:lnTo>
                  <a:lnTo>
                    <a:pt x="1906313" y="1071769"/>
                  </a:lnTo>
                  <a:lnTo>
                    <a:pt x="1823430" y="1065507"/>
                  </a:lnTo>
                  <a:lnTo>
                    <a:pt x="1740547" y="1058214"/>
                  </a:lnTo>
                  <a:lnTo>
                    <a:pt x="1657664" y="1050533"/>
                  </a:lnTo>
                  <a:lnTo>
                    <a:pt x="1574780" y="1042905"/>
                  </a:lnTo>
                  <a:lnTo>
                    <a:pt x="1491897" y="1035550"/>
                  </a:lnTo>
                  <a:lnTo>
                    <a:pt x="1409014" y="1028676"/>
                  </a:lnTo>
                  <a:lnTo>
                    <a:pt x="1326131" y="1022451"/>
                  </a:lnTo>
                  <a:lnTo>
                    <a:pt x="1243248" y="1016999"/>
                  </a:lnTo>
                  <a:lnTo>
                    <a:pt x="1160364" y="1012387"/>
                  </a:lnTo>
                  <a:lnTo>
                    <a:pt x="1077481" y="1008640"/>
                  </a:lnTo>
                  <a:lnTo>
                    <a:pt x="994598" y="1005746"/>
                  </a:lnTo>
                  <a:lnTo>
                    <a:pt x="911715" y="1003668"/>
                  </a:lnTo>
                  <a:lnTo>
                    <a:pt x="828832" y="1002356"/>
                  </a:lnTo>
                  <a:lnTo>
                    <a:pt x="745948" y="1001753"/>
                  </a:lnTo>
                  <a:lnTo>
                    <a:pt x="663065" y="1001799"/>
                  </a:lnTo>
                  <a:lnTo>
                    <a:pt x="580182" y="1002435"/>
                  </a:lnTo>
                  <a:lnTo>
                    <a:pt x="497299" y="1003607"/>
                  </a:lnTo>
                  <a:lnTo>
                    <a:pt x="414416" y="1005260"/>
                  </a:lnTo>
                  <a:lnTo>
                    <a:pt x="331532" y="1007346"/>
                  </a:lnTo>
                  <a:lnTo>
                    <a:pt x="248649" y="1009818"/>
                  </a:lnTo>
                  <a:lnTo>
                    <a:pt x="165766" y="1012634"/>
                  </a:lnTo>
                  <a:lnTo>
                    <a:pt x="82883" y="1015753"/>
                  </a:lnTo>
                  <a:lnTo>
                    <a:pt x="0" y="10191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885144"/>
              <a:ext cx="6015395" cy="1000184"/>
            </a:xfrm>
            <a:custGeom>
              <a:avLst/>
              <a:pathLst>
                <a:path w="6015395" h="1000184">
                  <a:moveTo>
                    <a:pt x="0" y="0"/>
                  </a:moveTo>
                  <a:lnTo>
                    <a:pt x="82883" y="68664"/>
                  </a:lnTo>
                  <a:lnTo>
                    <a:pt x="165766" y="134633"/>
                  </a:lnTo>
                  <a:lnTo>
                    <a:pt x="248649" y="197897"/>
                  </a:lnTo>
                  <a:lnTo>
                    <a:pt x="331532" y="258441"/>
                  </a:lnTo>
                  <a:lnTo>
                    <a:pt x="414416" y="316250"/>
                  </a:lnTo>
                  <a:lnTo>
                    <a:pt x="497299" y="371304"/>
                  </a:lnTo>
                  <a:lnTo>
                    <a:pt x="580182" y="423581"/>
                  </a:lnTo>
                  <a:lnTo>
                    <a:pt x="663065" y="473054"/>
                  </a:lnTo>
                  <a:lnTo>
                    <a:pt x="745948" y="519696"/>
                  </a:lnTo>
                  <a:lnTo>
                    <a:pt x="828832" y="563474"/>
                  </a:lnTo>
                  <a:lnTo>
                    <a:pt x="911715" y="604355"/>
                  </a:lnTo>
                  <a:lnTo>
                    <a:pt x="994598" y="642310"/>
                  </a:lnTo>
                  <a:lnTo>
                    <a:pt x="1077481" y="677314"/>
                  </a:lnTo>
                  <a:lnTo>
                    <a:pt x="1160364" y="709359"/>
                  </a:lnTo>
                  <a:lnTo>
                    <a:pt x="1243248" y="738459"/>
                  </a:lnTo>
                  <a:lnTo>
                    <a:pt x="1326131" y="764665"/>
                  </a:lnTo>
                  <a:lnTo>
                    <a:pt x="1409014" y="788072"/>
                  </a:lnTo>
                  <a:lnTo>
                    <a:pt x="1491897" y="808830"/>
                  </a:lnTo>
                  <a:lnTo>
                    <a:pt x="1574780" y="827135"/>
                  </a:lnTo>
                  <a:lnTo>
                    <a:pt x="1657664" y="843221"/>
                  </a:lnTo>
                  <a:lnTo>
                    <a:pt x="1740547" y="857335"/>
                  </a:lnTo>
                  <a:lnTo>
                    <a:pt x="1823430" y="869631"/>
                  </a:lnTo>
                  <a:lnTo>
                    <a:pt x="1906313" y="880081"/>
                  </a:lnTo>
                  <a:lnTo>
                    <a:pt x="1989196" y="888771"/>
                  </a:lnTo>
                  <a:lnTo>
                    <a:pt x="2072080" y="895775"/>
                  </a:lnTo>
                  <a:lnTo>
                    <a:pt x="2154963" y="901205"/>
                  </a:lnTo>
                  <a:lnTo>
                    <a:pt x="2237846" y="905242"/>
                  </a:lnTo>
                  <a:lnTo>
                    <a:pt x="2320729" y="907413"/>
                  </a:lnTo>
                  <a:lnTo>
                    <a:pt x="2403612" y="904076"/>
                  </a:lnTo>
                  <a:lnTo>
                    <a:pt x="2486496" y="896740"/>
                  </a:lnTo>
                  <a:lnTo>
                    <a:pt x="2569379" y="888708"/>
                  </a:lnTo>
                  <a:lnTo>
                    <a:pt x="2652262" y="884188"/>
                  </a:lnTo>
                  <a:lnTo>
                    <a:pt x="2735145" y="878816"/>
                  </a:lnTo>
                  <a:lnTo>
                    <a:pt x="2818028" y="870528"/>
                  </a:lnTo>
                  <a:lnTo>
                    <a:pt x="2900912" y="861955"/>
                  </a:lnTo>
                  <a:lnTo>
                    <a:pt x="2983795" y="857502"/>
                  </a:lnTo>
                  <a:lnTo>
                    <a:pt x="3066678" y="859182"/>
                  </a:lnTo>
                  <a:lnTo>
                    <a:pt x="3149561" y="862868"/>
                  </a:lnTo>
                  <a:lnTo>
                    <a:pt x="3232444" y="866381"/>
                  </a:lnTo>
                  <a:lnTo>
                    <a:pt x="3315328" y="869813"/>
                  </a:lnTo>
                  <a:lnTo>
                    <a:pt x="3398211" y="875264"/>
                  </a:lnTo>
                  <a:lnTo>
                    <a:pt x="3481094" y="882230"/>
                  </a:lnTo>
                  <a:lnTo>
                    <a:pt x="3563977" y="889114"/>
                  </a:lnTo>
                  <a:lnTo>
                    <a:pt x="3646860" y="895324"/>
                  </a:lnTo>
                  <a:lnTo>
                    <a:pt x="3729744" y="901014"/>
                  </a:lnTo>
                  <a:lnTo>
                    <a:pt x="3812627" y="906892"/>
                  </a:lnTo>
                  <a:lnTo>
                    <a:pt x="3895510" y="912986"/>
                  </a:lnTo>
                  <a:lnTo>
                    <a:pt x="3978393" y="919066"/>
                  </a:lnTo>
                  <a:lnTo>
                    <a:pt x="4061276" y="925066"/>
                  </a:lnTo>
                  <a:lnTo>
                    <a:pt x="4144160" y="931082"/>
                  </a:lnTo>
                  <a:lnTo>
                    <a:pt x="4227043" y="937324"/>
                  </a:lnTo>
                  <a:lnTo>
                    <a:pt x="4309926" y="944040"/>
                  </a:lnTo>
                  <a:lnTo>
                    <a:pt x="4392809" y="950980"/>
                  </a:lnTo>
                  <a:lnTo>
                    <a:pt x="4475692" y="957865"/>
                  </a:lnTo>
                  <a:lnTo>
                    <a:pt x="4558576" y="964636"/>
                  </a:lnTo>
                  <a:lnTo>
                    <a:pt x="4641459" y="971197"/>
                  </a:lnTo>
                  <a:lnTo>
                    <a:pt x="4724342" y="977424"/>
                  </a:lnTo>
                  <a:lnTo>
                    <a:pt x="4807225" y="983176"/>
                  </a:lnTo>
                  <a:lnTo>
                    <a:pt x="4890108" y="988303"/>
                  </a:lnTo>
                  <a:lnTo>
                    <a:pt x="4972992" y="992661"/>
                  </a:lnTo>
                  <a:lnTo>
                    <a:pt x="5055875" y="996124"/>
                  </a:lnTo>
                  <a:lnTo>
                    <a:pt x="5138758" y="998582"/>
                  </a:lnTo>
                  <a:lnTo>
                    <a:pt x="5221641" y="999954"/>
                  </a:lnTo>
                  <a:lnTo>
                    <a:pt x="5304524" y="1000184"/>
                  </a:lnTo>
                  <a:lnTo>
                    <a:pt x="5387408" y="999237"/>
                  </a:lnTo>
                  <a:lnTo>
                    <a:pt x="5470291" y="997101"/>
                  </a:lnTo>
                  <a:lnTo>
                    <a:pt x="5553174" y="993776"/>
                  </a:lnTo>
                  <a:lnTo>
                    <a:pt x="5636057" y="989276"/>
                  </a:lnTo>
                  <a:lnTo>
                    <a:pt x="5718940" y="983618"/>
                  </a:lnTo>
                  <a:lnTo>
                    <a:pt x="5801824" y="976827"/>
                  </a:lnTo>
                  <a:lnTo>
                    <a:pt x="5884707" y="968929"/>
                  </a:lnTo>
                  <a:lnTo>
                    <a:pt x="5967590" y="959951"/>
                  </a:lnTo>
                  <a:lnTo>
                    <a:pt x="6015395" y="9541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4886897"/>
              <a:ext cx="5689568" cy="491562"/>
            </a:xfrm>
            <a:custGeom>
              <a:avLst/>
              <a:pathLst>
                <a:path w="5689568" h="491562">
                  <a:moveTo>
                    <a:pt x="5689568" y="491562"/>
                  </a:moveTo>
                  <a:lnTo>
                    <a:pt x="5636057" y="470140"/>
                  </a:lnTo>
                  <a:lnTo>
                    <a:pt x="5553174" y="438704"/>
                  </a:lnTo>
                  <a:lnTo>
                    <a:pt x="5470291" y="409029"/>
                  </a:lnTo>
                  <a:lnTo>
                    <a:pt x="5387408" y="381125"/>
                  </a:lnTo>
                  <a:lnTo>
                    <a:pt x="5304524" y="354990"/>
                  </a:lnTo>
                  <a:lnTo>
                    <a:pt x="5221641" y="330609"/>
                  </a:lnTo>
                  <a:lnTo>
                    <a:pt x="5138758" y="307945"/>
                  </a:lnTo>
                  <a:lnTo>
                    <a:pt x="5055875" y="286939"/>
                  </a:lnTo>
                  <a:lnTo>
                    <a:pt x="4972992" y="267508"/>
                  </a:lnTo>
                  <a:lnTo>
                    <a:pt x="4890108" y="249540"/>
                  </a:lnTo>
                  <a:lnTo>
                    <a:pt x="4807225" y="232905"/>
                  </a:lnTo>
                  <a:lnTo>
                    <a:pt x="4724342" y="217457"/>
                  </a:lnTo>
                  <a:lnTo>
                    <a:pt x="4641459" y="203045"/>
                  </a:lnTo>
                  <a:lnTo>
                    <a:pt x="4558576" y="189524"/>
                  </a:lnTo>
                  <a:lnTo>
                    <a:pt x="4475692" y="176768"/>
                  </a:lnTo>
                  <a:lnTo>
                    <a:pt x="4392809" y="164677"/>
                  </a:lnTo>
                  <a:lnTo>
                    <a:pt x="4309926" y="153193"/>
                  </a:lnTo>
                  <a:lnTo>
                    <a:pt x="4227043" y="142167"/>
                  </a:lnTo>
                  <a:lnTo>
                    <a:pt x="4144160" y="131539"/>
                  </a:lnTo>
                  <a:lnTo>
                    <a:pt x="4061276" y="121541"/>
                  </a:lnTo>
                  <a:lnTo>
                    <a:pt x="3978393" y="112370"/>
                  </a:lnTo>
                  <a:lnTo>
                    <a:pt x="3895510" y="104107"/>
                  </a:lnTo>
                  <a:lnTo>
                    <a:pt x="3812627" y="96672"/>
                  </a:lnTo>
                  <a:lnTo>
                    <a:pt x="3729744" y="89820"/>
                  </a:lnTo>
                  <a:lnTo>
                    <a:pt x="3646860" y="82153"/>
                  </a:lnTo>
                  <a:lnTo>
                    <a:pt x="3563977" y="72721"/>
                  </a:lnTo>
                  <a:lnTo>
                    <a:pt x="3481094" y="63588"/>
                  </a:lnTo>
                  <a:lnTo>
                    <a:pt x="3398211" y="56155"/>
                  </a:lnTo>
                  <a:lnTo>
                    <a:pt x="3315328" y="50815"/>
                  </a:lnTo>
                  <a:lnTo>
                    <a:pt x="3232444" y="45280"/>
                  </a:lnTo>
                  <a:lnTo>
                    <a:pt x="3149561" y="39147"/>
                  </a:lnTo>
                  <a:lnTo>
                    <a:pt x="3066678" y="35284"/>
                  </a:lnTo>
                  <a:lnTo>
                    <a:pt x="2983795" y="34318"/>
                  </a:lnTo>
                  <a:lnTo>
                    <a:pt x="2900912" y="37359"/>
                  </a:lnTo>
                  <a:lnTo>
                    <a:pt x="2818028" y="44732"/>
                  </a:lnTo>
                  <a:lnTo>
                    <a:pt x="2735145" y="54054"/>
                  </a:lnTo>
                  <a:lnTo>
                    <a:pt x="2652262" y="61170"/>
                  </a:lnTo>
                  <a:lnTo>
                    <a:pt x="2569379" y="65412"/>
                  </a:lnTo>
                  <a:lnTo>
                    <a:pt x="2486496" y="73018"/>
                  </a:lnTo>
                  <a:lnTo>
                    <a:pt x="2403612" y="81555"/>
                  </a:lnTo>
                  <a:lnTo>
                    <a:pt x="2320729" y="87084"/>
                  </a:lnTo>
                  <a:lnTo>
                    <a:pt x="2237846" y="86145"/>
                  </a:lnTo>
                  <a:lnTo>
                    <a:pt x="2154963" y="83335"/>
                  </a:lnTo>
                  <a:lnTo>
                    <a:pt x="2072080" y="79720"/>
                  </a:lnTo>
                  <a:lnTo>
                    <a:pt x="1989196" y="75303"/>
                  </a:lnTo>
                  <a:lnTo>
                    <a:pt x="1906313" y="70016"/>
                  </a:lnTo>
                  <a:lnTo>
                    <a:pt x="1823430" y="63754"/>
                  </a:lnTo>
                  <a:lnTo>
                    <a:pt x="1740547" y="56461"/>
                  </a:lnTo>
                  <a:lnTo>
                    <a:pt x="1657664" y="48780"/>
                  </a:lnTo>
                  <a:lnTo>
                    <a:pt x="1574780" y="41152"/>
                  </a:lnTo>
                  <a:lnTo>
                    <a:pt x="1491897" y="33797"/>
                  </a:lnTo>
                  <a:lnTo>
                    <a:pt x="1409014" y="26922"/>
                  </a:lnTo>
                  <a:lnTo>
                    <a:pt x="1326131" y="20698"/>
                  </a:lnTo>
                  <a:lnTo>
                    <a:pt x="1243248" y="15245"/>
                  </a:lnTo>
                  <a:lnTo>
                    <a:pt x="1160364" y="10634"/>
                  </a:lnTo>
                  <a:lnTo>
                    <a:pt x="1077481" y="6887"/>
                  </a:lnTo>
                  <a:lnTo>
                    <a:pt x="994598" y="3993"/>
                  </a:lnTo>
                  <a:lnTo>
                    <a:pt x="911715" y="1915"/>
                  </a:lnTo>
                  <a:lnTo>
                    <a:pt x="828832" y="603"/>
                  </a:lnTo>
                  <a:lnTo>
                    <a:pt x="745948" y="0"/>
                  </a:lnTo>
                  <a:lnTo>
                    <a:pt x="663065" y="45"/>
                  </a:lnTo>
                  <a:lnTo>
                    <a:pt x="580182" y="682"/>
                  </a:lnTo>
                  <a:lnTo>
                    <a:pt x="497299" y="1853"/>
                  </a:lnTo>
                  <a:lnTo>
                    <a:pt x="414416" y="3507"/>
                  </a:lnTo>
                  <a:lnTo>
                    <a:pt x="331532" y="5593"/>
                  </a:lnTo>
                  <a:lnTo>
                    <a:pt x="248649" y="8065"/>
                  </a:lnTo>
                  <a:lnTo>
                    <a:pt x="165766" y="10881"/>
                  </a:lnTo>
                  <a:lnTo>
                    <a:pt x="82883" y="14000"/>
                  </a:lnTo>
                  <a:lnTo>
                    <a:pt x="0" y="17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394713"/>
              <a:ext cx="6015395" cy="786456"/>
            </a:xfrm>
            <a:custGeom>
              <a:avLst/>
              <a:pathLst>
                <a:path w="6015395" h="786456">
                  <a:moveTo>
                    <a:pt x="0" y="0"/>
                  </a:moveTo>
                  <a:lnTo>
                    <a:pt x="82883" y="32640"/>
                  </a:lnTo>
                  <a:lnTo>
                    <a:pt x="165766" y="64065"/>
                  </a:lnTo>
                  <a:lnTo>
                    <a:pt x="248649" y="94289"/>
                  </a:lnTo>
                  <a:lnTo>
                    <a:pt x="331532" y="123325"/>
                  </a:lnTo>
                  <a:lnTo>
                    <a:pt x="414416" y="151186"/>
                  </a:lnTo>
                  <a:lnTo>
                    <a:pt x="497299" y="177886"/>
                  </a:lnTo>
                  <a:lnTo>
                    <a:pt x="580182" y="203439"/>
                  </a:lnTo>
                  <a:lnTo>
                    <a:pt x="663065" y="227858"/>
                  </a:lnTo>
                  <a:lnTo>
                    <a:pt x="745948" y="251156"/>
                  </a:lnTo>
                  <a:lnTo>
                    <a:pt x="828832" y="273346"/>
                  </a:lnTo>
                  <a:lnTo>
                    <a:pt x="911715" y="294443"/>
                  </a:lnTo>
                  <a:lnTo>
                    <a:pt x="994598" y="314459"/>
                  </a:lnTo>
                  <a:lnTo>
                    <a:pt x="1077481" y="333409"/>
                  </a:lnTo>
                  <a:lnTo>
                    <a:pt x="1160364" y="351304"/>
                  </a:lnTo>
                  <a:lnTo>
                    <a:pt x="1243248" y="368160"/>
                  </a:lnTo>
                  <a:lnTo>
                    <a:pt x="1326131" y="383989"/>
                  </a:lnTo>
                  <a:lnTo>
                    <a:pt x="1409014" y="398805"/>
                  </a:lnTo>
                  <a:lnTo>
                    <a:pt x="1491897" y="412621"/>
                  </a:lnTo>
                  <a:lnTo>
                    <a:pt x="1574780" y="425451"/>
                  </a:lnTo>
                  <a:lnTo>
                    <a:pt x="1657664" y="437308"/>
                  </a:lnTo>
                  <a:lnTo>
                    <a:pt x="1740547" y="448206"/>
                  </a:lnTo>
                  <a:lnTo>
                    <a:pt x="1823430" y="458000"/>
                  </a:lnTo>
                  <a:lnTo>
                    <a:pt x="1906313" y="466356"/>
                  </a:lnTo>
                  <a:lnTo>
                    <a:pt x="1989196" y="473345"/>
                  </a:lnTo>
                  <a:lnTo>
                    <a:pt x="2072080" y="479055"/>
                  </a:lnTo>
                  <a:lnTo>
                    <a:pt x="2154963" y="483578"/>
                  </a:lnTo>
                  <a:lnTo>
                    <a:pt x="2237846" y="487001"/>
                  </a:lnTo>
                  <a:lnTo>
                    <a:pt x="2320729" y="488557"/>
                  </a:lnTo>
                  <a:lnTo>
                    <a:pt x="2403612" y="484123"/>
                  </a:lnTo>
                  <a:lnTo>
                    <a:pt x="2486496" y="476187"/>
                  </a:lnTo>
                  <a:lnTo>
                    <a:pt x="2569379" y="468368"/>
                  </a:lnTo>
                  <a:lnTo>
                    <a:pt x="2652262" y="463987"/>
                  </a:lnTo>
                  <a:lnTo>
                    <a:pt x="2735145" y="457743"/>
                  </a:lnTo>
                  <a:lnTo>
                    <a:pt x="2818028" y="448938"/>
                  </a:lnTo>
                  <a:lnTo>
                    <a:pt x="2900912" y="440965"/>
                  </a:lnTo>
                  <a:lnTo>
                    <a:pt x="2983795" y="437218"/>
                  </a:lnTo>
                  <a:lnTo>
                    <a:pt x="3066678" y="438541"/>
                  </a:lnTo>
                  <a:lnTo>
                    <a:pt x="3149561" y="442315"/>
                  </a:lnTo>
                  <a:lnTo>
                    <a:pt x="3232444" y="447138"/>
                  </a:lnTo>
                  <a:lnTo>
                    <a:pt x="3315328" y="451622"/>
                  </a:lnTo>
                  <a:lnTo>
                    <a:pt x="3398211" y="457017"/>
                  </a:lnTo>
                  <a:lnTo>
                    <a:pt x="3481094" y="464217"/>
                  </a:lnTo>
                  <a:lnTo>
                    <a:pt x="3563977" y="472225"/>
                  </a:lnTo>
                  <a:lnTo>
                    <a:pt x="3646860" y="480046"/>
                  </a:lnTo>
                  <a:lnTo>
                    <a:pt x="3729744" y="486725"/>
                  </a:lnTo>
                  <a:lnTo>
                    <a:pt x="3812627" y="493090"/>
                  </a:lnTo>
                  <a:lnTo>
                    <a:pt x="3895510" y="499854"/>
                  </a:lnTo>
                  <a:lnTo>
                    <a:pt x="3978393" y="507026"/>
                  </a:lnTo>
                  <a:lnTo>
                    <a:pt x="4061276" y="514611"/>
                  </a:lnTo>
                  <a:lnTo>
                    <a:pt x="4144160" y="522618"/>
                  </a:lnTo>
                  <a:lnTo>
                    <a:pt x="4227043" y="531054"/>
                  </a:lnTo>
                  <a:lnTo>
                    <a:pt x="4309926" y="539924"/>
                  </a:lnTo>
                  <a:lnTo>
                    <a:pt x="4392809" y="549137"/>
                  </a:lnTo>
                  <a:lnTo>
                    <a:pt x="4475692" y="558624"/>
                  </a:lnTo>
                  <a:lnTo>
                    <a:pt x="4558576" y="568388"/>
                  </a:lnTo>
                  <a:lnTo>
                    <a:pt x="4641459" y="578429"/>
                  </a:lnTo>
                  <a:lnTo>
                    <a:pt x="4724342" y="588749"/>
                  </a:lnTo>
                  <a:lnTo>
                    <a:pt x="4807225" y="599348"/>
                  </a:lnTo>
                  <a:lnTo>
                    <a:pt x="4890108" y="610229"/>
                  </a:lnTo>
                  <a:lnTo>
                    <a:pt x="4972992" y="621392"/>
                  </a:lnTo>
                  <a:lnTo>
                    <a:pt x="5055875" y="632839"/>
                  </a:lnTo>
                  <a:lnTo>
                    <a:pt x="5138758" y="644571"/>
                  </a:lnTo>
                  <a:lnTo>
                    <a:pt x="5221641" y="656589"/>
                  </a:lnTo>
                  <a:lnTo>
                    <a:pt x="5304524" y="668895"/>
                  </a:lnTo>
                  <a:lnTo>
                    <a:pt x="5387408" y="681489"/>
                  </a:lnTo>
                  <a:lnTo>
                    <a:pt x="5470291" y="694373"/>
                  </a:lnTo>
                  <a:lnTo>
                    <a:pt x="5553174" y="707548"/>
                  </a:lnTo>
                  <a:lnTo>
                    <a:pt x="5636057" y="721016"/>
                  </a:lnTo>
                  <a:lnTo>
                    <a:pt x="5718940" y="734777"/>
                  </a:lnTo>
                  <a:lnTo>
                    <a:pt x="5801824" y="748833"/>
                  </a:lnTo>
                  <a:lnTo>
                    <a:pt x="5884707" y="763185"/>
                  </a:lnTo>
                  <a:lnTo>
                    <a:pt x="5967590" y="777834"/>
                  </a:lnTo>
                  <a:lnTo>
                    <a:pt x="6015395" y="78645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450808"/>
              <a:ext cx="6015395" cy="829778"/>
            </a:xfrm>
            <a:custGeom>
              <a:avLst/>
              <a:pathLst>
                <a:path w="6015395" h="829778">
                  <a:moveTo>
                    <a:pt x="0" y="0"/>
                  </a:moveTo>
                  <a:lnTo>
                    <a:pt x="82883" y="39713"/>
                  </a:lnTo>
                  <a:lnTo>
                    <a:pt x="165766" y="77785"/>
                  </a:lnTo>
                  <a:lnTo>
                    <a:pt x="248649" y="114211"/>
                  </a:lnTo>
                  <a:lnTo>
                    <a:pt x="331532" y="148983"/>
                  </a:lnTo>
                  <a:lnTo>
                    <a:pt x="414416" y="182092"/>
                  </a:lnTo>
                  <a:lnTo>
                    <a:pt x="497299" y="213526"/>
                  </a:lnTo>
                  <a:lnTo>
                    <a:pt x="580182" y="243270"/>
                  </a:lnTo>
                  <a:lnTo>
                    <a:pt x="663065" y="271307"/>
                  </a:lnTo>
                  <a:lnTo>
                    <a:pt x="745948" y="297618"/>
                  </a:lnTo>
                  <a:lnTo>
                    <a:pt x="828832" y="322180"/>
                  </a:lnTo>
                  <a:lnTo>
                    <a:pt x="911715" y="344970"/>
                  </a:lnTo>
                  <a:lnTo>
                    <a:pt x="994598" y="365967"/>
                  </a:lnTo>
                  <a:lnTo>
                    <a:pt x="1077481" y="385157"/>
                  </a:lnTo>
                  <a:lnTo>
                    <a:pt x="1160364" y="402534"/>
                  </a:lnTo>
                  <a:lnTo>
                    <a:pt x="1243248" y="418116"/>
                  </a:lnTo>
                  <a:lnTo>
                    <a:pt x="1326131" y="431946"/>
                  </a:lnTo>
                  <a:lnTo>
                    <a:pt x="1409014" y="444107"/>
                  </a:lnTo>
                  <a:lnTo>
                    <a:pt x="1491897" y="454723"/>
                  </a:lnTo>
                  <a:lnTo>
                    <a:pt x="1574780" y="463959"/>
                  </a:lnTo>
                  <a:lnTo>
                    <a:pt x="1657664" y="472009"/>
                  </a:lnTo>
                  <a:lnTo>
                    <a:pt x="1740547" y="479077"/>
                  </a:lnTo>
                  <a:lnTo>
                    <a:pt x="1823430" y="485434"/>
                  </a:lnTo>
                  <a:lnTo>
                    <a:pt x="1906313" y="491311"/>
                  </a:lnTo>
                  <a:lnTo>
                    <a:pt x="1989196" y="496594"/>
                  </a:lnTo>
                  <a:lnTo>
                    <a:pt x="2072080" y="501146"/>
                  </a:lnTo>
                  <a:lnTo>
                    <a:pt x="2154963" y="504858"/>
                  </a:lnTo>
                  <a:lnTo>
                    <a:pt x="2237846" y="507678"/>
                  </a:lnTo>
                  <a:lnTo>
                    <a:pt x="2320729" y="509536"/>
                  </a:lnTo>
                  <a:lnTo>
                    <a:pt x="2403612" y="509821"/>
                  </a:lnTo>
                  <a:lnTo>
                    <a:pt x="2486496" y="508242"/>
                  </a:lnTo>
                  <a:lnTo>
                    <a:pt x="2569379" y="505289"/>
                  </a:lnTo>
                  <a:lnTo>
                    <a:pt x="2652262" y="502275"/>
                  </a:lnTo>
                  <a:lnTo>
                    <a:pt x="2735145" y="496494"/>
                  </a:lnTo>
                  <a:lnTo>
                    <a:pt x="2818028" y="487332"/>
                  </a:lnTo>
                  <a:lnTo>
                    <a:pt x="2900912" y="477096"/>
                  </a:lnTo>
                  <a:lnTo>
                    <a:pt x="2983795" y="469539"/>
                  </a:lnTo>
                  <a:lnTo>
                    <a:pt x="3066678" y="464350"/>
                  </a:lnTo>
                  <a:lnTo>
                    <a:pt x="3149561" y="457603"/>
                  </a:lnTo>
                  <a:lnTo>
                    <a:pt x="3232444" y="450337"/>
                  </a:lnTo>
                  <a:lnTo>
                    <a:pt x="3315328" y="445421"/>
                  </a:lnTo>
                  <a:lnTo>
                    <a:pt x="3398211" y="443217"/>
                  </a:lnTo>
                  <a:lnTo>
                    <a:pt x="3481094" y="441434"/>
                  </a:lnTo>
                  <a:lnTo>
                    <a:pt x="3563977" y="439407"/>
                  </a:lnTo>
                  <a:lnTo>
                    <a:pt x="3646860" y="437295"/>
                  </a:lnTo>
                  <a:lnTo>
                    <a:pt x="3729744" y="435843"/>
                  </a:lnTo>
                  <a:lnTo>
                    <a:pt x="3812627" y="435360"/>
                  </a:lnTo>
                  <a:lnTo>
                    <a:pt x="3895510" y="435412"/>
                  </a:lnTo>
                  <a:lnTo>
                    <a:pt x="3978393" y="435634"/>
                  </a:lnTo>
                  <a:lnTo>
                    <a:pt x="4061276" y="435793"/>
                  </a:lnTo>
                  <a:lnTo>
                    <a:pt x="4144160" y="435789"/>
                  </a:lnTo>
                  <a:lnTo>
                    <a:pt x="4227043" y="435614"/>
                  </a:lnTo>
                  <a:lnTo>
                    <a:pt x="4309926" y="435289"/>
                  </a:lnTo>
                  <a:lnTo>
                    <a:pt x="4392809" y="434348"/>
                  </a:lnTo>
                  <a:lnTo>
                    <a:pt x="4475692" y="432466"/>
                  </a:lnTo>
                  <a:lnTo>
                    <a:pt x="4558576" y="429608"/>
                  </a:lnTo>
                  <a:lnTo>
                    <a:pt x="4641459" y="425710"/>
                  </a:lnTo>
                  <a:lnTo>
                    <a:pt x="4724342" y="420685"/>
                  </a:lnTo>
                  <a:lnTo>
                    <a:pt x="4807225" y="414429"/>
                  </a:lnTo>
                  <a:lnTo>
                    <a:pt x="4890108" y="406836"/>
                  </a:lnTo>
                  <a:lnTo>
                    <a:pt x="4972992" y="397803"/>
                  </a:lnTo>
                  <a:lnTo>
                    <a:pt x="5055875" y="387237"/>
                  </a:lnTo>
                  <a:lnTo>
                    <a:pt x="5138758" y="375066"/>
                  </a:lnTo>
                  <a:lnTo>
                    <a:pt x="5221641" y="361236"/>
                  </a:lnTo>
                  <a:lnTo>
                    <a:pt x="5304524" y="345714"/>
                  </a:lnTo>
                  <a:lnTo>
                    <a:pt x="5387408" y="328486"/>
                  </a:lnTo>
                  <a:lnTo>
                    <a:pt x="5470291" y="309556"/>
                  </a:lnTo>
                  <a:lnTo>
                    <a:pt x="5553174" y="288937"/>
                  </a:lnTo>
                  <a:lnTo>
                    <a:pt x="5636057" y="266653"/>
                  </a:lnTo>
                  <a:lnTo>
                    <a:pt x="5718940" y="242733"/>
                  </a:lnTo>
                  <a:lnTo>
                    <a:pt x="5801824" y="217211"/>
                  </a:lnTo>
                  <a:lnTo>
                    <a:pt x="5884707" y="190120"/>
                  </a:lnTo>
                  <a:lnTo>
                    <a:pt x="5967590" y="161497"/>
                  </a:lnTo>
                  <a:lnTo>
                    <a:pt x="6015395" y="144123"/>
                  </a:lnTo>
                  <a:lnTo>
                    <a:pt x="6015395" y="700806"/>
                  </a:lnTo>
                  <a:lnTo>
                    <a:pt x="5967590" y="694717"/>
                  </a:lnTo>
                  <a:lnTo>
                    <a:pt x="5884707" y="684866"/>
                  </a:lnTo>
                  <a:lnTo>
                    <a:pt x="5801824" y="675725"/>
                  </a:lnTo>
                  <a:lnTo>
                    <a:pt x="5718940" y="667301"/>
                  </a:lnTo>
                  <a:lnTo>
                    <a:pt x="5636057" y="659599"/>
                  </a:lnTo>
                  <a:lnTo>
                    <a:pt x="5553174" y="652623"/>
                  </a:lnTo>
                  <a:lnTo>
                    <a:pt x="5470291" y="646374"/>
                  </a:lnTo>
                  <a:lnTo>
                    <a:pt x="5387408" y="640846"/>
                  </a:lnTo>
                  <a:lnTo>
                    <a:pt x="5304524" y="636024"/>
                  </a:lnTo>
                  <a:lnTo>
                    <a:pt x="5221641" y="631881"/>
                  </a:lnTo>
                  <a:lnTo>
                    <a:pt x="5138758" y="628376"/>
                  </a:lnTo>
                  <a:lnTo>
                    <a:pt x="5055875" y="625446"/>
                  </a:lnTo>
                  <a:lnTo>
                    <a:pt x="4972992" y="623009"/>
                  </a:lnTo>
                  <a:lnTo>
                    <a:pt x="4890108" y="620963"/>
                  </a:lnTo>
                  <a:lnTo>
                    <a:pt x="4807225" y="619186"/>
                  </a:lnTo>
                  <a:lnTo>
                    <a:pt x="4724342" y="617546"/>
                  </a:lnTo>
                  <a:lnTo>
                    <a:pt x="4641459" y="615908"/>
                  </a:lnTo>
                  <a:lnTo>
                    <a:pt x="4558576" y="614139"/>
                  </a:lnTo>
                  <a:lnTo>
                    <a:pt x="4475692" y="612123"/>
                  </a:lnTo>
                  <a:lnTo>
                    <a:pt x="4392809" y="609767"/>
                  </a:lnTo>
                  <a:lnTo>
                    <a:pt x="4309926" y="607008"/>
                  </a:lnTo>
                  <a:lnTo>
                    <a:pt x="4227043" y="603824"/>
                  </a:lnTo>
                  <a:lnTo>
                    <a:pt x="4144160" y="600428"/>
                  </a:lnTo>
                  <a:lnTo>
                    <a:pt x="4061276" y="597190"/>
                  </a:lnTo>
                  <a:lnTo>
                    <a:pt x="3978393" y="594449"/>
                  </a:lnTo>
                  <a:lnTo>
                    <a:pt x="3895510" y="592450"/>
                  </a:lnTo>
                  <a:lnTo>
                    <a:pt x="3812627" y="591305"/>
                  </a:lnTo>
                  <a:lnTo>
                    <a:pt x="3729744" y="590996"/>
                  </a:lnTo>
                  <a:lnTo>
                    <a:pt x="3646860" y="590838"/>
                  </a:lnTo>
                  <a:lnTo>
                    <a:pt x="3563977" y="590327"/>
                  </a:lnTo>
                  <a:lnTo>
                    <a:pt x="3481094" y="590522"/>
                  </a:lnTo>
                  <a:lnTo>
                    <a:pt x="3398211" y="591926"/>
                  </a:lnTo>
                  <a:lnTo>
                    <a:pt x="3315328" y="594220"/>
                  </a:lnTo>
                  <a:lnTo>
                    <a:pt x="3232444" y="597423"/>
                  </a:lnTo>
                  <a:lnTo>
                    <a:pt x="3149561" y="602557"/>
                  </a:lnTo>
                  <a:lnTo>
                    <a:pt x="3066678" y="609159"/>
                  </a:lnTo>
                  <a:lnTo>
                    <a:pt x="2983795" y="614930"/>
                  </a:lnTo>
                  <a:lnTo>
                    <a:pt x="2900912" y="621337"/>
                  </a:lnTo>
                  <a:lnTo>
                    <a:pt x="2818028" y="630595"/>
                  </a:lnTo>
                  <a:lnTo>
                    <a:pt x="2735145" y="640600"/>
                  </a:lnTo>
                  <a:lnTo>
                    <a:pt x="2652262" y="647801"/>
                  </a:lnTo>
                  <a:lnTo>
                    <a:pt x="2569379" y="650589"/>
                  </a:lnTo>
                  <a:lnTo>
                    <a:pt x="2486496" y="653194"/>
                  </a:lnTo>
                  <a:lnTo>
                    <a:pt x="2403612" y="655752"/>
                  </a:lnTo>
                  <a:lnTo>
                    <a:pt x="2320729" y="657250"/>
                  </a:lnTo>
                  <a:lnTo>
                    <a:pt x="2237846" y="656396"/>
                  </a:lnTo>
                  <a:lnTo>
                    <a:pt x="2154963" y="654575"/>
                  </a:lnTo>
                  <a:lnTo>
                    <a:pt x="2072080" y="652341"/>
                  </a:lnTo>
                  <a:lnTo>
                    <a:pt x="1989196" y="649896"/>
                  </a:lnTo>
                  <a:lnTo>
                    <a:pt x="1906313" y="647383"/>
                  </a:lnTo>
                  <a:lnTo>
                    <a:pt x="1823430" y="644917"/>
                  </a:lnTo>
                  <a:lnTo>
                    <a:pt x="1740547" y="642632"/>
                  </a:lnTo>
                  <a:lnTo>
                    <a:pt x="1657664" y="640802"/>
                  </a:lnTo>
                  <a:lnTo>
                    <a:pt x="1574780" y="639639"/>
                  </a:lnTo>
                  <a:lnTo>
                    <a:pt x="1491897" y="639318"/>
                  </a:lnTo>
                  <a:lnTo>
                    <a:pt x="1409014" y="640005"/>
                  </a:lnTo>
                  <a:lnTo>
                    <a:pt x="1326131" y="641835"/>
                  </a:lnTo>
                  <a:lnTo>
                    <a:pt x="1243248" y="644902"/>
                  </a:lnTo>
                  <a:lnTo>
                    <a:pt x="1160364" y="649259"/>
                  </a:lnTo>
                  <a:lnTo>
                    <a:pt x="1077481" y="654921"/>
                  </a:lnTo>
                  <a:lnTo>
                    <a:pt x="994598" y="661876"/>
                  </a:lnTo>
                  <a:lnTo>
                    <a:pt x="911715" y="670089"/>
                  </a:lnTo>
                  <a:lnTo>
                    <a:pt x="828832" y="679516"/>
                  </a:lnTo>
                  <a:lnTo>
                    <a:pt x="745948" y="690107"/>
                  </a:lnTo>
                  <a:lnTo>
                    <a:pt x="663065" y="701809"/>
                  </a:lnTo>
                  <a:lnTo>
                    <a:pt x="580182" y="714572"/>
                  </a:lnTo>
                  <a:lnTo>
                    <a:pt x="497299" y="728345"/>
                  </a:lnTo>
                  <a:lnTo>
                    <a:pt x="414416" y="743082"/>
                  </a:lnTo>
                  <a:lnTo>
                    <a:pt x="331532" y="758739"/>
                  </a:lnTo>
                  <a:lnTo>
                    <a:pt x="248649" y="775275"/>
                  </a:lnTo>
                  <a:lnTo>
                    <a:pt x="165766" y="792651"/>
                  </a:lnTo>
                  <a:lnTo>
                    <a:pt x="82883" y="810830"/>
                  </a:lnTo>
                  <a:lnTo>
                    <a:pt x="0" y="8297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450808"/>
              <a:ext cx="6015395" cy="509821"/>
            </a:xfrm>
            <a:custGeom>
              <a:avLst/>
              <a:pathLst>
                <a:path w="6015395" h="509821">
                  <a:moveTo>
                    <a:pt x="0" y="0"/>
                  </a:moveTo>
                  <a:lnTo>
                    <a:pt x="82883" y="39713"/>
                  </a:lnTo>
                  <a:lnTo>
                    <a:pt x="165766" y="77785"/>
                  </a:lnTo>
                  <a:lnTo>
                    <a:pt x="248649" y="114211"/>
                  </a:lnTo>
                  <a:lnTo>
                    <a:pt x="331532" y="148983"/>
                  </a:lnTo>
                  <a:lnTo>
                    <a:pt x="414416" y="182092"/>
                  </a:lnTo>
                  <a:lnTo>
                    <a:pt x="497299" y="213526"/>
                  </a:lnTo>
                  <a:lnTo>
                    <a:pt x="580182" y="243270"/>
                  </a:lnTo>
                  <a:lnTo>
                    <a:pt x="663065" y="271307"/>
                  </a:lnTo>
                  <a:lnTo>
                    <a:pt x="745948" y="297618"/>
                  </a:lnTo>
                  <a:lnTo>
                    <a:pt x="828832" y="322180"/>
                  </a:lnTo>
                  <a:lnTo>
                    <a:pt x="911715" y="344970"/>
                  </a:lnTo>
                  <a:lnTo>
                    <a:pt x="994598" y="365967"/>
                  </a:lnTo>
                  <a:lnTo>
                    <a:pt x="1077481" y="385157"/>
                  </a:lnTo>
                  <a:lnTo>
                    <a:pt x="1160364" y="402534"/>
                  </a:lnTo>
                  <a:lnTo>
                    <a:pt x="1243248" y="418116"/>
                  </a:lnTo>
                  <a:lnTo>
                    <a:pt x="1326131" y="431946"/>
                  </a:lnTo>
                  <a:lnTo>
                    <a:pt x="1409014" y="444107"/>
                  </a:lnTo>
                  <a:lnTo>
                    <a:pt x="1491897" y="454723"/>
                  </a:lnTo>
                  <a:lnTo>
                    <a:pt x="1574780" y="463959"/>
                  </a:lnTo>
                  <a:lnTo>
                    <a:pt x="1657664" y="472009"/>
                  </a:lnTo>
                  <a:lnTo>
                    <a:pt x="1740547" y="479077"/>
                  </a:lnTo>
                  <a:lnTo>
                    <a:pt x="1823430" y="485434"/>
                  </a:lnTo>
                  <a:lnTo>
                    <a:pt x="1906313" y="491311"/>
                  </a:lnTo>
                  <a:lnTo>
                    <a:pt x="1989196" y="496594"/>
                  </a:lnTo>
                  <a:lnTo>
                    <a:pt x="2072080" y="501146"/>
                  </a:lnTo>
                  <a:lnTo>
                    <a:pt x="2154963" y="504858"/>
                  </a:lnTo>
                  <a:lnTo>
                    <a:pt x="2237846" y="507678"/>
                  </a:lnTo>
                  <a:lnTo>
                    <a:pt x="2320729" y="509536"/>
                  </a:lnTo>
                  <a:lnTo>
                    <a:pt x="2403612" y="509821"/>
                  </a:lnTo>
                  <a:lnTo>
                    <a:pt x="2486496" y="508242"/>
                  </a:lnTo>
                  <a:lnTo>
                    <a:pt x="2569379" y="505289"/>
                  </a:lnTo>
                  <a:lnTo>
                    <a:pt x="2652262" y="502275"/>
                  </a:lnTo>
                  <a:lnTo>
                    <a:pt x="2735145" y="496494"/>
                  </a:lnTo>
                  <a:lnTo>
                    <a:pt x="2818028" y="487332"/>
                  </a:lnTo>
                  <a:lnTo>
                    <a:pt x="2900912" y="477096"/>
                  </a:lnTo>
                  <a:lnTo>
                    <a:pt x="2983795" y="469539"/>
                  </a:lnTo>
                  <a:lnTo>
                    <a:pt x="3066678" y="464350"/>
                  </a:lnTo>
                  <a:lnTo>
                    <a:pt x="3149561" y="457603"/>
                  </a:lnTo>
                  <a:lnTo>
                    <a:pt x="3232444" y="450337"/>
                  </a:lnTo>
                  <a:lnTo>
                    <a:pt x="3315328" y="445421"/>
                  </a:lnTo>
                  <a:lnTo>
                    <a:pt x="3398211" y="443217"/>
                  </a:lnTo>
                  <a:lnTo>
                    <a:pt x="3481094" y="441434"/>
                  </a:lnTo>
                  <a:lnTo>
                    <a:pt x="3563977" y="439407"/>
                  </a:lnTo>
                  <a:lnTo>
                    <a:pt x="3646860" y="437295"/>
                  </a:lnTo>
                  <a:lnTo>
                    <a:pt x="3729744" y="435843"/>
                  </a:lnTo>
                  <a:lnTo>
                    <a:pt x="3812627" y="435360"/>
                  </a:lnTo>
                  <a:lnTo>
                    <a:pt x="3895510" y="435412"/>
                  </a:lnTo>
                  <a:lnTo>
                    <a:pt x="3978393" y="435634"/>
                  </a:lnTo>
                  <a:lnTo>
                    <a:pt x="4061276" y="435793"/>
                  </a:lnTo>
                  <a:lnTo>
                    <a:pt x="4144160" y="435789"/>
                  </a:lnTo>
                  <a:lnTo>
                    <a:pt x="4227043" y="435614"/>
                  </a:lnTo>
                  <a:lnTo>
                    <a:pt x="4309926" y="435289"/>
                  </a:lnTo>
                  <a:lnTo>
                    <a:pt x="4392809" y="434348"/>
                  </a:lnTo>
                  <a:lnTo>
                    <a:pt x="4475692" y="432466"/>
                  </a:lnTo>
                  <a:lnTo>
                    <a:pt x="4558576" y="429608"/>
                  </a:lnTo>
                  <a:lnTo>
                    <a:pt x="4641459" y="425710"/>
                  </a:lnTo>
                  <a:lnTo>
                    <a:pt x="4724342" y="420685"/>
                  </a:lnTo>
                  <a:lnTo>
                    <a:pt x="4807225" y="414429"/>
                  </a:lnTo>
                  <a:lnTo>
                    <a:pt x="4890108" y="406836"/>
                  </a:lnTo>
                  <a:lnTo>
                    <a:pt x="4972992" y="397803"/>
                  </a:lnTo>
                  <a:lnTo>
                    <a:pt x="5055875" y="387237"/>
                  </a:lnTo>
                  <a:lnTo>
                    <a:pt x="5138758" y="375066"/>
                  </a:lnTo>
                  <a:lnTo>
                    <a:pt x="5221641" y="361236"/>
                  </a:lnTo>
                  <a:lnTo>
                    <a:pt x="5304524" y="345714"/>
                  </a:lnTo>
                  <a:lnTo>
                    <a:pt x="5387408" y="328486"/>
                  </a:lnTo>
                  <a:lnTo>
                    <a:pt x="5470291" y="309556"/>
                  </a:lnTo>
                  <a:lnTo>
                    <a:pt x="5553174" y="288937"/>
                  </a:lnTo>
                  <a:lnTo>
                    <a:pt x="5636057" y="266653"/>
                  </a:lnTo>
                  <a:lnTo>
                    <a:pt x="5718940" y="242733"/>
                  </a:lnTo>
                  <a:lnTo>
                    <a:pt x="5801824" y="217211"/>
                  </a:lnTo>
                  <a:lnTo>
                    <a:pt x="5884707" y="190120"/>
                  </a:lnTo>
                  <a:lnTo>
                    <a:pt x="5967590" y="161497"/>
                  </a:lnTo>
                  <a:lnTo>
                    <a:pt x="6015395" y="144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72465" y="5041135"/>
              <a:ext cx="6015395" cy="239451"/>
            </a:xfrm>
            <a:custGeom>
              <a:avLst/>
              <a:pathLst>
                <a:path w="6015395" h="239451">
                  <a:moveTo>
                    <a:pt x="6015395" y="110479"/>
                  </a:moveTo>
                  <a:lnTo>
                    <a:pt x="5967590" y="104390"/>
                  </a:lnTo>
                  <a:lnTo>
                    <a:pt x="5884707" y="94539"/>
                  </a:lnTo>
                  <a:lnTo>
                    <a:pt x="5801824" y="85398"/>
                  </a:lnTo>
                  <a:lnTo>
                    <a:pt x="5718940" y="76973"/>
                  </a:lnTo>
                  <a:lnTo>
                    <a:pt x="5636057" y="69272"/>
                  </a:lnTo>
                  <a:lnTo>
                    <a:pt x="5553174" y="62296"/>
                  </a:lnTo>
                  <a:lnTo>
                    <a:pt x="5470291" y="56047"/>
                  </a:lnTo>
                  <a:lnTo>
                    <a:pt x="5387408" y="50518"/>
                  </a:lnTo>
                  <a:lnTo>
                    <a:pt x="5304524" y="45697"/>
                  </a:lnTo>
                  <a:lnTo>
                    <a:pt x="5221641" y="41554"/>
                  </a:lnTo>
                  <a:lnTo>
                    <a:pt x="5138758" y="38049"/>
                  </a:lnTo>
                  <a:lnTo>
                    <a:pt x="5055875" y="35119"/>
                  </a:lnTo>
                  <a:lnTo>
                    <a:pt x="4972992" y="32682"/>
                  </a:lnTo>
                  <a:lnTo>
                    <a:pt x="4890108" y="30636"/>
                  </a:lnTo>
                  <a:lnTo>
                    <a:pt x="4807225" y="28859"/>
                  </a:lnTo>
                  <a:lnTo>
                    <a:pt x="4724342" y="27219"/>
                  </a:lnTo>
                  <a:lnTo>
                    <a:pt x="4641459" y="25581"/>
                  </a:lnTo>
                  <a:lnTo>
                    <a:pt x="4558576" y="23812"/>
                  </a:lnTo>
                  <a:lnTo>
                    <a:pt x="4475692" y="21796"/>
                  </a:lnTo>
                  <a:lnTo>
                    <a:pt x="4392809" y="19440"/>
                  </a:lnTo>
                  <a:lnTo>
                    <a:pt x="4309926" y="16681"/>
                  </a:lnTo>
                  <a:lnTo>
                    <a:pt x="4227043" y="13497"/>
                  </a:lnTo>
                  <a:lnTo>
                    <a:pt x="4144160" y="10101"/>
                  </a:lnTo>
                  <a:lnTo>
                    <a:pt x="4061276" y="6863"/>
                  </a:lnTo>
                  <a:lnTo>
                    <a:pt x="3978393" y="4122"/>
                  </a:lnTo>
                  <a:lnTo>
                    <a:pt x="3895510" y="2123"/>
                  </a:lnTo>
                  <a:lnTo>
                    <a:pt x="3812627" y="978"/>
                  </a:lnTo>
                  <a:lnTo>
                    <a:pt x="3729744" y="669"/>
                  </a:lnTo>
                  <a:lnTo>
                    <a:pt x="3646860" y="511"/>
                  </a:lnTo>
                  <a:lnTo>
                    <a:pt x="3563977" y="0"/>
                  </a:lnTo>
                  <a:lnTo>
                    <a:pt x="3481094" y="195"/>
                  </a:lnTo>
                  <a:lnTo>
                    <a:pt x="3398211" y="1598"/>
                  </a:lnTo>
                  <a:lnTo>
                    <a:pt x="3315328" y="3892"/>
                  </a:lnTo>
                  <a:lnTo>
                    <a:pt x="3232444" y="7096"/>
                  </a:lnTo>
                  <a:lnTo>
                    <a:pt x="3149561" y="12230"/>
                  </a:lnTo>
                  <a:lnTo>
                    <a:pt x="3066678" y="18832"/>
                  </a:lnTo>
                  <a:lnTo>
                    <a:pt x="2983795" y="24603"/>
                  </a:lnTo>
                  <a:lnTo>
                    <a:pt x="2900912" y="31010"/>
                  </a:lnTo>
                  <a:lnTo>
                    <a:pt x="2818028" y="40268"/>
                  </a:lnTo>
                  <a:lnTo>
                    <a:pt x="2735145" y="50273"/>
                  </a:lnTo>
                  <a:lnTo>
                    <a:pt x="2652262" y="57474"/>
                  </a:lnTo>
                  <a:lnTo>
                    <a:pt x="2569379" y="60262"/>
                  </a:lnTo>
                  <a:lnTo>
                    <a:pt x="2486496" y="62867"/>
                  </a:lnTo>
                  <a:lnTo>
                    <a:pt x="2403612" y="65425"/>
                  </a:lnTo>
                  <a:lnTo>
                    <a:pt x="2320729" y="66923"/>
                  </a:lnTo>
                  <a:lnTo>
                    <a:pt x="2237846" y="66069"/>
                  </a:lnTo>
                  <a:lnTo>
                    <a:pt x="2154963" y="64248"/>
                  </a:lnTo>
                  <a:lnTo>
                    <a:pt x="2072080" y="62014"/>
                  </a:lnTo>
                  <a:lnTo>
                    <a:pt x="1989196" y="59569"/>
                  </a:lnTo>
                  <a:lnTo>
                    <a:pt x="1906313" y="57056"/>
                  </a:lnTo>
                  <a:lnTo>
                    <a:pt x="1823430" y="54589"/>
                  </a:lnTo>
                  <a:lnTo>
                    <a:pt x="1740547" y="52305"/>
                  </a:lnTo>
                  <a:lnTo>
                    <a:pt x="1657664" y="50475"/>
                  </a:lnTo>
                  <a:lnTo>
                    <a:pt x="1574780" y="49312"/>
                  </a:lnTo>
                  <a:lnTo>
                    <a:pt x="1491897" y="48991"/>
                  </a:lnTo>
                  <a:lnTo>
                    <a:pt x="1409014" y="49678"/>
                  </a:lnTo>
                  <a:lnTo>
                    <a:pt x="1326131" y="51508"/>
                  </a:lnTo>
                  <a:lnTo>
                    <a:pt x="1243248" y="54575"/>
                  </a:lnTo>
                  <a:lnTo>
                    <a:pt x="1160364" y="58932"/>
                  </a:lnTo>
                  <a:lnTo>
                    <a:pt x="1077481" y="64594"/>
                  </a:lnTo>
                  <a:lnTo>
                    <a:pt x="994598" y="71549"/>
                  </a:lnTo>
                  <a:lnTo>
                    <a:pt x="911715" y="79762"/>
                  </a:lnTo>
                  <a:lnTo>
                    <a:pt x="828832" y="89189"/>
                  </a:lnTo>
                  <a:lnTo>
                    <a:pt x="745948" y="99780"/>
                  </a:lnTo>
                  <a:lnTo>
                    <a:pt x="663065" y="111482"/>
                  </a:lnTo>
                  <a:lnTo>
                    <a:pt x="580182" y="124244"/>
                  </a:lnTo>
                  <a:lnTo>
                    <a:pt x="497299" y="138017"/>
                  </a:lnTo>
                  <a:lnTo>
                    <a:pt x="414416" y="152755"/>
                  </a:lnTo>
                  <a:lnTo>
                    <a:pt x="331532" y="168412"/>
                  </a:lnTo>
                  <a:lnTo>
                    <a:pt x="248649" y="184948"/>
                  </a:lnTo>
                  <a:lnTo>
                    <a:pt x="165766" y="202324"/>
                  </a:lnTo>
                  <a:lnTo>
                    <a:pt x="82883" y="220503"/>
                  </a:lnTo>
                  <a:lnTo>
                    <a:pt x="0" y="239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865697"/>
              <a:ext cx="6015395" cy="168504"/>
            </a:xfrm>
            <a:custGeom>
              <a:avLst/>
              <a:pathLst>
                <a:path w="6015395" h="168504">
                  <a:moveTo>
                    <a:pt x="0" y="0"/>
                  </a:moveTo>
                  <a:lnTo>
                    <a:pt x="82883" y="10382"/>
                  </a:lnTo>
                  <a:lnTo>
                    <a:pt x="165766" y="20329"/>
                  </a:lnTo>
                  <a:lnTo>
                    <a:pt x="248649" y="29854"/>
                  </a:lnTo>
                  <a:lnTo>
                    <a:pt x="331532" y="38972"/>
                  </a:lnTo>
                  <a:lnTo>
                    <a:pt x="414416" y="47698"/>
                  </a:lnTo>
                  <a:lnTo>
                    <a:pt x="497299" y="56046"/>
                  </a:lnTo>
                  <a:lnTo>
                    <a:pt x="580182" y="64032"/>
                  </a:lnTo>
                  <a:lnTo>
                    <a:pt x="663065" y="71669"/>
                  </a:lnTo>
                  <a:lnTo>
                    <a:pt x="745948" y="78973"/>
                  </a:lnTo>
                  <a:lnTo>
                    <a:pt x="828832" y="85959"/>
                  </a:lnTo>
                  <a:lnTo>
                    <a:pt x="911715" y="92640"/>
                  </a:lnTo>
                  <a:lnTo>
                    <a:pt x="994598" y="99032"/>
                  </a:lnTo>
                  <a:lnTo>
                    <a:pt x="1077481" y="105150"/>
                  </a:lnTo>
                  <a:lnTo>
                    <a:pt x="1160364" y="111007"/>
                  </a:lnTo>
                  <a:lnTo>
                    <a:pt x="1243248" y="116620"/>
                  </a:lnTo>
                  <a:lnTo>
                    <a:pt x="1326131" y="122001"/>
                  </a:lnTo>
                  <a:lnTo>
                    <a:pt x="1409014" y="127167"/>
                  </a:lnTo>
                  <a:lnTo>
                    <a:pt x="1491897" y="132132"/>
                  </a:lnTo>
                  <a:lnTo>
                    <a:pt x="1574780" y="136910"/>
                  </a:lnTo>
                  <a:lnTo>
                    <a:pt x="1657664" y="141516"/>
                  </a:lnTo>
                  <a:lnTo>
                    <a:pt x="1740547" y="145965"/>
                  </a:lnTo>
                  <a:lnTo>
                    <a:pt x="1823430" y="150286"/>
                  </a:lnTo>
                  <a:lnTo>
                    <a:pt x="1906313" y="154458"/>
                  </a:lnTo>
                  <a:lnTo>
                    <a:pt x="1989196" y="158356"/>
                  </a:lnTo>
                  <a:lnTo>
                    <a:pt x="2072080" y="161855"/>
                  </a:lnTo>
                  <a:lnTo>
                    <a:pt x="2154963" y="164827"/>
                  </a:lnTo>
                  <a:lnTo>
                    <a:pt x="2237846" y="167148"/>
                  </a:lnTo>
                  <a:lnTo>
                    <a:pt x="2320729" y="168504"/>
                  </a:lnTo>
                  <a:lnTo>
                    <a:pt x="2403612" y="167897"/>
                  </a:lnTo>
                  <a:lnTo>
                    <a:pt x="2486496" y="165829"/>
                  </a:lnTo>
                  <a:lnTo>
                    <a:pt x="2569379" y="163050"/>
                  </a:lnTo>
                  <a:lnTo>
                    <a:pt x="2652262" y="160149"/>
                  </a:lnTo>
                  <a:lnTo>
                    <a:pt x="2735145" y="153658"/>
                  </a:lnTo>
                  <a:lnTo>
                    <a:pt x="2818028" y="144074"/>
                  </a:lnTo>
                  <a:lnTo>
                    <a:pt x="2900912" y="134327"/>
                  </a:lnTo>
                  <a:lnTo>
                    <a:pt x="2983795" y="127345"/>
                  </a:lnTo>
                  <a:lnTo>
                    <a:pt x="3066678" y="121865"/>
                  </a:lnTo>
                  <a:lnTo>
                    <a:pt x="3149561" y="115191"/>
                  </a:lnTo>
                  <a:lnTo>
                    <a:pt x="3232444" y="108990"/>
                  </a:lnTo>
                  <a:lnTo>
                    <a:pt x="3315328" y="104931"/>
                  </a:lnTo>
                  <a:lnTo>
                    <a:pt x="3398211" y="102682"/>
                  </a:lnTo>
                  <a:lnTo>
                    <a:pt x="3481094" y="101089"/>
                  </a:lnTo>
                  <a:lnTo>
                    <a:pt x="3563977" y="99978"/>
                  </a:lnTo>
                  <a:lnTo>
                    <a:pt x="3646860" y="99177"/>
                  </a:lnTo>
                  <a:lnTo>
                    <a:pt x="3729744" y="98530"/>
                  </a:lnTo>
                  <a:lnTo>
                    <a:pt x="3812627" y="98443"/>
                  </a:lnTo>
                  <a:lnTo>
                    <a:pt x="3895510" y="99042"/>
                  </a:lnTo>
                  <a:lnTo>
                    <a:pt x="3978393" y="100152"/>
                  </a:lnTo>
                  <a:lnTo>
                    <a:pt x="4061276" y="101602"/>
                  </a:lnTo>
                  <a:lnTo>
                    <a:pt x="4144160" y="103219"/>
                  </a:lnTo>
                  <a:lnTo>
                    <a:pt x="4227043" y="104830"/>
                  </a:lnTo>
                  <a:lnTo>
                    <a:pt x="4309926" y="106259"/>
                  </a:lnTo>
                  <a:lnTo>
                    <a:pt x="4392809" y="107169"/>
                  </a:lnTo>
                  <a:lnTo>
                    <a:pt x="4475692" y="107405"/>
                  </a:lnTo>
                  <a:lnTo>
                    <a:pt x="4558576" y="106984"/>
                  </a:lnTo>
                  <a:lnTo>
                    <a:pt x="4641459" y="105920"/>
                  </a:lnTo>
                  <a:lnTo>
                    <a:pt x="4724342" y="104226"/>
                  </a:lnTo>
                  <a:lnTo>
                    <a:pt x="4807225" y="101918"/>
                  </a:lnTo>
                  <a:lnTo>
                    <a:pt x="4890108" y="99010"/>
                  </a:lnTo>
                  <a:lnTo>
                    <a:pt x="4972992" y="95517"/>
                  </a:lnTo>
                  <a:lnTo>
                    <a:pt x="5055875" y="91453"/>
                  </a:lnTo>
                  <a:lnTo>
                    <a:pt x="5138758" y="86832"/>
                  </a:lnTo>
                  <a:lnTo>
                    <a:pt x="5221641" y="81669"/>
                  </a:lnTo>
                  <a:lnTo>
                    <a:pt x="5304524" y="75979"/>
                  </a:lnTo>
                  <a:lnTo>
                    <a:pt x="5387408" y="69777"/>
                  </a:lnTo>
                  <a:lnTo>
                    <a:pt x="5470291" y="63076"/>
                  </a:lnTo>
                  <a:lnTo>
                    <a:pt x="5553174" y="55891"/>
                  </a:lnTo>
                  <a:lnTo>
                    <a:pt x="5636057" y="48237"/>
                  </a:lnTo>
                  <a:lnTo>
                    <a:pt x="5718940" y="40128"/>
                  </a:lnTo>
                  <a:lnTo>
                    <a:pt x="5801824" y="31579"/>
                  </a:lnTo>
                  <a:lnTo>
                    <a:pt x="5884707" y="22604"/>
                  </a:lnTo>
                  <a:lnTo>
                    <a:pt x="5967590" y="13218"/>
                  </a:lnTo>
                  <a:lnTo>
                    <a:pt x="6015395" y="757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375144"/>
              <a:ext cx="6015395" cy="811837"/>
            </a:xfrm>
            <a:custGeom>
              <a:avLst/>
              <a:pathLst>
                <a:path w="6015395" h="811837">
                  <a:moveTo>
                    <a:pt x="0" y="0"/>
                  </a:moveTo>
                  <a:lnTo>
                    <a:pt x="82883" y="42039"/>
                  </a:lnTo>
                  <a:lnTo>
                    <a:pt x="165766" y="82457"/>
                  </a:lnTo>
                  <a:lnTo>
                    <a:pt x="248649" y="121253"/>
                  </a:lnTo>
                  <a:lnTo>
                    <a:pt x="331532" y="158422"/>
                  </a:lnTo>
                  <a:lnTo>
                    <a:pt x="414416" y="193957"/>
                  </a:lnTo>
                  <a:lnTo>
                    <a:pt x="497299" y="227850"/>
                  </a:lnTo>
                  <a:lnTo>
                    <a:pt x="580182" y="260088"/>
                  </a:lnTo>
                  <a:lnTo>
                    <a:pt x="663065" y="290658"/>
                  </a:lnTo>
                  <a:lnTo>
                    <a:pt x="745948" y="319543"/>
                  </a:lnTo>
                  <a:lnTo>
                    <a:pt x="828832" y="346724"/>
                  </a:lnTo>
                  <a:lnTo>
                    <a:pt x="911715" y="372182"/>
                  </a:lnTo>
                  <a:lnTo>
                    <a:pt x="994598" y="395898"/>
                  </a:lnTo>
                  <a:lnTo>
                    <a:pt x="1077481" y="417861"/>
                  </a:lnTo>
                  <a:lnTo>
                    <a:pt x="1160364" y="438069"/>
                  </a:lnTo>
                  <a:lnTo>
                    <a:pt x="1243248" y="456541"/>
                  </a:lnTo>
                  <a:lnTo>
                    <a:pt x="1326131" y="473322"/>
                  </a:lnTo>
                  <a:lnTo>
                    <a:pt x="1409014" y="488497"/>
                  </a:lnTo>
                  <a:lnTo>
                    <a:pt x="1491897" y="502190"/>
                  </a:lnTo>
                  <a:lnTo>
                    <a:pt x="1574780" y="514563"/>
                  </a:lnTo>
                  <a:lnTo>
                    <a:pt x="1657664" y="525811"/>
                  </a:lnTo>
                  <a:lnTo>
                    <a:pt x="1740547" y="536135"/>
                  </a:lnTo>
                  <a:lnTo>
                    <a:pt x="1823430" y="545805"/>
                  </a:lnTo>
                  <a:lnTo>
                    <a:pt x="1906313" y="555025"/>
                  </a:lnTo>
                  <a:lnTo>
                    <a:pt x="1989196" y="563648"/>
                  </a:lnTo>
                  <a:lnTo>
                    <a:pt x="2072080" y="571496"/>
                  </a:lnTo>
                  <a:lnTo>
                    <a:pt x="2154963" y="578423"/>
                  </a:lnTo>
                  <a:lnTo>
                    <a:pt x="2237846" y="584338"/>
                  </a:lnTo>
                  <a:lnTo>
                    <a:pt x="2320729" y="589186"/>
                  </a:lnTo>
                  <a:lnTo>
                    <a:pt x="2403612" y="592636"/>
                  </a:lnTo>
                  <a:lnTo>
                    <a:pt x="2486496" y="594305"/>
                  </a:lnTo>
                  <a:lnTo>
                    <a:pt x="2569379" y="594513"/>
                  </a:lnTo>
                  <a:lnTo>
                    <a:pt x="2652262" y="594453"/>
                  </a:lnTo>
                  <a:lnTo>
                    <a:pt x="2735145" y="593065"/>
                  </a:lnTo>
                  <a:lnTo>
                    <a:pt x="2818028" y="589413"/>
                  </a:lnTo>
                  <a:lnTo>
                    <a:pt x="2900912" y="584328"/>
                  </a:lnTo>
                  <a:lnTo>
                    <a:pt x="2983795" y="580057"/>
                  </a:lnTo>
                  <a:lnTo>
                    <a:pt x="3066678" y="576651"/>
                  </a:lnTo>
                  <a:lnTo>
                    <a:pt x="3149561" y="571579"/>
                  </a:lnTo>
                  <a:lnTo>
                    <a:pt x="3232444" y="565500"/>
                  </a:lnTo>
                  <a:lnTo>
                    <a:pt x="3315328" y="560861"/>
                  </a:lnTo>
                  <a:lnTo>
                    <a:pt x="3398211" y="557356"/>
                  </a:lnTo>
                  <a:lnTo>
                    <a:pt x="3481094" y="552994"/>
                  </a:lnTo>
                  <a:lnTo>
                    <a:pt x="3563977" y="547953"/>
                  </a:lnTo>
                  <a:lnTo>
                    <a:pt x="3646860" y="543207"/>
                  </a:lnTo>
                  <a:lnTo>
                    <a:pt x="3729744" y="540277"/>
                  </a:lnTo>
                  <a:lnTo>
                    <a:pt x="3812627" y="538707"/>
                  </a:lnTo>
                  <a:lnTo>
                    <a:pt x="3895510" y="537521"/>
                  </a:lnTo>
                  <a:lnTo>
                    <a:pt x="3978393" y="536446"/>
                  </a:lnTo>
                  <a:lnTo>
                    <a:pt x="4061276" y="535343"/>
                  </a:lnTo>
                  <a:lnTo>
                    <a:pt x="4144160" y="534196"/>
                  </a:lnTo>
                  <a:lnTo>
                    <a:pt x="4227043" y="533087"/>
                  </a:lnTo>
                  <a:lnTo>
                    <a:pt x="4309926" y="532119"/>
                  </a:lnTo>
                  <a:lnTo>
                    <a:pt x="4392809" y="530695"/>
                  </a:lnTo>
                  <a:lnTo>
                    <a:pt x="4475692" y="528361"/>
                  </a:lnTo>
                  <a:lnTo>
                    <a:pt x="4558576" y="525086"/>
                  </a:lnTo>
                  <a:lnTo>
                    <a:pt x="4641459" y="520809"/>
                  </a:lnTo>
                  <a:lnTo>
                    <a:pt x="4724342" y="515444"/>
                  </a:lnTo>
                  <a:lnTo>
                    <a:pt x="4807225" y="508893"/>
                  </a:lnTo>
                  <a:lnTo>
                    <a:pt x="4890108" y="501053"/>
                  </a:lnTo>
                  <a:lnTo>
                    <a:pt x="4972992" y="491824"/>
                  </a:lnTo>
                  <a:lnTo>
                    <a:pt x="5055875" y="481119"/>
                  </a:lnTo>
                  <a:lnTo>
                    <a:pt x="5138758" y="468865"/>
                  </a:lnTo>
                  <a:lnTo>
                    <a:pt x="5221641" y="455013"/>
                  </a:lnTo>
                  <a:lnTo>
                    <a:pt x="5304524" y="439533"/>
                  </a:lnTo>
                  <a:lnTo>
                    <a:pt x="5387408" y="422411"/>
                  </a:lnTo>
                  <a:lnTo>
                    <a:pt x="5470291" y="403653"/>
                  </a:lnTo>
                  <a:lnTo>
                    <a:pt x="5553174" y="383274"/>
                  </a:lnTo>
                  <a:lnTo>
                    <a:pt x="5636057" y="361298"/>
                  </a:lnTo>
                  <a:lnTo>
                    <a:pt x="5718940" y="337754"/>
                  </a:lnTo>
                  <a:lnTo>
                    <a:pt x="5801824" y="312678"/>
                  </a:lnTo>
                  <a:lnTo>
                    <a:pt x="5884707" y="286104"/>
                  </a:lnTo>
                  <a:lnTo>
                    <a:pt x="5967590" y="258068"/>
                  </a:lnTo>
                  <a:lnTo>
                    <a:pt x="6015395" y="241075"/>
                  </a:lnTo>
                  <a:lnTo>
                    <a:pt x="6015395" y="785721"/>
                  </a:lnTo>
                  <a:lnTo>
                    <a:pt x="5967590" y="779760"/>
                  </a:lnTo>
                  <a:lnTo>
                    <a:pt x="5884707" y="770153"/>
                  </a:lnTo>
                  <a:lnTo>
                    <a:pt x="5801824" y="761278"/>
                  </a:lnTo>
                  <a:lnTo>
                    <a:pt x="5718940" y="753142"/>
                  </a:lnTo>
                  <a:lnTo>
                    <a:pt x="5636057" y="745747"/>
                  </a:lnTo>
                  <a:lnTo>
                    <a:pt x="5553174" y="739096"/>
                  </a:lnTo>
                  <a:lnTo>
                    <a:pt x="5470291" y="733189"/>
                  </a:lnTo>
                  <a:lnTo>
                    <a:pt x="5387408" y="728017"/>
                  </a:lnTo>
                  <a:lnTo>
                    <a:pt x="5304524" y="723566"/>
                  </a:lnTo>
                  <a:lnTo>
                    <a:pt x="5221641" y="719807"/>
                  </a:lnTo>
                  <a:lnTo>
                    <a:pt x="5138758" y="716698"/>
                  </a:lnTo>
                  <a:lnTo>
                    <a:pt x="5055875" y="714177"/>
                  </a:lnTo>
                  <a:lnTo>
                    <a:pt x="4972992" y="712162"/>
                  </a:lnTo>
                  <a:lnTo>
                    <a:pt x="4890108" y="710550"/>
                  </a:lnTo>
                  <a:lnTo>
                    <a:pt x="4807225" y="709223"/>
                  </a:lnTo>
                  <a:lnTo>
                    <a:pt x="4724342" y="708049"/>
                  </a:lnTo>
                  <a:lnTo>
                    <a:pt x="4641459" y="706894"/>
                  </a:lnTo>
                  <a:lnTo>
                    <a:pt x="4558576" y="705627"/>
                  </a:lnTo>
                  <a:lnTo>
                    <a:pt x="4475692" y="704134"/>
                  </a:lnTo>
                  <a:lnTo>
                    <a:pt x="4392809" y="702321"/>
                  </a:lnTo>
                  <a:lnTo>
                    <a:pt x="4309926" y="700125"/>
                  </a:lnTo>
                  <a:lnTo>
                    <a:pt x="4227043" y="697660"/>
                  </a:lnTo>
                  <a:lnTo>
                    <a:pt x="4144160" y="695276"/>
                  </a:lnTo>
                  <a:lnTo>
                    <a:pt x="4061276" y="693250"/>
                  </a:lnTo>
                  <a:lnTo>
                    <a:pt x="3978393" y="691828"/>
                  </a:lnTo>
                  <a:lnTo>
                    <a:pt x="3895510" y="691163"/>
                  </a:lnTo>
                  <a:lnTo>
                    <a:pt x="3812627" y="691280"/>
                  </a:lnTo>
                  <a:lnTo>
                    <a:pt x="3729744" y="692074"/>
                  </a:lnTo>
                  <a:lnTo>
                    <a:pt x="3646860" y="693431"/>
                  </a:lnTo>
                  <a:lnTo>
                    <a:pt x="3563977" y="695609"/>
                  </a:lnTo>
                  <a:lnTo>
                    <a:pt x="3481094" y="698859"/>
                  </a:lnTo>
                  <a:lnTo>
                    <a:pt x="3398211" y="702849"/>
                  </a:lnTo>
                  <a:lnTo>
                    <a:pt x="3315328" y="706443"/>
                  </a:lnTo>
                  <a:lnTo>
                    <a:pt x="3232444" y="709405"/>
                  </a:lnTo>
                  <a:lnTo>
                    <a:pt x="3149561" y="713398"/>
                  </a:lnTo>
                  <a:lnTo>
                    <a:pt x="3066678" y="718329"/>
                  </a:lnTo>
                  <a:lnTo>
                    <a:pt x="2983795" y="722304"/>
                  </a:lnTo>
                  <a:lnTo>
                    <a:pt x="2900912" y="725450"/>
                  </a:lnTo>
                  <a:lnTo>
                    <a:pt x="2818028" y="729579"/>
                  </a:lnTo>
                  <a:lnTo>
                    <a:pt x="2735145" y="734056"/>
                  </a:lnTo>
                  <a:lnTo>
                    <a:pt x="2652262" y="736832"/>
                  </a:lnTo>
                  <a:lnTo>
                    <a:pt x="2569379" y="736671"/>
                  </a:lnTo>
                  <a:lnTo>
                    <a:pt x="2486496" y="736123"/>
                  </a:lnTo>
                  <a:lnTo>
                    <a:pt x="2403612" y="735411"/>
                  </a:lnTo>
                  <a:lnTo>
                    <a:pt x="2320729" y="733707"/>
                  </a:lnTo>
                  <a:lnTo>
                    <a:pt x="2237846" y="729841"/>
                  </a:lnTo>
                  <a:lnTo>
                    <a:pt x="2154963" y="724903"/>
                  </a:lnTo>
                  <a:lnTo>
                    <a:pt x="2072080" y="719422"/>
                  </a:lnTo>
                  <a:lnTo>
                    <a:pt x="1989196" y="713635"/>
                  </a:lnTo>
                  <a:lnTo>
                    <a:pt x="1906313" y="707723"/>
                  </a:lnTo>
                  <a:lnTo>
                    <a:pt x="1823430" y="701839"/>
                  </a:lnTo>
                  <a:lnTo>
                    <a:pt x="1740547" y="696154"/>
                  </a:lnTo>
                  <a:lnTo>
                    <a:pt x="1657664" y="690954"/>
                  </a:lnTo>
                  <a:lnTo>
                    <a:pt x="1574780" y="686444"/>
                  </a:lnTo>
                  <a:lnTo>
                    <a:pt x="1491897" y="682793"/>
                  </a:lnTo>
                  <a:lnTo>
                    <a:pt x="1409014" y="680160"/>
                  </a:lnTo>
                  <a:lnTo>
                    <a:pt x="1326131" y="678673"/>
                  </a:lnTo>
                  <a:lnTo>
                    <a:pt x="1243248" y="678423"/>
                  </a:lnTo>
                  <a:lnTo>
                    <a:pt x="1160364" y="679459"/>
                  </a:lnTo>
                  <a:lnTo>
                    <a:pt x="1077481" y="681792"/>
                  </a:lnTo>
                  <a:lnTo>
                    <a:pt x="994598" y="685408"/>
                  </a:lnTo>
                  <a:lnTo>
                    <a:pt x="911715" y="690271"/>
                  </a:lnTo>
                  <a:lnTo>
                    <a:pt x="828832" y="696334"/>
                  </a:lnTo>
                  <a:lnTo>
                    <a:pt x="745948" y="703546"/>
                  </a:lnTo>
                  <a:lnTo>
                    <a:pt x="663065" y="711852"/>
                  </a:lnTo>
                  <a:lnTo>
                    <a:pt x="580182" y="721199"/>
                  </a:lnTo>
                  <a:lnTo>
                    <a:pt x="497299" y="731537"/>
                  </a:lnTo>
                  <a:lnTo>
                    <a:pt x="414416" y="742817"/>
                  </a:lnTo>
                  <a:lnTo>
                    <a:pt x="331532" y="754994"/>
                  </a:lnTo>
                  <a:lnTo>
                    <a:pt x="248649" y="768024"/>
                  </a:lnTo>
                  <a:lnTo>
                    <a:pt x="165766" y="781866"/>
                  </a:lnTo>
                  <a:lnTo>
                    <a:pt x="82883" y="796483"/>
                  </a:lnTo>
                  <a:lnTo>
                    <a:pt x="0" y="8118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375144"/>
              <a:ext cx="6015395" cy="594513"/>
            </a:xfrm>
            <a:custGeom>
              <a:avLst/>
              <a:pathLst>
                <a:path w="6015395" h="594513">
                  <a:moveTo>
                    <a:pt x="0" y="0"/>
                  </a:moveTo>
                  <a:lnTo>
                    <a:pt x="82883" y="42039"/>
                  </a:lnTo>
                  <a:lnTo>
                    <a:pt x="165766" y="82457"/>
                  </a:lnTo>
                  <a:lnTo>
                    <a:pt x="248649" y="121253"/>
                  </a:lnTo>
                  <a:lnTo>
                    <a:pt x="331532" y="158422"/>
                  </a:lnTo>
                  <a:lnTo>
                    <a:pt x="414416" y="193957"/>
                  </a:lnTo>
                  <a:lnTo>
                    <a:pt x="497299" y="227850"/>
                  </a:lnTo>
                  <a:lnTo>
                    <a:pt x="580182" y="260088"/>
                  </a:lnTo>
                  <a:lnTo>
                    <a:pt x="663065" y="290658"/>
                  </a:lnTo>
                  <a:lnTo>
                    <a:pt x="745948" y="319543"/>
                  </a:lnTo>
                  <a:lnTo>
                    <a:pt x="828832" y="346724"/>
                  </a:lnTo>
                  <a:lnTo>
                    <a:pt x="911715" y="372182"/>
                  </a:lnTo>
                  <a:lnTo>
                    <a:pt x="994598" y="395898"/>
                  </a:lnTo>
                  <a:lnTo>
                    <a:pt x="1077481" y="417861"/>
                  </a:lnTo>
                  <a:lnTo>
                    <a:pt x="1160364" y="438069"/>
                  </a:lnTo>
                  <a:lnTo>
                    <a:pt x="1243248" y="456541"/>
                  </a:lnTo>
                  <a:lnTo>
                    <a:pt x="1326131" y="473322"/>
                  </a:lnTo>
                  <a:lnTo>
                    <a:pt x="1409014" y="488497"/>
                  </a:lnTo>
                  <a:lnTo>
                    <a:pt x="1491897" y="502190"/>
                  </a:lnTo>
                  <a:lnTo>
                    <a:pt x="1574780" y="514563"/>
                  </a:lnTo>
                  <a:lnTo>
                    <a:pt x="1657664" y="525811"/>
                  </a:lnTo>
                  <a:lnTo>
                    <a:pt x="1740547" y="536135"/>
                  </a:lnTo>
                  <a:lnTo>
                    <a:pt x="1823430" y="545805"/>
                  </a:lnTo>
                  <a:lnTo>
                    <a:pt x="1906313" y="555025"/>
                  </a:lnTo>
                  <a:lnTo>
                    <a:pt x="1989196" y="563648"/>
                  </a:lnTo>
                  <a:lnTo>
                    <a:pt x="2072080" y="571496"/>
                  </a:lnTo>
                  <a:lnTo>
                    <a:pt x="2154963" y="578423"/>
                  </a:lnTo>
                  <a:lnTo>
                    <a:pt x="2237846" y="584338"/>
                  </a:lnTo>
                  <a:lnTo>
                    <a:pt x="2320729" y="589186"/>
                  </a:lnTo>
                  <a:lnTo>
                    <a:pt x="2403612" y="592636"/>
                  </a:lnTo>
                  <a:lnTo>
                    <a:pt x="2486496" y="594305"/>
                  </a:lnTo>
                  <a:lnTo>
                    <a:pt x="2569379" y="594513"/>
                  </a:lnTo>
                  <a:lnTo>
                    <a:pt x="2652262" y="594453"/>
                  </a:lnTo>
                  <a:lnTo>
                    <a:pt x="2735145" y="593065"/>
                  </a:lnTo>
                  <a:lnTo>
                    <a:pt x="2818028" y="589413"/>
                  </a:lnTo>
                  <a:lnTo>
                    <a:pt x="2900912" y="584328"/>
                  </a:lnTo>
                  <a:lnTo>
                    <a:pt x="2983795" y="580057"/>
                  </a:lnTo>
                  <a:lnTo>
                    <a:pt x="3066678" y="576651"/>
                  </a:lnTo>
                  <a:lnTo>
                    <a:pt x="3149561" y="571579"/>
                  </a:lnTo>
                  <a:lnTo>
                    <a:pt x="3232444" y="565500"/>
                  </a:lnTo>
                  <a:lnTo>
                    <a:pt x="3315328" y="560861"/>
                  </a:lnTo>
                  <a:lnTo>
                    <a:pt x="3398211" y="557356"/>
                  </a:lnTo>
                  <a:lnTo>
                    <a:pt x="3481094" y="552994"/>
                  </a:lnTo>
                  <a:lnTo>
                    <a:pt x="3563977" y="547953"/>
                  </a:lnTo>
                  <a:lnTo>
                    <a:pt x="3646860" y="543207"/>
                  </a:lnTo>
                  <a:lnTo>
                    <a:pt x="3729744" y="540277"/>
                  </a:lnTo>
                  <a:lnTo>
                    <a:pt x="3812627" y="538707"/>
                  </a:lnTo>
                  <a:lnTo>
                    <a:pt x="3895510" y="537521"/>
                  </a:lnTo>
                  <a:lnTo>
                    <a:pt x="3978393" y="536446"/>
                  </a:lnTo>
                  <a:lnTo>
                    <a:pt x="4061276" y="535343"/>
                  </a:lnTo>
                  <a:lnTo>
                    <a:pt x="4144160" y="534196"/>
                  </a:lnTo>
                  <a:lnTo>
                    <a:pt x="4227043" y="533087"/>
                  </a:lnTo>
                  <a:lnTo>
                    <a:pt x="4309926" y="532119"/>
                  </a:lnTo>
                  <a:lnTo>
                    <a:pt x="4392809" y="530695"/>
                  </a:lnTo>
                  <a:lnTo>
                    <a:pt x="4475692" y="528361"/>
                  </a:lnTo>
                  <a:lnTo>
                    <a:pt x="4558576" y="525086"/>
                  </a:lnTo>
                  <a:lnTo>
                    <a:pt x="4641459" y="520809"/>
                  </a:lnTo>
                  <a:lnTo>
                    <a:pt x="4724342" y="515444"/>
                  </a:lnTo>
                  <a:lnTo>
                    <a:pt x="4807225" y="508893"/>
                  </a:lnTo>
                  <a:lnTo>
                    <a:pt x="4890108" y="501053"/>
                  </a:lnTo>
                  <a:lnTo>
                    <a:pt x="4972992" y="491824"/>
                  </a:lnTo>
                  <a:lnTo>
                    <a:pt x="5055875" y="481119"/>
                  </a:lnTo>
                  <a:lnTo>
                    <a:pt x="5138758" y="468865"/>
                  </a:lnTo>
                  <a:lnTo>
                    <a:pt x="5221641" y="455013"/>
                  </a:lnTo>
                  <a:lnTo>
                    <a:pt x="5304524" y="439533"/>
                  </a:lnTo>
                  <a:lnTo>
                    <a:pt x="5387408" y="422411"/>
                  </a:lnTo>
                  <a:lnTo>
                    <a:pt x="5470291" y="403653"/>
                  </a:lnTo>
                  <a:lnTo>
                    <a:pt x="5553174" y="383274"/>
                  </a:lnTo>
                  <a:lnTo>
                    <a:pt x="5636057" y="361298"/>
                  </a:lnTo>
                  <a:lnTo>
                    <a:pt x="5718940" y="337754"/>
                  </a:lnTo>
                  <a:lnTo>
                    <a:pt x="5801824" y="312678"/>
                  </a:lnTo>
                  <a:lnTo>
                    <a:pt x="5884707" y="286104"/>
                  </a:lnTo>
                  <a:lnTo>
                    <a:pt x="5967590" y="258068"/>
                  </a:lnTo>
                  <a:lnTo>
                    <a:pt x="6015395" y="241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5053568"/>
              <a:ext cx="6015395" cy="133413"/>
            </a:xfrm>
            <a:custGeom>
              <a:avLst/>
              <a:pathLst>
                <a:path w="6015395" h="133413">
                  <a:moveTo>
                    <a:pt x="6015395" y="107298"/>
                  </a:moveTo>
                  <a:lnTo>
                    <a:pt x="5967590" y="101337"/>
                  </a:lnTo>
                  <a:lnTo>
                    <a:pt x="5884707" y="91729"/>
                  </a:lnTo>
                  <a:lnTo>
                    <a:pt x="5801824" y="82855"/>
                  </a:lnTo>
                  <a:lnTo>
                    <a:pt x="5718940" y="74718"/>
                  </a:lnTo>
                  <a:lnTo>
                    <a:pt x="5636057" y="67324"/>
                  </a:lnTo>
                  <a:lnTo>
                    <a:pt x="5553174" y="60673"/>
                  </a:lnTo>
                  <a:lnTo>
                    <a:pt x="5470291" y="54766"/>
                  </a:lnTo>
                  <a:lnTo>
                    <a:pt x="5387408" y="49594"/>
                  </a:lnTo>
                  <a:lnTo>
                    <a:pt x="5304524" y="45142"/>
                  </a:lnTo>
                  <a:lnTo>
                    <a:pt x="5221641" y="41384"/>
                  </a:lnTo>
                  <a:lnTo>
                    <a:pt x="5138758" y="38275"/>
                  </a:lnTo>
                  <a:lnTo>
                    <a:pt x="5055875" y="35754"/>
                  </a:lnTo>
                  <a:lnTo>
                    <a:pt x="4972992" y="33738"/>
                  </a:lnTo>
                  <a:lnTo>
                    <a:pt x="4890108" y="32127"/>
                  </a:lnTo>
                  <a:lnTo>
                    <a:pt x="4807225" y="30799"/>
                  </a:lnTo>
                  <a:lnTo>
                    <a:pt x="4724342" y="29626"/>
                  </a:lnTo>
                  <a:lnTo>
                    <a:pt x="4641459" y="28470"/>
                  </a:lnTo>
                  <a:lnTo>
                    <a:pt x="4558576" y="27204"/>
                  </a:lnTo>
                  <a:lnTo>
                    <a:pt x="4475692" y="25711"/>
                  </a:lnTo>
                  <a:lnTo>
                    <a:pt x="4392809" y="23898"/>
                  </a:lnTo>
                  <a:lnTo>
                    <a:pt x="4309926" y="21702"/>
                  </a:lnTo>
                  <a:lnTo>
                    <a:pt x="4227043" y="19236"/>
                  </a:lnTo>
                  <a:lnTo>
                    <a:pt x="4144160" y="16852"/>
                  </a:lnTo>
                  <a:lnTo>
                    <a:pt x="4061276" y="14826"/>
                  </a:lnTo>
                  <a:lnTo>
                    <a:pt x="3978393" y="13405"/>
                  </a:lnTo>
                  <a:lnTo>
                    <a:pt x="3895510" y="12740"/>
                  </a:lnTo>
                  <a:lnTo>
                    <a:pt x="3812627" y="12857"/>
                  </a:lnTo>
                  <a:lnTo>
                    <a:pt x="3729744" y="13651"/>
                  </a:lnTo>
                  <a:lnTo>
                    <a:pt x="3646860" y="15008"/>
                  </a:lnTo>
                  <a:lnTo>
                    <a:pt x="3563977" y="17185"/>
                  </a:lnTo>
                  <a:lnTo>
                    <a:pt x="3481094" y="20436"/>
                  </a:lnTo>
                  <a:lnTo>
                    <a:pt x="3398211" y="24425"/>
                  </a:lnTo>
                  <a:lnTo>
                    <a:pt x="3315328" y="28019"/>
                  </a:lnTo>
                  <a:lnTo>
                    <a:pt x="3232444" y="30982"/>
                  </a:lnTo>
                  <a:lnTo>
                    <a:pt x="3149561" y="34975"/>
                  </a:lnTo>
                  <a:lnTo>
                    <a:pt x="3066678" y="39906"/>
                  </a:lnTo>
                  <a:lnTo>
                    <a:pt x="2983795" y="43880"/>
                  </a:lnTo>
                  <a:lnTo>
                    <a:pt x="2900912" y="47026"/>
                  </a:lnTo>
                  <a:lnTo>
                    <a:pt x="2818028" y="51156"/>
                  </a:lnTo>
                  <a:lnTo>
                    <a:pt x="2735145" y="55633"/>
                  </a:lnTo>
                  <a:lnTo>
                    <a:pt x="2652262" y="58408"/>
                  </a:lnTo>
                  <a:lnTo>
                    <a:pt x="2569379" y="58247"/>
                  </a:lnTo>
                  <a:lnTo>
                    <a:pt x="2486496" y="57700"/>
                  </a:lnTo>
                  <a:lnTo>
                    <a:pt x="2403612" y="56987"/>
                  </a:lnTo>
                  <a:lnTo>
                    <a:pt x="2320729" y="55284"/>
                  </a:lnTo>
                  <a:lnTo>
                    <a:pt x="2237846" y="51418"/>
                  </a:lnTo>
                  <a:lnTo>
                    <a:pt x="2154963" y="46480"/>
                  </a:lnTo>
                  <a:lnTo>
                    <a:pt x="2072080" y="40999"/>
                  </a:lnTo>
                  <a:lnTo>
                    <a:pt x="1989196" y="35211"/>
                  </a:lnTo>
                  <a:lnTo>
                    <a:pt x="1906313" y="29300"/>
                  </a:lnTo>
                  <a:lnTo>
                    <a:pt x="1823430" y="23415"/>
                  </a:lnTo>
                  <a:lnTo>
                    <a:pt x="1740547" y="17731"/>
                  </a:lnTo>
                  <a:lnTo>
                    <a:pt x="1657664" y="12531"/>
                  </a:lnTo>
                  <a:lnTo>
                    <a:pt x="1574780" y="8021"/>
                  </a:lnTo>
                  <a:lnTo>
                    <a:pt x="1491897" y="4370"/>
                  </a:lnTo>
                  <a:lnTo>
                    <a:pt x="1409014" y="1737"/>
                  </a:lnTo>
                  <a:lnTo>
                    <a:pt x="1326131" y="250"/>
                  </a:lnTo>
                  <a:lnTo>
                    <a:pt x="1243248" y="0"/>
                  </a:lnTo>
                  <a:lnTo>
                    <a:pt x="1160364" y="1035"/>
                  </a:lnTo>
                  <a:lnTo>
                    <a:pt x="1077481" y="3369"/>
                  </a:lnTo>
                  <a:lnTo>
                    <a:pt x="994598" y="6985"/>
                  </a:lnTo>
                  <a:lnTo>
                    <a:pt x="911715" y="11848"/>
                  </a:lnTo>
                  <a:lnTo>
                    <a:pt x="828832" y="17911"/>
                  </a:lnTo>
                  <a:lnTo>
                    <a:pt x="745948" y="25123"/>
                  </a:lnTo>
                  <a:lnTo>
                    <a:pt x="663065" y="33428"/>
                  </a:lnTo>
                  <a:lnTo>
                    <a:pt x="580182" y="42776"/>
                  </a:lnTo>
                  <a:lnTo>
                    <a:pt x="497299" y="53114"/>
                  </a:lnTo>
                  <a:lnTo>
                    <a:pt x="414416" y="64394"/>
                  </a:lnTo>
                  <a:lnTo>
                    <a:pt x="331532" y="76571"/>
                  </a:lnTo>
                  <a:lnTo>
                    <a:pt x="248649" y="89601"/>
                  </a:lnTo>
                  <a:lnTo>
                    <a:pt x="165766" y="103443"/>
                  </a:lnTo>
                  <a:lnTo>
                    <a:pt x="82883" y="118060"/>
                  </a:lnTo>
                  <a:lnTo>
                    <a:pt x="0" y="133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781063"/>
              <a:ext cx="6015395" cy="259724"/>
            </a:xfrm>
            <a:custGeom>
              <a:avLst/>
              <a:pathLst>
                <a:path w="6015395" h="259724">
                  <a:moveTo>
                    <a:pt x="0" y="0"/>
                  </a:moveTo>
                  <a:lnTo>
                    <a:pt x="82883" y="13342"/>
                  </a:lnTo>
                  <a:lnTo>
                    <a:pt x="165766" y="26243"/>
                  </a:lnTo>
                  <a:lnTo>
                    <a:pt x="248649" y="38720"/>
                  </a:lnTo>
                  <a:lnTo>
                    <a:pt x="331532" y="50789"/>
                  </a:lnTo>
                  <a:lnTo>
                    <a:pt x="414416" y="62469"/>
                  </a:lnTo>
                  <a:lnTo>
                    <a:pt x="497299" y="73775"/>
                  </a:lnTo>
                  <a:lnTo>
                    <a:pt x="580182" y="84725"/>
                  </a:lnTo>
                  <a:lnTo>
                    <a:pt x="663065" y="95336"/>
                  </a:lnTo>
                  <a:lnTo>
                    <a:pt x="745948" y="105626"/>
                  </a:lnTo>
                  <a:lnTo>
                    <a:pt x="828832" y="115611"/>
                  </a:lnTo>
                  <a:lnTo>
                    <a:pt x="911715" y="125308"/>
                  </a:lnTo>
                  <a:lnTo>
                    <a:pt x="994598" y="134735"/>
                  </a:lnTo>
                  <a:lnTo>
                    <a:pt x="1077481" y="143908"/>
                  </a:lnTo>
                  <a:lnTo>
                    <a:pt x="1160364" y="152845"/>
                  </a:lnTo>
                  <a:lnTo>
                    <a:pt x="1243248" y="161563"/>
                  </a:lnTo>
                  <a:lnTo>
                    <a:pt x="1326131" y="170079"/>
                  </a:lnTo>
                  <a:lnTo>
                    <a:pt x="1409014" y="178410"/>
                  </a:lnTo>
                  <a:lnTo>
                    <a:pt x="1491897" y="186573"/>
                  </a:lnTo>
                  <a:lnTo>
                    <a:pt x="1574780" y="194585"/>
                  </a:lnTo>
                  <a:lnTo>
                    <a:pt x="1657664" y="202464"/>
                  </a:lnTo>
                  <a:lnTo>
                    <a:pt x="1740547" y="210226"/>
                  </a:lnTo>
                  <a:lnTo>
                    <a:pt x="1823430" y="217903"/>
                  </a:lnTo>
                  <a:lnTo>
                    <a:pt x="1906313" y="225456"/>
                  </a:lnTo>
                  <a:lnTo>
                    <a:pt x="1989196" y="232723"/>
                  </a:lnTo>
                  <a:lnTo>
                    <a:pt x="2072080" y="239540"/>
                  </a:lnTo>
                  <a:lnTo>
                    <a:pt x="2154963" y="245745"/>
                  </a:lnTo>
                  <a:lnTo>
                    <a:pt x="2237846" y="251171"/>
                  </a:lnTo>
                  <a:lnTo>
                    <a:pt x="2320729" y="255528"/>
                  </a:lnTo>
                  <a:lnTo>
                    <a:pt x="2403612" y="258105"/>
                  </a:lnTo>
                  <a:lnTo>
                    <a:pt x="2486496" y="259295"/>
                  </a:lnTo>
                  <a:lnTo>
                    <a:pt x="2569379" y="259673"/>
                  </a:lnTo>
                  <a:lnTo>
                    <a:pt x="2652262" y="259724"/>
                  </a:lnTo>
                  <a:lnTo>
                    <a:pt x="2735145" y="257642"/>
                  </a:lnTo>
                  <a:lnTo>
                    <a:pt x="2818028" y="253577"/>
                  </a:lnTo>
                  <a:lnTo>
                    <a:pt x="2900912" y="248970"/>
                  </a:lnTo>
                  <a:lnTo>
                    <a:pt x="2983795" y="245262"/>
                  </a:lnTo>
                  <a:lnTo>
                    <a:pt x="3066678" y="241572"/>
                  </a:lnTo>
                  <a:lnTo>
                    <a:pt x="3149561" y="236570"/>
                  </a:lnTo>
                  <a:lnTo>
                    <a:pt x="3232444" y="231534"/>
                  </a:lnTo>
                  <a:lnTo>
                    <a:pt x="3315328" y="227733"/>
                  </a:lnTo>
                  <a:lnTo>
                    <a:pt x="3398211" y="224184"/>
                  </a:lnTo>
                  <a:lnTo>
                    <a:pt x="3481094" y="220008"/>
                  </a:lnTo>
                  <a:lnTo>
                    <a:pt x="3563977" y="215862"/>
                  </a:lnTo>
                  <a:lnTo>
                    <a:pt x="3646860" y="212400"/>
                  </a:lnTo>
                  <a:lnTo>
                    <a:pt x="3729744" y="210257"/>
                  </a:lnTo>
                  <a:lnTo>
                    <a:pt x="3812627" y="209075"/>
                  </a:lnTo>
                  <a:lnTo>
                    <a:pt x="3895510" y="208423"/>
                  </a:lnTo>
                  <a:lnTo>
                    <a:pt x="3978393" y="208219"/>
                  </a:lnTo>
                  <a:lnTo>
                    <a:pt x="4061276" y="208378"/>
                  </a:lnTo>
                  <a:lnTo>
                    <a:pt x="4144160" y="208817"/>
                  </a:lnTo>
                  <a:lnTo>
                    <a:pt x="4227043" y="209455"/>
                  </a:lnTo>
                  <a:lnTo>
                    <a:pt x="4309926" y="210204"/>
                  </a:lnTo>
                  <a:lnTo>
                    <a:pt x="4392809" y="210590"/>
                  </a:lnTo>
                  <a:lnTo>
                    <a:pt x="4475692" y="210329"/>
                  </a:lnTo>
                  <a:lnTo>
                    <a:pt x="4558576" y="209438"/>
                  </a:lnTo>
                  <a:lnTo>
                    <a:pt x="4641459" y="207933"/>
                  </a:lnTo>
                  <a:lnTo>
                    <a:pt x="4724342" y="205828"/>
                  </a:lnTo>
                  <a:lnTo>
                    <a:pt x="4807225" y="203139"/>
                  </a:lnTo>
                  <a:lnTo>
                    <a:pt x="4890108" y="199883"/>
                  </a:lnTo>
                  <a:lnTo>
                    <a:pt x="4972992" y="196074"/>
                  </a:lnTo>
                  <a:lnTo>
                    <a:pt x="5055875" y="191729"/>
                  </a:lnTo>
                  <a:lnTo>
                    <a:pt x="5138758" y="186863"/>
                  </a:lnTo>
                  <a:lnTo>
                    <a:pt x="5221641" y="181492"/>
                  </a:lnTo>
                  <a:lnTo>
                    <a:pt x="5304524" y="175631"/>
                  </a:lnTo>
                  <a:lnTo>
                    <a:pt x="5387408" y="169296"/>
                  </a:lnTo>
                  <a:lnTo>
                    <a:pt x="5470291" y="162502"/>
                  </a:lnTo>
                  <a:lnTo>
                    <a:pt x="5553174" y="155267"/>
                  </a:lnTo>
                  <a:lnTo>
                    <a:pt x="5636057" y="147604"/>
                  </a:lnTo>
                  <a:lnTo>
                    <a:pt x="5718940" y="139530"/>
                  </a:lnTo>
                  <a:lnTo>
                    <a:pt x="5801824" y="131060"/>
                  </a:lnTo>
                  <a:lnTo>
                    <a:pt x="5884707" y="122210"/>
                  </a:lnTo>
                  <a:lnTo>
                    <a:pt x="5967590" y="112996"/>
                  </a:lnTo>
                  <a:lnTo>
                    <a:pt x="6015395" y="10748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409760"/>
              <a:ext cx="6015395" cy="757897"/>
            </a:xfrm>
            <a:custGeom>
              <a:avLst/>
              <a:pathLst>
                <a:path w="6015395" h="757897">
                  <a:moveTo>
                    <a:pt x="0" y="0"/>
                  </a:moveTo>
                  <a:lnTo>
                    <a:pt x="82883" y="44155"/>
                  </a:lnTo>
                  <a:lnTo>
                    <a:pt x="165766" y="86587"/>
                  </a:lnTo>
                  <a:lnTo>
                    <a:pt x="248649" y="127291"/>
                  </a:lnTo>
                  <a:lnTo>
                    <a:pt x="331532" y="166263"/>
                  </a:lnTo>
                  <a:lnTo>
                    <a:pt x="414416" y="203498"/>
                  </a:lnTo>
                  <a:lnTo>
                    <a:pt x="497299" y="238988"/>
                  </a:lnTo>
                  <a:lnTo>
                    <a:pt x="580182" y="272721"/>
                  </a:lnTo>
                  <a:lnTo>
                    <a:pt x="663065" y="304684"/>
                  </a:lnTo>
                  <a:lnTo>
                    <a:pt x="745948" y="334863"/>
                  </a:lnTo>
                  <a:lnTo>
                    <a:pt x="828832" y="363241"/>
                  </a:lnTo>
                  <a:lnTo>
                    <a:pt x="911715" y="389800"/>
                  </a:lnTo>
                  <a:lnTo>
                    <a:pt x="994598" y="414523"/>
                  </a:lnTo>
                  <a:lnTo>
                    <a:pt x="1077481" y="437399"/>
                  </a:lnTo>
                  <a:lnTo>
                    <a:pt x="1160364" y="458428"/>
                  </a:lnTo>
                  <a:lnTo>
                    <a:pt x="1243248" y="477625"/>
                  </a:lnTo>
                  <a:lnTo>
                    <a:pt x="1326131" y="495030"/>
                  </a:lnTo>
                  <a:lnTo>
                    <a:pt x="1409014" y="510719"/>
                  </a:lnTo>
                  <a:lnTo>
                    <a:pt x="1491897" y="524800"/>
                  </a:lnTo>
                  <a:lnTo>
                    <a:pt x="1574780" y="537419"/>
                  </a:lnTo>
                  <a:lnTo>
                    <a:pt x="1657664" y="548747"/>
                  </a:lnTo>
                  <a:lnTo>
                    <a:pt x="1740547" y="558964"/>
                  </a:lnTo>
                  <a:lnTo>
                    <a:pt x="1823430" y="568271"/>
                  </a:lnTo>
                  <a:lnTo>
                    <a:pt x="1906313" y="576790"/>
                  </a:lnTo>
                  <a:lnTo>
                    <a:pt x="1989196" y="584442"/>
                  </a:lnTo>
                  <a:lnTo>
                    <a:pt x="2072080" y="591130"/>
                  </a:lnTo>
                  <a:lnTo>
                    <a:pt x="2154963" y="596782"/>
                  </a:lnTo>
                  <a:lnTo>
                    <a:pt x="2237846" y="601376"/>
                  </a:lnTo>
                  <a:lnTo>
                    <a:pt x="2320729" y="604720"/>
                  </a:lnTo>
                  <a:lnTo>
                    <a:pt x="2403612" y="605562"/>
                  </a:lnTo>
                  <a:lnTo>
                    <a:pt x="2486496" y="604123"/>
                  </a:lnTo>
                  <a:lnTo>
                    <a:pt x="2569379" y="601510"/>
                  </a:lnTo>
                  <a:lnTo>
                    <a:pt x="2652262" y="599556"/>
                  </a:lnTo>
                  <a:lnTo>
                    <a:pt x="2735145" y="596536"/>
                  </a:lnTo>
                  <a:lnTo>
                    <a:pt x="2818028" y="591354"/>
                  </a:lnTo>
                  <a:lnTo>
                    <a:pt x="2900912" y="585141"/>
                  </a:lnTo>
                  <a:lnTo>
                    <a:pt x="2983795" y="580281"/>
                  </a:lnTo>
                  <a:lnTo>
                    <a:pt x="3066678" y="577091"/>
                  </a:lnTo>
                  <a:lnTo>
                    <a:pt x="3149561" y="573060"/>
                  </a:lnTo>
                  <a:lnTo>
                    <a:pt x="3232444" y="568369"/>
                  </a:lnTo>
                  <a:lnTo>
                    <a:pt x="3315328" y="564790"/>
                  </a:lnTo>
                  <a:lnTo>
                    <a:pt x="3398211" y="562203"/>
                  </a:lnTo>
                  <a:lnTo>
                    <a:pt x="3481094" y="559143"/>
                  </a:lnTo>
                  <a:lnTo>
                    <a:pt x="3563977" y="555759"/>
                  </a:lnTo>
                  <a:lnTo>
                    <a:pt x="3646860" y="552915"/>
                  </a:lnTo>
                  <a:lnTo>
                    <a:pt x="3729744" y="551958"/>
                  </a:lnTo>
                  <a:lnTo>
                    <a:pt x="3812627" y="552625"/>
                  </a:lnTo>
                  <a:lnTo>
                    <a:pt x="3895510" y="553995"/>
                  </a:lnTo>
                  <a:lnTo>
                    <a:pt x="3978393" y="555662"/>
                  </a:lnTo>
                  <a:lnTo>
                    <a:pt x="4061276" y="557337"/>
                  </a:lnTo>
                  <a:lnTo>
                    <a:pt x="4144160" y="558844"/>
                  </a:lnTo>
                  <a:lnTo>
                    <a:pt x="4227043" y="560089"/>
                  </a:lnTo>
                  <a:lnTo>
                    <a:pt x="4309926" y="561003"/>
                  </a:lnTo>
                  <a:lnTo>
                    <a:pt x="4392809" y="561098"/>
                  </a:lnTo>
                  <a:lnTo>
                    <a:pt x="4475692" y="560074"/>
                  </a:lnTo>
                  <a:lnTo>
                    <a:pt x="4558576" y="557907"/>
                  </a:lnTo>
                  <a:lnTo>
                    <a:pt x="4641459" y="554547"/>
                  </a:lnTo>
                  <a:lnTo>
                    <a:pt x="4724342" y="549925"/>
                  </a:lnTo>
                  <a:lnTo>
                    <a:pt x="4807225" y="543958"/>
                  </a:lnTo>
                  <a:lnTo>
                    <a:pt x="4890108" y="536559"/>
                  </a:lnTo>
                  <a:lnTo>
                    <a:pt x="4972992" y="527644"/>
                  </a:lnTo>
                  <a:lnTo>
                    <a:pt x="5055875" y="517140"/>
                  </a:lnTo>
                  <a:lnTo>
                    <a:pt x="5138758" y="504990"/>
                  </a:lnTo>
                  <a:lnTo>
                    <a:pt x="5221641" y="491152"/>
                  </a:lnTo>
                  <a:lnTo>
                    <a:pt x="5304524" y="475605"/>
                  </a:lnTo>
                  <a:lnTo>
                    <a:pt x="5387408" y="458343"/>
                  </a:lnTo>
                  <a:lnTo>
                    <a:pt x="5470291" y="439374"/>
                  </a:lnTo>
                  <a:lnTo>
                    <a:pt x="5553174" y="418718"/>
                  </a:lnTo>
                  <a:lnTo>
                    <a:pt x="5636057" y="396401"/>
                  </a:lnTo>
                  <a:lnTo>
                    <a:pt x="5718940" y="372455"/>
                  </a:lnTo>
                  <a:lnTo>
                    <a:pt x="5801824" y="346914"/>
                  </a:lnTo>
                  <a:lnTo>
                    <a:pt x="5884707" y="319815"/>
                  </a:lnTo>
                  <a:lnTo>
                    <a:pt x="5967590" y="291194"/>
                  </a:lnTo>
                  <a:lnTo>
                    <a:pt x="6015395" y="273831"/>
                  </a:lnTo>
                  <a:lnTo>
                    <a:pt x="6015395" y="757897"/>
                  </a:lnTo>
                  <a:lnTo>
                    <a:pt x="5967590" y="754859"/>
                  </a:lnTo>
                  <a:lnTo>
                    <a:pt x="5884707" y="750024"/>
                  </a:lnTo>
                  <a:lnTo>
                    <a:pt x="5801824" y="745617"/>
                  </a:lnTo>
                  <a:lnTo>
                    <a:pt x="5718940" y="741640"/>
                  </a:lnTo>
                  <a:lnTo>
                    <a:pt x="5636057" y="738090"/>
                  </a:lnTo>
                  <a:lnTo>
                    <a:pt x="5553174" y="734964"/>
                  </a:lnTo>
                  <a:lnTo>
                    <a:pt x="5470291" y="732257"/>
                  </a:lnTo>
                  <a:lnTo>
                    <a:pt x="5387408" y="729957"/>
                  </a:lnTo>
                  <a:lnTo>
                    <a:pt x="5304524" y="728045"/>
                  </a:lnTo>
                  <a:lnTo>
                    <a:pt x="5221641" y="726493"/>
                  </a:lnTo>
                  <a:lnTo>
                    <a:pt x="5138758" y="725257"/>
                  </a:lnTo>
                  <a:lnTo>
                    <a:pt x="5055875" y="724276"/>
                  </a:lnTo>
                  <a:lnTo>
                    <a:pt x="4972992" y="723474"/>
                  </a:lnTo>
                  <a:lnTo>
                    <a:pt x="4890108" y="722754"/>
                  </a:lnTo>
                  <a:lnTo>
                    <a:pt x="4807225" y="722005"/>
                  </a:lnTo>
                  <a:lnTo>
                    <a:pt x="4724342" y="721107"/>
                  </a:lnTo>
                  <a:lnTo>
                    <a:pt x="4641459" y="719934"/>
                  </a:lnTo>
                  <a:lnTo>
                    <a:pt x="4558576" y="718366"/>
                  </a:lnTo>
                  <a:lnTo>
                    <a:pt x="4475692" y="716296"/>
                  </a:lnTo>
                  <a:lnTo>
                    <a:pt x="4392809" y="713635"/>
                  </a:lnTo>
                  <a:lnTo>
                    <a:pt x="4309926" y="710323"/>
                  </a:lnTo>
                  <a:lnTo>
                    <a:pt x="4227043" y="706357"/>
                  </a:lnTo>
                  <a:lnTo>
                    <a:pt x="4144160" y="702007"/>
                  </a:lnTo>
                  <a:lnTo>
                    <a:pt x="4061276" y="697680"/>
                  </a:lnTo>
                  <a:lnTo>
                    <a:pt x="3978393" y="693761"/>
                  </a:lnTo>
                  <a:lnTo>
                    <a:pt x="3895510" y="690548"/>
                  </a:lnTo>
                  <a:lnTo>
                    <a:pt x="3812627" y="688228"/>
                  </a:lnTo>
                  <a:lnTo>
                    <a:pt x="3729744" y="686872"/>
                  </a:lnTo>
                  <a:lnTo>
                    <a:pt x="3646860" y="686430"/>
                  </a:lnTo>
                  <a:lnTo>
                    <a:pt x="3563977" y="686992"/>
                  </a:lnTo>
                  <a:lnTo>
                    <a:pt x="3481094" y="688783"/>
                  </a:lnTo>
                  <a:lnTo>
                    <a:pt x="3398211" y="691513"/>
                  </a:lnTo>
                  <a:lnTo>
                    <a:pt x="3315328" y="694179"/>
                  </a:lnTo>
                  <a:lnTo>
                    <a:pt x="3232444" y="696269"/>
                  </a:lnTo>
                  <a:lnTo>
                    <a:pt x="3149561" y="699106"/>
                  </a:lnTo>
                  <a:lnTo>
                    <a:pt x="3066678" y="703010"/>
                  </a:lnTo>
                  <a:lnTo>
                    <a:pt x="2983795" y="706706"/>
                  </a:lnTo>
                  <a:lnTo>
                    <a:pt x="2900912" y="710566"/>
                  </a:lnTo>
                  <a:lnTo>
                    <a:pt x="2818028" y="715930"/>
                  </a:lnTo>
                  <a:lnTo>
                    <a:pt x="2735145" y="721845"/>
                  </a:lnTo>
                  <a:lnTo>
                    <a:pt x="2652262" y="726098"/>
                  </a:lnTo>
                  <a:lnTo>
                    <a:pt x="2569379" y="727856"/>
                  </a:lnTo>
                  <a:lnTo>
                    <a:pt x="2486496" y="730167"/>
                  </a:lnTo>
                  <a:lnTo>
                    <a:pt x="2403612" y="732457"/>
                  </a:lnTo>
                  <a:lnTo>
                    <a:pt x="2320729" y="733166"/>
                  </a:lnTo>
                  <a:lnTo>
                    <a:pt x="2237846" y="730695"/>
                  </a:lnTo>
                  <a:lnTo>
                    <a:pt x="2154963" y="726970"/>
                  </a:lnTo>
                  <a:lnTo>
                    <a:pt x="2072080" y="722603"/>
                  </a:lnTo>
                  <a:lnTo>
                    <a:pt x="1989196" y="717747"/>
                  </a:lnTo>
                  <a:lnTo>
                    <a:pt x="1906313" y="712503"/>
                  </a:lnTo>
                  <a:lnTo>
                    <a:pt x="1823430" y="706950"/>
                  </a:lnTo>
                  <a:lnTo>
                    <a:pt x="1740547" y="701184"/>
                  </a:lnTo>
                  <a:lnTo>
                    <a:pt x="1657664" y="695522"/>
                  </a:lnTo>
                  <a:lnTo>
                    <a:pt x="1574780" y="690182"/>
                  </a:lnTo>
                  <a:lnTo>
                    <a:pt x="1491897" y="685316"/>
                  </a:lnTo>
                  <a:lnTo>
                    <a:pt x="1409014" y="681063"/>
                  </a:lnTo>
                  <a:lnTo>
                    <a:pt x="1326131" y="677540"/>
                  </a:lnTo>
                  <a:lnTo>
                    <a:pt x="1243248" y="674828"/>
                  </a:lnTo>
                  <a:lnTo>
                    <a:pt x="1160364" y="672969"/>
                  </a:lnTo>
                  <a:lnTo>
                    <a:pt x="1077481" y="671975"/>
                  </a:lnTo>
                  <a:lnTo>
                    <a:pt x="994598" y="671832"/>
                  </a:lnTo>
                  <a:lnTo>
                    <a:pt x="911715" y="672509"/>
                  </a:lnTo>
                  <a:lnTo>
                    <a:pt x="828832" y="673965"/>
                  </a:lnTo>
                  <a:lnTo>
                    <a:pt x="745948" y="676155"/>
                  </a:lnTo>
                  <a:lnTo>
                    <a:pt x="663065" y="679030"/>
                  </a:lnTo>
                  <a:lnTo>
                    <a:pt x="580182" y="682543"/>
                  </a:lnTo>
                  <a:lnTo>
                    <a:pt x="497299" y="686651"/>
                  </a:lnTo>
                  <a:lnTo>
                    <a:pt x="414416" y="691310"/>
                  </a:lnTo>
                  <a:lnTo>
                    <a:pt x="331532" y="696480"/>
                  </a:lnTo>
                  <a:lnTo>
                    <a:pt x="248649" y="702123"/>
                  </a:lnTo>
                  <a:lnTo>
                    <a:pt x="165766" y="708202"/>
                  </a:lnTo>
                  <a:lnTo>
                    <a:pt x="82883" y="714685"/>
                  </a:lnTo>
                  <a:lnTo>
                    <a:pt x="0" y="72153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409760"/>
              <a:ext cx="6015395" cy="605562"/>
            </a:xfrm>
            <a:custGeom>
              <a:avLst/>
              <a:pathLst>
                <a:path w="6015395" h="605562">
                  <a:moveTo>
                    <a:pt x="0" y="0"/>
                  </a:moveTo>
                  <a:lnTo>
                    <a:pt x="82883" y="44155"/>
                  </a:lnTo>
                  <a:lnTo>
                    <a:pt x="165766" y="86587"/>
                  </a:lnTo>
                  <a:lnTo>
                    <a:pt x="248649" y="127291"/>
                  </a:lnTo>
                  <a:lnTo>
                    <a:pt x="331532" y="166263"/>
                  </a:lnTo>
                  <a:lnTo>
                    <a:pt x="414416" y="203498"/>
                  </a:lnTo>
                  <a:lnTo>
                    <a:pt x="497299" y="238988"/>
                  </a:lnTo>
                  <a:lnTo>
                    <a:pt x="580182" y="272721"/>
                  </a:lnTo>
                  <a:lnTo>
                    <a:pt x="663065" y="304684"/>
                  </a:lnTo>
                  <a:lnTo>
                    <a:pt x="745948" y="334863"/>
                  </a:lnTo>
                  <a:lnTo>
                    <a:pt x="828832" y="363241"/>
                  </a:lnTo>
                  <a:lnTo>
                    <a:pt x="911715" y="389800"/>
                  </a:lnTo>
                  <a:lnTo>
                    <a:pt x="994598" y="414523"/>
                  </a:lnTo>
                  <a:lnTo>
                    <a:pt x="1077481" y="437399"/>
                  </a:lnTo>
                  <a:lnTo>
                    <a:pt x="1160364" y="458428"/>
                  </a:lnTo>
                  <a:lnTo>
                    <a:pt x="1243248" y="477625"/>
                  </a:lnTo>
                  <a:lnTo>
                    <a:pt x="1326131" y="495030"/>
                  </a:lnTo>
                  <a:lnTo>
                    <a:pt x="1409014" y="510719"/>
                  </a:lnTo>
                  <a:lnTo>
                    <a:pt x="1491897" y="524800"/>
                  </a:lnTo>
                  <a:lnTo>
                    <a:pt x="1574780" y="537419"/>
                  </a:lnTo>
                  <a:lnTo>
                    <a:pt x="1657664" y="548747"/>
                  </a:lnTo>
                  <a:lnTo>
                    <a:pt x="1740547" y="558964"/>
                  </a:lnTo>
                  <a:lnTo>
                    <a:pt x="1823430" y="568271"/>
                  </a:lnTo>
                  <a:lnTo>
                    <a:pt x="1906313" y="576790"/>
                  </a:lnTo>
                  <a:lnTo>
                    <a:pt x="1989196" y="584442"/>
                  </a:lnTo>
                  <a:lnTo>
                    <a:pt x="2072080" y="591130"/>
                  </a:lnTo>
                  <a:lnTo>
                    <a:pt x="2154963" y="596782"/>
                  </a:lnTo>
                  <a:lnTo>
                    <a:pt x="2237846" y="601376"/>
                  </a:lnTo>
                  <a:lnTo>
                    <a:pt x="2320729" y="604720"/>
                  </a:lnTo>
                  <a:lnTo>
                    <a:pt x="2403612" y="605562"/>
                  </a:lnTo>
                  <a:lnTo>
                    <a:pt x="2486496" y="604123"/>
                  </a:lnTo>
                  <a:lnTo>
                    <a:pt x="2569379" y="601510"/>
                  </a:lnTo>
                  <a:lnTo>
                    <a:pt x="2652262" y="599556"/>
                  </a:lnTo>
                  <a:lnTo>
                    <a:pt x="2735145" y="596536"/>
                  </a:lnTo>
                  <a:lnTo>
                    <a:pt x="2818028" y="591354"/>
                  </a:lnTo>
                  <a:lnTo>
                    <a:pt x="2900912" y="585141"/>
                  </a:lnTo>
                  <a:lnTo>
                    <a:pt x="2983795" y="580281"/>
                  </a:lnTo>
                  <a:lnTo>
                    <a:pt x="3066678" y="577091"/>
                  </a:lnTo>
                  <a:lnTo>
                    <a:pt x="3149561" y="573060"/>
                  </a:lnTo>
                  <a:lnTo>
                    <a:pt x="3232444" y="568369"/>
                  </a:lnTo>
                  <a:lnTo>
                    <a:pt x="3315328" y="564790"/>
                  </a:lnTo>
                  <a:lnTo>
                    <a:pt x="3398211" y="562203"/>
                  </a:lnTo>
                  <a:lnTo>
                    <a:pt x="3481094" y="559143"/>
                  </a:lnTo>
                  <a:lnTo>
                    <a:pt x="3563977" y="555759"/>
                  </a:lnTo>
                  <a:lnTo>
                    <a:pt x="3646860" y="552915"/>
                  </a:lnTo>
                  <a:lnTo>
                    <a:pt x="3729744" y="551958"/>
                  </a:lnTo>
                  <a:lnTo>
                    <a:pt x="3812627" y="552625"/>
                  </a:lnTo>
                  <a:lnTo>
                    <a:pt x="3895510" y="553995"/>
                  </a:lnTo>
                  <a:lnTo>
                    <a:pt x="3978393" y="555662"/>
                  </a:lnTo>
                  <a:lnTo>
                    <a:pt x="4061276" y="557337"/>
                  </a:lnTo>
                  <a:lnTo>
                    <a:pt x="4144160" y="558844"/>
                  </a:lnTo>
                  <a:lnTo>
                    <a:pt x="4227043" y="560089"/>
                  </a:lnTo>
                  <a:lnTo>
                    <a:pt x="4309926" y="561003"/>
                  </a:lnTo>
                  <a:lnTo>
                    <a:pt x="4392809" y="561098"/>
                  </a:lnTo>
                  <a:lnTo>
                    <a:pt x="4475692" y="560074"/>
                  </a:lnTo>
                  <a:lnTo>
                    <a:pt x="4558576" y="557907"/>
                  </a:lnTo>
                  <a:lnTo>
                    <a:pt x="4641459" y="554547"/>
                  </a:lnTo>
                  <a:lnTo>
                    <a:pt x="4724342" y="549925"/>
                  </a:lnTo>
                  <a:lnTo>
                    <a:pt x="4807225" y="543958"/>
                  </a:lnTo>
                  <a:lnTo>
                    <a:pt x="4890108" y="536559"/>
                  </a:lnTo>
                  <a:lnTo>
                    <a:pt x="4972992" y="527644"/>
                  </a:lnTo>
                  <a:lnTo>
                    <a:pt x="5055875" y="517140"/>
                  </a:lnTo>
                  <a:lnTo>
                    <a:pt x="5138758" y="504990"/>
                  </a:lnTo>
                  <a:lnTo>
                    <a:pt x="5221641" y="491152"/>
                  </a:lnTo>
                  <a:lnTo>
                    <a:pt x="5304524" y="475605"/>
                  </a:lnTo>
                  <a:lnTo>
                    <a:pt x="5387408" y="458343"/>
                  </a:lnTo>
                  <a:lnTo>
                    <a:pt x="5470291" y="439374"/>
                  </a:lnTo>
                  <a:lnTo>
                    <a:pt x="5553174" y="418718"/>
                  </a:lnTo>
                  <a:lnTo>
                    <a:pt x="5636057" y="396401"/>
                  </a:lnTo>
                  <a:lnTo>
                    <a:pt x="5718940" y="372455"/>
                  </a:lnTo>
                  <a:lnTo>
                    <a:pt x="5801824" y="346914"/>
                  </a:lnTo>
                  <a:lnTo>
                    <a:pt x="5884707" y="319815"/>
                  </a:lnTo>
                  <a:lnTo>
                    <a:pt x="5967590" y="291194"/>
                  </a:lnTo>
                  <a:lnTo>
                    <a:pt x="6015395" y="273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5081592"/>
              <a:ext cx="6015395" cy="86065"/>
            </a:xfrm>
            <a:custGeom>
              <a:avLst/>
              <a:pathLst>
                <a:path w="6015395" h="86065">
                  <a:moveTo>
                    <a:pt x="6015395" y="86065"/>
                  </a:moveTo>
                  <a:lnTo>
                    <a:pt x="5967590" y="83027"/>
                  </a:lnTo>
                  <a:lnTo>
                    <a:pt x="5884707" y="78192"/>
                  </a:lnTo>
                  <a:lnTo>
                    <a:pt x="5801824" y="73785"/>
                  </a:lnTo>
                  <a:lnTo>
                    <a:pt x="5718940" y="69808"/>
                  </a:lnTo>
                  <a:lnTo>
                    <a:pt x="5636057" y="66257"/>
                  </a:lnTo>
                  <a:lnTo>
                    <a:pt x="5553174" y="63132"/>
                  </a:lnTo>
                  <a:lnTo>
                    <a:pt x="5470291" y="60424"/>
                  </a:lnTo>
                  <a:lnTo>
                    <a:pt x="5387408" y="58125"/>
                  </a:lnTo>
                  <a:lnTo>
                    <a:pt x="5304524" y="56213"/>
                  </a:lnTo>
                  <a:lnTo>
                    <a:pt x="5221641" y="54661"/>
                  </a:lnTo>
                  <a:lnTo>
                    <a:pt x="5138758" y="53425"/>
                  </a:lnTo>
                  <a:lnTo>
                    <a:pt x="5055875" y="52444"/>
                  </a:lnTo>
                  <a:lnTo>
                    <a:pt x="4972992" y="51642"/>
                  </a:lnTo>
                  <a:lnTo>
                    <a:pt x="4890108" y="50922"/>
                  </a:lnTo>
                  <a:lnTo>
                    <a:pt x="4807225" y="50173"/>
                  </a:lnTo>
                  <a:lnTo>
                    <a:pt x="4724342" y="49275"/>
                  </a:lnTo>
                  <a:lnTo>
                    <a:pt x="4641459" y="48102"/>
                  </a:lnTo>
                  <a:lnTo>
                    <a:pt x="4558576" y="46534"/>
                  </a:lnTo>
                  <a:lnTo>
                    <a:pt x="4475692" y="44464"/>
                  </a:lnTo>
                  <a:lnTo>
                    <a:pt x="4392809" y="41803"/>
                  </a:lnTo>
                  <a:lnTo>
                    <a:pt x="4309926" y="38490"/>
                  </a:lnTo>
                  <a:lnTo>
                    <a:pt x="4227043" y="34525"/>
                  </a:lnTo>
                  <a:lnTo>
                    <a:pt x="4144160" y="30175"/>
                  </a:lnTo>
                  <a:lnTo>
                    <a:pt x="4061276" y="25848"/>
                  </a:lnTo>
                  <a:lnTo>
                    <a:pt x="3978393" y="21929"/>
                  </a:lnTo>
                  <a:lnTo>
                    <a:pt x="3895510" y="18716"/>
                  </a:lnTo>
                  <a:lnTo>
                    <a:pt x="3812627" y="16396"/>
                  </a:lnTo>
                  <a:lnTo>
                    <a:pt x="3729744" y="15039"/>
                  </a:lnTo>
                  <a:lnTo>
                    <a:pt x="3646860" y="14598"/>
                  </a:lnTo>
                  <a:lnTo>
                    <a:pt x="3563977" y="15160"/>
                  </a:lnTo>
                  <a:lnTo>
                    <a:pt x="3481094" y="16951"/>
                  </a:lnTo>
                  <a:lnTo>
                    <a:pt x="3398211" y="19681"/>
                  </a:lnTo>
                  <a:lnTo>
                    <a:pt x="3315328" y="22347"/>
                  </a:lnTo>
                  <a:lnTo>
                    <a:pt x="3232444" y="24437"/>
                  </a:lnTo>
                  <a:lnTo>
                    <a:pt x="3149561" y="27273"/>
                  </a:lnTo>
                  <a:lnTo>
                    <a:pt x="3066678" y="31178"/>
                  </a:lnTo>
                  <a:lnTo>
                    <a:pt x="2983795" y="34874"/>
                  </a:lnTo>
                  <a:lnTo>
                    <a:pt x="2900912" y="38734"/>
                  </a:lnTo>
                  <a:lnTo>
                    <a:pt x="2818028" y="44098"/>
                  </a:lnTo>
                  <a:lnTo>
                    <a:pt x="2735145" y="50012"/>
                  </a:lnTo>
                  <a:lnTo>
                    <a:pt x="2652262" y="54266"/>
                  </a:lnTo>
                  <a:lnTo>
                    <a:pt x="2569379" y="56024"/>
                  </a:lnTo>
                  <a:lnTo>
                    <a:pt x="2486496" y="58335"/>
                  </a:lnTo>
                  <a:lnTo>
                    <a:pt x="2403612" y="60625"/>
                  </a:lnTo>
                  <a:lnTo>
                    <a:pt x="2320729" y="61334"/>
                  </a:lnTo>
                  <a:lnTo>
                    <a:pt x="2237846" y="58863"/>
                  </a:lnTo>
                  <a:lnTo>
                    <a:pt x="2154963" y="55138"/>
                  </a:lnTo>
                  <a:lnTo>
                    <a:pt x="2072080" y="50771"/>
                  </a:lnTo>
                  <a:lnTo>
                    <a:pt x="1989196" y="45914"/>
                  </a:lnTo>
                  <a:lnTo>
                    <a:pt x="1906313" y="40671"/>
                  </a:lnTo>
                  <a:lnTo>
                    <a:pt x="1823430" y="35117"/>
                  </a:lnTo>
                  <a:lnTo>
                    <a:pt x="1740547" y="29352"/>
                  </a:lnTo>
                  <a:lnTo>
                    <a:pt x="1657664" y="23690"/>
                  </a:lnTo>
                  <a:lnTo>
                    <a:pt x="1574780" y="18350"/>
                  </a:lnTo>
                  <a:lnTo>
                    <a:pt x="1491897" y="13484"/>
                  </a:lnTo>
                  <a:lnTo>
                    <a:pt x="1409014" y="9231"/>
                  </a:lnTo>
                  <a:lnTo>
                    <a:pt x="1326131" y="5708"/>
                  </a:lnTo>
                  <a:lnTo>
                    <a:pt x="1243248" y="2995"/>
                  </a:lnTo>
                  <a:lnTo>
                    <a:pt x="1160364" y="1136"/>
                  </a:lnTo>
                  <a:lnTo>
                    <a:pt x="1077481" y="142"/>
                  </a:lnTo>
                  <a:lnTo>
                    <a:pt x="994598" y="0"/>
                  </a:lnTo>
                  <a:lnTo>
                    <a:pt x="911715" y="677"/>
                  </a:lnTo>
                  <a:lnTo>
                    <a:pt x="828832" y="2133"/>
                  </a:lnTo>
                  <a:lnTo>
                    <a:pt x="745948" y="4322"/>
                  </a:lnTo>
                  <a:lnTo>
                    <a:pt x="663065" y="7197"/>
                  </a:lnTo>
                  <a:lnTo>
                    <a:pt x="580182" y="10711"/>
                  </a:lnTo>
                  <a:lnTo>
                    <a:pt x="497299" y="14819"/>
                  </a:lnTo>
                  <a:lnTo>
                    <a:pt x="414416" y="19478"/>
                  </a:lnTo>
                  <a:lnTo>
                    <a:pt x="331532" y="24648"/>
                  </a:lnTo>
                  <a:lnTo>
                    <a:pt x="248649" y="30291"/>
                  </a:lnTo>
                  <a:lnTo>
                    <a:pt x="165766" y="36370"/>
                  </a:lnTo>
                  <a:lnTo>
                    <a:pt x="82883" y="42853"/>
                  </a:lnTo>
                  <a:lnTo>
                    <a:pt x="0" y="497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770529"/>
              <a:ext cx="6015395" cy="308240"/>
            </a:xfrm>
            <a:custGeom>
              <a:avLst/>
              <a:pathLst>
                <a:path w="6015395" h="308240">
                  <a:moveTo>
                    <a:pt x="0" y="0"/>
                  </a:moveTo>
                  <a:lnTo>
                    <a:pt x="82883" y="18651"/>
                  </a:lnTo>
                  <a:lnTo>
                    <a:pt x="165766" y="36625"/>
                  </a:lnTo>
                  <a:lnTo>
                    <a:pt x="248649" y="53937"/>
                  </a:lnTo>
                  <a:lnTo>
                    <a:pt x="331532" y="70602"/>
                  </a:lnTo>
                  <a:lnTo>
                    <a:pt x="414416" y="86635"/>
                  </a:lnTo>
                  <a:lnTo>
                    <a:pt x="497299" y="102050"/>
                  </a:lnTo>
                  <a:lnTo>
                    <a:pt x="580182" y="116863"/>
                  </a:lnTo>
                  <a:lnTo>
                    <a:pt x="663065" y="131088"/>
                  </a:lnTo>
                  <a:lnTo>
                    <a:pt x="745948" y="144740"/>
                  </a:lnTo>
                  <a:lnTo>
                    <a:pt x="828832" y="157834"/>
                  </a:lnTo>
                  <a:lnTo>
                    <a:pt x="911715" y="170385"/>
                  </a:lnTo>
                  <a:lnTo>
                    <a:pt x="994598" y="182408"/>
                  </a:lnTo>
                  <a:lnTo>
                    <a:pt x="1077481" y="193918"/>
                  </a:lnTo>
                  <a:lnTo>
                    <a:pt x="1160364" y="204929"/>
                  </a:lnTo>
                  <a:lnTo>
                    <a:pt x="1243248" y="215457"/>
                  </a:lnTo>
                  <a:lnTo>
                    <a:pt x="1326131" y="225516"/>
                  </a:lnTo>
                  <a:lnTo>
                    <a:pt x="1409014" y="235122"/>
                  </a:lnTo>
                  <a:lnTo>
                    <a:pt x="1491897" y="244289"/>
                  </a:lnTo>
                  <a:lnTo>
                    <a:pt x="1574780" y="253031"/>
                  </a:lnTo>
                  <a:lnTo>
                    <a:pt x="1657664" y="261365"/>
                  </a:lnTo>
                  <a:lnTo>
                    <a:pt x="1740547" y="269305"/>
                  </a:lnTo>
                  <a:lnTo>
                    <a:pt x="1823430" y="276841"/>
                  </a:lnTo>
                  <a:lnTo>
                    <a:pt x="1906313" y="283877"/>
                  </a:lnTo>
                  <a:lnTo>
                    <a:pt x="1989196" y="290325"/>
                  </a:lnTo>
                  <a:lnTo>
                    <a:pt x="2072080" y="296097"/>
                  </a:lnTo>
                  <a:lnTo>
                    <a:pt x="2154963" y="301107"/>
                  </a:lnTo>
                  <a:lnTo>
                    <a:pt x="2237846" y="305267"/>
                  </a:lnTo>
                  <a:lnTo>
                    <a:pt x="2320729" y="308174"/>
                  </a:lnTo>
                  <a:lnTo>
                    <a:pt x="2403612" y="308240"/>
                  </a:lnTo>
                  <a:lnTo>
                    <a:pt x="2486496" y="306376"/>
                  </a:lnTo>
                  <a:lnTo>
                    <a:pt x="2569379" y="303914"/>
                  </a:lnTo>
                  <a:lnTo>
                    <a:pt x="2652262" y="302058"/>
                  </a:lnTo>
                  <a:lnTo>
                    <a:pt x="2735145" y="298421"/>
                  </a:lnTo>
                  <a:lnTo>
                    <a:pt x="2818028" y="292873"/>
                  </a:lnTo>
                  <a:lnTo>
                    <a:pt x="2900912" y="287084"/>
                  </a:lnTo>
                  <a:lnTo>
                    <a:pt x="2983795" y="282724"/>
                  </a:lnTo>
                  <a:lnTo>
                    <a:pt x="3066678" y="279281"/>
                  </a:lnTo>
                  <a:lnTo>
                    <a:pt x="3149561" y="275314"/>
                  </a:lnTo>
                  <a:lnTo>
                    <a:pt x="3232444" y="271550"/>
                  </a:lnTo>
                  <a:lnTo>
                    <a:pt x="3315328" y="268715"/>
                  </a:lnTo>
                  <a:lnTo>
                    <a:pt x="3398211" y="266088"/>
                  </a:lnTo>
                  <a:lnTo>
                    <a:pt x="3481094" y="263194"/>
                  </a:lnTo>
                  <a:lnTo>
                    <a:pt x="3563977" y="260606"/>
                  </a:lnTo>
                  <a:lnTo>
                    <a:pt x="3646860" y="258903"/>
                  </a:lnTo>
                  <a:lnTo>
                    <a:pt x="3729744" y="258645"/>
                  </a:lnTo>
                  <a:lnTo>
                    <a:pt x="3812627" y="259657"/>
                  </a:lnTo>
                  <a:lnTo>
                    <a:pt x="3895510" y="261502"/>
                  </a:lnTo>
                  <a:lnTo>
                    <a:pt x="3978393" y="263942"/>
                  </a:lnTo>
                  <a:lnTo>
                    <a:pt x="4061276" y="266739"/>
                  </a:lnTo>
                  <a:lnTo>
                    <a:pt x="4144160" y="269656"/>
                  </a:lnTo>
                  <a:lnTo>
                    <a:pt x="4227043" y="272454"/>
                  </a:lnTo>
                  <a:lnTo>
                    <a:pt x="4309926" y="274894"/>
                  </a:lnTo>
                  <a:lnTo>
                    <a:pt x="4392809" y="276597"/>
                  </a:lnTo>
                  <a:lnTo>
                    <a:pt x="4475692" y="277415"/>
                  </a:lnTo>
                  <a:lnTo>
                    <a:pt x="4558576" y="277367"/>
                  </a:lnTo>
                  <a:lnTo>
                    <a:pt x="4641459" y="276471"/>
                  </a:lnTo>
                  <a:lnTo>
                    <a:pt x="4724342" y="274747"/>
                  </a:lnTo>
                  <a:lnTo>
                    <a:pt x="4807225" y="272213"/>
                  </a:lnTo>
                  <a:lnTo>
                    <a:pt x="4890108" y="268887"/>
                  </a:lnTo>
                  <a:lnTo>
                    <a:pt x="4972992" y="264790"/>
                  </a:lnTo>
                  <a:lnTo>
                    <a:pt x="5055875" y="259939"/>
                  </a:lnTo>
                  <a:lnTo>
                    <a:pt x="5138758" y="254354"/>
                  </a:lnTo>
                  <a:lnTo>
                    <a:pt x="5221641" y="248053"/>
                  </a:lnTo>
                  <a:lnTo>
                    <a:pt x="5304524" y="241056"/>
                  </a:lnTo>
                  <a:lnTo>
                    <a:pt x="5387408" y="233381"/>
                  </a:lnTo>
                  <a:lnTo>
                    <a:pt x="5470291" y="225046"/>
                  </a:lnTo>
                  <a:lnTo>
                    <a:pt x="5553174" y="216072"/>
                  </a:lnTo>
                  <a:lnTo>
                    <a:pt x="5636057" y="206476"/>
                  </a:lnTo>
                  <a:lnTo>
                    <a:pt x="5718940" y="196278"/>
                  </a:lnTo>
                  <a:lnTo>
                    <a:pt x="5801824" y="185496"/>
                  </a:lnTo>
                  <a:lnTo>
                    <a:pt x="5884707" y="174150"/>
                  </a:lnTo>
                  <a:lnTo>
                    <a:pt x="5967590" y="162258"/>
                  </a:lnTo>
                  <a:lnTo>
                    <a:pt x="6015395" y="15509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569213"/>
              <a:ext cx="6015395" cy="809246"/>
            </a:xfrm>
            <a:custGeom>
              <a:avLst/>
              <a:pathLst>
                <a:path w="6015395" h="809246">
                  <a:moveTo>
                    <a:pt x="0" y="383456"/>
                  </a:moveTo>
                  <a:lnTo>
                    <a:pt x="82883" y="402215"/>
                  </a:lnTo>
                  <a:lnTo>
                    <a:pt x="165766" y="420109"/>
                  </a:lnTo>
                  <a:lnTo>
                    <a:pt x="248649" y="437126"/>
                  </a:lnTo>
                  <a:lnTo>
                    <a:pt x="331532" y="453253"/>
                  </a:lnTo>
                  <a:lnTo>
                    <a:pt x="414416" y="468476"/>
                  </a:lnTo>
                  <a:lnTo>
                    <a:pt x="497299" y="482778"/>
                  </a:lnTo>
                  <a:lnTo>
                    <a:pt x="580182" y="496142"/>
                  </a:lnTo>
                  <a:lnTo>
                    <a:pt x="663065" y="508550"/>
                  </a:lnTo>
                  <a:lnTo>
                    <a:pt x="745948" y="519980"/>
                  </a:lnTo>
                  <a:lnTo>
                    <a:pt x="828832" y="530412"/>
                  </a:lnTo>
                  <a:lnTo>
                    <a:pt x="911715" y="539823"/>
                  </a:lnTo>
                  <a:lnTo>
                    <a:pt x="994598" y="548192"/>
                  </a:lnTo>
                  <a:lnTo>
                    <a:pt x="1077481" y="555501"/>
                  </a:lnTo>
                  <a:lnTo>
                    <a:pt x="1160364" y="561739"/>
                  </a:lnTo>
                  <a:lnTo>
                    <a:pt x="1243248" y="566906"/>
                  </a:lnTo>
                  <a:lnTo>
                    <a:pt x="1326131" y="571017"/>
                  </a:lnTo>
                  <a:lnTo>
                    <a:pt x="1409014" y="574111"/>
                  </a:lnTo>
                  <a:lnTo>
                    <a:pt x="1491897" y="576246"/>
                  </a:lnTo>
                  <a:lnTo>
                    <a:pt x="1574780" y="577508"/>
                  </a:lnTo>
                  <a:lnTo>
                    <a:pt x="1657664" y="577996"/>
                  </a:lnTo>
                  <a:lnTo>
                    <a:pt x="1740547" y="577817"/>
                  </a:lnTo>
                  <a:lnTo>
                    <a:pt x="1823430" y="577061"/>
                  </a:lnTo>
                  <a:lnTo>
                    <a:pt x="1906313" y="575798"/>
                  </a:lnTo>
                  <a:lnTo>
                    <a:pt x="1989196" y="574099"/>
                  </a:lnTo>
                  <a:lnTo>
                    <a:pt x="2072080" y="572025"/>
                  </a:lnTo>
                  <a:lnTo>
                    <a:pt x="2154963" y="569655"/>
                  </a:lnTo>
                  <a:lnTo>
                    <a:pt x="2237846" y="567100"/>
                  </a:lnTo>
                  <a:lnTo>
                    <a:pt x="2320729" y="564465"/>
                  </a:lnTo>
                  <a:lnTo>
                    <a:pt x="2403612" y="561484"/>
                  </a:lnTo>
                  <a:lnTo>
                    <a:pt x="2486496" y="557939"/>
                  </a:lnTo>
                  <a:lnTo>
                    <a:pt x="2569379" y="554037"/>
                  </a:lnTo>
                  <a:lnTo>
                    <a:pt x="2652262" y="550531"/>
                  </a:lnTo>
                  <a:lnTo>
                    <a:pt x="2735145" y="547740"/>
                  </a:lnTo>
                  <a:lnTo>
                    <a:pt x="2818028" y="544840"/>
                  </a:lnTo>
                  <a:lnTo>
                    <a:pt x="2900912" y="541400"/>
                  </a:lnTo>
                  <a:lnTo>
                    <a:pt x="2983795" y="537804"/>
                  </a:lnTo>
                  <a:lnTo>
                    <a:pt x="3066678" y="535054"/>
                  </a:lnTo>
                  <a:lnTo>
                    <a:pt x="3149561" y="532625"/>
                  </a:lnTo>
                  <a:lnTo>
                    <a:pt x="3232444" y="529489"/>
                  </a:lnTo>
                  <a:lnTo>
                    <a:pt x="3315328" y="525659"/>
                  </a:lnTo>
                  <a:lnTo>
                    <a:pt x="3398211" y="522081"/>
                  </a:lnTo>
                  <a:lnTo>
                    <a:pt x="3481094" y="518533"/>
                  </a:lnTo>
                  <a:lnTo>
                    <a:pt x="3563977" y="514294"/>
                  </a:lnTo>
                  <a:lnTo>
                    <a:pt x="3646860" y="509104"/>
                  </a:lnTo>
                  <a:lnTo>
                    <a:pt x="3729744" y="503057"/>
                  </a:lnTo>
                  <a:lnTo>
                    <a:pt x="3812627" y="496766"/>
                  </a:lnTo>
                  <a:lnTo>
                    <a:pt x="3895510" y="490307"/>
                  </a:lnTo>
                  <a:lnTo>
                    <a:pt x="3978393" y="483466"/>
                  </a:lnTo>
                  <a:lnTo>
                    <a:pt x="4061276" y="476101"/>
                  </a:lnTo>
                  <a:lnTo>
                    <a:pt x="4144160" y="468148"/>
                  </a:lnTo>
                  <a:lnTo>
                    <a:pt x="4227043" y="459594"/>
                  </a:lnTo>
                  <a:lnTo>
                    <a:pt x="4309926" y="450441"/>
                  </a:lnTo>
                  <a:lnTo>
                    <a:pt x="4392809" y="440463"/>
                  </a:lnTo>
                  <a:lnTo>
                    <a:pt x="4475692" y="429503"/>
                  </a:lnTo>
                  <a:lnTo>
                    <a:pt x="4558576" y="417543"/>
                  </a:lnTo>
                  <a:lnTo>
                    <a:pt x="4641459" y="404544"/>
                  </a:lnTo>
                  <a:lnTo>
                    <a:pt x="4724342" y="390457"/>
                  </a:lnTo>
                  <a:lnTo>
                    <a:pt x="4807225" y="375222"/>
                  </a:lnTo>
                  <a:lnTo>
                    <a:pt x="4890108" y="358778"/>
                  </a:lnTo>
                  <a:lnTo>
                    <a:pt x="4972992" y="341067"/>
                  </a:lnTo>
                  <a:lnTo>
                    <a:pt x="5055875" y="322035"/>
                  </a:lnTo>
                  <a:lnTo>
                    <a:pt x="5138758" y="301641"/>
                  </a:lnTo>
                  <a:lnTo>
                    <a:pt x="5221641" y="279853"/>
                  </a:lnTo>
                  <a:lnTo>
                    <a:pt x="5304524" y="256651"/>
                  </a:lnTo>
                  <a:lnTo>
                    <a:pt x="5387408" y="232028"/>
                  </a:lnTo>
                  <a:lnTo>
                    <a:pt x="5470291" y="205984"/>
                  </a:lnTo>
                  <a:lnTo>
                    <a:pt x="5553174" y="178525"/>
                  </a:lnTo>
                  <a:lnTo>
                    <a:pt x="5636057" y="149665"/>
                  </a:lnTo>
                  <a:lnTo>
                    <a:pt x="5718940" y="119418"/>
                  </a:lnTo>
                  <a:lnTo>
                    <a:pt x="5801824" y="87802"/>
                  </a:lnTo>
                  <a:lnTo>
                    <a:pt x="5884707" y="54836"/>
                  </a:lnTo>
                  <a:lnTo>
                    <a:pt x="5967590" y="20539"/>
                  </a:lnTo>
                  <a:lnTo>
                    <a:pt x="6015395" y="0"/>
                  </a:lnTo>
                  <a:lnTo>
                    <a:pt x="6015395" y="313539"/>
                  </a:lnTo>
                  <a:lnTo>
                    <a:pt x="5967590" y="320864"/>
                  </a:lnTo>
                  <a:lnTo>
                    <a:pt x="5884707" y="333491"/>
                  </a:lnTo>
                  <a:lnTo>
                    <a:pt x="5801824" y="346050"/>
                  </a:lnTo>
                  <a:lnTo>
                    <a:pt x="5718940" y="358546"/>
                  </a:lnTo>
                  <a:lnTo>
                    <a:pt x="5636057" y="370983"/>
                  </a:lnTo>
                  <a:lnTo>
                    <a:pt x="5553174" y="383364"/>
                  </a:lnTo>
                  <a:lnTo>
                    <a:pt x="5470291" y="395690"/>
                  </a:lnTo>
                  <a:lnTo>
                    <a:pt x="5387408" y="407958"/>
                  </a:lnTo>
                  <a:lnTo>
                    <a:pt x="5304524" y="420162"/>
                  </a:lnTo>
                  <a:lnTo>
                    <a:pt x="5221641" y="432288"/>
                  </a:lnTo>
                  <a:lnTo>
                    <a:pt x="5138758" y="444313"/>
                  </a:lnTo>
                  <a:lnTo>
                    <a:pt x="5055875" y="456202"/>
                  </a:lnTo>
                  <a:lnTo>
                    <a:pt x="4972992" y="467910"/>
                  </a:lnTo>
                  <a:lnTo>
                    <a:pt x="4890108" y="479381"/>
                  </a:lnTo>
                  <a:lnTo>
                    <a:pt x="4807225" y="490547"/>
                  </a:lnTo>
                  <a:lnTo>
                    <a:pt x="4724342" y="501335"/>
                  </a:lnTo>
                  <a:lnTo>
                    <a:pt x="4641459" y="511669"/>
                  </a:lnTo>
                  <a:lnTo>
                    <a:pt x="4558576" y="521476"/>
                  </a:lnTo>
                  <a:lnTo>
                    <a:pt x="4475692" y="530692"/>
                  </a:lnTo>
                  <a:lnTo>
                    <a:pt x="4392809" y="539264"/>
                  </a:lnTo>
                  <a:lnTo>
                    <a:pt x="4309926" y="547158"/>
                  </a:lnTo>
                  <a:lnTo>
                    <a:pt x="4227043" y="554334"/>
                  </a:lnTo>
                  <a:lnTo>
                    <a:pt x="4144160" y="560878"/>
                  </a:lnTo>
                  <a:lnTo>
                    <a:pt x="4061276" y="567005"/>
                  </a:lnTo>
                  <a:lnTo>
                    <a:pt x="3978393" y="572915"/>
                  </a:lnTo>
                  <a:lnTo>
                    <a:pt x="3895510" y="578756"/>
                  </a:lnTo>
                  <a:lnTo>
                    <a:pt x="3812627" y="584599"/>
                  </a:lnTo>
                  <a:lnTo>
                    <a:pt x="3729744" y="590443"/>
                  </a:lnTo>
                  <a:lnTo>
                    <a:pt x="3646860" y="595585"/>
                  </a:lnTo>
                  <a:lnTo>
                    <a:pt x="3563977" y="599296"/>
                  </a:lnTo>
                  <a:lnTo>
                    <a:pt x="3481094" y="602504"/>
                  </a:lnTo>
                  <a:lnTo>
                    <a:pt x="3398211" y="605838"/>
                  </a:lnTo>
                  <a:lnTo>
                    <a:pt x="3315328" y="609467"/>
                  </a:lnTo>
                  <a:lnTo>
                    <a:pt x="3232444" y="612332"/>
                  </a:lnTo>
                  <a:lnTo>
                    <a:pt x="3149561" y="614267"/>
                  </a:lnTo>
                  <a:lnTo>
                    <a:pt x="3066678" y="616615"/>
                  </a:lnTo>
                  <a:lnTo>
                    <a:pt x="2983795" y="619692"/>
                  </a:lnTo>
                  <a:lnTo>
                    <a:pt x="2900912" y="622640"/>
                  </a:lnTo>
                  <a:lnTo>
                    <a:pt x="2818028" y="625530"/>
                  </a:lnTo>
                  <a:lnTo>
                    <a:pt x="2735145" y="628905"/>
                  </a:lnTo>
                  <a:lnTo>
                    <a:pt x="2652262" y="632495"/>
                  </a:lnTo>
                  <a:lnTo>
                    <a:pt x="2569379" y="635874"/>
                  </a:lnTo>
                  <a:lnTo>
                    <a:pt x="2486496" y="639580"/>
                  </a:lnTo>
                  <a:lnTo>
                    <a:pt x="2403612" y="643677"/>
                  </a:lnTo>
                  <a:lnTo>
                    <a:pt x="2320729" y="647662"/>
                  </a:lnTo>
                  <a:lnTo>
                    <a:pt x="2237846" y="650863"/>
                  </a:lnTo>
                  <a:lnTo>
                    <a:pt x="2154963" y="653980"/>
                  </a:lnTo>
                  <a:lnTo>
                    <a:pt x="2072080" y="657182"/>
                  </a:lnTo>
                  <a:lnTo>
                    <a:pt x="1989196" y="660443"/>
                  </a:lnTo>
                  <a:lnTo>
                    <a:pt x="1906313" y="663703"/>
                  </a:lnTo>
                  <a:lnTo>
                    <a:pt x="1823430" y="666886"/>
                  </a:lnTo>
                  <a:lnTo>
                    <a:pt x="1740547" y="669936"/>
                  </a:lnTo>
                  <a:lnTo>
                    <a:pt x="1657664" y="673065"/>
                  </a:lnTo>
                  <a:lnTo>
                    <a:pt x="1574780" y="676456"/>
                  </a:lnTo>
                  <a:lnTo>
                    <a:pt x="1491897" y="680216"/>
                  </a:lnTo>
                  <a:lnTo>
                    <a:pt x="1409014" y="684446"/>
                  </a:lnTo>
                  <a:lnTo>
                    <a:pt x="1326131" y="689233"/>
                  </a:lnTo>
                  <a:lnTo>
                    <a:pt x="1243248" y="694638"/>
                  </a:lnTo>
                  <a:lnTo>
                    <a:pt x="1160364" y="700701"/>
                  </a:lnTo>
                  <a:lnTo>
                    <a:pt x="1077481" y="707440"/>
                  </a:lnTo>
                  <a:lnTo>
                    <a:pt x="994598" y="714856"/>
                  </a:lnTo>
                  <a:lnTo>
                    <a:pt x="911715" y="722939"/>
                  </a:lnTo>
                  <a:lnTo>
                    <a:pt x="828832" y="731674"/>
                  </a:lnTo>
                  <a:lnTo>
                    <a:pt x="745948" y="741042"/>
                  </a:lnTo>
                  <a:lnTo>
                    <a:pt x="663065" y="751021"/>
                  </a:lnTo>
                  <a:lnTo>
                    <a:pt x="580182" y="761593"/>
                  </a:lnTo>
                  <a:lnTo>
                    <a:pt x="497299" y="772739"/>
                  </a:lnTo>
                  <a:lnTo>
                    <a:pt x="414416" y="784442"/>
                  </a:lnTo>
                  <a:lnTo>
                    <a:pt x="331532" y="796685"/>
                  </a:lnTo>
                  <a:lnTo>
                    <a:pt x="250012" y="80924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569213"/>
              <a:ext cx="6015395" cy="577996"/>
            </a:xfrm>
            <a:custGeom>
              <a:avLst/>
              <a:pathLst>
                <a:path w="6015395" h="577996">
                  <a:moveTo>
                    <a:pt x="0" y="383456"/>
                  </a:moveTo>
                  <a:lnTo>
                    <a:pt x="82883" y="402215"/>
                  </a:lnTo>
                  <a:lnTo>
                    <a:pt x="165766" y="420109"/>
                  </a:lnTo>
                  <a:lnTo>
                    <a:pt x="248649" y="437126"/>
                  </a:lnTo>
                  <a:lnTo>
                    <a:pt x="331532" y="453253"/>
                  </a:lnTo>
                  <a:lnTo>
                    <a:pt x="414416" y="468476"/>
                  </a:lnTo>
                  <a:lnTo>
                    <a:pt x="497299" y="482778"/>
                  </a:lnTo>
                  <a:lnTo>
                    <a:pt x="580182" y="496142"/>
                  </a:lnTo>
                  <a:lnTo>
                    <a:pt x="663065" y="508550"/>
                  </a:lnTo>
                  <a:lnTo>
                    <a:pt x="745948" y="519980"/>
                  </a:lnTo>
                  <a:lnTo>
                    <a:pt x="828832" y="530412"/>
                  </a:lnTo>
                  <a:lnTo>
                    <a:pt x="911715" y="539823"/>
                  </a:lnTo>
                  <a:lnTo>
                    <a:pt x="994598" y="548192"/>
                  </a:lnTo>
                  <a:lnTo>
                    <a:pt x="1077481" y="555501"/>
                  </a:lnTo>
                  <a:lnTo>
                    <a:pt x="1160364" y="561739"/>
                  </a:lnTo>
                  <a:lnTo>
                    <a:pt x="1243248" y="566906"/>
                  </a:lnTo>
                  <a:lnTo>
                    <a:pt x="1326131" y="571017"/>
                  </a:lnTo>
                  <a:lnTo>
                    <a:pt x="1409014" y="574111"/>
                  </a:lnTo>
                  <a:lnTo>
                    <a:pt x="1491897" y="576246"/>
                  </a:lnTo>
                  <a:lnTo>
                    <a:pt x="1574780" y="577508"/>
                  </a:lnTo>
                  <a:lnTo>
                    <a:pt x="1657664" y="577996"/>
                  </a:lnTo>
                  <a:lnTo>
                    <a:pt x="1740547" y="577817"/>
                  </a:lnTo>
                  <a:lnTo>
                    <a:pt x="1823430" y="577061"/>
                  </a:lnTo>
                  <a:lnTo>
                    <a:pt x="1906313" y="575798"/>
                  </a:lnTo>
                  <a:lnTo>
                    <a:pt x="1989196" y="574099"/>
                  </a:lnTo>
                  <a:lnTo>
                    <a:pt x="2072080" y="572025"/>
                  </a:lnTo>
                  <a:lnTo>
                    <a:pt x="2154963" y="569655"/>
                  </a:lnTo>
                  <a:lnTo>
                    <a:pt x="2237846" y="567100"/>
                  </a:lnTo>
                  <a:lnTo>
                    <a:pt x="2320729" y="564465"/>
                  </a:lnTo>
                  <a:lnTo>
                    <a:pt x="2403612" y="561484"/>
                  </a:lnTo>
                  <a:lnTo>
                    <a:pt x="2486496" y="557939"/>
                  </a:lnTo>
                  <a:lnTo>
                    <a:pt x="2569379" y="554037"/>
                  </a:lnTo>
                  <a:lnTo>
                    <a:pt x="2652262" y="550531"/>
                  </a:lnTo>
                  <a:lnTo>
                    <a:pt x="2735145" y="547740"/>
                  </a:lnTo>
                  <a:lnTo>
                    <a:pt x="2818028" y="544840"/>
                  </a:lnTo>
                  <a:lnTo>
                    <a:pt x="2900912" y="541400"/>
                  </a:lnTo>
                  <a:lnTo>
                    <a:pt x="2983795" y="537804"/>
                  </a:lnTo>
                  <a:lnTo>
                    <a:pt x="3066678" y="535054"/>
                  </a:lnTo>
                  <a:lnTo>
                    <a:pt x="3149561" y="532625"/>
                  </a:lnTo>
                  <a:lnTo>
                    <a:pt x="3232444" y="529489"/>
                  </a:lnTo>
                  <a:lnTo>
                    <a:pt x="3315328" y="525659"/>
                  </a:lnTo>
                  <a:lnTo>
                    <a:pt x="3398211" y="522081"/>
                  </a:lnTo>
                  <a:lnTo>
                    <a:pt x="3481094" y="518533"/>
                  </a:lnTo>
                  <a:lnTo>
                    <a:pt x="3563977" y="514294"/>
                  </a:lnTo>
                  <a:lnTo>
                    <a:pt x="3646860" y="509104"/>
                  </a:lnTo>
                  <a:lnTo>
                    <a:pt x="3729744" y="503057"/>
                  </a:lnTo>
                  <a:lnTo>
                    <a:pt x="3812627" y="496766"/>
                  </a:lnTo>
                  <a:lnTo>
                    <a:pt x="3895510" y="490307"/>
                  </a:lnTo>
                  <a:lnTo>
                    <a:pt x="3978393" y="483466"/>
                  </a:lnTo>
                  <a:lnTo>
                    <a:pt x="4061276" y="476101"/>
                  </a:lnTo>
                  <a:lnTo>
                    <a:pt x="4144160" y="468148"/>
                  </a:lnTo>
                  <a:lnTo>
                    <a:pt x="4227043" y="459594"/>
                  </a:lnTo>
                  <a:lnTo>
                    <a:pt x="4309926" y="450441"/>
                  </a:lnTo>
                  <a:lnTo>
                    <a:pt x="4392809" y="440463"/>
                  </a:lnTo>
                  <a:lnTo>
                    <a:pt x="4475692" y="429503"/>
                  </a:lnTo>
                  <a:lnTo>
                    <a:pt x="4558576" y="417543"/>
                  </a:lnTo>
                  <a:lnTo>
                    <a:pt x="4641459" y="404544"/>
                  </a:lnTo>
                  <a:lnTo>
                    <a:pt x="4724342" y="390457"/>
                  </a:lnTo>
                  <a:lnTo>
                    <a:pt x="4807225" y="375222"/>
                  </a:lnTo>
                  <a:lnTo>
                    <a:pt x="4890108" y="358778"/>
                  </a:lnTo>
                  <a:lnTo>
                    <a:pt x="4972992" y="341067"/>
                  </a:lnTo>
                  <a:lnTo>
                    <a:pt x="5055875" y="322035"/>
                  </a:lnTo>
                  <a:lnTo>
                    <a:pt x="5138758" y="301641"/>
                  </a:lnTo>
                  <a:lnTo>
                    <a:pt x="5221641" y="279853"/>
                  </a:lnTo>
                  <a:lnTo>
                    <a:pt x="5304524" y="256651"/>
                  </a:lnTo>
                  <a:lnTo>
                    <a:pt x="5387408" y="232028"/>
                  </a:lnTo>
                  <a:lnTo>
                    <a:pt x="5470291" y="205984"/>
                  </a:lnTo>
                  <a:lnTo>
                    <a:pt x="5553174" y="178525"/>
                  </a:lnTo>
                  <a:lnTo>
                    <a:pt x="5636057" y="149665"/>
                  </a:lnTo>
                  <a:lnTo>
                    <a:pt x="5718940" y="119418"/>
                  </a:lnTo>
                  <a:lnTo>
                    <a:pt x="5801824" y="87802"/>
                  </a:lnTo>
                  <a:lnTo>
                    <a:pt x="5884707" y="54836"/>
                  </a:lnTo>
                  <a:lnTo>
                    <a:pt x="5967590" y="20539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22477" y="4882752"/>
              <a:ext cx="5765383" cy="495707"/>
            </a:xfrm>
            <a:custGeom>
              <a:avLst/>
              <a:pathLst>
                <a:path w="5765383" h="495707">
                  <a:moveTo>
                    <a:pt x="5765383" y="0"/>
                  </a:moveTo>
                  <a:lnTo>
                    <a:pt x="5717577" y="7324"/>
                  </a:lnTo>
                  <a:lnTo>
                    <a:pt x="5634694" y="19951"/>
                  </a:lnTo>
                  <a:lnTo>
                    <a:pt x="5551811" y="32511"/>
                  </a:lnTo>
                  <a:lnTo>
                    <a:pt x="5468928" y="45007"/>
                  </a:lnTo>
                  <a:lnTo>
                    <a:pt x="5386044" y="57443"/>
                  </a:lnTo>
                  <a:lnTo>
                    <a:pt x="5303161" y="69824"/>
                  </a:lnTo>
                  <a:lnTo>
                    <a:pt x="5220278" y="82150"/>
                  </a:lnTo>
                  <a:lnTo>
                    <a:pt x="5137395" y="94419"/>
                  </a:lnTo>
                  <a:lnTo>
                    <a:pt x="5054512" y="106623"/>
                  </a:lnTo>
                  <a:lnTo>
                    <a:pt x="4971628" y="118749"/>
                  </a:lnTo>
                  <a:lnTo>
                    <a:pt x="4888745" y="130773"/>
                  </a:lnTo>
                  <a:lnTo>
                    <a:pt x="4805862" y="142662"/>
                  </a:lnTo>
                  <a:lnTo>
                    <a:pt x="4722979" y="154370"/>
                  </a:lnTo>
                  <a:lnTo>
                    <a:pt x="4640096" y="165841"/>
                  </a:lnTo>
                  <a:lnTo>
                    <a:pt x="4557212" y="177007"/>
                  </a:lnTo>
                  <a:lnTo>
                    <a:pt x="4474329" y="187795"/>
                  </a:lnTo>
                  <a:lnTo>
                    <a:pt x="4391446" y="198129"/>
                  </a:lnTo>
                  <a:lnTo>
                    <a:pt x="4308563" y="207936"/>
                  </a:lnTo>
                  <a:lnTo>
                    <a:pt x="4225680" y="217152"/>
                  </a:lnTo>
                  <a:lnTo>
                    <a:pt x="4142796" y="225724"/>
                  </a:lnTo>
                  <a:lnTo>
                    <a:pt x="4059913" y="233618"/>
                  </a:lnTo>
                  <a:lnTo>
                    <a:pt x="3977030" y="240795"/>
                  </a:lnTo>
                  <a:lnTo>
                    <a:pt x="3894147" y="247338"/>
                  </a:lnTo>
                  <a:lnTo>
                    <a:pt x="3811264" y="253465"/>
                  </a:lnTo>
                  <a:lnTo>
                    <a:pt x="3728380" y="259375"/>
                  </a:lnTo>
                  <a:lnTo>
                    <a:pt x="3645497" y="265216"/>
                  </a:lnTo>
                  <a:lnTo>
                    <a:pt x="3562614" y="271059"/>
                  </a:lnTo>
                  <a:lnTo>
                    <a:pt x="3479731" y="276903"/>
                  </a:lnTo>
                  <a:lnTo>
                    <a:pt x="3396848" y="282045"/>
                  </a:lnTo>
                  <a:lnTo>
                    <a:pt x="3313964" y="285756"/>
                  </a:lnTo>
                  <a:lnTo>
                    <a:pt x="3231081" y="288964"/>
                  </a:lnTo>
                  <a:lnTo>
                    <a:pt x="3148198" y="292298"/>
                  </a:lnTo>
                  <a:lnTo>
                    <a:pt x="3065315" y="295927"/>
                  </a:lnTo>
                  <a:lnTo>
                    <a:pt x="2982432" y="298793"/>
                  </a:lnTo>
                  <a:lnTo>
                    <a:pt x="2899548" y="300727"/>
                  </a:lnTo>
                  <a:lnTo>
                    <a:pt x="2816665" y="303075"/>
                  </a:lnTo>
                  <a:lnTo>
                    <a:pt x="2733782" y="306152"/>
                  </a:lnTo>
                  <a:lnTo>
                    <a:pt x="2650899" y="309101"/>
                  </a:lnTo>
                  <a:lnTo>
                    <a:pt x="2568016" y="311991"/>
                  </a:lnTo>
                  <a:lnTo>
                    <a:pt x="2485132" y="315366"/>
                  </a:lnTo>
                  <a:lnTo>
                    <a:pt x="2402249" y="318955"/>
                  </a:lnTo>
                  <a:lnTo>
                    <a:pt x="2319366" y="322335"/>
                  </a:lnTo>
                  <a:lnTo>
                    <a:pt x="2236483" y="326040"/>
                  </a:lnTo>
                  <a:lnTo>
                    <a:pt x="2153600" y="330137"/>
                  </a:lnTo>
                  <a:lnTo>
                    <a:pt x="2070716" y="334122"/>
                  </a:lnTo>
                  <a:lnTo>
                    <a:pt x="1987833" y="337323"/>
                  </a:lnTo>
                  <a:lnTo>
                    <a:pt x="1904950" y="340440"/>
                  </a:lnTo>
                  <a:lnTo>
                    <a:pt x="1822067" y="343642"/>
                  </a:lnTo>
                  <a:lnTo>
                    <a:pt x="1739184" y="346903"/>
                  </a:lnTo>
                  <a:lnTo>
                    <a:pt x="1656300" y="350163"/>
                  </a:lnTo>
                  <a:lnTo>
                    <a:pt x="1573417" y="353346"/>
                  </a:lnTo>
                  <a:lnTo>
                    <a:pt x="1490534" y="356396"/>
                  </a:lnTo>
                  <a:lnTo>
                    <a:pt x="1407651" y="359526"/>
                  </a:lnTo>
                  <a:lnTo>
                    <a:pt x="1324768" y="362916"/>
                  </a:lnTo>
                  <a:lnTo>
                    <a:pt x="1241884" y="366676"/>
                  </a:lnTo>
                  <a:lnTo>
                    <a:pt x="1159001" y="370907"/>
                  </a:lnTo>
                  <a:lnTo>
                    <a:pt x="1076118" y="375693"/>
                  </a:lnTo>
                  <a:lnTo>
                    <a:pt x="993235" y="381098"/>
                  </a:lnTo>
                  <a:lnTo>
                    <a:pt x="910352" y="387162"/>
                  </a:lnTo>
                  <a:lnTo>
                    <a:pt x="827468" y="393900"/>
                  </a:lnTo>
                  <a:lnTo>
                    <a:pt x="744585" y="401316"/>
                  </a:lnTo>
                  <a:lnTo>
                    <a:pt x="661702" y="409399"/>
                  </a:lnTo>
                  <a:lnTo>
                    <a:pt x="578819" y="418134"/>
                  </a:lnTo>
                  <a:lnTo>
                    <a:pt x="495936" y="427502"/>
                  </a:lnTo>
                  <a:lnTo>
                    <a:pt x="413052" y="437481"/>
                  </a:lnTo>
                  <a:lnTo>
                    <a:pt x="330169" y="448053"/>
                  </a:lnTo>
                  <a:lnTo>
                    <a:pt x="247286" y="459199"/>
                  </a:lnTo>
                  <a:lnTo>
                    <a:pt x="164403" y="470902"/>
                  </a:lnTo>
                  <a:lnTo>
                    <a:pt x="81520" y="483146"/>
                  </a:lnTo>
                  <a:lnTo>
                    <a:pt x="0" y="495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725982"/>
              <a:ext cx="6015395" cy="474754"/>
            </a:xfrm>
            <a:custGeom>
              <a:avLst/>
              <a:pathLst>
                <a:path w="6015395" h="474754">
                  <a:moveTo>
                    <a:pt x="0" y="460364"/>
                  </a:moveTo>
                  <a:lnTo>
                    <a:pt x="82883" y="462603"/>
                  </a:lnTo>
                  <a:lnTo>
                    <a:pt x="165766" y="464655"/>
                  </a:lnTo>
                  <a:lnTo>
                    <a:pt x="248649" y="466521"/>
                  </a:lnTo>
                  <a:lnTo>
                    <a:pt x="331532" y="468199"/>
                  </a:lnTo>
                  <a:lnTo>
                    <a:pt x="414416" y="469689"/>
                  </a:lnTo>
                  <a:lnTo>
                    <a:pt x="497299" y="470989"/>
                  </a:lnTo>
                  <a:lnTo>
                    <a:pt x="580182" y="472098"/>
                  </a:lnTo>
                  <a:lnTo>
                    <a:pt x="663065" y="473016"/>
                  </a:lnTo>
                  <a:lnTo>
                    <a:pt x="745948" y="473741"/>
                  </a:lnTo>
                  <a:lnTo>
                    <a:pt x="828832" y="474273"/>
                  </a:lnTo>
                  <a:lnTo>
                    <a:pt x="911715" y="474611"/>
                  </a:lnTo>
                  <a:lnTo>
                    <a:pt x="994598" y="474754"/>
                  </a:lnTo>
                  <a:lnTo>
                    <a:pt x="1077481" y="474701"/>
                  </a:lnTo>
                  <a:lnTo>
                    <a:pt x="1160364" y="474450"/>
                  </a:lnTo>
                  <a:lnTo>
                    <a:pt x="1243248" y="474002"/>
                  </a:lnTo>
                  <a:lnTo>
                    <a:pt x="1326131" y="473355"/>
                  </a:lnTo>
                  <a:lnTo>
                    <a:pt x="1409014" y="472509"/>
                  </a:lnTo>
                  <a:lnTo>
                    <a:pt x="1491897" y="471461"/>
                  </a:lnTo>
                  <a:lnTo>
                    <a:pt x="1574780" y="470212"/>
                  </a:lnTo>
                  <a:lnTo>
                    <a:pt x="1657664" y="468761"/>
                  </a:lnTo>
                  <a:lnTo>
                    <a:pt x="1740547" y="467106"/>
                  </a:lnTo>
                  <a:lnTo>
                    <a:pt x="1823430" y="465204"/>
                  </a:lnTo>
                  <a:lnTo>
                    <a:pt x="1906313" y="462981"/>
                  </a:lnTo>
                  <a:lnTo>
                    <a:pt x="1989196" y="460501"/>
                  </a:lnTo>
                  <a:lnTo>
                    <a:pt x="2072080" y="457834"/>
                  </a:lnTo>
                  <a:lnTo>
                    <a:pt x="2154963" y="455048"/>
                  </a:lnTo>
                  <a:lnTo>
                    <a:pt x="2237846" y="452212"/>
                  </a:lnTo>
                  <a:lnTo>
                    <a:pt x="2320729" y="449293"/>
                  </a:lnTo>
                  <a:lnTo>
                    <a:pt x="2403612" y="445811"/>
                  </a:lnTo>
                  <a:lnTo>
                    <a:pt x="2486496" y="441990"/>
                  </a:lnTo>
                  <a:lnTo>
                    <a:pt x="2569379" y="438186"/>
                  </a:lnTo>
                  <a:lnTo>
                    <a:pt x="2652262" y="434743"/>
                  </a:lnTo>
                  <a:lnTo>
                    <a:pt x="2735145" y="431553"/>
                  </a:lnTo>
                  <a:lnTo>
                    <a:pt x="2818028" y="428415"/>
                  </a:lnTo>
                  <a:lnTo>
                    <a:pt x="2900912" y="425250"/>
                  </a:lnTo>
                  <a:lnTo>
                    <a:pt x="2983795" y="421978"/>
                  </a:lnTo>
                  <a:lnTo>
                    <a:pt x="3066678" y="419065"/>
                  </a:lnTo>
                  <a:lnTo>
                    <a:pt x="3149561" y="416676"/>
                  </a:lnTo>
                  <a:lnTo>
                    <a:pt x="3232444" y="414141"/>
                  </a:lnTo>
                  <a:lnTo>
                    <a:pt x="3315328" y="410793"/>
                  </a:lnTo>
                  <a:lnTo>
                    <a:pt x="3398211" y="407190"/>
                  </a:lnTo>
                  <a:lnTo>
                    <a:pt x="3481094" y="403749"/>
                  </a:lnTo>
                  <a:lnTo>
                    <a:pt x="3563977" y="400025"/>
                  </a:lnTo>
                  <a:lnTo>
                    <a:pt x="3646860" y="395575"/>
                  </a:lnTo>
                  <a:lnTo>
                    <a:pt x="3729744" y="389980"/>
                  </a:lnTo>
                  <a:lnTo>
                    <a:pt x="3812627" y="383913"/>
                  </a:lnTo>
                  <a:lnTo>
                    <a:pt x="3895510" y="377762"/>
                  </a:lnTo>
                  <a:lnTo>
                    <a:pt x="3978393" y="371421"/>
                  </a:lnTo>
                  <a:lnTo>
                    <a:pt x="4061276" y="364783"/>
                  </a:lnTo>
                  <a:lnTo>
                    <a:pt x="4144160" y="357743"/>
                  </a:lnTo>
                  <a:lnTo>
                    <a:pt x="4227043" y="350194"/>
                  </a:lnTo>
                  <a:lnTo>
                    <a:pt x="4309926" y="342029"/>
                  </a:lnTo>
                  <a:lnTo>
                    <a:pt x="4392809" y="333093"/>
                  </a:lnTo>
                  <a:lnTo>
                    <a:pt x="4475692" y="323328"/>
                  </a:lnTo>
                  <a:lnTo>
                    <a:pt x="4558576" y="312740"/>
                  </a:lnTo>
                  <a:lnTo>
                    <a:pt x="4641459" y="301337"/>
                  </a:lnTo>
                  <a:lnTo>
                    <a:pt x="4724342" y="289126"/>
                  </a:lnTo>
                  <a:lnTo>
                    <a:pt x="4807225" y="276114"/>
                  </a:lnTo>
                  <a:lnTo>
                    <a:pt x="4890108" y="262310"/>
                  </a:lnTo>
                  <a:lnTo>
                    <a:pt x="4972992" y="247719"/>
                  </a:lnTo>
                  <a:lnTo>
                    <a:pt x="5055875" y="232349"/>
                  </a:lnTo>
                  <a:lnTo>
                    <a:pt x="5138758" y="216207"/>
                  </a:lnTo>
                  <a:lnTo>
                    <a:pt x="5221641" y="199301"/>
                  </a:lnTo>
                  <a:lnTo>
                    <a:pt x="5304524" y="181637"/>
                  </a:lnTo>
                  <a:lnTo>
                    <a:pt x="5387408" y="163223"/>
                  </a:lnTo>
                  <a:lnTo>
                    <a:pt x="5470291" y="144067"/>
                  </a:lnTo>
                  <a:lnTo>
                    <a:pt x="5553174" y="124175"/>
                  </a:lnTo>
                  <a:lnTo>
                    <a:pt x="5636057" y="103554"/>
                  </a:lnTo>
                  <a:lnTo>
                    <a:pt x="5718940" y="82212"/>
                  </a:lnTo>
                  <a:lnTo>
                    <a:pt x="5801824" y="60156"/>
                  </a:lnTo>
                  <a:lnTo>
                    <a:pt x="5884707" y="37394"/>
                  </a:lnTo>
                  <a:lnTo>
                    <a:pt x="5967590" y="13931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756525"/>
              <a:ext cx="6015395" cy="1621934"/>
            </a:xfrm>
            <a:custGeom>
              <a:avLst/>
              <a:pathLst>
                <a:path w="6015395" h="1621934">
                  <a:moveTo>
                    <a:pt x="0" y="1020507"/>
                  </a:moveTo>
                  <a:lnTo>
                    <a:pt x="82883" y="1054102"/>
                  </a:lnTo>
                  <a:lnTo>
                    <a:pt x="165766" y="1086113"/>
                  </a:lnTo>
                  <a:lnTo>
                    <a:pt x="248649" y="1116524"/>
                  </a:lnTo>
                  <a:lnTo>
                    <a:pt x="331532" y="1145318"/>
                  </a:lnTo>
                  <a:lnTo>
                    <a:pt x="414416" y="1172476"/>
                  </a:lnTo>
                  <a:lnTo>
                    <a:pt x="497299" y="1197976"/>
                  </a:lnTo>
                  <a:lnTo>
                    <a:pt x="580182" y="1221795"/>
                  </a:lnTo>
                  <a:lnTo>
                    <a:pt x="663065" y="1243906"/>
                  </a:lnTo>
                  <a:lnTo>
                    <a:pt x="745948" y="1264280"/>
                  </a:lnTo>
                  <a:lnTo>
                    <a:pt x="828832" y="1282888"/>
                  </a:lnTo>
                  <a:lnTo>
                    <a:pt x="911715" y="1299698"/>
                  </a:lnTo>
                  <a:lnTo>
                    <a:pt x="994598" y="1314680"/>
                  </a:lnTo>
                  <a:lnTo>
                    <a:pt x="1077481" y="1327811"/>
                  </a:lnTo>
                  <a:lnTo>
                    <a:pt x="1160364" y="1339075"/>
                  </a:lnTo>
                  <a:lnTo>
                    <a:pt x="1243248" y="1348476"/>
                  </a:lnTo>
                  <a:lnTo>
                    <a:pt x="1326131" y="1356044"/>
                  </a:lnTo>
                  <a:lnTo>
                    <a:pt x="1409014" y="1361842"/>
                  </a:lnTo>
                  <a:lnTo>
                    <a:pt x="1491897" y="1365970"/>
                  </a:lnTo>
                  <a:lnTo>
                    <a:pt x="1574780" y="1368567"/>
                  </a:lnTo>
                  <a:lnTo>
                    <a:pt x="1657664" y="1369795"/>
                  </a:lnTo>
                  <a:lnTo>
                    <a:pt x="1740547" y="1369827"/>
                  </a:lnTo>
                  <a:lnTo>
                    <a:pt x="1823430" y="1368937"/>
                  </a:lnTo>
                  <a:lnTo>
                    <a:pt x="1906313" y="1367433"/>
                  </a:lnTo>
                  <a:lnTo>
                    <a:pt x="1989196" y="1365245"/>
                  </a:lnTo>
                  <a:lnTo>
                    <a:pt x="2072080" y="1362271"/>
                  </a:lnTo>
                  <a:lnTo>
                    <a:pt x="2154963" y="1358439"/>
                  </a:lnTo>
                  <a:lnTo>
                    <a:pt x="2237846" y="1353728"/>
                  </a:lnTo>
                  <a:lnTo>
                    <a:pt x="2320729" y="1348384"/>
                  </a:lnTo>
                  <a:lnTo>
                    <a:pt x="2403612" y="1343307"/>
                  </a:lnTo>
                  <a:lnTo>
                    <a:pt x="2486496" y="1337509"/>
                  </a:lnTo>
                  <a:lnTo>
                    <a:pt x="2569379" y="1330329"/>
                  </a:lnTo>
                  <a:lnTo>
                    <a:pt x="2652262" y="1322022"/>
                  </a:lnTo>
                  <a:lnTo>
                    <a:pt x="2735145" y="1313829"/>
                  </a:lnTo>
                  <a:lnTo>
                    <a:pt x="2818028" y="1304870"/>
                  </a:lnTo>
                  <a:lnTo>
                    <a:pt x="2900912" y="1294270"/>
                  </a:lnTo>
                  <a:lnTo>
                    <a:pt x="2983795" y="1282456"/>
                  </a:lnTo>
                  <a:lnTo>
                    <a:pt x="3066678" y="1270905"/>
                  </a:lnTo>
                  <a:lnTo>
                    <a:pt x="3149561" y="1258924"/>
                  </a:lnTo>
                  <a:lnTo>
                    <a:pt x="3232444" y="1245087"/>
                  </a:lnTo>
                  <a:lnTo>
                    <a:pt x="3315328" y="1229625"/>
                  </a:lnTo>
                  <a:lnTo>
                    <a:pt x="3398211" y="1214134"/>
                  </a:lnTo>
                  <a:lnTo>
                    <a:pt x="3481094" y="1198115"/>
                  </a:lnTo>
                  <a:lnTo>
                    <a:pt x="3563977" y="1180261"/>
                  </a:lnTo>
                  <a:lnTo>
                    <a:pt x="3646860" y="1160001"/>
                  </a:lnTo>
                  <a:lnTo>
                    <a:pt x="3729744" y="1137311"/>
                  </a:lnTo>
                  <a:lnTo>
                    <a:pt x="3812627" y="1112703"/>
                  </a:lnTo>
                  <a:lnTo>
                    <a:pt x="3895510" y="1086416"/>
                  </a:lnTo>
                  <a:lnTo>
                    <a:pt x="3978393" y="1058520"/>
                  </a:lnTo>
                  <a:lnTo>
                    <a:pt x="4061276" y="1029204"/>
                  </a:lnTo>
                  <a:lnTo>
                    <a:pt x="4144160" y="998776"/>
                  </a:lnTo>
                  <a:lnTo>
                    <a:pt x="4227043" y="967626"/>
                  </a:lnTo>
                  <a:lnTo>
                    <a:pt x="4309926" y="936171"/>
                  </a:lnTo>
                  <a:lnTo>
                    <a:pt x="4392809" y="904173"/>
                  </a:lnTo>
                  <a:lnTo>
                    <a:pt x="4475692" y="871282"/>
                  </a:lnTo>
                  <a:lnTo>
                    <a:pt x="4558576" y="837449"/>
                  </a:lnTo>
                  <a:lnTo>
                    <a:pt x="4641459" y="802596"/>
                  </a:lnTo>
                  <a:lnTo>
                    <a:pt x="4724342" y="766626"/>
                  </a:lnTo>
                  <a:lnTo>
                    <a:pt x="4807225" y="729427"/>
                  </a:lnTo>
                  <a:lnTo>
                    <a:pt x="4890108" y="690883"/>
                  </a:lnTo>
                  <a:lnTo>
                    <a:pt x="4972992" y="650883"/>
                  </a:lnTo>
                  <a:lnTo>
                    <a:pt x="5055875" y="609324"/>
                  </a:lnTo>
                  <a:lnTo>
                    <a:pt x="5138758" y="566122"/>
                  </a:lnTo>
                  <a:lnTo>
                    <a:pt x="5221641" y="521208"/>
                  </a:lnTo>
                  <a:lnTo>
                    <a:pt x="5304524" y="474534"/>
                  </a:lnTo>
                  <a:lnTo>
                    <a:pt x="5387408" y="426069"/>
                  </a:lnTo>
                  <a:lnTo>
                    <a:pt x="5470291" y="375795"/>
                  </a:lnTo>
                  <a:lnTo>
                    <a:pt x="5553174" y="323705"/>
                  </a:lnTo>
                  <a:lnTo>
                    <a:pt x="5636057" y="269803"/>
                  </a:lnTo>
                  <a:lnTo>
                    <a:pt x="5718940" y="214093"/>
                  </a:lnTo>
                  <a:lnTo>
                    <a:pt x="5801824" y="156588"/>
                  </a:lnTo>
                  <a:lnTo>
                    <a:pt x="5884707" y="97297"/>
                  </a:lnTo>
                  <a:lnTo>
                    <a:pt x="5967590" y="36234"/>
                  </a:lnTo>
                  <a:lnTo>
                    <a:pt x="6015395" y="0"/>
                  </a:lnTo>
                  <a:lnTo>
                    <a:pt x="6015395" y="500003"/>
                  </a:lnTo>
                  <a:lnTo>
                    <a:pt x="5967590" y="515165"/>
                  </a:lnTo>
                  <a:lnTo>
                    <a:pt x="5884707" y="541670"/>
                  </a:lnTo>
                  <a:lnTo>
                    <a:pt x="5801824" y="568417"/>
                  </a:lnTo>
                  <a:lnTo>
                    <a:pt x="5718940" y="595433"/>
                  </a:lnTo>
                  <a:lnTo>
                    <a:pt x="5636057" y="622740"/>
                  </a:lnTo>
                  <a:lnTo>
                    <a:pt x="5553174" y="650362"/>
                  </a:lnTo>
                  <a:lnTo>
                    <a:pt x="5470291" y="678319"/>
                  </a:lnTo>
                  <a:lnTo>
                    <a:pt x="5387408" y="706625"/>
                  </a:lnTo>
                  <a:lnTo>
                    <a:pt x="5304524" y="735286"/>
                  </a:lnTo>
                  <a:lnTo>
                    <a:pt x="5221641" y="764297"/>
                  </a:lnTo>
                  <a:lnTo>
                    <a:pt x="5138758" y="793641"/>
                  </a:lnTo>
                  <a:lnTo>
                    <a:pt x="5055875" y="823280"/>
                  </a:lnTo>
                  <a:lnTo>
                    <a:pt x="4972992" y="853160"/>
                  </a:lnTo>
                  <a:lnTo>
                    <a:pt x="4890108" y="883208"/>
                  </a:lnTo>
                  <a:lnTo>
                    <a:pt x="4807225" y="913336"/>
                  </a:lnTo>
                  <a:lnTo>
                    <a:pt x="4724342" y="943444"/>
                  </a:lnTo>
                  <a:lnTo>
                    <a:pt x="4641459" y="973428"/>
                  </a:lnTo>
                  <a:lnTo>
                    <a:pt x="4558576" y="1003191"/>
                  </a:lnTo>
                  <a:lnTo>
                    <a:pt x="4475692" y="1032647"/>
                  </a:lnTo>
                  <a:lnTo>
                    <a:pt x="4392809" y="1061731"/>
                  </a:lnTo>
                  <a:lnTo>
                    <a:pt x="4309926" y="1090406"/>
                  </a:lnTo>
                  <a:lnTo>
                    <a:pt x="4227043" y="1118710"/>
                  </a:lnTo>
                  <a:lnTo>
                    <a:pt x="4144160" y="1146652"/>
                  </a:lnTo>
                  <a:lnTo>
                    <a:pt x="4061276" y="1174168"/>
                  </a:lnTo>
                  <a:lnTo>
                    <a:pt x="3978393" y="1201166"/>
                  </a:lnTo>
                  <a:lnTo>
                    <a:pt x="3895510" y="1227465"/>
                  </a:lnTo>
                  <a:lnTo>
                    <a:pt x="3812627" y="1252771"/>
                  </a:lnTo>
                  <a:lnTo>
                    <a:pt x="3729744" y="1276667"/>
                  </a:lnTo>
                  <a:lnTo>
                    <a:pt x="3646860" y="1297912"/>
                  </a:lnTo>
                  <a:lnTo>
                    <a:pt x="3563977" y="1315815"/>
                  </a:lnTo>
                  <a:lnTo>
                    <a:pt x="3481094" y="1332024"/>
                  </a:lnTo>
                  <a:lnTo>
                    <a:pt x="3398211" y="1347701"/>
                  </a:lnTo>
                  <a:lnTo>
                    <a:pt x="3315328" y="1363273"/>
                  </a:lnTo>
                  <a:lnTo>
                    <a:pt x="3232444" y="1377197"/>
                  </a:lnTo>
                  <a:lnTo>
                    <a:pt x="3149561" y="1389119"/>
                  </a:lnTo>
                  <a:lnTo>
                    <a:pt x="3066678" y="1400970"/>
                  </a:lnTo>
                  <a:lnTo>
                    <a:pt x="2983795" y="1413044"/>
                  </a:lnTo>
                  <a:lnTo>
                    <a:pt x="2900912" y="1423825"/>
                  </a:lnTo>
                  <a:lnTo>
                    <a:pt x="2818028" y="1433547"/>
                  </a:lnTo>
                  <a:lnTo>
                    <a:pt x="2735145" y="1443263"/>
                  </a:lnTo>
                  <a:lnTo>
                    <a:pt x="2652262" y="1452731"/>
                  </a:lnTo>
                  <a:lnTo>
                    <a:pt x="2569379" y="1460835"/>
                  </a:lnTo>
                  <a:lnTo>
                    <a:pt x="2486496" y="1467703"/>
                  </a:lnTo>
                  <a:lnTo>
                    <a:pt x="2403612" y="1474379"/>
                  </a:lnTo>
                  <a:lnTo>
                    <a:pt x="2320729" y="1481058"/>
                  </a:lnTo>
                  <a:lnTo>
                    <a:pt x="2237846" y="1487304"/>
                  </a:lnTo>
                  <a:lnTo>
                    <a:pt x="2154963" y="1492913"/>
                  </a:lnTo>
                  <a:lnTo>
                    <a:pt x="2072080" y="1498072"/>
                  </a:lnTo>
                  <a:lnTo>
                    <a:pt x="1989196" y="1502937"/>
                  </a:lnTo>
                  <a:lnTo>
                    <a:pt x="1906313" y="1507614"/>
                  </a:lnTo>
                  <a:lnTo>
                    <a:pt x="1823430" y="1512181"/>
                  </a:lnTo>
                  <a:lnTo>
                    <a:pt x="1740547" y="1516730"/>
                  </a:lnTo>
                  <a:lnTo>
                    <a:pt x="1657664" y="1521402"/>
                  </a:lnTo>
                  <a:lnTo>
                    <a:pt x="1574780" y="1526359"/>
                  </a:lnTo>
                  <a:lnTo>
                    <a:pt x="1491897" y="1531771"/>
                  </a:lnTo>
                  <a:lnTo>
                    <a:pt x="1409014" y="1537795"/>
                  </a:lnTo>
                  <a:lnTo>
                    <a:pt x="1326131" y="1544563"/>
                  </a:lnTo>
                  <a:lnTo>
                    <a:pt x="1243248" y="1552171"/>
                  </a:lnTo>
                  <a:lnTo>
                    <a:pt x="1160364" y="1560678"/>
                  </a:lnTo>
                  <a:lnTo>
                    <a:pt x="1077481" y="1570109"/>
                  </a:lnTo>
                  <a:lnTo>
                    <a:pt x="994598" y="1580460"/>
                  </a:lnTo>
                  <a:lnTo>
                    <a:pt x="911715" y="1591715"/>
                  </a:lnTo>
                  <a:lnTo>
                    <a:pt x="828832" y="1603842"/>
                  </a:lnTo>
                  <a:lnTo>
                    <a:pt x="745948" y="1616808"/>
                  </a:lnTo>
                  <a:lnTo>
                    <a:pt x="715086" y="162193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756525"/>
              <a:ext cx="6015395" cy="1369827"/>
            </a:xfrm>
            <a:custGeom>
              <a:avLst/>
              <a:pathLst>
                <a:path w="6015395" h="1369827">
                  <a:moveTo>
                    <a:pt x="0" y="1020507"/>
                  </a:moveTo>
                  <a:lnTo>
                    <a:pt x="82883" y="1054102"/>
                  </a:lnTo>
                  <a:lnTo>
                    <a:pt x="165766" y="1086113"/>
                  </a:lnTo>
                  <a:lnTo>
                    <a:pt x="248649" y="1116524"/>
                  </a:lnTo>
                  <a:lnTo>
                    <a:pt x="331532" y="1145318"/>
                  </a:lnTo>
                  <a:lnTo>
                    <a:pt x="414416" y="1172476"/>
                  </a:lnTo>
                  <a:lnTo>
                    <a:pt x="497299" y="1197976"/>
                  </a:lnTo>
                  <a:lnTo>
                    <a:pt x="580182" y="1221795"/>
                  </a:lnTo>
                  <a:lnTo>
                    <a:pt x="663065" y="1243906"/>
                  </a:lnTo>
                  <a:lnTo>
                    <a:pt x="745948" y="1264280"/>
                  </a:lnTo>
                  <a:lnTo>
                    <a:pt x="828832" y="1282888"/>
                  </a:lnTo>
                  <a:lnTo>
                    <a:pt x="911715" y="1299698"/>
                  </a:lnTo>
                  <a:lnTo>
                    <a:pt x="994598" y="1314680"/>
                  </a:lnTo>
                  <a:lnTo>
                    <a:pt x="1077481" y="1327811"/>
                  </a:lnTo>
                  <a:lnTo>
                    <a:pt x="1160364" y="1339075"/>
                  </a:lnTo>
                  <a:lnTo>
                    <a:pt x="1243248" y="1348476"/>
                  </a:lnTo>
                  <a:lnTo>
                    <a:pt x="1326131" y="1356044"/>
                  </a:lnTo>
                  <a:lnTo>
                    <a:pt x="1409014" y="1361842"/>
                  </a:lnTo>
                  <a:lnTo>
                    <a:pt x="1491897" y="1365970"/>
                  </a:lnTo>
                  <a:lnTo>
                    <a:pt x="1574780" y="1368567"/>
                  </a:lnTo>
                  <a:lnTo>
                    <a:pt x="1657664" y="1369795"/>
                  </a:lnTo>
                  <a:lnTo>
                    <a:pt x="1740547" y="1369827"/>
                  </a:lnTo>
                  <a:lnTo>
                    <a:pt x="1823430" y="1368937"/>
                  </a:lnTo>
                  <a:lnTo>
                    <a:pt x="1906313" y="1367433"/>
                  </a:lnTo>
                  <a:lnTo>
                    <a:pt x="1989196" y="1365245"/>
                  </a:lnTo>
                  <a:lnTo>
                    <a:pt x="2072080" y="1362271"/>
                  </a:lnTo>
                  <a:lnTo>
                    <a:pt x="2154963" y="1358439"/>
                  </a:lnTo>
                  <a:lnTo>
                    <a:pt x="2237846" y="1353728"/>
                  </a:lnTo>
                  <a:lnTo>
                    <a:pt x="2320729" y="1348384"/>
                  </a:lnTo>
                  <a:lnTo>
                    <a:pt x="2403612" y="1343307"/>
                  </a:lnTo>
                  <a:lnTo>
                    <a:pt x="2486496" y="1337509"/>
                  </a:lnTo>
                  <a:lnTo>
                    <a:pt x="2569379" y="1330329"/>
                  </a:lnTo>
                  <a:lnTo>
                    <a:pt x="2652262" y="1322022"/>
                  </a:lnTo>
                  <a:lnTo>
                    <a:pt x="2735145" y="1313829"/>
                  </a:lnTo>
                  <a:lnTo>
                    <a:pt x="2818028" y="1304870"/>
                  </a:lnTo>
                  <a:lnTo>
                    <a:pt x="2900912" y="1294270"/>
                  </a:lnTo>
                  <a:lnTo>
                    <a:pt x="2983795" y="1282456"/>
                  </a:lnTo>
                  <a:lnTo>
                    <a:pt x="3066678" y="1270905"/>
                  </a:lnTo>
                  <a:lnTo>
                    <a:pt x="3149561" y="1258924"/>
                  </a:lnTo>
                  <a:lnTo>
                    <a:pt x="3232444" y="1245087"/>
                  </a:lnTo>
                  <a:lnTo>
                    <a:pt x="3315328" y="1229625"/>
                  </a:lnTo>
                  <a:lnTo>
                    <a:pt x="3398211" y="1214134"/>
                  </a:lnTo>
                  <a:lnTo>
                    <a:pt x="3481094" y="1198115"/>
                  </a:lnTo>
                  <a:lnTo>
                    <a:pt x="3563977" y="1180261"/>
                  </a:lnTo>
                  <a:lnTo>
                    <a:pt x="3646860" y="1160001"/>
                  </a:lnTo>
                  <a:lnTo>
                    <a:pt x="3729744" y="1137311"/>
                  </a:lnTo>
                  <a:lnTo>
                    <a:pt x="3812627" y="1112703"/>
                  </a:lnTo>
                  <a:lnTo>
                    <a:pt x="3895510" y="1086416"/>
                  </a:lnTo>
                  <a:lnTo>
                    <a:pt x="3978393" y="1058520"/>
                  </a:lnTo>
                  <a:lnTo>
                    <a:pt x="4061276" y="1029204"/>
                  </a:lnTo>
                  <a:lnTo>
                    <a:pt x="4144160" y="998776"/>
                  </a:lnTo>
                  <a:lnTo>
                    <a:pt x="4227043" y="967626"/>
                  </a:lnTo>
                  <a:lnTo>
                    <a:pt x="4309926" y="936171"/>
                  </a:lnTo>
                  <a:lnTo>
                    <a:pt x="4392809" y="904173"/>
                  </a:lnTo>
                  <a:lnTo>
                    <a:pt x="4475692" y="871282"/>
                  </a:lnTo>
                  <a:lnTo>
                    <a:pt x="4558576" y="837449"/>
                  </a:lnTo>
                  <a:lnTo>
                    <a:pt x="4641459" y="802596"/>
                  </a:lnTo>
                  <a:lnTo>
                    <a:pt x="4724342" y="766626"/>
                  </a:lnTo>
                  <a:lnTo>
                    <a:pt x="4807225" y="729427"/>
                  </a:lnTo>
                  <a:lnTo>
                    <a:pt x="4890108" y="690883"/>
                  </a:lnTo>
                  <a:lnTo>
                    <a:pt x="4972992" y="650883"/>
                  </a:lnTo>
                  <a:lnTo>
                    <a:pt x="5055875" y="609324"/>
                  </a:lnTo>
                  <a:lnTo>
                    <a:pt x="5138758" y="566122"/>
                  </a:lnTo>
                  <a:lnTo>
                    <a:pt x="5221641" y="521208"/>
                  </a:lnTo>
                  <a:lnTo>
                    <a:pt x="5304524" y="474534"/>
                  </a:lnTo>
                  <a:lnTo>
                    <a:pt x="5387408" y="426069"/>
                  </a:lnTo>
                  <a:lnTo>
                    <a:pt x="5470291" y="375795"/>
                  </a:lnTo>
                  <a:lnTo>
                    <a:pt x="5553174" y="323705"/>
                  </a:lnTo>
                  <a:lnTo>
                    <a:pt x="5636057" y="269803"/>
                  </a:lnTo>
                  <a:lnTo>
                    <a:pt x="5718940" y="214093"/>
                  </a:lnTo>
                  <a:lnTo>
                    <a:pt x="5801824" y="156588"/>
                  </a:lnTo>
                  <a:lnTo>
                    <a:pt x="5884707" y="97297"/>
                  </a:lnTo>
                  <a:lnTo>
                    <a:pt x="5967590" y="36234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787551" y="4256528"/>
              <a:ext cx="5300309" cy="1121931"/>
            </a:xfrm>
            <a:custGeom>
              <a:avLst/>
              <a:pathLst>
                <a:path w="5300309" h="1121931">
                  <a:moveTo>
                    <a:pt x="5300309" y="0"/>
                  </a:moveTo>
                  <a:lnTo>
                    <a:pt x="5252504" y="15162"/>
                  </a:lnTo>
                  <a:lnTo>
                    <a:pt x="5169620" y="41667"/>
                  </a:lnTo>
                  <a:lnTo>
                    <a:pt x="5086737" y="68414"/>
                  </a:lnTo>
                  <a:lnTo>
                    <a:pt x="5003854" y="95430"/>
                  </a:lnTo>
                  <a:lnTo>
                    <a:pt x="4920971" y="122737"/>
                  </a:lnTo>
                  <a:lnTo>
                    <a:pt x="4838088" y="150359"/>
                  </a:lnTo>
                  <a:lnTo>
                    <a:pt x="4755204" y="178316"/>
                  </a:lnTo>
                  <a:lnTo>
                    <a:pt x="4672321" y="206622"/>
                  </a:lnTo>
                  <a:lnTo>
                    <a:pt x="4589438" y="235283"/>
                  </a:lnTo>
                  <a:lnTo>
                    <a:pt x="4506555" y="264294"/>
                  </a:lnTo>
                  <a:lnTo>
                    <a:pt x="4423672" y="293637"/>
                  </a:lnTo>
                  <a:lnTo>
                    <a:pt x="4340788" y="323276"/>
                  </a:lnTo>
                  <a:lnTo>
                    <a:pt x="4257905" y="353157"/>
                  </a:lnTo>
                  <a:lnTo>
                    <a:pt x="4175022" y="383205"/>
                  </a:lnTo>
                  <a:lnTo>
                    <a:pt x="4092139" y="413333"/>
                  </a:lnTo>
                  <a:lnTo>
                    <a:pt x="4009256" y="443441"/>
                  </a:lnTo>
                  <a:lnTo>
                    <a:pt x="3926372" y="473425"/>
                  </a:lnTo>
                  <a:lnTo>
                    <a:pt x="3843489" y="503188"/>
                  </a:lnTo>
                  <a:lnTo>
                    <a:pt x="3760606" y="532644"/>
                  </a:lnTo>
                  <a:lnTo>
                    <a:pt x="3677723" y="561728"/>
                  </a:lnTo>
                  <a:lnTo>
                    <a:pt x="3594840" y="590403"/>
                  </a:lnTo>
                  <a:lnTo>
                    <a:pt x="3511956" y="618706"/>
                  </a:lnTo>
                  <a:lnTo>
                    <a:pt x="3429073" y="646649"/>
                  </a:lnTo>
                  <a:lnTo>
                    <a:pt x="3346190" y="674165"/>
                  </a:lnTo>
                  <a:lnTo>
                    <a:pt x="3263307" y="701163"/>
                  </a:lnTo>
                  <a:lnTo>
                    <a:pt x="3180424" y="727462"/>
                  </a:lnTo>
                  <a:lnTo>
                    <a:pt x="3097540" y="752767"/>
                  </a:lnTo>
                  <a:lnTo>
                    <a:pt x="3014657" y="776664"/>
                  </a:lnTo>
                  <a:lnTo>
                    <a:pt x="2931774" y="797908"/>
                  </a:lnTo>
                  <a:lnTo>
                    <a:pt x="2848891" y="815811"/>
                  </a:lnTo>
                  <a:lnTo>
                    <a:pt x="2766007" y="832021"/>
                  </a:lnTo>
                  <a:lnTo>
                    <a:pt x="2683124" y="847698"/>
                  </a:lnTo>
                  <a:lnTo>
                    <a:pt x="2600241" y="863270"/>
                  </a:lnTo>
                  <a:lnTo>
                    <a:pt x="2517358" y="877194"/>
                  </a:lnTo>
                  <a:lnTo>
                    <a:pt x="2434475" y="889115"/>
                  </a:lnTo>
                  <a:lnTo>
                    <a:pt x="2351591" y="900967"/>
                  </a:lnTo>
                  <a:lnTo>
                    <a:pt x="2268708" y="913041"/>
                  </a:lnTo>
                  <a:lnTo>
                    <a:pt x="2185825" y="923822"/>
                  </a:lnTo>
                  <a:lnTo>
                    <a:pt x="2102942" y="933543"/>
                  </a:lnTo>
                  <a:lnTo>
                    <a:pt x="2020059" y="943260"/>
                  </a:lnTo>
                  <a:lnTo>
                    <a:pt x="1937175" y="952728"/>
                  </a:lnTo>
                  <a:lnTo>
                    <a:pt x="1854292" y="960832"/>
                  </a:lnTo>
                  <a:lnTo>
                    <a:pt x="1771409" y="967699"/>
                  </a:lnTo>
                  <a:lnTo>
                    <a:pt x="1688526" y="974376"/>
                  </a:lnTo>
                  <a:lnTo>
                    <a:pt x="1605643" y="981055"/>
                  </a:lnTo>
                  <a:lnTo>
                    <a:pt x="1522759" y="987301"/>
                  </a:lnTo>
                  <a:lnTo>
                    <a:pt x="1439876" y="992910"/>
                  </a:lnTo>
                  <a:lnTo>
                    <a:pt x="1356993" y="998069"/>
                  </a:lnTo>
                  <a:lnTo>
                    <a:pt x="1274110" y="1002934"/>
                  </a:lnTo>
                  <a:lnTo>
                    <a:pt x="1191227" y="1007611"/>
                  </a:lnTo>
                  <a:lnTo>
                    <a:pt x="1108343" y="1012178"/>
                  </a:lnTo>
                  <a:lnTo>
                    <a:pt x="1025460" y="1016727"/>
                  </a:lnTo>
                  <a:lnTo>
                    <a:pt x="942577" y="1021399"/>
                  </a:lnTo>
                  <a:lnTo>
                    <a:pt x="859694" y="1026356"/>
                  </a:lnTo>
                  <a:lnTo>
                    <a:pt x="776811" y="1031768"/>
                  </a:lnTo>
                  <a:lnTo>
                    <a:pt x="693927" y="1037791"/>
                  </a:lnTo>
                  <a:lnTo>
                    <a:pt x="611044" y="1044559"/>
                  </a:lnTo>
                  <a:lnTo>
                    <a:pt x="528161" y="1052168"/>
                  </a:lnTo>
                  <a:lnTo>
                    <a:pt x="445278" y="1060675"/>
                  </a:lnTo>
                  <a:lnTo>
                    <a:pt x="362395" y="1070105"/>
                  </a:lnTo>
                  <a:lnTo>
                    <a:pt x="279511" y="1080457"/>
                  </a:lnTo>
                  <a:lnTo>
                    <a:pt x="196628" y="1091712"/>
                  </a:lnTo>
                  <a:lnTo>
                    <a:pt x="113745" y="1103839"/>
                  </a:lnTo>
                  <a:lnTo>
                    <a:pt x="30862" y="1116805"/>
                  </a:lnTo>
                  <a:lnTo>
                    <a:pt x="0" y="11219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006526"/>
              <a:ext cx="6015395" cy="1200322"/>
            </a:xfrm>
            <a:custGeom>
              <a:avLst/>
              <a:pathLst>
                <a:path w="6015395" h="1200322">
                  <a:moveTo>
                    <a:pt x="0" y="1143152"/>
                  </a:moveTo>
                  <a:lnTo>
                    <a:pt x="82883" y="1150403"/>
                  </a:lnTo>
                  <a:lnTo>
                    <a:pt x="165766" y="1157152"/>
                  </a:lnTo>
                  <a:lnTo>
                    <a:pt x="248649" y="1163401"/>
                  </a:lnTo>
                  <a:lnTo>
                    <a:pt x="331532" y="1169153"/>
                  </a:lnTo>
                  <a:lnTo>
                    <a:pt x="414416" y="1174411"/>
                  </a:lnTo>
                  <a:lnTo>
                    <a:pt x="497299" y="1179176"/>
                  </a:lnTo>
                  <a:lnTo>
                    <a:pt x="580182" y="1183451"/>
                  </a:lnTo>
                  <a:lnTo>
                    <a:pt x="663065" y="1187239"/>
                  </a:lnTo>
                  <a:lnTo>
                    <a:pt x="745948" y="1190542"/>
                  </a:lnTo>
                  <a:lnTo>
                    <a:pt x="828832" y="1193363"/>
                  </a:lnTo>
                  <a:lnTo>
                    <a:pt x="911715" y="1195705"/>
                  </a:lnTo>
                  <a:lnTo>
                    <a:pt x="994598" y="1197569"/>
                  </a:lnTo>
                  <a:lnTo>
                    <a:pt x="1077481" y="1198958"/>
                  </a:lnTo>
                  <a:lnTo>
                    <a:pt x="1160364" y="1199875"/>
                  </a:lnTo>
                  <a:lnTo>
                    <a:pt x="1243248" y="1200322"/>
                  </a:lnTo>
                  <a:lnTo>
                    <a:pt x="1326131" y="1200302"/>
                  </a:lnTo>
                  <a:lnTo>
                    <a:pt x="1409014" y="1199817"/>
                  </a:lnTo>
                  <a:lnTo>
                    <a:pt x="1491897" y="1198869"/>
                  </a:lnTo>
                  <a:lnTo>
                    <a:pt x="1574780" y="1197462"/>
                  </a:lnTo>
                  <a:lnTo>
                    <a:pt x="1657664" y="1195597"/>
                  </a:lnTo>
                  <a:lnTo>
                    <a:pt x="1740547" y="1193277"/>
                  </a:lnTo>
                  <a:lnTo>
                    <a:pt x="1823430" y="1190557"/>
                  </a:lnTo>
                  <a:lnTo>
                    <a:pt x="1906313" y="1187522"/>
                  </a:lnTo>
                  <a:lnTo>
                    <a:pt x="1989196" y="1184089"/>
                  </a:lnTo>
                  <a:lnTo>
                    <a:pt x="2072080" y="1180170"/>
                  </a:lnTo>
                  <a:lnTo>
                    <a:pt x="2154963" y="1175675"/>
                  </a:lnTo>
                  <a:lnTo>
                    <a:pt x="2237846" y="1170514"/>
                  </a:lnTo>
                  <a:lnTo>
                    <a:pt x="2320729" y="1164719"/>
                  </a:lnTo>
                  <a:lnTo>
                    <a:pt x="2403612" y="1158841"/>
                  </a:lnTo>
                  <a:lnTo>
                    <a:pt x="2486496" y="1152604"/>
                  </a:lnTo>
                  <a:lnTo>
                    <a:pt x="2569379" y="1145580"/>
                  </a:lnTo>
                  <a:lnTo>
                    <a:pt x="2652262" y="1137375"/>
                  </a:lnTo>
                  <a:lnTo>
                    <a:pt x="2735145" y="1128545"/>
                  </a:lnTo>
                  <a:lnTo>
                    <a:pt x="2818028" y="1119207"/>
                  </a:lnTo>
                  <a:lnTo>
                    <a:pt x="2900912" y="1109046"/>
                  </a:lnTo>
                  <a:lnTo>
                    <a:pt x="2983795" y="1097748"/>
                  </a:lnTo>
                  <a:lnTo>
                    <a:pt x="3066678" y="1085936"/>
                  </a:lnTo>
                  <a:lnTo>
                    <a:pt x="3149561" y="1074020"/>
                  </a:lnTo>
                  <a:lnTo>
                    <a:pt x="3232444" y="1061141"/>
                  </a:lnTo>
                  <a:lnTo>
                    <a:pt x="3315328" y="1046448"/>
                  </a:lnTo>
                  <a:lnTo>
                    <a:pt x="3398211" y="1030916"/>
                  </a:lnTo>
                  <a:lnTo>
                    <a:pt x="3481094" y="1015068"/>
                  </a:lnTo>
                  <a:lnTo>
                    <a:pt x="3563977" y="998036"/>
                  </a:lnTo>
                  <a:lnTo>
                    <a:pt x="3646860" y="978955"/>
                  </a:lnTo>
                  <a:lnTo>
                    <a:pt x="3729744" y="956987"/>
                  </a:lnTo>
                  <a:lnTo>
                    <a:pt x="3812627" y="932735"/>
                  </a:lnTo>
                  <a:lnTo>
                    <a:pt x="3895510" y="906939"/>
                  </a:lnTo>
                  <a:lnTo>
                    <a:pt x="3978393" y="879841"/>
                  </a:lnTo>
                  <a:lnTo>
                    <a:pt x="4061276" y="851685"/>
                  </a:lnTo>
                  <a:lnTo>
                    <a:pt x="4144160" y="822712"/>
                  </a:lnTo>
                  <a:lnTo>
                    <a:pt x="4227043" y="793166"/>
                  </a:lnTo>
                  <a:lnTo>
                    <a:pt x="4309926" y="763287"/>
                  </a:lnTo>
                  <a:lnTo>
                    <a:pt x="4392809" y="732950"/>
                  </a:lnTo>
                  <a:lnTo>
                    <a:pt x="4475692" y="701963"/>
                  </a:lnTo>
                  <a:lnTo>
                    <a:pt x="4558576" y="670318"/>
                  </a:lnTo>
                  <a:lnTo>
                    <a:pt x="4641459" y="638011"/>
                  </a:lnTo>
                  <a:lnTo>
                    <a:pt x="4724342" y="605033"/>
                  </a:lnTo>
                  <a:lnTo>
                    <a:pt x="4807225" y="571380"/>
                  </a:lnTo>
                  <a:lnTo>
                    <a:pt x="4890108" y="537044"/>
                  </a:lnTo>
                  <a:lnTo>
                    <a:pt x="4972992" y="502020"/>
                  </a:lnTo>
                  <a:lnTo>
                    <a:pt x="5055875" y="466300"/>
                  </a:lnTo>
                  <a:lnTo>
                    <a:pt x="5138758" y="429880"/>
                  </a:lnTo>
                  <a:lnTo>
                    <a:pt x="5221641" y="392751"/>
                  </a:lnTo>
                  <a:lnTo>
                    <a:pt x="5304524" y="354908"/>
                  </a:lnTo>
                  <a:lnTo>
                    <a:pt x="5387408" y="316345"/>
                  </a:lnTo>
                  <a:lnTo>
                    <a:pt x="5470291" y="277055"/>
                  </a:lnTo>
                  <a:lnTo>
                    <a:pt x="5553174" y="237032"/>
                  </a:lnTo>
                  <a:lnTo>
                    <a:pt x="5636057" y="196270"/>
                  </a:lnTo>
                  <a:lnTo>
                    <a:pt x="5718940" y="154761"/>
                  </a:lnTo>
                  <a:lnTo>
                    <a:pt x="5801824" y="112501"/>
                  </a:lnTo>
                  <a:lnTo>
                    <a:pt x="5884707" y="69482"/>
                  </a:lnTo>
                  <a:lnTo>
                    <a:pt x="5967590" y="25698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3335722"/>
              <a:ext cx="6015395" cy="2042737"/>
            </a:xfrm>
            <a:custGeom>
              <a:avLst/>
              <a:pathLst>
                <a:path w="6015395" h="2042737">
                  <a:moveTo>
                    <a:pt x="0" y="1416935"/>
                  </a:moveTo>
                  <a:lnTo>
                    <a:pt x="82883" y="1452092"/>
                  </a:lnTo>
                  <a:lnTo>
                    <a:pt x="165766" y="1485599"/>
                  </a:lnTo>
                  <a:lnTo>
                    <a:pt x="248649" y="1517442"/>
                  </a:lnTo>
                  <a:lnTo>
                    <a:pt x="331532" y="1547604"/>
                  </a:lnTo>
                  <a:lnTo>
                    <a:pt x="414416" y="1576065"/>
                  </a:lnTo>
                  <a:lnTo>
                    <a:pt x="497299" y="1602804"/>
                  </a:lnTo>
                  <a:lnTo>
                    <a:pt x="580182" y="1627797"/>
                  </a:lnTo>
                  <a:lnTo>
                    <a:pt x="663065" y="1651016"/>
                  </a:lnTo>
                  <a:lnTo>
                    <a:pt x="745948" y="1672433"/>
                  </a:lnTo>
                  <a:lnTo>
                    <a:pt x="828832" y="1692017"/>
                  </a:lnTo>
                  <a:lnTo>
                    <a:pt x="911715" y="1709735"/>
                  </a:lnTo>
                  <a:lnTo>
                    <a:pt x="994598" y="1725558"/>
                  </a:lnTo>
                  <a:lnTo>
                    <a:pt x="1077481" y="1739461"/>
                  </a:lnTo>
                  <a:lnTo>
                    <a:pt x="1160364" y="1751428"/>
                  </a:lnTo>
                  <a:lnTo>
                    <a:pt x="1243248" y="1761466"/>
                  </a:lnTo>
                  <a:lnTo>
                    <a:pt x="1326131" y="1769607"/>
                  </a:lnTo>
                  <a:lnTo>
                    <a:pt x="1409014" y="1775919"/>
                  </a:lnTo>
                  <a:lnTo>
                    <a:pt x="1491897" y="1780510"/>
                  </a:lnTo>
                  <a:lnTo>
                    <a:pt x="1574780" y="1783525"/>
                  </a:lnTo>
                  <a:lnTo>
                    <a:pt x="1657664" y="1785141"/>
                  </a:lnTo>
                  <a:lnTo>
                    <a:pt x="1740547" y="1785541"/>
                  </a:lnTo>
                  <a:lnTo>
                    <a:pt x="1823430" y="1785062"/>
                  </a:lnTo>
                  <a:lnTo>
                    <a:pt x="1906313" y="1784111"/>
                  </a:lnTo>
                  <a:lnTo>
                    <a:pt x="1989196" y="1782539"/>
                  </a:lnTo>
                  <a:lnTo>
                    <a:pt x="2072080" y="1780165"/>
                  </a:lnTo>
                  <a:lnTo>
                    <a:pt x="2154963" y="1776834"/>
                  </a:lnTo>
                  <a:lnTo>
                    <a:pt x="2237846" y="1772446"/>
                  </a:lnTo>
                  <a:lnTo>
                    <a:pt x="2320729" y="1767334"/>
                  </a:lnTo>
                  <a:lnTo>
                    <a:pt x="2403612" y="1763146"/>
                  </a:lnTo>
                  <a:lnTo>
                    <a:pt x="2486496" y="1758478"/>
                  </a:lnTo>
                  <a:lnTo>
                    <a:pt x="2569379" y="1752084"/>
                  </a:lnTo>
                  <a:lnTo>
                    <a:pt x="2652262" y="1743752"/>
                  </a:lnTo>
                  <a:lnTo>
                    <a:pt x="2735145" y="1736056"/>
                  </a:lnTo>
                  <a:lnTo>
                    <a:pt x="2818028" y="1728054"/>
                  </a:lnTo>
                  <a:lnTo>
                    <a:pt x="2900912" y="1717892"/>
                  </a:lnTo>
                  <a:lnTo>
                    <a:pt x="2983795" y="1705090"/>
                  </a:lnTo>
                  <a:lnTo>
                    <a:pt x="3066678" y="1691663"/>
                  </a:lnTo>
                  <a:lnTo>
                    <a:pt x="3149561" y="1677780"/>
                  </a:lnTo>
                  <a:lnTo>
                    <a:pt x="3232444" y="1661387"/>
                  </a:lnTo>
                  <a:lnTo>
                    <a:pt x="3315328" y="1642183"/>
                  </a:lnTo>
                  <a:lnTo>
                    <a:pt x="3398211" y="1621694"/>
                  </a:lnTo>
                  <a:lnTo>
                    <a:pt x="3481094" y="1599813"/>
                  </a:lnTo>
                  <a:lnTo>
                    <a:pt x="3563977" y="1575570"/>
                  </a:lnTo>
                  <a:lnTo>
                    <a:pt x="3646860" y="1548777"/>
                  </a:lnTo>
                  <a:lnTo>
                    <a:pt x="3729744" y="1519800"/>
                  </a:lnTo>
                  <a:lnTo>
                    <a:pt x="3812627" y="1488633"/>
                  </a:lnTo>
                  <a:lnTo>
                    <a:pt x="3895510" y="1455184"/>
                  </a:lnTo>
                  <a:lnTo>
                    <a:pt x="3978393" y="1419599"/>
                  </a:lnTo>
                  <a:lnTo>
                    <a:pt x="4061276" y="1382152"/>
                  </a:lnTo>
                  <a:lnTo>
                    <a:pt x="4144160" y="1343240"/>
                  </a:lnTo>
                  <a:lnTo>
                    <a:pt x="4227043" y="1303351"/>
                  </a:lnTo>
                  <a:lnTo>
                    <a:pt x="4309926" y="1262994"/>
                  </a:lnTo>
                  <a:lnTo>
                    <a:pt x="4392809" y="1221654"/>
                  </a:lnTo>
                  <a:lnTo>
                    <a:pt x="4475692" y="1178753"/>
                  </a:lnTo>
                  <a:lnTo>
                    <a:pt x="4558576" y="1134243"/>
                  </a:lnTo>
                  <a:lnTo>
                    <a:pt x="4641459" y="1088046"/>
                  </a:lnTo>
                  <a:lnTo>
                    <a:pt x="4724342" y="1040063"/>
                  </a:lnTo>
                  <a:lnTo>
                    <a:pt x="4807225" y="990182"/>
                  </a:lnTo>
                  <a:lnTo>
                    <a:pt x="4890108" y="938284"/>
                  </a:lnTo>
                  <a:lnTo>
                    <a:pt x="4972992" y="884256"/>
                  </a:lnTo>
                  <a:lnTo>
                    <a:pt x="5055875" y="827995"/>
                  </a:lnTo>
                  <a:lnTo>
                    <a:pt x="5138758" y="769415"/>
                  </a:lnTo>
                  <a:lnTo>
                    <a:pt x="5221641" y="708449"/>
                  </a:lnTo>
                  <a:lnTo>
                    <a:pt x="5304524" y="645052"/>
                  </a:lnTo>
                  <a:lnTo>
                    <a:pt x="5387408" y="579193"/>
                  </a:lnTo>
                  <a:lnTo>
                    <a:pt x="5470291" y="510860"/>
                  </a:lnTo>
                  <a:lnTo>
                    <a:pt x="5553174" y="440051"/>
                  </a:lnTo>
                  <a:lnTo>
                    <a:pt x="5636057" y="366773"/>
                  </a:lnTo>
                  <a:lnTo>
                    <a:pt x="5718940" y="291038"/>
                  </a:lnTo>
                  <a:lnTo>
                    <a:pt x="5801824" y="212861"/>
                  </a:lnTo>
                  <a:lnTo>
                    <a:pt x="5884707" y="132261"/>
                  </a:lnTo>
                  <a:lnTo>
                    <a:pt x="5967590" y="49254"/>
                  </a:lnTo>
                  <a:lnTo>
                    <a:pt x="6015395" y="0"/>
                  </a:lnTo>
                  <a:lnTo>
                    <a:pt x="6015395" y="530010"/>
                  </a:lnTo>
                  <a:lnTo>
                    <a:pt x="5967590" y="556927"/>
                  </a:lnTo>
                  <a:lnTo>
                    <a:pt x="5884707" y="603302"/>
                  </a:lnTo>
                  <a:lnTo>
                    <a:pt x="5801824" y="649407"/>
                  </a:lnTo>
                  <a:lnTo>
                    <a:pt x="5718940" y="695264"/>
                  </a:lnTo>
                  <a:lnTo>
                    <a:pt x="5636057" y="740892"/>
                  </a:lnTo>
                  <a:lnTo>
                    <a:pt x="5553174" y="786313"/>
                  </a:lnTo>
                  <a:lnTo>
                    <a:pt x="5470291" y="831541"/>
                  </a:lnTo>
                  <a:lnTo>
                    <a:pt x="5387408" y="876587"/>
                  </a:lnTo>
                  <a:lnTo>
                    <a:pt x="5304524" y="921452"/>
                  </a:lnTo>
                  <a:lnTo>
                    <a:pt x="5221641" y="966128"/>
                  </a:lnTo>
                  <a:lnTo>
                    <a:pt x="5138758" y="1010588"/>
                  </a:lnTo>
                  <a:lnTo>
                    <a:pt x="5055875" y="1054791"/>
                  </a:lnTo>
                  <a:lnTo>
                    <a:pt x="4972992" y="1098673"/>
                  </a:lnTo>
                  <a:lnTo>
                    <a:pt x="4890108" y="1142152"/>
                  </a:lnTo>
                  <a:lnTo>
                    <a:pt x="4807225" y="1185128"/>
                  </a:lnTo>
                  <a:lnTo>
                    <a:pt x="4724342" y="1227493"/>
                  </a:lnTo>
                  <a:lnTo>
                    <a:pt x="4641459" y="1269130"/>
                  </a:lnTo>
                  <a:lnTo>
                    <a:pt x="4558576" y="1309932"/>
                  </a:lnTo>
                  <a:lnTo>
                    <a:pt x="4475692" y="1349803"/>
                  </a:lnTo>
                  <a:lnTo>
                    <a:pt x="4392809" y="1388669"/>
                  </a:lnTo>
                  <a:lnTo>
                    <a:pt x="4309926" y="1426486"/>
                  </a:lnTo>
                  <a:lnTo>
                    <a:pt x="4227043" y="1463502"/>
                  </a:lnTo>
                  <a:lnTo>
                    <a:pt x="4144160" y="1499991"/>
                  </a:lnTo>
                  <a:lnTo>
                    <a:pt x="4061276" y="1535816"/>
                  </a:lnTo>
                  <a:lnTo>
                    <a:pt x="3978393" y="1570806"/>
                  </a:lnTo>
                  <a:lnTo>
                    <a:pt x="3895510" y="1604698"/>
                  </a:lnTo>
                  <a:lnTo>
                    <a:pt x="3812627" y="1637106"/>
                  </a:lnTo>
                  <a:lnTo>
                    <a:pt x="3729744" y="1667519"/>
                  </a:lnTo>
                  <a:lnTo>
                    <a:pt x="3646860" y="1694963"/>
                  </a:lnTo>
                  <a:lnTo>
                    <a:pt x="3563977" y="1719259"/>
                  </a:lnTo>
                  <a:lnTo>
                    <a:pt x="3481094" y="1741758"/>
                  </a:lnTo>
                  <a:lnTo>
                    <a:pt x="3398211" y="1763277"/>
                  </a:lnTo>
                  <a:lnTo>
                    <a:pt x="3315328" y="1783853"/>
                  </a:lnTo>
                  <a:lnTo>
                    <a:pt x="3232444" y="1801426"/>
                  </a:lnTo>
                  <a:lnTo>
                    <a:pt x="3149561" y="1815789"/>
                  </a:lnTo>
                  <a:lnTo>
                    <a:pt x="3066678" y="1829534"/>
                  </a:lnTo>
                  <a:lnTo>
                    <a:pt x="2983795" y="1843515"/>
                  </a:lnTo>
                  <a:lnTo>
                    <a:pt x="2900912" y="1855222"/>
                  </a:lnTo>
                  <a:lnTo>
                    <a:pt x="2818028" y="1864453"/>
                  </a:lnTo>
                  <a:lnTo>
                    <a:pt x="2735145" y="1873258"/>
                  </a:lnTo>
                  <a:lnTo>
                    <a:pt x="2652262" y="1882305"/>
                  </a:lnTo>
                  <a:lnTo>
                    <a:pt x="2569379" y="1890423"/>
                  </a:lnTo>
                  <a:lnTo>
                    <a:pt x="2486496" y="1896486"/>
                  </a:lnTo>
                  <a:lnTo>
                    <a:pt x="2403612" y="1902085"/>
                  </a:lnTo>
                  <a:lnTo>
                    <a:pt x="2320729" y="1907971"/>
                  </a:lnTo>
                  <a:lnTo>
                    <a:pt x="2237846" y="1914039"/>
                  </a:lnTo>
                  <a:lnTo>
                    <a:pt x="2154963" y="1919378"/>
                  </a:lnTo>
                  <a:lnTo>
                    <a:pt x="2072080" y="1924116"/>
                  </a:lnTo>
                  <a:lnTo>
                    <a:pt x="1989196" y="1928496"/>
                  </a:lnTo>
                  <a:lnTo>
                    <a:pt x="1906313" y="1932705"/>
                  </a:lnTo>
                  <a:lnTo>
                    <a:pt x="1823430" y="1936903"/>
                  </a:lnTo>
                  <a:lnTo>
                    <a:pt x="1740547" y="1941260"/>
                  </a:lnTo>
                  <a:lnTo>
                    <a:pt x="1657664" y="1945847"/>
                  </a:lnTo>
                  <a:lnTo>
                    <a:pt x="1574780" y="1950788"/>
                  </a:lnTo>
                  <a:lnTo>
                    <a:pt x="1491897" y="1956260"/>
                  </a:lnTo>
                  <a:lnTo>
                    <a:pt x="1409014" y="1962432"/>
                  </a:lnTo>
                  <a:lnTo>
                    <a:pt x="1326131" y="1969440"/>
                  </a:lnTo>
                  <a:lnTo>
                    <a:pt x="1243248" y="1977386"/>
                  </a:lnTo>
                  <a:lnTo>
                    <a:pt x="1160364" y="1986332"/>
                  </a:lnTo>
                  <a:lnTo>
                    <a:pt x="1077481" y="1996300"/>
                  </a:lnTo>
                  <a:lnTo>
                    <a:pt x="994598" y="2007289"/>
                  </a:lnTo>
                  <a:lnTo>
                    <a:pt x="911715" y="2019278"/>
                  </a:lnTo>
                  <a:lnTo>
                    <a:pt x="828832" y="2032233"/>
                  </a:lnTo>
                  <a:lnTo>
                    <a:pt x="766131" y="20427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3335722"/>
              <a:ext cx="6015395" cy="1785541"/>
            </a:xfrm>
            <a:custGeom>
              <a:avLst/>
              <a:pathLst>
                <a:path w="6015395" h="1785541">
                  <a:moveTo>
                    <a:pt x="0" y="1416935"/>
                  </a:moveTo>
                  <a:lnTo>
                    <a:pt x="82883" y="1452092"/>
                  </a:lnTo>
                  <a:lnTo>
                    <a:pt x="165766" y="1485599"/>
                  </a:lnTo>
                  <a:lnTo>
                    <a:pt x="248649" y="1517442"/>
                  </a:lnTo>
                  <a:lnTo>
                    <a:pt x="331532" y="1547604"/>
                  </a:lnTo>
                  <a:lnTo>
                    <a:pt x="414416" y="1576065"/>
                  </a:lnTo>
                  <a:lnTo>
                    <a:pt x="497299" y="1602804"/>
                  </a:lnTo>
                  <a:lnTo>
                    <a:pt x="580182" y="1627797"/>
                  </a:lnTo>
                  <a:lnTo>
                    <a:pt x="663065" y="1651016"/>
                  </a:lnTo>
                  <a:lnTo>
                    <a:pt x="745948" y="1672433"/>
                  </a:lnTo>
                  <a:lnTo>
                    <a:pt x="828832" y="1692017"/>
                  </a:lnTo>
                  <a:lnTo>
                    <a:pt x="911715" y="1709735"/>
                  </a:lnTo>
                  <a:lnTo>
                    <a:pt x="994598" y="1725558"/>
                  </a:lnTo>
                  <a:lnTo>
                    <a:pt x="1077481" y="1739461"/>
                  </a:lnTo>
                  <a:lnTo>
                    <a:pt x="1160364" y="1751428"/>
                  </a:lnTo>
                  <a:lnTo>
                    <a:pt x="1243248" y="1761466"/>
                  </a:lnTo>
                  <a:lnTo>
                    <a:pt x="1326131" y="1769607"/>
                  </a:lnTo>
                  <a:lnTo>
                    <a:pt x="1409014" y="1775919"/>
                  </a:lnTo>
                  <a:lnTo>
                    <a:pt x="1491897" y="1780510"/>
                  </a:lnTo>
                  <a:lnTo>
                    <a:pt x="1574780" y="1783525"/>
                  </a:lnTo>
                  <a:lnTo>
                    <a:pt x="1657664" y="1785141"/>
                  </a:lnTo>
                  <a:lnTo>
                    <a:pt x="1740547" y="1785541"/>
                  </a:lnTo>
                  <a:lnTo>
                    <a:pt x="1823430" y="1785062"/>
                  </a:lnTo>
                  <a:lnTo>
                    <a:pt x="1906313" y="1784111"/>
                  </a:lnTo>
                  <a:lnTo>
                    <a:pt x="1989196" y="1782539"/>
                  </a:lnTo>
                  <a:lnTo>
                    <a:pt x="2072080" y="1780165"/>
                  </a:lnTo>
                  <a:lnTo>
                    <a:pt x="2154963" y="1776834"/>
                  </a:lnTo>
                  <a:lnTo>
                    <a:pt x="2237846" y="1772446"/>
                  </a:lnTo>
                  <a:lnTo>
                    <a:pt x="2320729" y="1767334"/>
                  </a:lnTo>
                  <a:lnTo>
                    <a:pt x="2403612" y="1763146"/>
                  </a:lnTo>
                  <a:lnTo>
                    <a:pt x="2486496" y="1758478"/>
                  </a:lnTo>
                  <a:lnTo>
                    <a:pt x="2569379" y="1752084"/>
                  </a:lnTo>
                  <a:lnTo>
                    <a:pt x="2652262" y="1743752"/>
                  </a:lnTo>
                  <a:lnTo>
                    <a:pt x="2735145" y="1736056"/>
                  </a:lnTo>
                  <a:lnTo>
                    <a:pt x="2818028" y="1728054"/>
                  </a:lnTo>
                  <a:lnTo>
                    <a:pt x="2900912" y="1717892"/>
                  </a:lnTo>
                  <a:lnTo>
                    <a:pt x="2983795" y="1705090"/>
                  </a:lnTo>
                  <a:lnTo>
                    <a:pt x="3066678" y="1691663"/>
                  </a:lnTo>
                  <a:lnTo>
                    <a:pt x="3149561" y="1677780"/>
                  </a:lnTo>
                  <a:lnTo>
                    <a:pt x="3232444" y="1661387"/>
                  </a:lnTo>
                  <a:lnTo>
                    <a:pt x="3315328" y="1642183"/>
                  </a:lnTo>
                  <a:lnTo>
                    <a:pt x="3398211" y="1621694"/>
                  </a:lnTo>
                  <a:lnTo>
                    <a:pt x="3481094" y="1599813"/>
                  </a:lnTo>
                  <a:lnTo>
                    <a:pt x="3563977" y="1575570"/>
                  </a:lnTo>
                  <a:lnTo>
                    <a:pt x="3646860" y="1548777"/>
                  </a:lnTo>
                  <a:lnTo>
                    <a:pt x="3729744" y="1519800"/>
                  </a:lnTo>
                  <a:lnTo>
                    <a:pt x="3812627" y="1488633"/>
                  </a:lnTo>
                  <a:lnTo>
                    <a:pt x="3895510" y="1455184"/>
                  </a:lnTo>
                  <a:lnTo>
                    <a:pt x="3978393" y="1419599"/>
                  </a:lnTo>
                  <a:lnTo>
                    <a:pt x="4061276" y="1382152"/>
                  </a:lnTo>
                  <a:lnTo>
                    <a:pt x="4144160" y="1343240"/>
                  </a:lnTo>
                  <a:lnTo>
                    <a:pt x="4227043" y="1303351"/>
                  </a:lnTo>
                  <a:lnTo>
                    <a:pt x="4309926" y="1262994"/>
                  </a:lnTo>
                  <a:lnTo>
                    <a:pt x="4392809" y="1221654"/>
                  </a:lnTo>
                  <a:lnTo>
                    <a:pt x="4475692" y="1178753"/>
                  </a:lnTo>
                  <a:lnTo>
                    <a:pt x="4558576" y="1134243"/>
                  </a:lnTo>
                  <a:lnTo>
                    <a:pt x="4641459" y="1088046"/>
                  </a:lnTo>
                  <a:lnTo>
                    <a:pt x="4724342" y="1040063"/>
                  </a:lnTo>
                  <a:lnTo>
                    <a:pt x="4807225" y="990182"/>
                  </a:lnTo>
                  <a:lnTo>
                    <a:pt x="4890108" y="938284"/>
                  </a:lnTo>
                  <a:lnTo>
                    <a:pt x="4972992" y="884256"/>
                  </a:lnTo>
                  <a:lnTo>
                    <a:pt x="5055875" y="827995"/>
                  </a:lnTo>
                  <a:lnTo>
                    <a:pt x="5138758" y="769415"/>
                  </a:lnTo>
                  <a:lnTo>
                    <a:pt x="5221641" y="708449"/>
                  </a:lnTo>
                  <a:lnTo>
                    <a:pt x="5304524" y="645052"/>
                  </a:lnTo>
                  <a:lnTo>
                    <a:pt x="5387408" y="579193"/>
                  </a:lnTo>
                  <a:lnTo>
                    <a:pt x="5470291" y="510860"/>
                  </a:lnTo>
                  <a:lnTo>
                    <a:pt x="5553174" y="440051"/>
                  </a:lnTo>
                  <a:lnTo>
                    <a:pt x="5636057" y="366773"/>
                  </a:lnTo>
                  <a:lnTo>
                    <a:pt x="5718940" y="291038"/>
                  </a:lnTo>
                  <a:lnTo>
                    <a:pt x="5801824" y="212861"/>
                  </a:lnTo>
                  <a:lnTo>
                    <a:pt x="5884707" y="132261"/>
                  </a:lnTo>
                  <a:lnTo>
                    <a:pt x="5967590" y="49254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38597" y="3865733"/>
              <a:ext cx="5249263" cy="1512726"/>
            </a:xfrm>
            <a:custGeom>
              <a:avLst/>
              <a:pathLst>
                <a:path w="5249263" h="1512726">
                  <a:moveTo>
                    <a:pt x="5249263" y="0"/>
                  </a:moveTo>
                  <a:lnTo>
                    <a:pt x="5201458" y="26916"/>
                  </a:lnTo>
                  <a:lnTo>
                    <a:pt x="5118575" y="73291"/>
                  </a:lnTo>
                  <a:lnTo>
                    <a:pt x="5035692" y="119397"/>
                  </a:lnTo>
                  <a:lnTo>
                    <a:pt x="4952808" y="165253"/>
                  </a:lnTo>
                  <a:lnTo>
                    <a:pt x="4869925" y="210882"/>
                  </a:lnTo>
                  <a:lnTo>
                    <a:pt x="4787042" y="256302"/>
                  </a:lnTo>
                  <a:lnTo>
                    <a:pt x="4704159" y="301530"/>
                  </a:lnTo>
                  <a:lnTo>
                    <a:pt x="4621276" y="346576"/>
                  </a:lnTo>
                  <a:lnTo>
                    <a:pt x="4538392" y="391442"/>
                  </a:lnTo>
                  <a:lnTo>
                    <a:pt x="4455509" y="436117"/>
                  </a:lnTo>
                  <a:lnTo>
                    <a:pt x="4372626" y="480578"/>
                  </a:lnTo>
                  <a:lnTo>
                    <a:pt x="4289743" y="524780"/>
                  </a:lnTo>
                  <a:lnTo>
                    <a:pt x="4206860" y="568662"/>
                  </a:lnTo>
                  <a:lnTo>
                    <a:pt x="4123976" y="612141"/>
                  </a:lnTo>
                  <a:lnTo>
                    <a:pt x="4041093" y="655118"/>
                  </a:lnTo>
                  <a:lnTo>
                    <a:pt x="3958210" y="697482"/>
                  </a:lnTo>
                  <a:lnTo>
                    <a:pt x="3875327" y="739120"/>
                  </a:lnTo>
                  <a:lnTo>
                    <a:pt x="3792444" y="779922"/>
                  </a:lnTo>
                  <a:lnTo>
                    <a:pt x="3709560" y="819792"/>
                  </a:lnTo>
                  <a:lnTo>
                    <a:pt x="3626677" y="858658"/>
                  </a:lnTo>
                  <a:lnTo>
                    <a:pt x="3543794" y="896475"/>
                  </a:lnTo>
                  <a:lnTo>
                    <a:pt x="3460911" y="933491"/>
                  </a:lnTo>
                  <a:lnTo>
                    <a:pt x="3378028" y="969981"/>
                  </a:lnTo>
                  <a:lnTo>
                    <a:pt x="3295144" y="1005806"/>
                  </a:lnTo>
                  <a:lnTo>
                    <a:pt x="3212261" y="1040795"/>
                  </a:lnTo>
                  <a:lnTo>
                    <a:pt x="3129378" y="1074687"/>
                  </a:lnTo>
                  <a:lnTo>
                    <a:pt x="3046495" y="1107095"/>
                  </a:lnTo>
                  <a:lnTo>
                    <a:pt x="2963612" y="1137508"/>
                  </a:lnTo>
                  <a:lnTo>
                    <a:pt x="2880728" y="1164953"/>
                  </a:lnTo>
                  <a:lnTo>
                    <a:pt x="2797845" y="1189248"/>
                  </a:lnTo>
                  <a:lnTo>
                    <a:pt x="2714962" y="1211747"/>
                  </a:lnTo>
                  <a:lnTo>
                    <a:pt x="2632079" y="1233266"/>
                  </a:lnTo>
                  <a:lnTo>
                    <a:pt x="2549196" y="1253842"/>
                  </a:lnTo>
                  <a:lnTo>
                    <a:pt x="2466312" y="1271415"/>
                  </a:lnTo>
                  <a:lnTo>
                    <a:pt x="2383429" y="1285778"/>
                  </a:lnTo>
                  <a:lnTo>
                    <a:pt x="2300546" y="1299524"/>
                  </a:lnTo>
                  <a:lnTo>
                    <a:pt x="2217663" y="1313504"/>
                  </a:lnTo>
                  <a:lnTo>
                    <a:pt x="2134780" y="1325211"/>
                  </a:lnTo>
                  <a:lnTo>
                    <a:pt x="2051896" y="1334443"/>
                  </a:lnTo>
                  <a:lnTo>
                    <a:pt x="1969013" y="1343247"/>
                  </a:lnTo>
                  <a:lnTo>
                    <a:pt x="1886130" y="1352294"/>
                  </a:lnTo>
                  <a:lnTo>
                    <a:pt x="1803247" y="1360412"/>
                  </a:lnTo>
                  <a:lnTo>
                    <a:pt x="1720364" y="1366475"/>
                  </a:lnTo>
                  <a:lnTo>
                    <a:pt x="1637480" y="1372074"/>
                  </a:lnTo>
                  <a:lnTo>
                    <a:pt x="1554597" y="1377960"/>
                  </a:lnTo>
                  <a:lnTo>
                    <a:pt x="1471714" y="1384028"/>
                  </a:lnTo>
                  <a:lnTo>
                    <a:pt x="1388831" y="1389368"/>
                  </a:lnTo>
                  <a:lnTo>
                    <a:pt x="1305948" y="1394106"/>
                  </a:lnTo>
                  <a:lnTo>
                    <a:pt x="1223064" y="1398485"/>
                  </a:lnTo>
                  <a:lnTo>
                    <a:pt x="1140181" y="1402694"/>
                  </a:lnTo>
                  <a:lnTo>
                    <a:pt x="1057298" y="1406893"/>
                  </a:lnTo>
                  <a:lnTo>
                    <a:pt x="974415" y="1411249"/>
                  </a:lnTo>
                  <a:lnTo>
                    <a:pt x="891532" y="1415836"/>
                  </a:lnTo>
                  <a:lnTo>
                    <a:pt x="808648" y="1420777"/>
                  </a:lnTo>
                  <a:lnTo>
                    <a:pt x="725765" y="1426250"/>
                  </a:lnTo>
                  <a:lnTo>
                    <a:pt x="642882" y="1432421"/>
                  </a:lnTo>
                  <a:lnTo>
                    <a:pt x="559999" y="1439429"/>
                  </a:lnTo>
                  <a:lnTo>
                    <a:pt x="477116" y="1447376"/>
                  </a:lnTo>
                  <a:lnTo>
                    <a:pt x="394232" y="1456321"/>
                  </a:lnTo>
                  <a:lnTo>
                    <a:pt x="311349" y="1466289"/>
                  </a:lnTo>
                  <a:lnTo>
                    <a:pt x="228466" y="1477278"/>
                  </a:lnTo>
                  <a:lnTo>
                    <a:pt x="145583" y="1489267"/>
                  </a:lnTo>
                  <a:lnTo>
                    <a:pt x="62700" y="1502222"/>
                  </a:lnTo>
                  <a:lnTo>
                    <a:pt x="0" y="15127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3600728"/>
              <a:ext cx="6015395" cy="1604518"/>
            </a:xfrm>
            <a:custGeom>
              <a:avLst/>
              <a:pathLst>
                <a:path w="6015395" h="1604518">
                  <a:moveTo>
                    <a:pt x="0" y="1546941"/>
                  </a:moveTo>
                  <a:lnTo>
                    <a:pt x="82883" y="1554172"/>
                  </a:lnTo>
                  <a:lnTo>
                    <a:pt x="165766" y="1560901"/>
                  </a:lnTo>
                  <a:lnTo>
                    <a:pt x="248649" y="1567133"/>
                  </a:lnTo>
                  <a:lnTo>
                    <a:pt x="331532" y="1572869"/>
                  </a:lnTo>
                  <a:lnTo>
                    <a:pt x="414416" y="1578116"/>
                  </a:lnTo>
                  <a:lnTo>
                    <a:pt x="497299" y="1582875"/>
                  </a:lnTo>
                  <a:lnTo>
                    <a:pt x="580182" y="1587152"/>
                  </a:lnTo>
                  <a:lnTo>
                    <a:pt x="663065" y="1590949"/>
                  </a:lnTo>
                  <a:lnTo>
                    <a:pt x="745948" y="1594270"/>
                  </a:lnTo>
                  <a:lnTo>
                    <a:pt x="828832" y="1597120"/>
                  </a:lnTo>
                  <a:lnTo>
                    <a:pt x="911715" y="1599501"/>
                  </a:lnTo>
                  <a:lnTo>
                    <a:pt x="994598" y="1601418"/>
                  </a:lnTo>
                  <a:lnTo>
                    <a:pt x="1077481" y="1602875"/>
                  </a:lnTo>
                  <a:lnTo>
                    <a:pt x="1160364" y="1603875"/>
                  </a:lnTo>
                  <a:lnTo>
                    <a:pt x="1243248" y="1604421"/>
                  </a:lnTo>
                  <a:lnTo>
                    <a:pt x="1326131" y="1604518"/>
                  </a:lnTo>
                  <a:lnTo>
                    <a:pt x="1409014" y="1604170"/>
                  </a:lnTo>
                  <a:lnTo>
                    <a:pt x="1491897" y="1603380"/>
                  </a:lnTo>
                  <a:lnTo>
                    <a:pt x="1574780" y="1602151"/>
                  </a:lnTo>
                  <a:lnTo>
                    <a:pt x="1657664" y="1600488"/>
                  </a:lnTo>
                  <a:lnTo>
                    <a:pt x="1740547" y="1598395"/>
                  </a:lnTo>
                  <a:lnTo>
                    <a:pt x="1823430" y="1595977"/>
                  </a:lnTo>
                  <a:lnTo>
                    <a:pt x="1906313" y="1593402"/>
                  </a:lnTo>
                  <a:lnTo>
                    <a:pt x="1989196" y="1590512"/>
                  </a:lnTo>
                  <a:lnTo>
                    <a:pt x="2072080" y="1587136"/>
                  </a:lnTo>
                  <a:lnTo>
                    <a:pt x="2154963" y="1583101"/>
                  </a:lnTo>
                  <a:lnTo>
                    <a:pt x="2237846" y="1578237"/>
                  </a:lnTo>
                  <a:lnTo>
                    <a:pt x="2320729" y="1572647"/>
                  </a:lnTo>
                  <a:lnTo>
                    <a:pt x="2403612" y="1567610"/>
                  </a:lnTo>
                  <a:lnTo>
                    <a:pt x="2486496" y="1562477"/>
                  </a:lnTo>
                  <a:lnTo>
                    <a:pt x="2569379" y="1556248"/>
                  </a:lnTo>
                  <a:lnTo>
                    <a:pt x="2652262" y="1548023"/>
                  </a:lnTo>
                  <a:lnTo>
                    <a:pt x="2735145" y="1539651"/>
                  </a:lnTo>
                  <a:lnTo>
                    <a:pt x="2818028" y="1531248"/>
                  </a:lnTo>
                  <a:lnTo>
                    <a:pt x="2900912" y="1521551"/>
                  </a:lnTo>
                  <a:lnTo>
                    <a:pt x="2983795" y="1509297"/>
                  </a:lnTo>
                  <a:lnTo>
                    <a:pt x="3066678" y="1495594"/>
                  </a:lnTo>
                  <a:lnTo>
                    <a:pt x="3149561" y="1481779"/>
                  </a:lnTo>
                  <a:lnTo>
                    <a:pt x="3232444" y="1466401"/>
                  </a:lnTo>
                  <a:lnTo>
                    <a:pt x="3315328" y="1448013"/>
                  </a:lnTo>
                  <a:lnTo>
                    <a:pt x="3398211" y="1427480"/>
                  </a:lnTo>
                  <a:lnTo>
                    <a:pt x="3481094" y="1405780"/>
                  </a:lnTo>
                  <a:lnTo>
                    <a:pt x="3563977" y="1382409"/>
                  </a:lnTo>
                  <a:lnTo>
                    <a:pt x="3646860" y="1356865"/>
                  </a:lnTo>
                  <a:lnTo>
                    <a:pt x="3729744" y="1328654"/>
                  </a:lnTo>
                  <a:lnTo>
                    <a:pt x="3812627" y="1297864"/>
                  </a:lnTo>
                  <a:lnTo>
                    <a:pt x="3895510" y="1264935"/>
                  </a:lnTo>
                  <a:lnTo>
                    <a:pt x="3978393" y="1230197"/>
                  </a:lnTo>
                  <a:lnTo>
                    <a:pt x="4061276" y="1193979"/>
                  </a:lnTo>
                  <a:lnTo>
                    <a:pt x="4144160" y="1156611"/>
                  </a:lnTo>
                  <a:lnTo>
                    <a:pt x="4227043" y="1118421"/>
                  </a:lnTo>
                  <a:lnTo>
                    <a:pt x="4309926" y="1079734"/>
                  </a:lnTo>
                  <a:lnTo>
                    <a:pt x="4392809" y="1040156"/>
                  </a:lnTo>
                  <a:lnTo>
                    <a:pt x="4475692" y="999273"/>
                  </a:lnTo>
                  <a:lnTo>
                    <a:pt x="4558576" y="957082"/>
                  </a:lnTo>
                  <a:lnTo>
                    <a:pt x="4641459" y="913583"/>
                  </a:lnTo>
                  <a:lnTo>
                    <a:pt x="4724342" y="868773"/>
                  </a:lnTo>
                  <a:lnTo>
                    <a:pt x="4807225" y="822650"/>
                  </a:lnTo>
                  <a:lnTo>
                    <a:pt x="4890108" y="775213"/>
                  </a:lnTo>
                  <a:lnTo>
                    <a:pt x="4972992" y="726459"/>
                  </a:lnTo>
                  <a:lnTo>
                    <a:pt x="5055875" y="676388"/>
                  </a:lnTo>
                  <a:lnTo>
                    <a:pt x="5138758" y="624996"/>
                  </a:lnTo>
                  <a:lnTo>
                    <a:pt x="5221641" y="572283"/>
                  </a:lnTo>
                  <a:lnTo>
                    <a:pt x="5304524" y="518247"/>
                  </a:lnTo>
                  <a:lnTo>
                    <a:pt x="5387408" y="462884"/>
                  </a:lnTo>
                  <a:lnTo>
                    <a:pt x="5470291" y="406195"/>
                  </a:lnTo>
                  <a:lnTo>
                    <a:pt x="5553174" y="348177"/>
                  </a:lnTo>
                  <a:lnTo>
                    <a:pt x="5636057" y="288828"/>
                  </a:lnTo>
                  <a:lnTo>
                    <a:pt x="5718940" y="228146"/>
                  </a:lnTo>
                  <a:lnTo>
                    <a:pt x="5801824" y="166129"/>
                  </a:lnTo>
                  <a:lnTo>
                    <a:pt x="5884707" y="102776"/>
                  </a:lnTo>
                  <a:lnTo>
                    <a:pt x="5967590" y="38085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3512743"/>
              <a:ext cx="6015395" cy="1865716"/>
            </a:xfrm>
            <a:custGeom>
              <a:avLst/>
              <a:pathLst>
                <a:path w="6015395" h="1865716">
                  <a:moveTo>
                    <a:pt x="0" y="1291377"/>
                  </a:moveTo>
                  <a:lnTo>
                    <a:pt x="82883" y="1320862"/>
                  </a:lnTo>
                  <a:lnTo>
                    <a:pt x="165766" y="1348991"/>
                  </a:lnTo>
                  <a:lnTo>
                    <a:pt x="248649" y="1375747"/>
                  </a:lnTo>
                  <a:lnTo>
                    <a:pt x="331532" y="1401114"/>
                  </a:lnTo>
                  <a:lnTo>
                    <a:pt x="414416" y="1425070"/>
                  </a:lnTo>
                  <a:lnTo>
                    <a:pt x="497299" y="1447595"/>
                  </a:lnTo>
                  <a:lnTo>
                    <a:pt x="580182" y="1468664"/>
                  </a:lnTo>
                  <a:lnTo>
                    <a:pt x="663065" y="1488250"/>
                  </a:lnTo>
                  <a:lnTo>
                    <a:pt x="745948" y="1506324"/>
                  </a:lnTo>
                  <a:lnTo>
                    <a:pt x="828832" y="1522855"/>
                  </a:lnTo>
                  <a:lnTo>
                    <a:pt x="911715" y="1537812"/>
                  </a:lnTo>
                  <a:lnTo>
                    <a:pt x="994598" y="1551164"/>
                  </a:lnTo>
                  <a:lnTo>
                    <a:pt x="1077481" y="1562886"/>
                  </a:lnTo>
                  <a:lnTo>
                    <a:pt x="1160364" y="1572964"/>
                  </a:lnTo>
                  <a:lnTo>
                    <a:pt x="1243248" y="1581400"/>
                  </a:lnTo>
                  <a:lnTo>
                    <a:pt x="1326131" y="1588225"/>
                  </a:lnTo>
                  <a:lnTo>
                    <a:pt x="1409014" y="1593500"/>
                  </a:lnTo>
                  <a:lnTo>
                    <a:pt x="1491897" y="1597327"/>
                  </a:lnTo>
                  <a:lnTo>
                    <a:pt x="1574780" y="1599845"/>
                  </a:lnTo>
                  <a:lnTo>
                    <a:pt x="1657664" y="1601215"/>
                  </a:lnTo>
                  <a:lnTo>
                    <a:pt x="1740547" y="1601613"/>
                  </a:lnTo>
                  <a:lnTo>
                    <a:pt x="1823430" y="1601334"/>
                  </a:lnTo>
                  <a:lnTo>
                    <a:pt x="1906313" y="1600733"/>
                  </a:lnTo>
                  <a:lnTo>
                    <a:pt x="1989196" y="1599704"/>
                  </a:lnTo>
                  <a:lnTo>
                    <a:pt x="2072080" y="1598112"/>
                  </a:lnTo>
                  <a:lnTo>
                    <a:pt x="2154963" y="1595850"/>
                  </a:lnTo>
                  <a:lnTo>
                    <a:pt x="2237846" y="1592860"/>
                  </a:lnTo>
                  <a:lnTo>
                    <a:pt x="2320729" y="1589513"/>
                  </a:lnTo>
                  <a:lnTo>
                    <a:pt x="2403612" y="1587455"/>
                  </a:lnTo>
                  <a:lnTo>
                    <a:pt x="2486496" y="1585272"/>
                  </a:lnTo>
                  <a:lnTo>
                    <a:pt x="2569379" y="1581675"/>
                  </a:lnTo>
                  <a:lnTo>
                    <a:pt x="2652262" y="1576429"/>
                  </a:lnTo>
                  <a:lnTo>
                    <a:pt x="2735145" y="1573649"/>
                  </a:lnTo>
                  <a:lnTo>
                    <a:pt x="2818028" y="1572015"/>
                  </a:lnTo>
                  <a:lnTo>
                    <a:pt x="2900912" y="1568195"/>
                  </a:lnTo>
                  <a:lnTo>
                    <a:pt x="2983795" y="1560160"/>
                  </a:lnTo>
                  <a:lnTo>
                    <a:pt x="3066678" y="1551323"/>
                  </a:lnTo>
                  <a:lnTo>
                    <a:pt x="3149561" y="1543509"/>
                  </a:lnTo>
                  <a:lnTo>
                    <a:pt x="3232444" y="1532739"/>
                  </a:lnTo>
                  <a:lnTo>
                    <a:pt x="3315328" y="1516702"/>
                  </a:lnTo>
                  <a:lnTo>
                    <a:pt x="3398211" y="1496849"/>
                  </a:lnTo>
                  <a:lnTo>
                    <a:pt x="3481094" y="1474453"/>
                  </a:lnTo>
                  <a:lnTo>
                    <a:pt x="3563977" y="1449179"/>
                  </a:lnTo>
                  <a:lnTo>
                    <a:pt x="3646860" y="1421431"/>
                  </a:lnTo>
                  <a:lnTo>
                    <a:pt x="3729744" y="1392125"/>
                  </a:lnTo>
                  <a:lnTo>
                    <a:pt x="3812627" y="1361029"/>
                  </a:lnTo>
                  <a:lnTo>
                    <a:pt x="3895510" y="1327801"/>
                  </a:lnTo>
                  <a:lnTo>
                    <a:pt x="3978393" y="1292616"/>
                  </a:lnTo>
                  <a:lnTo>
                    <a:pt x="4061276" y="1255767"/>
                  </a:lnTo>
                  <a:lnTo>
                    <a:pt x="4144160" y="1217668"/>
                  </a:lnTo>
                  <a:lnTo>
                    <a:pt x="4227043" y="1178815"/>
                  </a:lnTo>
                  <a:lnTo>
                    <a:pt x="4309926" y="1139728"/>
                  </a:lnTo>
                  <a:lnTo>
                    <a:pt x="4392809" y="1100017"/>
                  </a:lnTo>
                  <a:lnTo>
                    <a:pt x="4475692" y="1059185"/>
                  </a:lnTo>
                  <a:lnTo>
                    <a:pt x="4558576" y="1017184"/>
                  </a:lnTo>
                  <a:lnTo>
                    <a:pt x="4641459" y="973937"/>
                  </a:lnTo>
                  <a:lnTo>
                    <a:pt x="4724342" y="929346"/>
                  </a:lnTo>
                  <a:lnTo>
                    <a:pt x="4807225" y="883301"/>
                  </a:lnTo>
                  <a:lnTo>
                    <a:pt x="4890108" y="835688"/>
                  </a:lnTo>
                  <a:lnTo>
                    <a:pt x="4972992" y="786395"/>
                  </a:lnTo>
                  <a:lnTo>
                    <a:pt x="5055875" y="735320"/>
                  </a:lnTo>
                  <a:lnTo>
                    <a:pt x="5138758" y="682381"/>
                  </a:lnTo>
                  <a:lnTo>
                    <a:pt x="5221641" y="627510"/>
                  </a:lnTo>
                  <a:lnTo>
                    <a:pt x="5304524" y="570659"/>
                  </a:lnTo>
                  <a:lnTo>
                    <a:pt x="5387408" y="511799"/>
                  </a:lnTo>
                  <a:lnTo>
                    <a:pt x="5470291" y="450913"/>
                  </a:lnTo>
                  <a:lnTo>
                    <a:pt x="5553174" y="387997"/>
                  </a:lnTo>
                  <a:lnTo>
                    <a:pt x="5636057" y="323053"/>
                  </a:lnTo>
                  <a:lnTo>
                    <a:pt x="5718940" y="256090"/>
                  </a:lnTo>
                  <a:lnTo>
                    <a:pt x="5801824" y="187119"/>
                  </a:lnTo>
                  <a:lnTo>
                    <a:pt x="5884707" y="116154"/>
                  </a:lnTo>
                  <a:lnTo>
                    <a:pt x="5967590" y="43208"/>
                  </a:lnTo>
                  <a:lnTo>
                    <a:pt x="6015395" y="0"/>
                  </a:lnTo>
                  <a:lnTo>
                    <a:pt x="6015395" y="502603"/>
                  </a:lnTo>
                  <a:lnTo>
                    <a:pt x="5967590" y="524629"/>
                  </a:lnTo>
                  <a:lnTo>
                    <a:pt x="5884707" y="562838"/>
                  </a:lnTo>
                  <a:lnTo>
                    <a:pt x="5801824" y="601091"/>
                  </a:lnTo>
                  <a:lnTo>
                    <a:pt x="5718940" y="639413"/>
                  </a:lnTo>
                  <a:lnTo>
                    <a:pt x="5636057" y="677826"/>
                  </a:lnTo>
                  <a:lnTo>
                    <a:pt x="5553174" y="716353"/>
                  </a:lnTo>
                  <a:lnTo>
                    <a:pt x="5470291" y="755011"/>
                  </a:lnTo>
                  <a:lnTo>
                    <a:pt x="5387408" y="793814"/>
                  </a:lnTo>
                  <a:lnTo>
                    <a:pt x="5304524" y="832767"/>
                  </a:lnTo>
                  <a:lnTo>
                    <a:pt x="5221641" y="871864"/>
                  </a:lnTo>
                  <a:lnTo>
                    <a:pt x="5138758" y="911083"/>
                  </a:lnTo>
                  <a:lnTo>
                    <a:pt x="5055875" y="950389"/>
                  </a:lnTo>
                  <a:lnTo>
                    <a:pt x="4972992" y="989724"/>
                  </a:lnTo>
                  <a:lnTo>
                    <a:pt x="4890108" y="1029013"/>
                  </a:lnTo>
                  <a:lnTo>
                    <a:pt x="4807225" y="1068167"/>
                  </a:lnTo>
                  <a:lnTo>
                    <a:pt x="4724342" y="1107083"/>
                  </a:lnTo>
                  <a:lnTo>
                    <a:pt x="4641459" y="1145657"/>
                  </a:lnTo>
                  <a:lnTo>
                    <a:pt x="4558576" y="1183789"/>
                  </a:lnTo>
                  <a:lnTo>
                    <a:pt x="4475692" y="1221390"/>
                  </a:lnTo>
                  <a:lnTo>
                    <a:pt x="4392809" y="1258395"/>
                  </a:lnTo>
                  <a:lnTo>
                    <a:pt x="4309926" y="1294765"/>
                  </a:lnTo>
                  <a:lnTo>
                    <a:pt x="4227043" y="1330684"/>
                  </a:lnTo>
                  <a:lnTo>
                    <a:pt x="4144160" y="1366313"/>
                  </a:lnTo>
                  <a:lnTo>
                    <a:pt x="4061276" y="1401485"/>
                  </a:lnTo>
                  <a:lnTo>
                    <a:pt x="3978393" y="1436003"/>
                  </a:lnTo>
                  <a:lnTo>
                    <a:pt x="3895510" y="1469583"/>
                  </a:lnTo>
                  <a:lnTo>
                    <a:pt x="3812627" y="1501825"/>
                  </a:lnTo>
                  <a:lnTo>
                    <a:pt x="3729744" y="1532206"/>
                  </a:lnTo>
                  <a:lnTo>
                    <a:pt x="3646860" y="1560059"/>
                  </a:lnTo>
                  <a:lnTo>
                    <a:pt x="3563977" y="1585437"/>
                  </a:lnTo>
                  <a:lnTo>
                    <a:pt x="3481094" y="1609059"/>
                  </a:lnTo>
                  <a:lnTo>
                    <a:pt x="3398211" y="1631111"/>
                  </a:lnTo>
                  <a:lnTo>
                    <a:pt x="3315328" y="1651046"/>
                  </a:lnTo>
                  <a:lnTo>
                    <a:pt x="3232444" y="1665537"/>
                  </a:lnTo>
                  <a:lnTo>
                    <a:pt x="3149561" y="1674381"/>
                  </a:lnTo>
                  <a:lnTo>
                    <a:pt x="3066678" y="1682065"/>
                  </a:lnTo>
                  <a:lnTo>
                    <a:pt x="2983795" y="1691426"/>
                  </a:lnTo>
                  <a:lnTo>
                    <a:pt x="2900912" y="1698423"/>
                  </a:lnTo>
                  <a:lnTo>
                    <a:pt x="2818028" y="1701361"/>
                  </a:lnTo>
                  <a:lnTo>
                    <a:pt x="2735145" y="1703756"/>
                  </a:lnTo>
                  <a:lnTo>
                    <a:pt x="2652262" y="1707817"/>
                  </a:lnTo>
                  <a:lnTo>
                    <a:pt x="2569379" y="1712860"/>
                  </a:lnTo>
                  <a:lnTo>
                    <a:pt x="2486496" y="1716143"/>
                  </a:lnTo>
                  <a:lnTo>
                    <a:pt x="2403612" y="1719209"/>
                  </a:lnTo>
                  <a:lnTo>
                    <a:pt x="2320729" y="1722878"/>
                  </a:lnTo>
                  <a:lnTo>
                    <a:pt x="2237846" y="1727131"/>
                  </a:lnTo>
                  <a:lnTo>
                    <a:pt x="2154963" y="1731023"/>
                  </a:lnTo>
                  <a:lnTo>
                    <a:pt x="2072080" y="1734620"/>
                  </a:lnTo>
                  <a:lnTo>
                    <a:pt x="1989196" y="1738113"/>
                  </a:lnTo>
                  <a:lnTo>
                    <a:pt x="1906313" y="1741643"/>
                  </a:lnTo>
                  <a:lnTo>
                    <a:pt x="1823430" y="1745324"/>
                  </a:lnTo>
                  <a:lnTo>
                    <a:pt x="1740547" y="1749279"/>
                  </a:lnTo>
                  <a:lnTo>
                    <a:pt x="1657664" y="1753611"/>
                  </a:lnTo>
                  <a:lnTo>
                    <a:pt x="1574780" y="1758458"/>
                  </a:lnTo>
                  <a:lnTo>
                    <a:pt x="1491897" y="1763990"/>
                  </a:lnTo>
                  <a:lnTo>
                    <a:pt x="1409014" y="1770368"/>
                  </a:lnTo>
                  <a:lnTo>
                    <a:pt x="1326131" y="1777724"/>
                  </a:lnTo>
                  <a:lnTo>
                    <a:pt x="1243248" y="1786155"/>
                  </a:lnTo>
                  <a:lnTo>
                    <a:pt x="1160364" y="1795720"/>
                  </a:lnTo>
                  <a:lnTo>
                    <a:pt x="1077481" y="1806444"/>
                  </a:lnTo>
                  <a:lnTo>
                    <a:pt x="994598" y="1818326"/>
                  </a:lnTo>
                  <a:lnTo>
                    <a:pt x="911715" y="1831348"/>
                  </a:lnTo>
                  <a:lnTo>
                    <a:pt x="828832" y="1845479"/>
                  </a:lnTo>
                  <a:lnTo>
                    <a:pt x="745948" y="1860685"/>
                  </a:lnTo>
                  <a:lnTo>
                    <a:pt x="720281" y="18657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3512743"/>
              <a:ext cx="6015395" cy="1601613"/>
            </a:xfrm>
            <a:custGeom>
              <a:avLst/>
              <a:pathLst>
                <a:path w="6015395" h="1601613">
                  <a:moveTo>
                    <a:pt x="0" y="1291377"/>
                  </a:moveTo>
                  <a:lnTo>
                    <a:pt x="82883" y="1320862"/>
                  </a:lnTo>
                  <a:lnTo>
                    <a:pt x="165766" y="1348991"/>
                  </a:lnTo>
                  <a:lnTo>
                    <a:pt x="248649" y="1375747"/>
                  </a:lnTo>
                  <a:lnTo>
                    <a:pt x="331532" y="1401114"/>
                  </a:lnTo>
                  <a:lnTo>
                    <a:pt x="414416" y="1425070"/>
                  </a:lnTo>
                  <a:lnTo>
                    <a:pt x="497299" y="1447595"/>
                  </a:lnTo>
                  <a:lnTo>
                    <a:pt x="580182" y="1468664"/>
                  </a:lnTo>
                  <a:lnTo>
                    <a:pt x="663065" y="1488250"/>
                  </a:lnTo>
                  <a:lnTo>
                    <a:pt x="745948" y="1506324"/>
                  </a:lnTo>
                  <a:lnTo>
                    <a:pt x="828832" y="1522855"/>
                  </a:lnTo>
                  <a:lnTo>
                    <a:pt x="911715" y="1537812"/>
                  </a:lnTo>
                  <a:lnTo>
                    <a:pt x="994598" y="1551164"/>
                  </a:lnTo>
                  <a:lnTo>
                    <a:pt x="1077481" y="1562886"/>
                  </a:lnTo>
                  <a:lnTo>
                    <a:pt x="1160364" y="1572964"/>
                  </a:lnTo>
                  <a:lnTo>
                    <a:pt x="1243248" y="1581400"/>
                  </a:lnTo>
                  <a:lnTo>
                    <a:pt x="1326131" y="1588225"/>
                  </a:lnTo>
                  <a:lnTo>
                    <a:pt x="1409014" y="1593500"/>
                  </a:lnTo>
                  <a:lnTo>
                    <a:pt x="1491897" y="1597327"/>
                  </a:lnTo>
                  <a:lnTo>
                    <a:pt x="1574780" y="1599845"/>
                  </a:lnTo>
                  <a:lnTo>
                    <a:pt x="1657664" y="1601215"/>
                  </a:lnTo>
                  <a:lnTo>
                    <a:pt x="1740547" y="1601613"/>
                  </a:lnTo>
                  <a:lnTo>
                    <a:pt x="1823430" y="1601334"/>
                  </a:lnTo>
                  <a:lnTo>
                    <a:pt x="1906313" y="1600733"/>
                  </a:lnTo>
                  <a:lnTo>
                    <a:pt x="1989196" y="1599704"/>
                  </a:lnTo>
                  <a:lnTo>
                    <a:pt x="2072080" y="1598112"/>
                  </a:lnTo>
                  <a:lnTo>
                    <a:pt x="2154963" y="1595850"/>
                  </a:lnTo>
                  <a:lnTo>
                    <a:pt x="2237846" y="1592860"/>
                  </a:lnTo>
                  <a:lnTo>
                    <a:pt x="2320729" y="1589513"/>
                  </a:lnTo>
                  <a:lnTo>
                    <a:pt x="2403612" y="1587455"/>
                  </a:lnTo>
                  <a:lnTo>
                    <a:pt x="2486496" y="1585272"/>
                  </a:lnTo>
                  <a:lnTo>
                    <a:pt x="2569379" y="1581675"/>
                  </a:lnTo>
                  <a:lnTo>
                    <a:pt x="2652262" y="1576429"/>
                  </a:lnTo>
                  <a:lnTo>
                    <a:pt x="2735145" y="1573649"/>
                  </a:lnTo>
                  <a:lnTo>
                    <a:pt x="2818028" y="1572015"/>
                  </a:lnTo>
                  <a:lnTo>
                    <a:pt x="2900912" y="1568195"/>
                  </a:lnTo>
                  <a:lnTo>
                    <a:pt x="2983795" y="1560160"/>
                  </a:lnTo>
                  <a:lnTo>
                    <a:pt x="3066678" y="1551323"/>
                  </a:lnTo>
                  <a:lnTo>
                    <a:pt x="3149561" y="1543509"/>
                  </a:lnTo>
                  <a:lnTo>
                    <a:pt x="3232444" y="1532739"/>
                  </a:lnTo>
                  <a:lnTo>
                    <a:pt x="3315328" y="1516702"/>
                  </a:lnTo>
                  <a:lnTo>
                    <a:pt x="3398211" y="1496849"/>
                  </a:lnTo>
                  <a:lnTo>
                    <a:pt x="3481094" y="1474453"/>
                  </a:lnTo>
                  <a:lnTo>
                    <a:pt x="3563977" y="1449179"/>
                  </a:lnTo>
                  <a:lnTo>
                    <a:pt x="3646860" y="1421431"/>
                  </a:lnTo>
                  <a:lnTo>
                    <a:pt x="3729744" y="1392125"/>
                  </a:lnTo>
                  <a:lnTo>
                    <a:pt x="3812627" y="1361029"/>
                  </a:lnTo>
                  <a:lnTo>
                    <a:pt x="3895510" y="1327801"/>
                  </a:lnTo>
                  <a:lnTo>
                    <a:pt x="3978393" y="1292616"/>
                  </a:lnTo>
                  <a:lnTo>
                    <a:pt x="4061276" y="1255767"/>
                  </a:lnTo>
                  <a:lnTo>
                    <a:pt x="4144160" y="1217668"/>
                  </a:lnTo>
                  <a:lnTo>
                    <a:pt x="4227043" y="1178815"/>
                  </a:lnTo>
                  <a:lnTo>
                    <a:pt x="4309926" y="1139728"/>
                  </a:lnTo>
                  <a:lnTo>
                    <a:pt x="4392809" y="1100017"/>
                  </a:lnTo>
                  <a:lnTo>
                    <a:pt x="4475692" y="1059185"/>
                  </a:lnTo>
                  <a:lnTo>
                    <a:pt x="4558576" y="1017184"/>
                  </a:lnTo>
                  <a:lnTo>
                    <a:pt x="4641459" y="973937"/>
                  </a:lnTo>
                  <a:lnTo>
                    <a:pt x="4724342" y="929346"/>
                  </a:lnTo>
                  <a:lnTo>
                    <a:pt x="4807225" y="883301"/>
                  </a:lnTo>
                  <a:lnTo>
                    <a:pt x="4890108" y="835688"/>
                  </a:lnTo>
                  <a:lnTo>
                    <a:pt x="4972992" y="786395"/>
                  </a:lnTo>
                  <a:lnTo>
                    <a:pt x="5055875" y="735320"/>
                  </a:lnTo>
                  <a:lnTo>
                    <a:pt x="5138758" y="682381"/>
                  </a:lnTo>
                  <a:lnTo>
                    <a:pt x="5221641" y="627510"/>
                  </a:lnTo>
                  <a:lnTo>
                    <a:pt x="5304524" y="570659"/>
                  </a:lnTo>
                  <a:lnTo>
                    <a:pt x="5387408" y="511799"/>
                  </a:lnTo>
                  <a:lnTo>
                    <a:pt x="5470291" y="450913"/>
                  </a:lnTo>
                  <a:lnTo>
                    <a:pt x="5553174" y="387997"/>
                  </a:lnTo>
                  <a:lnTo>
                    <a:pt x="5636057" y="323053"/>
                  </a:lnTo>
                  <a:lnTo>
                    <a:pt x="5718940" y="256090"/>
                  </a:lnTo>
                  <a:lnTo>
                    <a:pt x="5801824" y="187119"/>
                  </a:lnTo>
                  <a:lnTo>
                    <a:pt x="5884707" y="116154"/>
                  </a:lnTo>
                  <a:lnTo>
                    <a:pt x="5967590" y="43208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92746" y="4015347"/>
              <a:ext cx="5295114" cy="1363112"/>
            </a:xfrm>
            <a:custGeom>
              <a:avLst/>
              <a:pathLst>
                <a:path w="5295114" h="1363112">
                  <a:moveTo>
                    <a:pt x="5295114" y="0"/>
                  </a:moveTo>
                  <a:lnTo>
                    <a:pt x="5247309" y="22025"/>
                  </a:lnTo>
                  <a:lnTo>
                    <a:pt x="5164426" y="60234"/>
                  </a:lnTo>
                  <a:lnTo>
                    <a:pt x="5081542" y="98487"/>
                  </a:lnTo>
                  <a:lnTo>
                    <a:pt x="4998659" y="136809"/>
                  </a:lnTo>
                  <a:lnTo>
                    <a:pt x="4915776" y="175222"/>
                  </a:lnTo>
                  <a:lnTo>
                    <a:pt x="4832893" y="213749"/>
                  </a:lnTo>
                  <a:lnTo>
                    <a:pt x="4750010" y="252407"/>
                  </a:lnTo>
                  <a:lnTo>
                    <a:pt x="4667126" y="291210"/>
                  </a:lnTo>
                  <a:lnTo>
                    <a:pt x="4584243" y="330163"/>
                  </a:lnTo>
                  <a:lnTo>
                    <a:pt x="4501360" y="369260"/>
                  </a:lnTo>
                  <a:lnTo>
                    <a:pt x="4418477" y="408479"/>
                  </a:lnTo>
                  <a:lnTo>
                    <a:pt x="4335594" y="447785"/>
                  </a:lnTo>
                  <a:lnTo>
                    <a:pt x="4252710" y="487120"/>
                  </a:lnTo>
                  <a:lnTo>
                    <a:pt x="4169827" y="526409"/>
                  </a:lnTo>
                  <a:lnTo>
                    <a:pt x="4086944" y="565563"/>
                  </a:lnTo>
                  <a:lnTo>
                    <a:pt x="4004061" y="604479"/>
                  </a:lnTo>
                  <a:lnTo>
                    <a:pt x="3921178" y="643053"/>
                  </a:lnTo>
                  <a:lnTo>
                    <a:pt x="3838294" y="681185"/>
                  </a:lnTo>
                  <a:lnTo>
                    <a:pt x="3755411" y="718786"/>
                  </a:lnTo>
                  <a:lnTo>
                    <a:pt x="3672528" y="755791"/>
                  </a:lnTo>
                  <a:lnTo>
                    <a:pt x="3589645" y="792161"/>
                  </a:lnTo>
                  <a:lnTo>
                    <a:pt x="3506762" y="828080"/>
                  </a:lnTo>
                  <a:lnTo>
                    <a:pt x="3423878" y="863709"/>
                  </a:lnTo>
                  <a:lnTo>
                    <a:pt x="3340995" y="898881"/>
                  </a:lnTo>
                  <a:lnTo>
                    <a:pt x="3258112" y="933399"/>
                  </a:lnTo>
                  <a:lnTo>
                    <a:pt x="3175229" y="966980"/>
                  </a:lnTo>
                  <a:lnTo>
                    <a:pt x="3092346" y="999221"/>
                  </a:lnTo>
                  <a:lnTo>
                    <a:pt x="3009462" y="1029602"/>
                  </a:lnTo>
                  <a:lnTo>
                    <a:pt x="2926579" y="1057455"/>
                  </a:lnTo>
                  <a:lnTo>
                    <a:pt x="2843696" y="1082834"/>
                  </a:lnTo>
                  <a:lnTo>
                    <a:pt x="2760813" y="1106455"/>
                  </a:lnTo>
                  <a:lnTo>
                    <a:pt x="2677930" y="1128508"/>
                  </a:lnTo>
                  <a:lnTo>
                    <a:pt x="2595046" y="1148442"/>
                  </a:lnTo>
                  <a:lnTo>
                    <a:pt x="2512163" y="1162933"/>
                  </a:lnTo>
                  <a:lnTo>
                    <a:pt x="2429280" y="1171777"/>
                  </a:lnTo>
                  <a:lnTo>
                    <a:pt x="2346397" y="1179461"/>
                  </a:lnTo>
                  <a:lnTo>
                    <a:pt x="2263514" y="1188822"/>
                  </a:lnTo>
                  <a:lnTo>
                    <a:pt x="2180630" y="1195819"/>
                  </a:lnTo>
                  <a:lnTo>
                    <a:pt x="2097747" y="1198757"/>
                  </a:lnTo>
                  <a:lnTo>
                    <a:pt x="2014864" y="1201152"/>
                  </a:lnTo>
                  <a:lnTo>
                    <a:pt x="1931981" y="1205213"/>
                  </a:lnTo>
                  <a:lnTo>
                    <a:pt x="1849098" y="1210256"/>
                  </a:lnTo>
                  <a:lnTo>
                    <a:pt x="1766214" y="1213540"/>
                  </a:lnTo>
                  <a:lnTo>
                    <a:pt x="1683331" y="1216605"/>
                  </a:lnTo>
                  <a:lnTo>
                    <a:pt x="1600448" y="1220274"/>
                  </a:lnTo>
                  <a:lnTo>
                    <a:pt x="1517565" y="1224528"/>
                  </a:lnTo>
                  <a:lnTo>
                    <a:pt x="1434682" y="1228419"/>
                  </a:lnTo>
                  <a:lnTo>
                    <a:pt x="1351798" y="1232016"/>
                  </a:lnTo>
                  <a:lnTo>
                    <a:pt x="1268915" y="1235509"/>
                  </a:lnTo>
                  <a:lnTo>
                    <a:pt x="1186032" y="1239039"/>
                  </a:lnTo>
                  <a:lnTo>
                    <a:pt x="1103149" y="1242720"/>
                  </a:lnTo>
                  <a:lnTo>
                    <a:pt x="1020266" y="1246675"/>
                  </a:lnTo>
                  <a:lnTo>
                    <a:pt x="937382" y="1251007"/>
                  </a:lnTo>
                  <a:lnTo>
                    <a:pt x="854499" y="1255854"/>
                  </a:lnTo>
                  <a:lnTo>
                    <a:pt x="771616" y="1261386"/>
                  </a:lnTo>
                  <a:lnTo>
                    <a:pt x="688733" y="1267764"/>
                  </a:lnTo>
                  <a:lnTo>
                    <a:pt x="605850" y="1275120"/>
                  </a:lnTo>
                  <a:lnTo>
                    <a:pt x="522966" y="1283551"/>
                  </a:lnTo>
                  <a:lnTo>
                    <a:pt x="440083" y="1293116"/>
                  </a:lnTo>
                  <a:lnTo>
                    <a:pt x="357200" y="1303840"/>
                  </a:lnTo>
                  <a:lnTo>
                    <a:pt x="274317" y="1315722"/>
                  </a:lnTo>
                  <a:lnTo>
                    <a:pt x="191434" y="1328744"/>
                  </a:lnTo>
                  <a:lnTo>
                    <a:pt x="108550" y="1342875"/>
                  </a:lnTo>
                  <a:lnTo>
                    <a:pt x="25667" y="1358081"/>
                  </a:lnTo>
                  <a:lnTo>
                    <a:pt x="0" y="1363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3764045"/>
              <a:ext cx="6015395" cy="1433443"/>
            </a:xfrm>
            <a:custGeom>
              <a:avLst/>
              <a:pathLst>
                <a:path w="6015395" h="1433443">
                  <a:moveTo>
                    <a:pt x="0" y="1414661"/>
                  </a:moveTo>
                  <a:lnTo>
                    <a:pt x="82883" y="1417664"/>
                  </a:lnTo>
                  <a:lnTo>
                    <a:pt x="165766" y="1420399"/>
                  </a:lnTo>
                  <a:lnTo>
                    <a:pt x="248649" y="1422868"/>
                  </a:lnTo>
                  <a:lnTo>
                    <a:pt x="331532" y="1425072"/>
                  </a:lnTo>
                  <a:lnTo>
                    <a:pt x="414416" y="1427015"/>
                  </a:lnTo>
                  <a:lnTo>
                    <a:pt x="497299" y="1428696"/>
                  </a:lnTo>
                  <a:lnTo>
                    <a:pt x="580182" y="1430120"/>
                  </a:lnTo>
                  <a:lnTo>
                    <a:pt x="663065" y="1431288"/>
                  </a:lnTo>
                  <a:lnTo>
                    <a:pt x="745948" y="1432202"/>
                  </a:lnTo>
                  <a:lnTo>
                    <a:pt x="828832" y="1432865"/>
                  </a:lnTo>
                  <a:lnTo>
                    <a:pt x="911715" y="1433278"/>
                  </a:lnTo>
                  <a:lnTo>
                    <a:pt x="994598" y="1433443"/>
                  </a:lnTo>
                  <a:lnTo>
                    <a:pt x="1077481" y="1433363"/>
                  </a:lnTo>
                  <a:lnTo>
                    <a:pt x="1160364" y="1433040"/>
                  </a:lnTo>
                  <a:lnTo>
                    <a:pt x="1243248" y="1432476"/>
                  </a:lnTo>
                  <a:lnTo>
                    <a:pt x="1326131" y="1431672"/>
                  </a:lnTo>
                  <a:lnTo>
                    <a:pt x="1409014" y="1430632"/>
                  </a:lnTo>
                  <a:lnTo>
                    <a:pt x="1491897" y="1429357"/>
                  </a:lnTo>
                  <a:lnTo>
                    <a:pt x="1574780" y="1427849"/>
                  </a:lnTo>
                  <a:lnTo>
                    <a:pt x="1657664" y="1426111"/>
                  </a:lnTo>
                  <a:lnTo>
                    <a:pt x="1740547" y="1424144"/>
                  </a:lnTo>
                  <a:lnTo>
                    <a:pt x="1823430" y="1422027"/>
                  </a:lnTo>
                  <a:lnTo>
                    <a:pt x="1906313" y="1419886"/>
                  </a:lnTo>
                  <a:lnTo>
                    <a:pt x="1989196" y="1417606"/>
                  </a:lnTo>
                  <a:lnTo>
                    <a:pt x="2072080" y="1415064"/>
                  </a:lnTo>
                  <a:lnTo>
                    <a:pt x="2154963" y="1412135"/>
                  </a:lnTo>
                  <a:lnTo>
                    <a:pt x="2237846" y="1408694"/>
                  </a:lnTo>
                  <a:lnTo>
                    <a:pt x="2320729" y="1404893"/>
                  </a:lnTo>
                  <a:lnTo>
                    <a:pt x="2403612" y="1402030"/>
                  </a:lnTo>
                  <a:lnTo>
                    <a:pt x="2486496" y="1399406"/>
                  </a:lnTo>
                  <a:lnTo>
                    <a:pt x="2569379" y="1395966"/>
                  </a:lnTo>
                  <a:lnTo>
                    <a:pt x="2652262" y="1390821"/>
                  </a:lnTo>
                  <a:lnTo>
                    <a:pt x="2735145" y="1387400"/>
                  </a:lnTo>
                  <a:lnTo>
                    <a:pt x="2818028" y="1385386"/>
                  </a:lnTo>
                  <a:lnTo>
                    <a:pt x="2900912" y="1382007"/>
                  </a:lnTo>
                  <a:lnTo>
                    <a:pt x="2983795" y="1374491"/>
                  </a:lnTo>
                  <a:lnTo>
                    <a:pt x="3066678" y="1365392"/>
                  </a:lnTo>
                  <a:lnTo>
                    <a:pt x="3149561" y="1357643"/>
                  </a:lnTo>
                  <a:lnTo>
                    <a:pt x="3232444" y="1347836"/>
                  </a:lnTo>
                  <a:lnTo>
                    <a:pt x="3315328" y="1332572"/>
                  </a:lnTo>
                  <a:lnTo>
                    <a:pt x="3398211" y="1312678"/>
                  </a:lnTo>
                  <a:lnTo>
                    <a:pt x="3481094" y="1290454"/>
                  </a:lnTo>
                  <a:lnTo>
                    <a:pt x="3563977" y="1266006"/>
                  </a:lnTo>
                  <a:lnTo>
                    <a:pt x="3646860" y="1239443"/>
                  </a:lnTo>
                  <a:lnTo>
                    <a:pt x="3729744" y="1210863"/>
                  </a:lnTo>
                  <a:lnTo>
                    <a:pt x="3812627" y="1180125"/>
                  </a:lnTo>
                  <a:lnTo>
                    <a:pt x="3895510" y="1147390"/>
                  </a:lnTo>
                  <a:lnTo>
                    <a:pt x="3978393" y="1113007"/>
                  </a:lnTo>
                  <a:lnTo>
                    <a:pt x="4061276" y="1077324"/>
                  </a:lnTo>
                  <a:lnTo>
                    <a:pt x="4144160" y="1040688"/>
                  </a:lnTo>
                  <a:lnTo>
                    <a:pt x="4227043" y="1003447"/>
                  </a:lnTo>
                  <a:lnTo>
                    <a:pt x="4309926" y="965944"/>
                  </a:lnTo>
                  <a:lnTo>
                    <a:pt x="4392809" y="927904"/>
                  </a:lnTo>
                  <a:lnTo>
                    <a:pt x="4475692" y="888986"/>
                  </a:lnTo>
                  <a:lnTo>
                    <a:pt x="4558576" y="849184"/>
                  </a:lnTo>
                  <a:lnTo>
                    <a:pt x="4641459" y="808495"/>
                  </a:lnTo>
                  <a:lnTo>
                    <a:pt x="4724342" y="766913"/>
                  </a:lnTo>
                  <a:lnTo>
                    <a:pt x="4807225" y="724432"/>
                  </a:lnTo>
                  <a:lnTo>
                    <a:pt x="4890108" y="681049"/>
                  </a:lnTo>
                  <a:lnTo>
                    <a:pt x="4972992" y="636757"/>
                  </a:lnTo>
                  <a:lnTo>
                    <a:pt x="5055875" y="591553"/>
                  </a:lnTo>
                  <a:lnTo>
                    <a:pt x="5138758" y="545430"/>
                  </a:lnTo>
                  <a:lnTo>
                    <a:pt x="5221641" y="498385"/>
                  </a:lnTo>
                  <a:lnTo>
                    <a:pt x="5304524" y="450411"/>
                  </a:lnTo>
                  <a:lnTo>
                    <a:pt x="5387408" y="401505"/>
                  </a:lnTo>
                  <a:lnTo>
                    <a:pt x="5470291" y="351660"/>
                  </a:lnTo>
                  <a:lnTo>
                    <a:pt x="5553174" y="300873"/>
                  </a:lnTo>
                  <a:lnTo>
                    <a:pt x="5636057" y="249137"/>
                  </a:lnTo>
                  <a:lnTo>
                    <a:pt x="5718940" y="196449"/>
                  </a:lnTo>
                  <a:lnTo>
                    <a:pt x="5801824" y="142803"/>
                  </a:lnTo>
                  <a:lnTo>
                    <a:pt x="5884707" y="88194"/>
                  </a:lnTo>
                  <a:lnTo>
                    <a:pt x="5967590" y="32616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3996572"/>
              <a:ext cx="6015395" cy="1381886"/>
            </a:xfrm>
            <a:custGeom>
              <a:avLst/>
              <a:pathLst>
                <a:path w="6015395" h="1381886">
                  <a:moveTo>
                    <a:pt x="0" y="857994"/>
                  </a:moveTo>
                  <a:lnTo>
                    <a:pt x="82883" y="883286"/>
                  </a:lnTo>
                  <a:lnTo>
                    <a:pt x="165766" y="907427"/>
                  </a:lnTo>
                  <a:lnTo>
                    <a:pt x="248649" y="930402"/>
                  </a:lnTo>
                  <a:lnTo>
                    <a:pt x="331532" y="952195"/>
                  </a:lnTo>
                  <a:lnTo>
                    <a:pt x="414416" y="972790"/>
                  </a:lnTo>
                  <a:lnTo>
                    <a:pt x="497299" y="992167"/>
                  </a:lnTo>
                  <a:lnTo>
                    <a:pt x="580182" y="1010306"/>
                  </a:lnTo>
                  <a:lnTo>
                    <a:pt x="663065" y="1027182"/>
                  </a:lnTo>
                  <a:lnTo>
                    <a:pt x="745948" y="1042771"/>
                  </a:lnTo>
                  <a:lnTo>
                    <a:pt x="828832" y="1057045"/>
                  </a:lnTo>
                  <a:lnTo>
                    <a:pt x="911715" y="1069977"/>
                  </a:lnTo>
                  <a:lnTo>
                    <a:pt x="994598" y="1081539"/>
                  </a:lnTo>
                  <a:lnTo>
                    <a:pt x="1077481" y="1091711"/>
                  </a:lnTo>
                  <a:lnTo>
                    <a:pt x="1160364" y="1100480"/>
                  </a:lnTo>
                  <a:lnTo>
                    <a:pt x="1243248" y="1107847"/>
                  </a:lnTo>
                  <a:lnTo>
                    <a:pt x="1326131" y="1113841"/>
                  </a:lnTo>
                  <a:lnTo>
                    <a:pt x="1409014" y="1118516"/>
                  </a:lnTo>
                  <a:lnTo>
                    <a:pt x="1491897" y="1121961"/>
                  </a:lnTo>
                  <a:lnTo>
                    <a:pt x="1574780" y="1124299"/>
                  </a:lnTo>
                  <a:lnTo>
                    <a:pt x="1657664" y="1125674"/>
                  </a:lnTo>
                  <a:lnTo>
                    <a:pt x="1740547" y="1126240"/>
                  </a:lnTo>
                  <a:lnTo>
                    <a:pt x="1823430" y="1126270"/>
                  </a:lnTo>
                  <a:lnTo>
                    <a:pt x="1906313" y="1126093"/>
                  </a:lnTo>
                  <a:lnTo>
                    <a:pt x="1989196" y="1125599"/>
                  </a:lnTo>
                  <a:lnTo>
                    <a:pt x="2072080" y="1124652"/>
                  </a:lnTo>
                  <a:lnTo>
                    <a:pt x="2154963" y="1123137"/>
                  </a:lnTo>
                  <a:lnTo>
                    <a:pt x="2237846" y="1120985"/>
                  </a:lnTo>
                  <a:lnTo>
                    <a:pt x="2320729" y="1118529"/>
                  </a:lnTo>
                  <a:lnTo>
                    <a:pt x="2403612" y="1117336"/>
                  </a:lnTo>
                  <a:lnTo>
                    <a:pt x="2486496" y="1116111"/>
                  </a:lnTo>
                  <a:lnTo>
                    <a:pt x="2569379" y="1113634"/>
                  </a:lnTo>
                  <a:lnTo>
                    <a:pt x="2652262" y="1109626"/>
                  </a:lnTo>
                  <a:lnTo>
                    <a:pt x="2735145" y="1107820"/>
                  </a:lnTo>
                  <a:lnTo>
                    <a:pt x="2818028" y="1107070"/>
                  </a:lnTo>
                  <a:lnTo>
                    <a:pt x="2900912" y="1104377"/>
                  </a:lnTo>
                  <a:lnTo>
                    <a:pt x="2983795" y="1097892"/>
                  </a:lnTo>
                  <a:lnTo>
                    <a:pt x="3066678" y="1089812"/>
                  </a:lnTo>
                  <a:lnTo>
                    <a:pt x="3149561" y="1081650"/>
                  </a:lnTo>
                  <a:lnTo>
                    <a:pt x="3232444" y="1071121"/>
                  </a:lnTo>
                  <a:lnTo>
                    <a:pt x="3315328" y="1057399"/>
                  </a:lnTo>
                  <a:lnTo>
                    <a:pt x="3398211" y="1040120"/>
                  </a:lnTo>
                  <a:lnTo>
                    <a:pt x="3481094" y="1019682"/>
                  </a:lnTo>
                  <a:lnTo>
                    <a:pt x="3563977" y="997323"/>
                  </a:lnTo>
                  <a:lnTo>
                    <a:pt x="3646860" y="974932"/>
                  </a:lnTo>
                  <a:lnTo>
                    <a:pt x="3729744" y="954793"/>
                  </a:lnTo>
                  <a:lnTo>
                    <a:pt x="3812627" y="935494"/>
                  </a:lnTo>
                  <a:lnTo>
                    <a:pt x="3895510" y="915496"/>
                  </a:lnTo>
                  <a:lnTo>
                    <a:pt x="3978393" y="894710"/>
                  </a:lnTo>
                  <a:lnTo>
                    <a:pt x="4061276" y="873154"/>
                  </a:lnTo>
                  <a:lnTo>
                    <a:pt x="4144160" y="850947"/>
                  </a:lnTo>
                  <a:lnTo>
                    <a:pt x="4227043" y="828289"/>
                  </a:lnTo>
                  <a:lnTo>
                    <a:pt x="4309926" y="805393"/>
                  </a:lnTo>
                  <a:lnTo>
                    <a:pt x="4392809" y="781714"/>
                  </a:lnTo>
                  <a:lnTo>
                    <a:pt x="4475692" y="756784"/>
                  </a:lnTo>
                  <a:lnTo>
                    <a:pt x="4558576" y="730577"/>
                  </a:lnTo>
                  <a:lnTo>
                    <a:pt x="4641459" y="703040"/>
                  </a:lnTo>
                  <a:lnTo>
                    <a:pt x="4724342" y="674102"/>
                  </a:lnTo>
                  <a:lnTo>
                    <a:pt x="4807225" y="643682"/>
                  </a:lnTo>
                  <a:lnTo>
                    <a:pt x="4890108" y="611693"/>
                  </a:lnTo>
                  <a:lnTo>
                    <a:pt x="4972992" y="578052"/>
                  </a:lnTo>
                  <a:lnTo>
                    <a:pt x="5055875" y="542686"/>
                  </a:lnTo>
                  <a:lnTo>
                    <a:pt x="5138758" y="505535"/>
                  </a:lnTo>
                  <a:lnTo>
                    <a:pt x="5221641" y="466556"/>
                  </a:lnTo>
                  <a:lnTo>
                    <a:pt x="5304524" y="425724"/>
                  </a:lnTo>
                  <a:lnTo>
                    <a:pt x="5387408" y="383025"/>
                  </a:lnTo>
                  <a:lnTo>
                    <a:pt x="5470291" y="338461"/>
                  </a:lnTo>
                  <a:lnTo>
                    <a:pt x="5553174" y="292044"/>
                  </a:lnTo>
                  <a:lnTo>
                    <a:pt x="5636057" y="243791"/>
                  </a:lnTo>
                  <a:lnTo>
                    <a:pt x="5718940" y="193724"/>
                  </a:lnTo>
                  <a:lnTo>
                    <a:pt x="5801824" y="141870"/>
                  </a:lnTo>
                  <a:lnTo>
                    <a:pt x="5884707" y="88255"/>
                  </a:lnTo>
                  <a:lnTo>
                    <a:pt x="5967590" y="32907"/>
                  </a:lnTo>
                  <a:lnTo>
                    <a:pt x="6015395" y="0"/>
                  </a:lnTo>
                  <a:lnTo>
                    <a:pt x="6015395" y="443412"/>
                  </a:lnTo>
                  <a:lnTo>
                    <a:pt x="5967590" y="457632"/>
                  </a:lnTo>
                  <a:lnTo>
                    <a:pt x="5884707" y="482334"/>
                  </a:lnTo>
                  <a:lnTo>
                    <a:pt x="5801824" y="507089"/>
                  </a:lnTo>
                  <a:lnTo>
                    <a:pt x="5718940" y="531904"/>
                  </a:lnTo>
                  <a:lnTo>
                    <a:pt x="5636057" y="556783"/>
                  </a:lnTo>
                  <a:lnTo>
                    <a:pt x="5553174" y="581730"/>
                  </a:lnTo>
                  <a:lnTo>
                    <a:pt x="5470291" y="606746"/>
                  </a:lnTo>
                  <a:lnTo>
                    <a:pt x="5387408" y="631828"/>
                  </a:lnTo>
                  <a:lnTo>
                    <a:pt x="5304524" y="656964"/>
                  </a:lnTo>
                  <a:lnTo>
                    <a:pt x="5221641" y="682133"/>
                  </a:lnTo>
                  <a:lnTo>
                    <a:pt x="5138758" y="707303"/>
                  </a:lnTo>
                  <a:lnTo>
                    <a:pt x="5055875" y="732426"/>
                  </a:lnTo>
                  <a:lnTo>
                    <a:pt x="4972992" y="757435"/>
                  </a:lnTo>
                  <a:lnTo>
                    <a:pt x="4890108" y="782250"/>
                  </a:lnTo>
                  <a:lnTo>
                    <a:pt x="4807225" y="806776"/>
                  </a:lnTo>
                  <a:lnTo>
                    <a:pt x="4724342" y="830908"/>
                  </a:lnTo>
                  <a:lnTo>
                    <a:pt x="4641459" y="854537"/>
                  </a:lnTo>
                  <a:lnTo>
                    <a:pt x="4558576" y="877561"/>
                  </a:lnTo>
                  <a:lnTo>
                    <a:pt x="4475692" y="899887"/>
                  </a:lnTo>
                  <a:lnTo>
                    <a:pt x="4392809" y="921440"/>
                  </a:lnTo>
                  <a:lnTo>
                    <a:pt x="4309926" y="942172"/>
                  </a:lnTo>
                  <a:lnTo>
                    <a:pt x="4227043" y="962272"/>
                  </a:lnTo>
                  <a:lnTo>
                    <a:pt x="4144160" y="982087"/>
                  </a:lnTo>
                  <a:lnTo>
                    <a:pt x="4061276" y="1001711"/>
                  </a:lnTo>
                  <a:lnTo>
                    <a:pt x="3978393" y="1021211"/>
                  </a:lnTo>
                  <a:lnTo>
                    <a:pt x="3895510" y="1040581"/>
                  </a:lnTo>
                  <a:lnTo>
                    <a:pt x="3812627" y="1059709"/>
                  </a:lnTo>
                  <a:lnTo>
                    <a:pt x="3729744" y="1078376"/>
                  </a:lnTo>
                  <a:lnTo>
                    <a:pt x="3646860" y="1097234"/>
                  </a:lnTo>
                  <a:lnTo>
                    <a:pt x="3563977" y="1117534"/>
                  </a:lnTo>
                  <a:lnTo>
                    <a:pt x="3481094" y="1138435"/>
                  </a:lnTo>
                  <a:lnTo>
                    <a:pt x="3398211" y="1158571"/>
                  </a:lnTo>
                  <a:lnTo>
                    <a:pt x="3315328" y="1175921"/>
                  </a:lnTo>
                  <a:lnTo>
                    <a:pt x="3232444" y="1188279"/>
                  </a:lnTo>
                  <a:lnTo>
                    <a:pt x="3149561" y="1197109"/>
                  </a:lnTo>
                  <a:lnTo>
                    <a:pt x="3066678" y="1205157"/>
                  </a:lnTo>
                  <a:lnTo>
                    <a:pt x="2983795" y="1213699"/>
                  </a:lnTo>
                  <a:lnTo>
                    <a:pt x="2900912" y="1219268"/>
                  </a:lnTo>
                  <a:lnTo>
                    <a:pt x="2818028" y="1221183"/>
                  </a:lnTo>
                  <a:lnTo>
                    <a:pt x="2735145" y="1222604"/>
                  </a:lnTo>
                  <a:lnTo>
                    <a:pt x="2652262" y="1225542"/>
                  </a:lnTo>
                  <a:lnTo>
                    <a:pt x="2569379" y="1229370"/>
                  </a:lnTo>
                  <a:lnTo>
                    <a:pt x="2486496" y="1231569"/>
                  </a:lnTo>
                  <a:lnTo>
                    <a:pt x="2403612" y="1233574"/>
                  </a:lnTo>
                  <a:lnTo>
                    <a:pt x="2320729" y="1236187"/>
                  </a:lnTo>
                  <a:lnTo>
                    <a:pt x="2237846" y="1239444"/>
                  </a:lnTo>
                  <a:lnTo>
                    <a:pt x="2154963" y="1242391"/>
                  </a:lnTo>
                  <a:lnTo>
                    <a:pt x="2072080" y="1245083"/>
                  </a:lnTo>
                  <a:lnTo>
                    <a:pt x="1989196" y="1247708"/>
                  </a:lnTo>
                  <a:lnTo>
                    <a:pt x="1906313" y="1250408"/>
                  </a:lnTo>
                  <a:lnTo>
                    <a:pt x="1823430" y="1253302"/>
                  </a:lnTo>
                  <a:lnTo>
                    <a:pt x="1740547" y="1256516"/>
                  </a:lnTo>
                  <a:lnTo>
                    <a:pt x="1657664" y="1260123"/>
                  </a:lnTo>
                  <a:lnTo>
                    <a:pt x="1574780" y="1264233"/>
                  </a:lnTo>
                  <a:lnTo>
                    <a:pt x="1491897" y="1268997"/>
                  </a:lnTo>
                  <a:lnTo>
                    <a:pt x="1409014" y="1274554"/>
                  </a:lnTo>
                  <a:lnTo>
                    <a:pt x="1326131" y="1281023"/>
                  </a:lnTo>
                  <a:lnTo>
                    <a:pt x="1243248" y="1288489"/>
                  </a:lnTo>
                  <a:lnTo>
                    <a:pt x="1160364" y="1297002"/>
                  </a:lnTo>
                  <a:lnTo>
                    <a:pt x="1077481" y="1306586"/>
                  </a:lnTo>
                  <a:lnTo>
                    <a:pt x="994598" y="1317239"/>
                  </a:lnTo>
                  <a:lnTo>
                    <a:pt x="911715" y="1328943"/>
                  </a:lnTo>
                  <a:lnTo>
                    <a:pt x="828832" y="1341674"/>
                  </a:lnTo>
                  <a:lnTo>
                    <a:pt x="745948" y="1355400"/>
                  </a:lnTo>
                  <a:lnTo>
                    <a:pt x="663065" y="1370089"/>
                  </a:lnTo>
                  <a:lnTo>
                    <a:pt x="600473" y="13818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3996572"/>
              <a:ext cx="6015395" cy="1126270"/>
            </a:xfrm>
            <a:custGeom>
              <a:avLst/>
              <a:pathLst>
                <a:path w="6015395" h="1126270">
                  <a:moveTo>
                    <a:pt x="0" y="857994"/>
                  </a:moveTo>
                  <a:lnTo>
                    <a:pt x="82883" y="883286"/>
                  </a:lnTo>
                  <a:lnTo>
                    <a:pt x="165766" y="907427"/>
                  </a:lnTo>
                  <a:lnTo>
                    <a:pt x="248649" y="930402"/>
                  </a:lnTo>
                  <a:lnTo>
                    <a:pt x="331532" y="952195"/>
                  </a:lnTo>
                  <a:lnTo>
                    <a:pt x="414416" y="972790"/>
                  </a:lnTo>
                  <a:lnTo>
                    <a:pt x="497299" y="992167"/>
                  </a:lnTo>
                  <a:lnTo>
                    <a:pt x="580182" y="1010306"/>
                  </a:lnTo>
                  <a:lnTo>
                    <a:pt x="663065" y="1027182"/>
                  </a:lnTo>
                  <a:lnTo>
                    <a:pt x="745948" y="1042771"/>
                  </a:lnTo>
                  <a:lnTo>
                    <a:pt x="828832" y="1057045"/>
                  </a:lnTo>
                  <a:lnTo>
                    <a:pt x="911715" y="1069977"/>
                  </a:lnTo>
                  <a:lnTo>
                    <a:pt x="994598" y="1081539"/>
                  </a:lnTo>
                  <a:lnTo>
                    <a:pt x="1077481" y="1091711"/>
                  </a:lnTo>
                  <a:lnTo>
                    <a:pt x="1160364" y="1100480"/>
                  </a:lnTo>
                  <a:lnTo>
                    <a:pt x="1243248" y="1107847"/>
                  </a:lnTo>
                  <a:lnTo>
                    <a:pt x="1326131" y="1113841"/>
                  </a:lnTo>
                  <a:lnTo>
                    <a:pt x="1409014" y="1118516"/>
                  </a:lnTo>
                  <a:lnTo>
                    <a:pt x="1491897" y="1121961"/>
                  </a:lnTo>
                  <a:lnTo>
                    <a:pt x="1574780" y="1124299"/>
                  </a:lnTo>
                  <a:lnTo>
                    <a:pt x="1657664" y="1125674"/>
                  </a:lnTo>
                  <a:lnTo>
                    <a:pt x="1740547" y="1126240"/>
                  </a:lnTo>
                  <a:lnTo>
                    <a:pt x="1823430" y="1126270"/>
                  </a:lnTo>
                  <a:lnTo>
                    <a:pt x="1906313" y="1126093"/>
                  </a:lnTo>
                  <a:lnTo>
                    <a:pt x="1989196" y="1125599"/>
                  </a:lnTo>
                  <a:lnTo>
                    <a:pt x="2072080" y="1124652"/>
                  </a:lnTo>
                  <a:lnTo>
                    <a:pt x="2154963" y="1123137"/>
                  </a:lnTo>
                  <a:lnTo>
                    <a:pt x="2237846" y="1120985"/>
                  </a:lnTo>
                  <a:lnTo>
                    <a:pt x="2320729" y="1118529"/>
                  </a:lnTo>
                  <a:lnTo>
                    <a:pt x="2403612" y="1117336"/>
                  </a:lnTo>
                  <a:lnTo>
                    <a:pt x="2486496" y="1116111"/>
                  </a:lnTo>
                  <a:lnTo>
                    <a:pt x="2569379" y="1113634"/>
                  </a:lnTo>
                  <a:lnTo>
                    <a:pt x="2652262" y="1109626"/>
                  </a:lnTo>
                  <a:lnTo>
                    <a:pt x="2735145" y="1107820"/>
                  </a:lnTo>
                  <a:lnTo>
                    <a:pt x="2818028" y="1107070"/>
                  </a:lnTo>
                  <a:lnTo>
                    <a:pt x="2900912" y="1104377"/>
                  </a:lnTo>
                  <a:lnTo>
                    <a:pt x="2983795" y="1097892"/>
                  </a:lnTo>
                  <a:lnTo>
                    <a:pt x="3066678" y="1089812"/>
                  </a:lnTo>
                  <a:lnTo>
                    <a:pt x="3149561" y="1081650"/>
                  </a:lnTo>
                  <a:lnTo>
                    <a:pt x="3232444" y="1071121"/>
                  </a:lnTo>
                  <a:lnTo>
                    <a:pt x="3315328" y="1057399"/>
                  </a:lnTo>
                  <a:lnTo>
                    <a:pt x="3398211" y="1040120"/>
                  </a:lnTo>
                  <a:lnTo>
                    <a:pt x="3481094" y="1019682"/>
                  </a:lnTo>
                  <a:lnTo>
                    <a:pt x="3563977" y="997323"/>
                  </a:lnTo>
                  <a:lnTo>
                    <a:pt x="3646860" y="974932"/>
                  </a:lnTo>
                  <a:lnTo>
                    <a:pt x="3729744" y="954793"/>
                  </a:lnTo>
                  <a:lnTo>
                    <a:pt x="3812627" y="935494"/>
                  </a:lnTo>
                  <a:lnTo>
                    <a:pt x="3895510" y="915496"/>
                  </a:lnTo>
                  <a:lnTo>
                    <a:pt x="3978393" y="894710"/>
                  </a:lnTo>
                  <a:lnTo>
                    <a:pt x="4061276" y="873154"/>
                  </a:lnTo>
                  <a:lnTo>
                    <a:pt x="4144160" y="850947"/>
                  </a:lnTo>
                  <a:lnTo>
                    <a:pt x="4227043" y="828289"/>
                  </a:lnTo>
                  <a:lnTo>
                    <a:pt x="4309926" y="805393"/>
                  </a:lnTo>
                  <a:lnTo>
                    <a:pt x="4392809" y="781714"/>
                  </a:lnTo>
                  <a:lnTo>
                    <a:pt x="4475692" y="756784"/>
                  </a:lnTo>
                  <a:lnTo>
                    <a:pt x="4558576" y="730577"/>
                  </a:lnTo>
                  <a:lnTo>
                    <a:pt x="4641459" y="703040"/>
                  </a:lnTo>
                  <a:lnTo>
                    <a:pt x="4724342" y="674102"/>
                  </a:lnTo>
                  <a:lnTo>
                    <a:pt x="4807225" y="643682"/>
                  </a:lnTo>
                  <a:lnTo>
                    <a:pt x="4890108" y="611693"/>
                  </a:lnTo>
                  <a:lnTo>
                    <a:pt x="4972992" y="578052"/>
                  </a:lnTo>
                  <a:lnTo>
                    <a:pt x="5055875" y="542686"/>
                  </a:lnTo>
                  <a:lnTo>
                    <a:pt x="5138758" y="505535"/>
                  </a:lnTo>
                  <a:lnTo>
                    <a:pt x="5221641" y="466556"/>
                  </a:lnTo>
                  <a:lnTo>
                    <a:pt x="5304524" y="425724"/>
                  </a:lnTo>
                  <a:lnTo>
                    <a:pt x="5387408" y="383025"/>
                  </a:lnTo>
                  <a:lnTo>
                    <a:pt x="5470291" y="338461"/>
                  </a:lnTo>
                  <a:lnTo>
                    <a:pt x="5553174" y="292044"/>
                  </a:lnTo>
                  <a:lnTo>
                    <a:pt x="5636057" y="243791"/>
                  </a:lnTo>
                  <a:lnTo>
                    <a:pt x="5718940" y="193724"/>
                  </a:lnTo>
                  <a:lnTo>
                    <a:pt x="5801824" y="141870"/>
                  </a:lnTo>
                  <a:lnTo>
                    <a:pt x="5884707" y="88255"/>
                  </a:lnTo>
                  <a:lnTo>
                    <a:pt x="5967590" y="32907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672938" y="4439985"/>
              <a:ext cx="5414922" cy="938473"/>
            </a:xfrm>
            <a:custGeom>
              <a:avLst/>
              <a:pathLst>
                <a:path w="5414922" h="938473">
                  <a:moveTo>
                    <a:pt x="5414922" y="0"/>
                  </a:moveTo>
                  <a:lnTo>
                    <a:pt x="5367117" y="14219"/>
                  </a:lnTo>
                  <a:lnTo>
                    <a:pt x="5284234" y="38921"/>
                  </a:lnTo>
                  <a:lnTo>
                    <a:pt x="5201350" y="63676"/>
                  </a:lnTo>
                  <a:lnTo>
                    <a:pt x="5118467" y="88491"/>
                  </a:lnTo>
                  <a:lnTo>
                    <a:pt x="5035584" y="113370"/>
                  </a:lnTo>
                  <a:lnTo>
                    <a:pt x="4952701" y="138317"/>
                  </a:lnTo>
                  <a:lnTo>
                    <a:pt x="4869818" y="163333"/>
                  </a:lnTo>
                  <a:lnTo>
                    <a:pt x="4786934" y="188415"/>
                  </a:lnTo>
                  <a:lnTo>
                    <a:pt x="4704051" y="213551"/>
                  </a:lnTo>
                  <a:lnTo>
                    <a:pt x="4621168" y="238720"/>
                  </a:lnTo>
                  <a:lnTo>
                    <a:pt x="4538285" y="263890"/>
                  </a:lnTo>
                  <a:lnTo>
                    <a:pt x="4455402" y="289013"/>
                  </a:lnTo>
                  <a:lnTo>
                    <a:pt x="4372518" y="314022"/>
                  </a:lnTo>
                  <a:lnTo>
                    <a:pt x="4289635" y="338837"/>
                  </a:lnTo>
                  <a:lnTo>
                    <a:pt x="4206752" y="363363"/>
                  </a:lnTo>
                  <a:lnTo>
                    <a:pt x="4123869" y="387495"/>
                  </a:lnTo>
                  <a:lnTo>
                    <a:pt x="4040986" y="411124"/>
                  </a:lnTo>
                  <a:lnTo>
                    <a:pt x="3958102" y="434148"/>
                  </a:lnTo>
                  <a:lnTo>
                    <a:pt x="3875219" y="456474"/>
                  </a:lnTo>
                  <a:lnTo>
                    <a:pt x="3792336" y="478027"/>
                  </a:lnTo>
                  <a:lnTo>
                    <a:pt x="3709453" y="498759"/>
                  </a:lnTo>
                  <a:lnTo>
                    <a:pt x="3626570" y="518859"/>
                  </a:lnTo>
                  <a:lnTo>
                    <a:pt x="3543686" y="538674"/>
                  </a:lnTo>
                  <a:lnTo>
                    <a:pt x="3460803" y="558298"/>
                  </a:lnTo>
                  <a:lnTo>
                    <a:pt x="3377920" y="577798"/>
                  </a:lnTo>
                  <a:lnTo>
                    <a:pt x="3295037" y="597168"/>
                  </a:lnTo>
                  <a:lnTo>
                    <a:pt x="3212154" y="616296"/>
                  </a:lnTo>
                  <a:lnTo>
                    <a:pt x="3129270" y="634963"/>
                  </a:lnTo>
                  <a:lnTo>
                    <a:pt x="3046387" y="653821"/>
                  </a:lnTo>
                  <a:lnTo>
                    <a:pt x="2963504" y="674121"/>
                  </a:lnTo>
                  <a:lnTo>
                    <a:pt x="2880621" y="695022"/>
                  </a:lnTo>
                  <a:lnTo>
                    <a:pt x="2797738" y="715158"/>
                  </a:lnTo>
                  <a:lnTo>
                    <a:pt x="2714854" y="732508"/>
                  </a:lnTo>
                  <a:lnTo>
                    <a:pt x="2631971" y="744866"/>
                  </a:lnTo>
                  <a:lnTo>
                    <a:pt x="2549088" y="753696"/>
                  </a:lnTo>
                  <a:lnTo>
                    <a:pt x="2466205" y="761744"/>
                  </a:lnTo>
                  <a:lnTo>
                    <a:pt x="2383322" y="770286"/>
                  </a:lnTo>
                  <a:lnTo>
                    <a:pt x="2300438" y="775855"/>
                  </a:lnTo>
                  <a:lnTo>
                    <a:pt x="2217555" y="777770"/>
                  </a:lnTo>
                  <a:lnTo>
                    <a:pt x="2134672" y="779191"/>
                  </a:lnTo>
                  <a:lnTo>
                    <a:pt x="2051789" y="782129"/>
                  </a:lnTo>
                  <a:lnTo>
                    <a:pt x="1968906" y="785957"/>
                  </a:lnTo>
                  <a:lnTo>
                    <a:pt x="1886022" y="788156"/>
                  </a:lnTo>
                  <a:lnTo>
                    <a:pt x="1803139" y="790161"/>
                  </a:lnTo>
                  <a:lnTo>
                    <a:pt x="1720256" y="792774"/>
                  </a:lnTo>
                  <a:lnTo>
                    <a:pt x="1637373" y="796031"/>
                  </a:lnTo>
                  <a:lnTo>
                    <a:pt x="1554490" y="798978"/>
                  </a:lnTo>
                  <a:lnTo>
                    <a:pt x="1471606" y="801670"/>
                  </a:lnTo>
                  <a:lnTo>
                    <a:pt x="1388723" y="804295"/>
                  </a:lnTo>
                  <a:lnTo>
                    <a:pt x="1305840" y="806995"/>
                  </a:lnTo>
                  <a:lnTo>
                    <a:pt x="1222957" y="809889"/>
                  </a:lnTo>
                  <a:lnTo>
                    <a:pt x="1140074" y="813103"/>
                  </a:lnTo>
                  <a:lnTo>
                    <a:pt x="1057190" y="816710"/>
                  </a:lnTo>
                  <a:lnTo>
                    <a:pt x="974307" y="820820"/>
                  </a:lnTo>
                  <a:lnTo>
                    <a:pt x="891424" y="825584"/>
                  </a:lnTo>
                  <a:lnTo>
                    <a:pt x="808541" y="831141"/>
                  </a:lnTo>
                  <a:lnTo>
                    <a:pt x="725658" y="837610"/>
                  </a:lnTo>
                  <a:lnTo>
                    <a:pt x="642774" y="845076"/>
                  </a:lnTo>
                  <a:lnTo>
                    <a:pt x="559891" y="853589"/>
                  </a:lnTo>
                  <a:lnTo>
                    <a:pt x="477008" y="863173"/>
                  </a:lnTo>
                  <a:lnTo>
                    <a:pt x="394125" y="873826"/>
                  </a:lnTo>
                  <a:lnTo>
                    <a:pt x="311242" y="885530"/>
                  </a:lnTo>
                  <a:lnTo>
                    <a:pt x="228358" y="898261"/>
                  </a:lnTo>
                  <a:lnTo>
                    <a:pt x="145475" y="911987"/>
                  </a:lnTo>
                  <a:lnTo>
                    <a:pt x="62592" y="926676"/>
                  </a:lnTo>
                  <a:lnTo>
                    <a:pt x="0" y="9384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218279"/>
              <a:ext cx="6015395" cy="977754"/>
            </a:xfrm>
            <a:custGeom>
              <a:avLst/>
              <a:pathLst>
                <a:path w="6015395" h="977754">
                  <a:moveTo>
                    <a:pt x="0" y="966758"/>
                  </a:moveTo>
                  <a:lnTo>
                    <a:pt x="82883" y="968688"/>
                  </a:lnTo>
                  <a:lnTo>
                    <a:pt x="165766" y="970426"/>
                  </a:lnTo>
                  <a:lnTo>
                    <a:pt x="248649" y="971973"/>
                  </a:lnTo>
                  <a:lnTo>
                    <a:pt x="331532" y="973332"/>
                  </a:lnTo>
                  <a:lnTo>
                    <a:pt x="414416" y="974506"/>
                  </a:lnTo>
                  <a:lnTo>
                    <a:pt x="497299" y="975495"/>
                  </a:lnTo>
                  <a:lnTo>
                    <a:pt x="580182" y="976302"/>
                  </a:lnTo>
                  <a:lnTo>
                    <a:pt x="663065" y="976929"/>
                  </a:lnTo>
                  <a:lnTo>
                    <a:pt x="745948" y="977379"/>
                  </a:lnTo>
                  <a:lnTo>
                    <a:pt x="828832" y="977653"/>
                  </a:lnTo>
                  <a:lnTo>
                    <a:pt x="911715" y="977754"/>
                  </a:lnTo>
                  <a:lnTo>
                    <a:pt x="994598" y="977682"/>
                  </a:lnTo>
                  <a:lnTo>
                    <a:pt x="1077481" y="977442"/>
                  </a:lnTo>
                  <a:lnTo>
                    <a:pt x="1160364" y="977034"/>
                  </a:lnTo>
                  <a:lnTo>
                    <a:pt x="1243248" y="976462"/>
                  </a:lnTo>
                  <a:lnTo>
                    <a:pt x="1326131" y="975726"/>
                  </a:lnTo>
                  <a:lnTo>
                    <a:pt x="1409014" y="974828"/>
                  </a:lnTo>
                  <a:lnTo>
                    <a:pt x="1491897" y="973773"/>
                  </a:lnTo>
                  <a:lnTo>
                    <a:pt x="1574780" y="972560"/>
                  </a:lnTo>
                  <a:lnTo>
                    <a:pt x="1657664" y="971192"/>
                  </a:lnTo>
                  <a:lnTo>
                    <a:pt x="1740547" y="969672"/>
                  </a:lnTo>
                  <a:lnTo>
                    <a:pt x="1823430" y="968080"/>
                  </a:lnTo>
                  <a:lnTo>
                    <a:pt x="1906313" y="966544"/>
                  </a:lnTo>
                  <a:lnTo>
                    <a:pt x="1989196" y="964947"/>
                  </a:lnTo>
                  <a:lnTo>
                    <a:pt x="2072080" y="963161"/>
                  </a:lnTo>
                  <a:lnTo>
                    <a:pt x="2154963" y="961058"/>
                  </a:lnTo>
                  <a:lnTo>
                    <a:pt x="2237846" y="958508"/>
                  </a:lnTo>
                  <a:lnTo>
                    <a:pt x="2320729" y="955651"/>
                  </a:lnTo>
                  <a:lnTo>
                    <a:pt x="2403612" y="953749"/>
                  </a:lnTo>
                  <a:lnTo>
                    <a:pt x="2486496" y="952133"/>
                  </a:lnTo>
                  <a:lnTo>
                    <a:pt x="2569379" y="949795"/>
                  </a:lnTo>
                  <a:lnTo>
                    <a:pt x="2652262" y="945877"/>
                  </a:lnTo>
                  <a:lnTo>
                    <a:pt x="2735145" y="943506"/>
                  </a:lnTo>
                  <a:lnTo>
                    <a:pt x="2818028" y="942420"/>
                  </a:lnTo>
                  <a:lnTo>
                    <a:pt x="2900912" y="940116"/>
                  </a:lnTo>
                  <a:lnTo>
                    <a:pt x="2983795" y="934089"/>
                  </a:lnTo>
                  <a:lnTo>
                    <a:pt x="3066678" y="925778"/>
                  </a:lnTo>
                  <a:lnTo>
                    <a:pt x="3149561" y="917673"/>
                  </a:lnTo>
                  <a:lnTo>
                    <a:pt x="3232444" y="907993"/>
                  </a:lnTo>
                  <a:lnTo>
                    <a:pt x="3315328" y="894954"/>
                  </a:lnTo>
                  <a:lnTo>
                    <a:pt x="3398211" y="877639"/>
                  </a:lnTo>
                  <a:lnTo>
                    <a:pt x="3481094" y="857352"/>
                  </a:lnTo>
                  <a:lnTo>
                    <a:pt x="3563977" y="835722"/>
                  </a:lnTo>
                  <a:lnTo>
                    <a:pt x="3646860" y="814377"/>
                  </a:lnTo>
                  <a:lnTo>
                    <a:pt x="3729744" y="794878"/>
                  </a:lnTo>
                  <a:lnTo>
                    <a:pt x="3812627" y="775895"/>
                  </a:lnTo>
                  <a:lnTo>
                    <a:pt x="3895510" y="756332"/>
                  </a:lnTo>
                  <a:lnTo>
                    <a:pt x="3978393" y="736254"/>
                  </a:lnTo>
                  <a:lnTo>
                    <a:pt x="4061276" y="715726"/>
                  </a:lnTo>
                  <a:lnTo>
                    <a:pt x="4144160" y="694811"/>
                  </a:lnTo>
                  <a:lnTo>
                    <a:pt x="4227043" y="673574"/>
                  </a:lnTo>
                  <a:lnTo>
                    <a:pt x="4309926" y="652076"/>
                  </a:lnTo>
                  <a:lnTo>
                    <a:pt x="4392809" y="629870"/>
                  </a:lnTo>
                  <a:lnTo>
                    <a:pt x="4475692" y="606629"/>
                  </a:lnTo>
                  <a:lnTo>
                    <a:pt x="4558576" y="582363"/>
                  </a:lnTo>
                  <a:lnTo>
                    <a:pt x="4641459" y="557082"/>
                  </a:lnTo>
                  <a:lnTo>
                    <a:pt x="4724342" y="530798"/>
                  </a:lnTo>
                  <a:lnTo>
                    <a:pt x="4807225" y="503522"/>
                  </a:lnTo>
                  <a:lnTo>
                    <a:pt x="4890108" y="475265"/>
                  </a:lnTo>
                  <a:lnTo>
                    <a:pt x="4972992" y="446037"/>
                  </a:lnTo>
                  <a:lnTo>
                    <a:pt x="5055875" y="415849"/>
                  </a:lnTo>
                  <a:lnTo>
                    <a:pt x="5138758" y="384713"/>
                  </a:lnTo>
                  <a:lnTo>
                    <a:pt x="5221641" y="352638"/>
                  </a:lnTo>
                  <a:lnTo>
                    <a:pt x="5304524" y="319637"/>
                  </a:lnTo>
                  <a:lnTo>
                    <a:pt x="5387408" y="285720"/>
                  </a:lnTo>
                  <a:lnTo>
                    <a:pt x="5470291" y="250897"/>
                  </a:lnTo>
                  <a:lnTo>
                    <a:pt x="5553174" y="215180"/>
                  </a:lnTo>
                  <a:lnTo>
                    <a:pt x="5636057" y="178580"/>
                  </a:lnTo>
                  <a:lnTo>
                    <a:pt x="5718940" y="141107"/>
                  </a:lnTo>
                  <a:lnTo>
                    <a:pt x="5801824" y="102773"/>
                  </a:lnTo>
                  <a:lnTo>
                    <a:pt x="5884707" y="63588"/>
                  </a:lnTo>
                  <a:lnTo>
                    <a:pt x="5967590" y="23563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623573"/>
              <a:ext cx="6015395" cy="726731"/>
            </a:xfrm>
            <a:custGeom>
              <a:avLst/>
              <a:pathLst>
                <a:path w="6015395" h="726731">
                  <a:moveTo>
                    <a:pt x="0" y="0"/>
                  </a:moveTo>
                  <a:lnTo>
                    <a:pt x="82883" y="35760"/>
                  </a:lnTo>
                  <a:lnTo>
                    <a:pt x="165766" y="70131"/>
                  </a:lnTo>
                  <a:lnTo>
                    <a:pt x="248649" y="103101"/>
                  </a:lnTo>
                  <a:lnTo>
                    <a:pt x="331532" y="134660"/>
                  </a:lnTo>
                  <a:lnTo>
                    <a:pt x="414416" y="164797"/>
                  </a:lnTo>
                  <a:lnTo>
                    <a:pt x="497299" y="193498"/>
                  </a:lnTo>
                  <a:lnTo>
                    <a:pt x="580182" y="220747"/>
                  </a:lnTo>
                  <a:lnTo>
                    <a:pt x="663065" y="246530"/>
                  </a:lnTo>
                  <a:lnTo>
                    <a:pt x="745948" y="270828"/>
                  </a:lnTo>
                  <a:lnTo>
                    <a:pt x="828832" y="293622"/>
                  </a:lnTo>
                  <a:lnTo>
                    <a:pt x="911715" y="314893"/>
                  </a:lnTo>
                  <a:lnTo>
                    <a:pt x="994598" y="334623"/>
                  </a:lnTo>
                  <a:lnTo>
                    <a:pt x="1077481" y="352796"/>
                  </a:lnTo>
                  <a:lnTo>
                    <a:pt x="1160364" y="369403"/>
                  </a:lnTo>
                  <a:lnTo>
                    <a:pt x="1243248" y="384447"/>
                  </a:lnTo>
                  <a:lnTo>
                    <a:pt x="1326131" y="397946"/>
                  </a:lnTo>
                  <a:lnTo>
                    <a:pt x="1409014" y="409939"/>
                  </a:lnTo>
                  <a:lnTo>
                    <a:pt x="1491897" y="420488"/>
                  </a:lnTo>
                  <a:lnTo>
                    <a:pt x="1574780" y="429679"/>
                  </a:lnTo>
                  <a:lnTo>
                    <a:pt x="1657664" y="437611"/>
                  </a:lnTo>
                  <a:lnTo>
                    <a:pt x="1740547" y="444393"/>
                  </a:lnTo>
                  <a:lnTo>
                    <a:pt x="1823430" y="450007"/>
                  </a:lnTo>
                  <a:lnTo>
                    <a:pt x="1906313" y="454321"/>
                  </a:lnTo>
                  <a:lnTo>
                    <a:pt x="1989196" y="457522"/>
                  </a:lnTo>
                  <a:lnTo>
                    <a:pt x="2072080" y="459801"/>
                  </a:lnTo>
                  <a:lnTo>
                    <a:pt x="2154963" y="461368"/>
                  </a:lnTo>
                  <a:lnTo>
                    <a:pt x="2237846" y="462465"/>
                  </a:lnTo>
                  <a:lnTo>
                    <a:pt x="2320729" y="462914"/>
                  </a:lnTo>
                  <a:lnTo>
                    <a:pt x="2403612" y="460523"/>
                  </a:lnTo>
                  <a:lnTo>
                    <a:pt x="2486496" y="456222"/>
                  </a:lnTo>
                  <a:lnTo>
                    <a:pt x="2569379" y="451902"/>
                  </a:lnTo>
                  <a:lnTo>
                    <a:pt x="2652262" y="449885"/>
                  </a:lnTo>
                  <a:lnTo>
                    <a:pt x="2735145" y="448864"/>
                  </a:lnTo>
                  <a:lnTo>
                    <a:pt x="2818028" y="447488"/>
                  </a:lnTo>
                  <a:lnTo>
                    <a:pt x="2900912" y="446139"/>
                  </a:lnTo>
                  <a:lnTo>
                    <a:pt x="2983795" y="446003"/>
                  </a:lnTo>
                  <a:lnTo>
                    <a:pt x="3066678" y="448825"/>
                  </a:lnTo>
                  <a:lnTo>
                    <a:pt x="3149561" y="453648"/>
                  </a:lnTo>
                  <a:lnTo>
                    <a:pt x="3232444" y="458415"/>
                  </a:lnTo>
                  <a:lnTo>
                    <a:pt x="3315328" y="462106"/>
                  </a:lnTo>
                  <a:lnTo>
                    <a:pt x="3398211" y="466509"/>
                  </a:lnTo>
                  <a:lnTo>
                    <a:pt x="3481094" y="472157"/>
                  </a:lnTo>
                  <a:lnTo>
                    <a:pt x="3563977" y="477799"/>
                  </a:lnTo>
                  <a:lnTo>
                    <a:pt x="3646860" y="482641"/>
                  </a:lnTo>
                  <a:lnTo>
                    <a:pt x="3729744" y="486255"/>
                  </a:lnTo>
                  <a:lnTo>
                    <a:pt x="3812627" y="489611"/>
                  </a:lnTo>
                  <a:lnTo>
                    <a:pt x="3895510" y="493089"/>
                  </a:lnTo>
                  <a:lnTo>
                    <a:pt x="3978393" y="496437"/>
                  </a:lnTo>
                  <a:lnTo>
                    <a:pt x="4061276" y="499476"/>
                  </a:lnTo>
                  <a:lnTo>
                    <a:pt x="4144160" y="502101"/>
                  </a:lnTo>
                  <a:lnTo>
                    <a:pt x="4227043" y="504259"/>
                  </a:lnTo>
                  <a:lnTo>
                    <a:pt x="4309926" y="505916"/>
                  </a:lnTo>
                  <a:lnTo>
                    <a:pt x="4392809" y="507185"/>
                  </a:lnTo>
                  <a:lnTo>
                    <a:pt x="4475692" y="508160"/>
                  </a:lnTo>
                  <a:lnTo>
                    <a:pt x="4558576" y="508815"/>
                  </a:lnTo>
                  <a:lnTo>
                    <a:pt x="4641459" y="509104"/>
                  </a:lnTo>
                  <a:lnTo>
                    <a:pt x="4724342" y="508973"/>
                  </a:lnTo>
                  <a:lnTo>
                    <a:pt x="4807225" y="508356"/>
                  </a:lnTo>
                  <a:lnTo>
                    <a:pt x="4890108" y="507185"/>
                  </a:lnTo>
                  <a:lnTo>
                    <a:pt x="4972992" y="505396"/>
                  </a:lnTo>
                  <a:lnTo>
                    <a:pt x="5055875" y="502929"/>
                  </a:lnTo>
                  <a:lnTo>
                    <a:pt x="5138758" y="499736"/>
                  </a:lnTo>
                  <a:lnTo>
                    <a:pt x="5221641" y="495779"/>
                  </a:lnTo>
                  <a:lnTo>
                    <a:pt x="5304524" y="491032"/>
                  </a:lnTo>
                  <a:lnTo>
                    <a:pt x="5387408" y="485481"/>
                  </a:lnTo>
                  <a:lnTo>
                    <a:pt x="5470291" y="479117"/>
                  </a:lnTo>
                  <a:lnTo>
                    <a:pt x="5553174" y="471942"/>
                  </a:lnTo>
                  <a:lnTo>
                    <a:pt x="5636057" y="463960"/>
                  </a:lnTo>
                  <a:lnTo>
                    <a:pt x="5718940" y="455180"/>
                  </a:lnTo>
                  <a:lnTo>
                    <a:pt x="5801824" y="445612"/>
                  </a:lnTo>
                  <a:lnTo>
                    <a:pt x="5884707" y="435268"/>
                  </a:lnTo>
                  <a:lnTo>
                    <a:pt x="5967590" y="424160"/>
                  </a:lnTo>
                  <a:lnTo>
                    <a:pt x="6015395" y="417319"/>
                  </a:lnTo>
                  <a:lnTo>
                    <a:pt x="6015395" y="726731"/>
                  </a:lnTo>
                  <a:lnTo>
                    <a:pt x="5967590" y="720532"/>
                  </a:lnTo>
                  <a:lnTo>
                    <a:pt x="5884707" y="710256"/>
                  </a:lnTo>
                  <a:lnTo>
                    <a:pt x="5801824" y="700461"/>
                  </a:lnTo>
                  <a:lnTo>
                    <a:pt x="5718940" y="691161"/>
                  </a:lnTo>
                  <a:lnTo>
                    <a:pt x="5636057" y="682365"/>
                  </a:lnTo>
                  <a:lnTo>
                    <a:pt x="5553174" y="674084"/>
                  </a:lnTo>
                  <a:lnTo>
                    <a:pt x="5470291" y="666325"/>
                  </a:lnTo>
                  <a:lnTo>
                    <a:pt x="5387408" y="659095"/>
                  </a:lnTo>
                  <a:lnTo>
                    <a:pt x="5304524" y="652391"/>
                  </a:lnTo>
                  <a:lnTo>
                    <a:pt x="5221641" y="646208"/>
                  </a:lnTo>
                  <a:lnTo>
                    <a:pt x="5138758" y="640529"/>
                  </a:lnTo>
                  <a:lnTo>
                    <a:pt x="5055875" y="635329"/>
                  </a:lnTo>
                  <a:lnTo>
                    <a:pt x="4972992" y="630569"/>
                  </a:lnTo>
                  <a:lnTo>
                    <a:pt x="4890108" y="626200"/>
                  </a:lnTo>
                  <a:lnTo>
                    <a:pt x="4807225" y="622162"/>
                  </a:lnTo>
                  <a:lnTo>
                    <a:pt x="4724342" y="618391"/>
                  </a:lnTo>
                  <a:lnTo>
                    <a:pt x="4641459" y="614819"/>
                  </a:lnTo>
                  <a:lnTo>
                    <a:pt x="4558576" y="611380"/>
                  </a:lnTo>
                  <a:lnTo>
                    <a:pt x="4475692" y="608016"/>
                  </a:lnTo>
                  <a:lnTo>
                    <a:pt x="4392809" y="604685"/>
                  </a:lnTo>
                  <a:lnTo>
                    <a:pt x="4309926" y="601360"/>
                  </a:lnTo>
                  <a:lnTo>
                    <a:pt x="4227043" y="597753"/>
                  </a:lnTo>
                  <a:lnTo>
                    <a:pt x="4144160" y="593610"/>
                  </a:lnTo>
                  <a:lnTo>
                    <a:pt x="4061276" y="589183"/>
                  </a:lnTo>
                  <a:lnTo>
                    <a:pt x="3978393" y="584709"/>
                  </a:lnTo>
                  <a:lnTo>
                    <a:pt x="3895510" y="580373"/>
                  </a:lnTo>
                  <a:lnTo>
                    <a:pt x="3812627" y="576288"/>
                  </a:lnTo>
                  <a:lnTo>
                    <a:pt x="3729744" y="572491"/>
                  </a:lnTo>
                  <a:lnTo>
                    <a:pt x="3646860" y="567983"/>
                  </a:lnTo>
                  <a:lnTo>
                    <a:pt x="3563977" y="561682"/>
                  </a:lnTo>
                  <a:lnTo>
                    <a:pt x="3481094" y="555022"/>
                  </a:lnTo>
                  <a:lnTo>
                    <a:pt x="3398211" y="549163"/>
                  </a:lnTo>
                  <a:lnTo>
                    <a:pt x="3315328" y="544810"/>
                  </a:lnTo>
                  <a:lnTo>
                    <a:pt x="3232444" y="540168"/>
                  </a:lnTo>
                  <a:lnTo>
                    <a:pt x="3149561" y="534215"/>
                  </a:lnTo>
                  <a:lnTo>
                    <a:pt x="3066678" y="529313"/>
                  </a:lnTo>
                  <a:lnTo>
                    <a:pt x="2983795" y="526813"/>
                  </a:lnTo>
                  <a:lnTo>
                    <a:pt x="2900912" y="526310"/>
                  </a:lnTo>
                  <a:lnTo>
                    <a:pt x="2818028" y="527116"/>
                  </a:lnTo>
                  <a:lnTo>
                    <a:pt x="2735145" y="528961"/>
                  </a:lnTo>
                  <a:lnTo>
                    <a:pt x="2652262" y="530770"/>
                  </a:lnTo>
                  <a:lnTo>
                    <a:pt x="2569379" y="532662"/>
                  </a:lnTo>
                  <a:lnTo>
                    <a:pt x="2486496" y="536788"/>
                  </a:lnTo>
                  <a:lnTo>
                    <a:pt x="2403612" y="541633"/>
                  </a:lnTo>
                  <a:lnTo>
                    <a:pt x="2320729" y="545016"/>
                  </a:lnTo>
                  <a:lnTo>
                    <a:pt x="2237846" y="545125"/>
                  </a:lnTo>
                  <a:lnTo>
                    <a:pt x="2154963" y="544584"/>
                  </a:lnTo>
                  <a:lnTo>
                    <a:pt x="2072080" y="543837"/>
                  </a:lnTo>
                  <a:lnTo>
                    <a:pt x="1989196" y="542729"/>
                  </a:lnTo>
                  <a:lnTo>
                    <a:pt x="1906313" y="541069"/>
                  </a:lnTo>
                  <a:lnTo>
                    <a:pt x="1823430" y="538650"/>
                  </a:lnTo>
                  <a:lnTo>
                    <a:pt x="1740547" y="535299"/>
                  </a:lnTo>
                  <a:lnTo>
                    <a:pt x="1657664" y="531429"/>
                  </a:lnTo>
                  <a:lnTo>
                    <a:pt x="1574780" y="527324"/>
                  </a:lnTo>
                  <a:lnTo>
                    <a:pt x="1491897" y="523089"/>
                  </a:lnTo>
                  <a:lnTo>
                    <a:pt x="1409014" y="518823"/>
                  </a:lnTo>
                  <a:lnTo>
                    <a:pt x="1326131" y="514606"/>
                  </a:lnTo>
                  <a:lnTo>
                    <a:pt x="1243248" y="510498"/>
                  </a:lnTo>
                  <a:lnTo>
                    <a:pt x="1160364" y="506536"/>
                  </a:lnTo>
                  <a:lnTo>
                    <a:pt x="1077481" y="502735"/>
                  </a:lnTo>
                  <a:lnTo>
                    <a:pt x="994598" y="499093"/>
                  </a:lnTo>
                  <a:lnTo>
                    <a:pt x="911715" y="495599"/>
                  </a:lnTo>
                  <a:lnTo>
                    <a:pt x="828832" y="492235"/>
                  </a:lnTo>
                  <a:lnTo>
                    <a:pt x="745948" y="488979"/>
                  </a:lnTo>
                  <a:lnTo>
                    <a:pt x="663065" y="485810"/>
                  </a:lnTo>
                  <a:lnTo>
                    <a:pt x="580182" y="482704"/>
                  </a:lnTo>
                  <a:lnTo>
                    <a:pt x="497299" y="479642"/>
                  </a:lnTo>
                  <a:lnTo>
                    <a:pt x="414416" y="476604"/>
                  </a:lnTo>
                  <a:lnTo>
                    <a:pt x="331532" y="473572"/>
                  </a:lnTo>
                  <a:lnTo>
                    <a:pt x="248649" y="470530"/>
                  </a:lnTo>
                  <a:lnTo>
                    <a:pt x="165766" y="467464"/>
                  </a:lnTo>
                  <a:lnTo>
                    <a:pt x="82883" y="464359"/>
                  </a:lnTo>
                  <a:lnTo>
                    <a:pt x="0" y="46120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623573"/>
              <a:ext cx="6015395" cy="509104"/>
            </a:xfrm>
            <a:custGeom>
              <a:avLst/>
              <a:pathLst>
                <a:path w="6015395" h="509104">
                  <a:moveTo>
                    <a:pt x="0" y="0"/>
                  </a:moveTo>
                  <a:lnTo>
                    <a:pt x="82883" y="35760"/>
                  </a:lnTo>
                  <a:lnTo>
                    <a:pt x="165766" y="70131"/>
                  </a:lnTo>
                  <a:lnTo>
                    <a:pt x="248649" y="103101"/>
                  </a:lnTo>
                  <a:lnTo>
                    <a:pt x="331532" y="134660"/>
                  </a:lnTo>
                  <a:lnTo>
                    <a:pt x="414416" y="164797"/>
                  </a:lnTo>
                  <a:lnTo>
                    <a:pt x="497299" y="193498"/>
                  </a:lnTo>
                  <a:lnTo>
                    <a:pt x="580182" y="220747"/>
                  </a:lnTo>
                  <a:lnTo>
                    <a:pt x="663065" y="246530"/>
                  </a:lnTo>
                  <a:lnTo>
                    <a:pt x="745948" y="270828"/>
                  </a:lnTo>
                  <a:lnTo>
                    <a:pt x="828832" y="293622"/>
                  </a:lnTo>
                  <a:lnTo>
                    <a:pt x="911715" y="314893"/>
                  </a:lnTo>
                  <a:lnTo>
                    <a:pt x="994598" y="334623"/>
                  </a:lnTo>
                  <a:lnTo>
                    <a:pt x="1077481" y="352796"/>
                  </a:lnTo>
                  <a:lnTo>
                    <a:pt x="1160364" y="369403"/>
                  </a:lnTo>
                  <a:lnTo>
                    <a:pt x="1243248" y="384447"/>
                  </a:lnTo>
                  <a:lnTo>
                    <a:pt x="1326131" y="397946"/>
                  </a:lnTo>
                  <a:lnTo>
                    <a:pt x="1409014" y="409939"/>
                  </a:lnTo>
                  <a:lnTo>
                    <a:pt x="1491897" y="420488"/>
                  </a:lnTo>
                  <a:lnTo>
                    <a:pt x="1574780" y="429679"/>
                  </a:lnTo>
                  <a:lnTo>
                    <a:pt x="1657664" y="437611"/>
                  </a:lnTo>
                  <a:lnTo>
                    <a:pt x="1740547" y="444393"/>
                  </a:lnTo>
                  <a:lnTo>
                    <a:pt x="1823430" y="450007"/>
                  </a:lnTo>
                  <a:lnTo>
                    <a:pt x="1906313" y="454321"/>
                  </a:lnTo>
                  <a:lnTo>
                    <a:pt x="1989196" y="457522"/>
                  </a:lnTo>
                  <a:lnTo>
                    <a:pt x="2072080" y="459801"/>
                  </a:lnTo>
                  <a:lnTo>
                    <a:pt x="2154963" y="461368"/>
                  </a:lnTo>
                  <a:lnTo>
                    <a:pt x="2237846" y="462465"/>
                  </a:lnTo>
                  <a:lnTo>
                    <a:pt x="2320729" y="462914"/>
                  </a:lnTo>
                  <a:lnTo>
                    <a:pt x="2403612" y="460523"/>
                  </a:lnTo>
                  <a:lnTo>
                    <a:pt x="2486496" y="456222"/>
                  </a:lnTo>
                  <a:lnTo>
                    <a:pt x="2569379" y="451902"/>
                  </a:lnTo>
                  <a:lnTo>
                    <a:pt x="2652262" y="449885"/>
                  </a:lnTo>
                  <a:lnTo>
                    <a:pt x="2735145" y="448864"/>
                  </a:lnTo>
                  <a:lnTo>
                    <a:pt x="2818028" y="447488"/>
                  </a:lnTo>
                  <a:lnTo>
                    <a:pt x="2900912" y="446139"/>
                  </a:lnTo>
                  <a:lnTo>
                    <a:pt x="2983795" y="446003"/>
                  </a:lnTo>
                  <a:lnTo>
                    <a:pt x="3066678" y="448825"/>
                  </a:lnTo>
                  <a:lnTo>
                    <a:pt x="3149561" y="453648"/>
                  </a:lnTo>
                  <a:lnTo>
                    <a:pt x="3232444" y="458415"/>
                  </a:lnTo>
                  <a:lnTo>
                    <a:pt x="3315328" y="462106"/>
                  </a:lnTo>
                  <a:lnTo>
                    <a:pt x="3398211" y="466509"/>
                  </a:lnTo>
                  <a:lnTo>
                    <a:pt x="3481094" y="472157"/>
                  </a:lnTo>
                  <a:lnTo>
                    <a:pt x="3563977" y="477799"/>
                  </a:lnTo>
                  <a:lnTo>
                    <a:pt x="3646860" y="482641"/>
                  </a:lnTo>
                  <a:lnTo>
                    <a:pt x="3729744" y="486255"/>
                  </a:lnTo>
                  <a:lnTo>
                    <a:pt x="3812627" y="489611"/>
                  </a:lnTo>
                  <a:lnTo>
                    <a:pt x="3895510" y="493089"/>
                  </a:lnTo>
                  <a:lnTo>
                    <a:pt x="3978393" y="496437"/>
                  </a:lnTo>
                  <a:lnTo>
                    <a:pt x="4061276" y="499476"/>
                  </a:lnTo>
                  <a:lnTo>
                    <a:pt x="4144160" y="502101"/>
                  </a:lnTo>
                  <a:lnTo>
                    <a:pt x="4227043" y="504259"/>
                  </a:lnTo>
                  <a:lnTo>
                    <a:pt x="4309926" y="505916"/>
                  </a:lnTo>
                  <a:lnTo>
                    <a:pt x="4392809" y="507185"/>
                  </a:lnTo>
                  <a:lnTo>
                    <a:pt x="4475692" y="508160"/>
                  </a:lnTo>
                  <a:lnTo>
                    <a:pt x="4558576" y="508815"/>
                  </a:lnTo>
                  <a:lnTo>
                    <a:pt x="4641459" y="509104"/>
                  </a:lnTo>
                  <a:lnTo>
                    <a:pt x="4724342" y="508973"/>
                  </a:lnTo>
                  <a:lnTo>
                    <a:pt x="4807225" y="508356"/>
                  </a:lnTo>
                  <a:lnTo>
                    <a:pt x="4890108" y="507185"/>
                  </a:lnTo>
                  <a:lnTo>
                    <a:pt x="4972992" y="505396"/>
                  </a:lnTo>
                  <a:lnTo>
                    <a:pt x="5055875" y="502929"/>
                  </a:lnTo>
                  <a:lnTo>
                    <a:pt x="5138758" y="499736"/>
                  </a:lnTo>
                  <a:lnTo>
                    <a:pt x="5221641" y="495779"/>
                  </a:lnTo>
                  <a:lnTo>
                    <a:pt x="5304524" y="491032"/>
                  </a:lnTo>
                  <a:lnTo>
                    <a:pt x="5387408" y="485481"/>
                  </a:lnTo>
                  <a:lnTo>
                    <a:pt x="5470291" y="479117"/>
                  </a:lnTo>
                  <a:lnTo>
                    <a:pt x="5553174" y="471942"/>
                  </a:lnTo>
                  <a:lnTo>
                    <a:pt x="5636057" y="463960"/>
                  </a:lnTo>
                  <a:lnTo>
                    <a:pt x="5718940" y="455180"/>
                  </a:lnTo>
                  <a:lnTo>
                    <a:pt x="5801824" y="445612"/>
                  </a:lnTo>
                  <a:lnTo>
                    <a:pt x="5884707" y="435268"/>
                  </a:lnTo>
                  <a:lnTo>
                    <a:pt x="5967590" y="424160"/>
                  </a:lnTo>
                  <a:lnTo>
                    <a:pt x="6015395" y="417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5084776"/>
              <a:ext cx="6015395" cy="265528"/>
            </a:xfrm>
            <a:custGeom>
              <a:avLst/>
              <a:pathLst>
                <a:path w="6015395" h="265528">
                  <a:moveTo>
                    <a:pt x="6015395" y="265528"/>
                  </a:moveTo>
                  <a:lnTo>
                    <a:pt x="5967590" y="259329"/>
                  </a:lnTo>
                  <a:lnTo>
                    <a:pt x="5884707" y="249052"/>
                  </a:lnTo>
                  <a:lnTo>
                    <a:pt x="5801824" y="239258"/>
                  </a:lnTo>
                  <a:lnTo>
                    <a:pt x="5718940" y="229957"/>
                  </a:lnTo>
                  <a:lnTo>
                    <a:pt x="5636057" y="221162"/>
                  </a:lnTo>
                  <a:lnTo>
                    <a:pt x="5553174" y="212880"/>
                  </a:lnTo>
                  <a:lnTo>
                    <a:pt x="5470291" y="205122"/>
                  </a:lnTo>
                  <a:lnTo>
                    <a:pt x="5387408" y="197891"/>
                  </a:lnTo>
                  <a:lnTo>
                    <a:pt x="5304524" y="191188"/>
                  </a:lnTo>
                  <a:lnTo>
                    <a:pt x="5221641" y="185005"/>
                  </a:lnTo>
                  <a:lnTo>
                    <a:pt x="5138758" y="179326"/>
                  </a:lnTo>
                  <a:lnTo>
                    <a:pt x="5055875" y="174126"/>
                  </a:lnTo>
                  <a:lnTo>
                    <a:pt x="4972992" y="169366"/>
                  </a:lnTo>
                  <a:lnTo>
                    <a:pt x="4890108" y="164996"/>
                  </a:lnTo>
                  <a:lnTo>
                    <a:pt x="4807225" y="160959"/>
                  </a:lnTo>
                  <a:lnTo>
                    <a:pt x="4724342" y="157188"/>
                  </a:lnTo>
                  <a:lnTo>
                    <a:pt x="4641459" y="153616"/>
                  </a:lnTo>
                  <a:lnTo>
                    <a:pt x="4558576" y="150176"/>
                  </a:lnTo>
                  <a:lnTo>
                    <a:pt x="4475692" y="146813"/>
                  </a:lnTo>
                  <a:lnTo>
                    <a:pt x="4392809" y="143482"/>
                  </a:lnTo>
                  <a:lnTo>
                    <a:pt x="4309926" y="140156"/>
                  </a:lnTo>
                  <a:lnTo>
                    <a:pt x="4227043" y="136550"/>
                  </a:lnTo>
                  <a:lnTo>
                    <a:pt x="4144160" y="132407"/>
                  </a:lnTo>
                  <a:lnTo>
                    <a:pt x="4061276" y="127980"/>
                  </a:lnTo>
                  <a:lnTo>
                    <a:pt x="3978393" y="123506"/>
                  </a:lnTo>
                  <a:lnTo>
                    <a:pt x="3895510" y="119170"/>
                  </a:lnTo>
                  <a:lnTo>
                    <a:pt x="3812627" y="115084"/>
                  </a:lnTo>
                  <a:lnTo>
                    <a:pt x="3729744" y="111288"/>
                  </a:lnTo>
                  <a:lnTo>
                    <a:pt x="3646860" y="106779"/>
                  </a:lnTo>
                  <a:lnTo>
                    <a:pt x="3563977" y="100479"/>
                  </a:lnTo>
                  <a:lnTo>
                    <a:pt x="3481094" y="93819"/>
                  </a:lnTo>
                  <a:lnTo>
                    <a:pt x="3398211" y="87960"/>
                  </a:lnTo>
                  <a:lnTo>
                    <a:pt x="3315328" y="83607"/>
                  </a:lnTo>
                  <a:lnTo>
                    <a:pt x="3232444" y="78965"/>
                  </a:lnTo>
                  <a:lnTo>
                    <a:pt x="3149561" y="73012"/>
                  </a:lnTo>
                  <a:lnTo>
                    <a:pt x="3066678" y="68109"/>
                  </a:lnTo>
                  <a:lnTo>
                    <a:pt x="2983795" y="65610"/>
                  </a:lnTo>
                  <a:lnTo>
                    <a:pt x="2900912" y="65106"/>
                  </a:lnTo>
                  <a:lnTo>
                    <a:pt x="2818028" y="65912"/>
                  </a:lnTo>
                  <a:lnTo>
                    <a:pt x="2735145" y="67757"/>
                  </a:lnTo>
                  <a:lnTo>
                    <a:pt x="2652262" y="69567"/>
                  </a:lnTo>
                  <a:lnTo>
                    <a:pt x="2569379" y="71459"/>
                  </a:lnTo>
                  <a:lnTo>
                    <a:pt x="2486496" y="75585"/>
                  </a:lnTo>
                  <a:lnTo>
                    <a:pt x="2403612" y="80430"/>
                  </a:lnTo>
                  <a:lnTo>
                    <a:pt x="2320729" y="83813"/>
                  </a:lnTo>
                  <a:lnTo>
                    <a:pt x="2237846" y="83922"/>
                  </a:lnTo>
                  <a:lnTo>
                    <a:pt x="2154963" y="83380"/>
                  </a:lnTo>
                  <a:lnTo>
                    <a:pt x="2072080" y="82634"/>
                  </a:lnTo>
                  <a:lnTo>
                    <a:pt x="1989196" y="81526"/>
                  </a:lnTo>
                  <a:lnTo>
                    <a:pt x="1906313" y="79865"/>
                  </a:lnTo>
                  <a:lnTo>
                    <a:pt x="1823430" y="77447"/>
                  </a:lnTo>
                  <a:lnTo>
                    <a:pt x="1740547" y="74096"/>
                  </a:lnTo>
                  <a:lnTo>
                    <a:pt x="1657664" y="70225"/>
                  </a:lnTo>
                  <a:lnTo>
                    <a:pt x="1574780" y="66121"/>
                  </a:lnTo>
                  <a:lnTo>
                    <a:pt x="1491897" y="61886"/>
                  </a:lnTo>
                  <a:lnTo>
                    <a:pt x="1409014" y="57619"/>
                  </a:lnTo>
                  <a:lnTo>
                    <a:pt x="1326131" y="53403"/>
                  </a:lnTo>
                  <a:lnTo>
                    <a:pt x="1243248" y="49295"/>
                  </a:lnTo>
                  <a:lnTo>
                    <a:pt x="1160364" y="45333"/>
                  </a:lnTo>
                  <a:lnTo>
                    <a:pt x="1077481" y="41532"/>
                  </a:lnTo>
                  <a:lnTo>
                    <a:pt x="994598" y="37890"/>
                  </a:lnTo>
                  <a:lnTo>
                    <a:pt x="911715" y="34396"/>
                  </a:lnTo>
                  <a:lnTo>
                    <a:pt x="828832" y="31032"/>
                  </a:lnTo>
                  <a:lnTo>
                    <a:pt x="745948" y="27776"/>
                  </a:lnTo>
                  <a:lnTo>
                    <a:pt x="663065" y="24606"/>
                  </a:lnTo>
                  <a:lnTo>
                    <a:pt x="580182" y="21501"/>
                  </a:lnTo>
                  <a:lnTo>
                    <a:pt x="497299" y="18438"/>
                  </a:lnTo>
                  <a:lnTo>
                    <a:pt x="414416" y="15400"/>
                  </a:lnTo>
                  <a:lnTo>
                    <a:pt x="331532" y="12369"/>
                  </a:lnTo>
                  <a:lnTo>
                    <a:pt x="248649" y="9327"/>
                  </a:lnTo>
                  <a:lnTo>
                    <a:pt x="165766" y="6260"/>
                  </a:lnTo>
                  <a:lnTo>
                    <a:pt x="82883" y="3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854175"/>
              <a:ext cx="6015395" cy="342569"/>
            </a:xfrm>
            <a:custGeom>
              <a:avLst/>
              <a:pathLst>
                <a:path w="6015395" h="342569">
                  <a:moveTo>
                    <a:pt x="0" y="0"/>
                  </a:moveTo>
                  <a:lnTo>
                    <a:pt x="82883" y="19458"/>
                  </a:lnTo>
                  <a:lnTo>
                    <a:pt x="165766" y="38196"/>
                  </a:lnTo>
                  <a:lnTo>
                    <a:pt x="248649" y="56214"/>
                  </a:lnTo>
                  <a:lnTo>
                    <a:pt x="331532" y="73514"/>
                  </a:lnTo>
                  <a:lnTo>
                    <a:pt x="414416" y="90099"/>
                  </a:lnTo>
                  <a:lnTo>
                    <a:pt x="497299" y="105968"/>
                  </a:lnTo>
                  <a:lnTo>
                    <a:pt x="580182" y="121124"/>
                  </a:lnTo>
                  <a:lnTo>
                    <a:pt x="663065" y="135568"/>
                  </a:lnTo>
                  <a:lnTo>
                    <a:pt x="745948" y="149302"/>
                  </a:lnTo>
                  <a:lnTo>
                    <a:pt x="828832" y="162327"/>
                  </a:lnTo>
                  <a:lnTo>
                    <a:pt x="911715" y="174645"/>
                  </a:lnTo>
                  <a:lnTo>
                    <a:pt x="994598" y="186256"/>
                  </a:lnTo>
                  <a:lnTo>
                    <a:pt x="1077481" y="197164"/>
                  </a:lnTo>
                  <a:lnTo>
                    <a:pt x="1160364" y="207368"/>
                  </a:lnTo>
                  <a:lnTo>
                    <a:pt x="1243248" y="216871"/>
                  </a:lnTo>
                  <a:lnTo>
                    <a:pt x="1326131" y="225674"/>
                  </a:lnTo>
                  <a:lnTo>
                    <a:pt x="1409014" y="233779"/>
                  </a:lnTo>
                  <a:lnTo>
                    <a:pt x="1491897" y="241187"/>
                  </a:lnTo>
                  <a:lnTo>
                    <a:pt x="1574780" y="247900"/>
                  </a:lnTo>
                  <a:lnTo>
                    <a:pt x="1657664" y="253918"/>
                  </a:lnTo>
                  <a:lnTo>
                    <a:pt x="1740547" y="259244"/>
                  </a:lnTo>
                  <a:lnTo>
                    <a:pt x="1823430" y="263727"/>
                  </a:lnTo>
                  <a:lnTo>
                    <a:pt x="1906313" y="267093"/>
                  </a:lnTo>
                  <a:lnTo>
                    <a:pt x="1989196" y="269524"/>
                  </a:lnTo>
                  <a:lnTo>
                    <a:pt x="2072080" y="271218"/>
                  </a:lnTo>
                  <a:lnTo>
                    <a:pt x="2154963" y="272374"/>
                  </a:lnTo>
                  <a:lnTo>
                    <a:pt x="2237846" y="273194"/>
                  </a:lnTo>
                  <a:lnTo>
                    <a:pt x="2320729" y="273363"/>
                  </a:lnTo>
                  <a:lnTo>
                    <a:pt x="2403612" y="270476"/>
                  </a:lnTo>
                  <a:lnTo>
                    <a:pt x="2486496" y="265903"/>
                  </a:lnTo>
                  <a:lnTo>
                    <a:pt x="2569379" y="261680"/>
                  </a:lnTo>
                  <a:lnTo>
                    <a:pt x="2652262" y="259726"/>
                  </a:lnTo>
                  <a:lnTo>
                    <a:pt x="2735145" y="258311"/>
                  </a:lnTo>
                  <a:lnTo>
                    <a:pt x="2818028" y="256700"/>
                  </a:lnTo>
                  <a:lnTo>
                    <a:pt x="2900912" y="255622"/>
                  </a:lnTo>
                  <a:lnTo>
                    <a:pt x="2983795" y="255806"/>
                  </a:lnTo>
                  <a:lnTo>
                    <a:pt x="3066678" y="258467"/>
                  </a:lnTo>
                  <a:lnTo>
                    <a:pt x="3149561" y="263330"/>
                  </a:lnTo>
                  <a:lnTo>
                    <a:pt x="3232444" y="268690"/>
                  </a:lnTo>
                  <a:lnTo>
                    <a:pt x="3315328" y="272856"/>
                  </a:lnTo>
                  <a:lnTo>
                    <a:pt x="3398211" y="277234"/>
                  </a:lnTo>
                  <a:lnTo>
                    <a:pt x="3481094" y="282988"/>
                  </a:lnTo>
                  <a:lnTo>
                    <a:pt x="3563977" y="289139"/>
                  </a:lnTo>
                  <a:lnTo>
                    <a:pt x="3646860" y="294710"/>
                  </a:lnTo>
                  <a:lnTo>
                    <a:pt x="3729744" y="298772"/>
                  </a:lnTo>
                  <a:lnTo>
                    <a:pt x="3812627" y="302348"/>
                  </a:lnTo>
                  <a:lnTo>
                    <a:pt x="3895510" y="306129"/>
                  </a:lnTo>
                  <a:lnTo>
                    <a:pt x="3978393" y="309971"/>
                  </a:lnTo>
                  <a:lnTo>
                    <a:pt x="4061276" y="313728"/>
                  </a:lnTo>
                  <a:lnTo>
                    <a:pt x="4144160" y="317254"/>
                  </a:lnTo>
                  <a:lnTo>
                    <a:pt x="4227043" y="320404"/>
                  </a:lnTo>
                  <a:lnTo>
                    <a:pt x="4309926" y="323036"/>
                  </a:lnTo>
                  <a:lnTo>
                    <a:pt x="4392809" y="325334"/>
                  </a:lnTo>
                  <a:lnTo>
                    <a:pt x="4475692" y="327487"/>
                  </a:lnTo>
                  <a:lnTo>
                    <a:pt x="4558576" y="329495"/>
                  </a:lnTo>
                  <a:lnTo>
                    <a:pt x="4641459" y="331360"/>
                  </a:lnTo>
                  <a:lnTo>
                    <a:pt x="4724342" y="333081"/>
                  </a:lnTo>
                  <a:lnTo>
                    <a:pt x="4807225" y="334657"/>
                  </a:lnTo>
                  <a:lnTo>
                    <a:pt x="4890108" y="336091"/>
                  </a:lnTo>
                  <a:lnTo>
                    <a:pt x="4972992" y="337381"/>
                  </a:lnTo>
                  <a:lnTo>
                    <a:pt x="5055875" y="338527"/>
                  </a:lnTo>
                  <a:lnTo>
                    <a:pt x="5138758" y="339531"/>
                  </a:lnTo>
                  <a:lnTo>
                    <a:pt x="5221641" y="340392"/>
                  </a:lnTo>
                  <a:lnTo>
                    <a:pt x="5304524" y="341110"/>
                  </a:lnTo>
                  <a:lnTo>
                    <a:pt x="5387408" y="341686"/>
                  </a:lnTo>
                  <a:lnTo>
                    <a:pt x="5470291" y="342119"/>
                  </a:lnTo>
                  <a:lnTo>
                    <a:pt x="5553174" y="342411"/>
                  </a:lnTo>
                  <a:lnTo>
                    <a:pt x="5636057" y="342561"/>
                  </a:lnTo>
                  <a:lnTo>
                    <a:pt x="5718940" y="342569"/>
                  </a:lnTo>
                  <a:lnTo>
                    <a:pt x="5801824" y="342435"/>
                  </a:lnTo>
                  <a:lnTo>
                    <a:pt x="5884707" y="342160"/>
                  </a:lnTo>
                  <a:lnTo>
                    <a:pt x="5967590" y="341744"/>
                  </a:lnTo>
                  <a:lnTo>
                    <a:pt x="6015395" y="34142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751378"/>
              <a:ext cx="6015395" cy="1627081"/>
            </a:xfrm>
            <a:custGeom>
              <a:avLst/>
              <a:pathLst>
                <a:path w="6015395" h="1627081">
                  <a:moveTo>
                    <a:pt x="0" y="0"/>
                  </a:moveTo>
                  <a:lnTo>
                    <a:pt x="82883" y="79471"/>
                  </a:lnTo>
                  <a:lnTo>
                    <a:pt x="165766" y="156259"/>
                  </a:lnTo>
                  <a:lnTo>
                    <a:pt x="248649" y="230351"/>
                  </a:lnTo>
                  <a:lnTo>
                    <a:pt x="331532" y="301726"/>
                  </a:lnTo>
                  <a:lnTo>
                    <a:pt x="414416" y="370367"/>
                  </a:lnTo>
                  <a:lnTo>
                    <a:pt x="497299" y="436252"/>
                  </a:lnTo>
                  <a:lnTo>
                    <a:pt x="580182" y="499357"/>
                  </a:lnTo>
                  <a:lnTo>
                    <a:pt x="663065" y="559654"/>
                  </a:lnTo>
                  <a:lnTo>
                    <a:pt x="745948" y="617117"/>
                  </a:lnTo>
                  <a:lnTo>
                    <a:pt x="828832" y="671713"/>
                  </a:lnTo>
                  <a:lnTo>
                    <a:pt x="911715" y="723411"/>
                  </a:lnTo>
                  <a:lnTo>
                    <a:pt x="994598" y="772182"/>
                  </a:lnTo>
                  <a:lnTo>
                    <a:pt x="1077481" y="818001"/>
                  </a:lnTo>
                  <a:lnTo>
                    <a:pt x="1160364" y="860853"/>
                  </a:lnTo>
                  <a:lnTo>
                    <a:pt x="1243248" y="900742"/>
                  </a:lnTo>
                  <a:lnTo>
                    <a:pt x="1326131" y="937697"/>
                  </a:lnTo>
                  <a:lnTo>
                    <a:pt x="1409014" y="971781"/>
                  </a:lnTo>
                  <a:lnTo>
                    <a:pt x="1491897" y="1003095"/>
                  </a:lnTo>
                  <a:lnTo>
                    <a:pt x="1574780" y="1031775"/>
                  </a:lnTo>
                  <a:lnTo>
                    <a:pt x="1657664" y="1057984"/>
                  </a:lnTo>
                  <a:lnTo>
                    <a:pt x="1740547" y="1081896"/>
                  </a:lnTo>
                  <a:lnTo>
                    <a:pt x="1823430" y="1103690"/>
                  </a:lnTo>
                  <a:lnTo>
                    <a:pt x="1906313" y="1123549"/>
                  </a:lnTo>
                  <a:lnTo>
                    <a:pt x="1989196" y="1141576"/>
                  </a:lnTo>
                  <a:lnTo>
                    <a:pt x="2072080" y="1157862"/>
                  </a:lnTo>
                  <a:lnTo>
                    <a:pt x="2154963" y="1172521"/>
                  </a:lnTo>
                  <a:lnTo>
                    <a:pt x="2237846" y="1185722"/>
                  </a:lnTo>
                  <a:lnTo>
                    <a:pt x="2320729" y="1196934"/>
                  </a:lnTo>
                  <a:lnTo>
                    <a:pt x="2403612" y="1202403"/>
                  </a:lnTo>
                  <a:lnTo>
                    <a:pt x="2486496" y="1203732"/>
                  </a:lnTo>
                  <a:lnTo>
                    <a:pt x="2569379" y="1204115"/>
                  </a:lnTo>
                  <a:lnTo>
                    <a:pt x="2652262" y="1207359"/>
                  </a:lnTo>
                  <a:lnTo>
                    <a:pt x="2735145" y="1209529"/>
                  </a:lnTo>
                  <a:lnTo>
                    <a:pt x="2818028" y="1208885"/>
                  </a:lnTo>
                  <a:lnTo>
                    <a:pt x="2900912" y="1207745"/>
                  </a:lnTo>
                  <a:lnTo>
                    <a:pt x="2983795" y="1209722"/>
                  </a:lnTo>
                  <a:lnTo>
                    <a:pt x="3066678" y="1216979"/>
                  </a:lnTo>
                  <a:lnTo>
                    <a:pt x="3149561" y="1226384"/>
                  </a:lnTo>
                  <a:lnTo>
                    <a:pt x="3232444" y="1235424"/>
                  </a:lnTo>
                  <a:lnTo>
                    <a:pt x="3315328" y="1243250"/>
                  </a:lnTo>
                  <a:lnTo>
                    <a:pt x="3398211" y="1252229"/>
                  </a:lnTo>
                  <a:lnTo>
                    <a:pt x="3481094" y="1262617"/>
                  </a:lnTo>
                  <a:lnTo>
                    <a:pt x="3563977" y="1272631"/>
                  </a:lnTo>
                  <a:lnTo>
                    <a:pt x="3646860" y="1281224"/>
                  </a:lnTo>
                  <a:lnTo>
                    <a:pt x="3729744" y="1287923"/>
                  </a:lnTo>
                  <a:lnTo>
                    <a:pt x="3812627" y="1293859"/>
                  </a:lnTo>
                  <a:lnTo>
                    <a:pt x="3895510" y="1299485"/>
                  </a:lnTo>
                  <a:lnTo>
                    <a:pt x="3978393" y="1304563"/>
                  </a:lnTo>
                  <a:lnTo>
                    <a:pt x="4061276" y="1308972"/>
                  </a:lnTo>
                  <a:lnTo>
                    <a:pt x="4144160" y="1312711"/>
                  </a:lnTo>
                  <a:lnTo>
                    <a:pt x="4227043" y="1315863"/>
                  </a:lnTo>
                  <a:lnTo>
                    <a:pt x="4309926" y="1318538"/>
                  </a:lnTo>
                  <a:lnTo>
                    <a:pt x="4392809" y="1320767"/>
                  </a:lnTo>
                  <a:lnTo>
                    <a:pt x="4475692" y="1322517"/>
                  </a:lnTo>
                  <a:lnTo>
                    <a:pt x="4558576" y="1323745"/>
                  </a:lnTo>
                  <a:lnTo>
                    <a:pt x="4641459" y="1324377"/>
                  </a:lnTo>
                  <a:lnTo>
                    <a:pt x="4724342" y="1324319"/>
                  </a:lnTo>
                  <a:lnTo>
                    <a:pt x="4807225" y="1323464"/>
                  </a:lnTo>
                  <a:lnTo>
                    <a:pt x="4890108" y="1321701"/>
                  </a:lnTo>
                  <a:lnTo>
                    <a:pt x="4972992" y="1318922"/>
                  </a:lnTo>
                  <a:lnTo>
                    <a:pt x="5055875" y="1315030"/>
                  </a:lnTo>
                  <a:lnTo>
                    <a:pt x="5138758" y="1309943"/>
                  </a:lnTo>
                  <a:lnTo>
                    <a:pt x="5221641" y="1303598"/>
                  </a:lnTo>
                  <a:lnTo>
                    <a:pt x="5304524" y="1295951"/>
                  </a:lnTo>
                  <a:lnTo>
                    <a:pt x="5387408" y="1286974"/>
                  </a:lnTo>
                  <a:lnTo>
                    <a:pt x="5470291" y="1276656"/>
                  </a:lnTo>
                  <a:lnTo>
                    <a:pt x="5553174" y="1264992"/>
                  </a:lnTo>
                  <a:lnTo>
                    <a:pt x="5636057" y="1251990"/>
                  </a:lnTo>
                  <a:lnTo>
                    <a:pt x="5718940" y="1237660"/>
                  </a:lnTo>
                  <a:lnTo>
                    <a:pt x="5801824" y="1222017"/>
                  </a:lnTo>
                  <a:lnTo>
                    <a:pt x="5884707" y="1205077"/>
                  </a:lnTo>
                  <a:lnTo>
                    <a:pt x="5967590" y="1186856"/>
                  </a:lnTo>
                  <a:lnTo>
                    <a:pt x="6015395" y="1175618"/>
                  </a:lnTo>
                  <a:lnTo>
                    <a:pt x="6015395" y="1627081"/>
                  </a:lnTo>
                  <a:lnTo>
                    <a:pt x="5765409" y="1627081"/>
                  </a:lnTo>
                  <a:lnTo>
                    <a:pt x="5718940" y="1618767"/>
                  </a:lnTo>
                  <a:lnTo>
                    <a:pt x="5636057" y="1604712"/>
                  </a:lnTo>
                  <a:lnTo>
                    <a:pt x="5553174" y="1591450"/>
                  </a:lnTo>
                  <a:lnTo>
                    <a:pt x="5470291" y="1578996"/>
                  </a:lnTo>
                  <a:lnTo>
                    <a:pt x="5387408" y="1567360"/>
                  </a:lnTo>
                  <a:lnTo>
                    <a:pt x="5304524" y="1556544"/>
                  </a:lnTo>
                  <a:lnTo>
                    <a:pt x="5221641" y="1546539"/>
                  </a:lnTo>
                  <a:lnTo>
                    <a:pt x="5138758" y="1537323"/>
                  </a:lnTo>
                  <a:lnTo>
                    <a:pt x="5055875" y="1528855"/>
                  </a:lnTo>
                  <a:lnTo>
                    <a:pt x="4972992" y="1521076"/>
                  </a:lnTo>
                  <a:lnTo>
                    <a:pt x="4890108" y="1513909"/>
                  </a:lnTo>
                  <a:lnTo>
                    <a:pt x="4807225" y="1507261"/>
                  </a:lnTo>
                  <a:lnTo>
                    <a:pt x="4724342" y="1501029"/>
                  </a:lnTo>
                  <a:lnTo>
                    <a:pt x="4641459" y="1495105"/>
                  </a:lnTo>
                  <a:lnTo>
                    <a:pt x="4558576" y="1489387"/>
                  </a:lnTo>
                  <a:lnTo>
                    <a:pt x="4475692" y="1483785"/>
                  </a:lnTo>
                  <a:lnTo>
                    <a:pt x="4392809" y="1478229"/>
                  </a:lnTo>
                  <a:lnTo>
                    <a:pt x="4309926" y="1472679"/>
                  </a:lnTo>
                  <a:lnTo>
                    <a:pt x="4227043" y="1466854"/>
                  </a:lnTo>
                  <a:lnTo>
                    <a:pt x="4144160" y="1460497"/>
                  </a:lnTo>
                  <a:lnTo>
                    <a:pt x="4061276" y="1453847"/>
                  </a:lnTo>
                  <a:lnTo>
                    <a:pt x="3978393" y="1447121"/>
                  </a:lnTo>
                  <a:lnTo>
                    <a:pt x="3895510" y="1440448"/>
                  </a:lnTo>
                  <a:lnTo>
                    <a:pt x="3812627" y="1433841"/>
                  </a:lnTo>
                  <a:lnTo>
                    <a:pt x="3729744" y="1427194"/>
                  </a:lnTo>
                  <a:lnTo>
                    <a:pt x="3646860" y="1419050"/>
                  </a:lnTo>
                  <a:lnTo>
                    <a:pt x="3563977" y="1408102"/>
                  </a:lnTo>
                  <a:lnTo>
                    <a:pt x="3481094" y="1396445"/>
                  </a:lnTo>
                  <a:lnTo>
                    <a:pt x="3398211" y="1385715"/>
                  </a:lnTo>
                  <a:lnTo>
                    <a:pt x="3315328" y="1376817"/>
                  </a:lnTo>
                  <a:lnTo>
                    <a:pt x="3232444" y="1367454"/>
                  </a:lnTo>
                  <a:lnTo>
                    <a:pt x="3149561" y="1356500"/>
                  </a:lnTo>
                  <a:lnTo>
                    <a:pt x="3066678" y="1346965"/>
                  </a:lnTo>
                  <a:lnTo>
                    <a:pt x="2983795" y="1340230"/>
                  </a:lnTo>
                  <a:lnTo>
                    <a:pt x="2900912" y="1337220"/>
                  </a:lnTo>
                  <a:lnTo>
                    <a:pt x="2818028" y="1337484"/>
                  </a:lnTo>
                  <a:lnTo>
                    <a:pt x="2735145" y="1338884"/>
                  </a:lnTo>
                  <a:lnTo>
                    <a:pt x="2652262" y="1337988"/>
                  </a:lnTo>
                  <a:lnTo>
                    <a:pt x="2569379" y="1334541"/>
                  </a:lnTo>
                  <a:lnTo>
                    <a:pt x="2486496" y="1333847"/>
                  </a:lnTo>
                  <a:lnTo>
                    <a:pt x="2403612" y="1333396"/>
                  </a:lnTo>
                  <a:lnTo>
                    <a:pt x="2320729" y="1329528"/>
                  </a:lnTo>
                  <a:lnTo>
                    <a:pt x="2237846" y="1319217"/>
                  </a:lnTo>
                  <a:lnTo>
                    <a:pt x="2154963" y="1306913"/>
                  </a:lnTo>
                  <a:lnTo>
                    <a:pt x="2072080" y="1293580"/>
                  </a:lnTo>
                  <a:lnTo>
                    <a:pt x="1989196" y="1279185"/>
                  </a:lnTo>
                  <a:lnTo>
                    <a:pt x="1906313" y="1263645"/>
                  </a:lnTo>
                  <a:lnTo>
                    <a:pt x="1823430" y="1246847"/>
                  </a:lnTo>
                  <a:lnTo>
                    <a:pt x="1740547" y="1228709"/>
                  </a:lnTo>
                  <a:lnTo>
                    <a:pt x="1657664" y="1209499"/>
                  </a:lnTo>
                  <a:lnTo>
                    <a:pt x="1574780" y="1189471"/>
                  </a:lnTo>
                  <a:lnTo>
                    <a:pt x="1491897" y="1168794"/>
                  </a:lnTo>
                  <a:lnTo>
                    <a:pt x="1409014" y="1147627"/>
                  </a:lnTo>
                  <a:lnTo>
                    <a:pt x="1326131" y="1126101"/>
                  </a:lnTo>
                  <a:lnTo>
                    <a:pt x="1243248" y="1104313"/>
                  </a:lnTo>
                  <a:lnTo>
                    <a:pt x="1160364" y="1082322"/>
                  </a:lnTo>
                  <a:lnTo>
                    <a:pt x="1077481" y="1060151"/>
                  </a:lnTo>
                  <a:lnTo>
                    <a:pt x="994598" y="1037800"/>
                  </a:lnTo>
                  <a:lnTo>
                    <a:pt x="911715" y="1015250"/>
                  </a:lnTo>
                  <a:lnTo>
                    <a:pt x="828832" y="992471"/>
                  </a:lnTo>
                  <a:lnTo>
                    <a:pt x="745948" y="969429"/>
                  </a:lnTo>
                  <a:lnTo>
                    <a:pt x="663065" y="946089"/>
                  </a:lnTo>
                  <a:lnTo>
                    <a:pt x="580182" y="922414"/>
                  </a:lnTo>
                  <a:lnTo>
                    <a:pt x="497299" y="898373"/>
                  </a:lnTo>
                  <a:lnTo>
                    <a:pt x="414416" y="873933"/>
                  </a:lnTo>
                  <a:lnTo>
                    <a:pt x="331532" y="849066"/>
                  </a:lnTo>
                  <a:lnTo>
                    <a:pt x="248649" y="823746"/>
                  </a:lnTo>
                  <a:lnTo>
                    <a:pt x="165766" y="797949"/>
                  </a:lnTo>
                  <a:lnTo>
                    <a:pt x="82883" y="771654"/>
                  </a:lnTo>
                  <a:lnTo>
                    <a:pt x="0" y="7448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751378"/>
              <a:ext cx="6015395" cy="1324377"/>
            </a:xfrm>
            <a:custGeom>
              <a:avLst/>
              <a:pathLst>
                <a:path w="6015395" h="1324377">
                  <a:moveTo>
                    <a:pt x="0" y="0"/>
                  </a:moveTo>
                  <a:lnTo>
                    <a:pt x="82883" y="79471"/>
                  </a:lnTo>
                  <a:lnTo>
                    <a:pt x="165766" y="156259"/>
                  </a:lnTo>
                  <a:lnTo>
                    <a:pt x="248649" y="230351"/>
                  </a:lnTo>
                  <a:lnTo>
                    <a:pt x="331532" y="301726"/>
                  </a:lnTo>
                  <a:lnTo>
                    <a:pt x="414416" y="370367"/>
                  </a:lnTo>
                  <a:lnTo>
                    <a:pt x="497299" y="436252"/>
                  </a:lnTo>
                  <a:lnTo>
                    <a:pt x="580182" y="499357"/>
                  </a:lnTo>
                  <a:lnTo>
                    <a:pt x="663065" y="559654"/>
                  </a:lnTo>
                  <a:lnTo>
                    <a:pt x="745948" y="617117"/>
                  </a:lnTo>
                  <a:lnTo>
                    <a:pt x="828832" y="671713"/>
                  </a:lnTo>
                  <a:lnTo>
                    <a:pt x="911715" y="723411"/>
                  </a:lnTo>
                  <a:lnTo>
                    <a:pt x="994598" y="772182"/>
                  </a:lnTo>
                  <a:lnTo>
                    <a:pt x="1077481" y="818001"/>
                  </a:lnTo>
                  <a:lnTo>
                    <a:pt x="1160364" y="860853"/>
                  </a:lnTo>
                  <a:lnTo>
                    <a:pt x="1243248" y="900742"/>
                  </a:lnTo>
                  <a:lnTo>
                    <a:pt x="1326131" y="937697"/>
                  </a:lnTo>
                  <a:lnTo>
                    <a:pt x="1409014" y="971781"/>
                  </a:lnTo>
                  <a:lnTo>
                    <a:pt x="1491897" y="1003095"/>
                  </a:lnTo>
                  <a:lnTo>
                    <a:pt x="1574780" y="1031775"/>
                  </a:lnTo>
                  <a:lnTo>
                    <a:pt x="1657664" y="1057984"/>
                  </a:lnTo>
                  <a:lnTo>
                    <a:pt x="1740547" y="1081896"/>
                  </a:lnTo>
                  <a:lnTo>
                    <a:pt x="1823430" y="1103690"/>
                  </a:lnTo>
                  <a:lnTo>
                    <a:pt x="1906313" y="1123549"/>
                  </a:lnTo>
                  <a:lnTo>
                    <a:pt x="1989196" y="1141576"/>
                  </a:lnTo>
                  <a:lnTo>
                    <a:pt x="2072080" y="1157862"/>
                  </a:lnTo>
                  <a:lnTo>
                    <a:pt x="2154963" y="1172521"/>
                  </a:lnTo>
                  <a:lnTo>
                    <a:pt x="2237846" y="1185722"/>
                  </a:lnTo>
                  <a:lnTo>
                    <a:pt x="2320729" y="1196934"/>
                  </a:lnTo>
                  <a:lnTo>
                    <a:pt x="2403612" y="1202403"/>
                  </a:lnTo>
                  <a:lnTo>
                    <a:pt x="2486496" y="1203732"/>
                  </a:lnTo>
                  <a:lnTo>
                    <a:pt x="2569379" y="1204115"/>
                  </a:lnTo>
                  <a:lnTo>
                    <a:pt x="2652262" y="1207359"/>
                  </a:lnTo>
                  <a:lnTo>
                    <a:pt x="2735145" y="1209529"/>
                  </a:lnTo>
                  <a:lnTo>
                    <a:pt x="2818028" y="1208885"/>
                  </a:lnTo>
                  <a:lnTo>
                    <a:pt x="2900912" y="1207745"/>
                  </a:lnTo>
                  <a:lnTo>
                    <a:pt x="2983795" y="1209722"/>
                  </a:lnTo>
                  <a:lnTo>
                    <a:pt x="3066678" y="1216979"/>
                  </a:lnTo>
                  <a:lnTo>
                    <a:pt x="3149561" y="1226384"/>
                  </a:lnTo>
                  <a:lnTo>
                    <a:pt x="3232444" y="1235424"/>
                  </a:lnTo>
                  <a:lnTo>
                    <a:pt x="3315328" y="1243250"/>
                  </a:lnTo>
                  <a:lnTo>
                    <a:pt x="3398211" y="1252229"/>
                  </a:lnTo>
                  <a:lnTo>
                    <a:pt x="3481094" y="1262617"/>
                  </a:lnTo>
                  <a:lnTo>
                    <a:pt x="3563977" y="1272631"/>
                  </a:lnTo>
                  <a:lnTo>
                    <a:pt x="3646860" y="1281224"/>
                  </a:lnTo>
                  <a:lnTo>
                    <a:pt x="3729744" y="1287923"/>
                  </a:lnTo>
                  <a:lnTo>
                    <a:pt x="3812627" y="1293859"/>
                  </a:lnTo>
                  <a:lnTo>
                    <a:pt x="3895510" y="1299485"/>
                  </a:lnTo>
                  <a:lnTo>
                    <a:pt x="3978393" y="1304563"/>
                  </a:lnTo>
                  <a:lnTo>
                    <a:pt x="4061276" y="1308972"/>
                  </a:lnTo>
                  <a:lnTo>
                    <a:pt x="4144160" y="1312711"/>
                  </a:lnTo>
                  <a:lnTo>
                    <a:pt x="4227043" y="1315863"/>
                  </a:lnTo>
                  <a:lnTo>
                    <a:pt x="4309926" y="1318538"/>
                  </a:lnTo>
                  <a:lnTo>
                    <a:pt x="4392809" y="1320767"/>
                  </a:lnTo>
                  <a:lnTo>
                    <a:pt x="4475692" y="1322517"/>
                  </a:lnTo>
                  <a:lnTo>
                    <a:pt x="4558576" y="1323745"/>
                  </a:lnTo>
                  <a:lnTo>
                    <a:pt x="4641459" y="1324377"/>
                  </a:lnTo>
                  <a:lnTo>
                    <a:pt x="4724342" y="1324319"/>
                  </a:lnTo>
                  <a:lnTo>
                    <a:pt x="4807225" y="1323464"/>
                  </a:lnTo>
                  <a:lnTo>
                    <a:pt x="4890108" y="1321701"/>
                  </a:lnTo>
                  <a:lnTo>
                    <a:pt x="4972992" y="1318922"/>
                  </a:lnTo>
                  <a:lnTo>
                    <a:pt x="5055875" y="1315030"/>
                  </a:lnTo>
                  <a:lnTo>
                    <a:pt x="5138758" y="1309943"/>
                  </a:lnTo>
                  <a:lnTo>
                    <a:pt x="5221641" y="1303598"/>
                  </a:lnTo>
                  <a:lnTo>
                    <a:pt x="5304524" y="1295951"/>
                  </a:lnTo>
                  <a:lnTo>
                    <a:pt x="5387408" y="1286974"/>
                  </a:lnTo>
                  <a:lnTo>
                    <a:pt x="5470291" y="1276656"/>
                  </a:lnTo>
                  <a:lnTo>
                    <a:pt x="5553174" y="1264992"/>
                  </a:lnTo>
                  <a:lnTo>
                    <a:pt x="5636057" y="1251990"/>
                  </a:lnTo>
                  <a:lnTo>
                    <a:pt x="5718940" y="1237660"/>
                  </a:lnTo>
                  <a:lnTo>
                    <a:pt x="5801824" y="1222017"/>
                  </a:lnTo>
                  <a:lnTo>
                    <a:pt x="5884707" y="1205077"/>
                  </a:lnTo>
                  <a:lnTo>
                    <a:pt x="5967590" y="1186856"/>
                  </a:lnTo>
                  <a:lnTo>
                    <a:pt x="6015395" y="1175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4496218"/>
              <a:ext cx="5765409" cy="882241"/>
            </a:xfrm>
            <a:custGeom>
              <a:avLst/>
              <a:pathLst>
                <a:path w="5765409" h="882241">
                  <a:moveTo>
                    <a:pt x="5765409" y="882241"/>
                  </a:moveTo>
                  <a:lnTo>
                    <a:pt x="5718940" y="873928"/>
                  </a:lnTo>
                  <a:lnTo>
                    <a:pt x="5636057" y="859873"/>
                  </a:lnTo>
                  <a:lnTo>
                    <a:pt x="5553174" y="846610"/>
                  </a:lnTo>
                  <a:lnTo>
                    <a:pt x="5470291" y="834156"/>
                  </a:lnTo>
                  <a:lnTo>
                    <a:pt x="5387408" y="822520"/>
                  </a:lnTo>
                  <a:lnTo>
                    <a:pt x="5304524" y="811704"/>
                  </a:lnTo>
                  <a:lnTo>
                    <a:pt x="5221641" y="801700"/>
                  </a:lnTo>
                  <a:lnTo>
                    <a:pt x="5138758" y="792483"/>
                  </a:lnTo>
                  <a:lnTo>
                    <a:pt x="5055875" y="784015"/>
                  </a:lnTo>
                  <a:lnTo>
                    <a:pt x="4972992" y="776236"/>
                  </a:lnTo>
                  <a:lnTo>
                    <a:pt x="4890108" y="769069"/>
                  </a:lnTo>
                  <a:lnTo>
                    <a:pt x="4807225" y="762422"/>
                  </a:lnTo>
                  <a:lnTo>
                    <a:pt x="4724342" y="756189"/>
                  </a:lnTo>
                  <a:lnTo>
                    <a:pt x="4641459" y="750266"/>
                  </a:lnTo>
                  <a:lnTo>
                    <a:pt x="4558576" y="744547"/>
                  </a:lnTo>
                  <a:lnTo>
                    <a:pt x="4475692" y="738945"/>
                  </a:lnTo>
                  <a:lnTo>
                    <a:pt x="4392809" y="733389"/>
                  </a:lnTo>
                  <a:lnTo>
                    <a:pt x="4309926" y="727840"/>
                  </a:lnTo>
                  <a:lnTo>
                    <a:pt x="4227043" y="722014"/>
                  </a:lnTo>
                  <a:lnTo>
                    <a:pt x="4144160" y="715657"/>
                  </a:lnTo>
                  <a:lnTo>
                    <a:pt x="4061276" y="709008"/>
                  </a:lnTo>
                  <a:lnTo>
                    <a:pt x="3978393" y="702281"/>
                  </a:lnTo>
                  <a:lnTo>
                    <a:pt x="3895510" y="695608"/>
                  </a:lnTo>
                  <a:lnTo>
                    <a:pt x="3812627" y="689001"/>
                  </a:lnTo>
                  <a:lnTo>
                    <a:pt x="3729744" y="682354"/>
                  </a:lnTo>
                  <a:lnTo>
                    <a:pt x="3646860" y="674210"/>
                  </a:lnTo>
                  <a:lnTo>
                    <a:pt x="3563977" y="663262"/>
                  </a:lnTo>
                  <a:lnTo>
                    <a:pt x="3481094" y="651605"/>
                  </a:lnTo>
                  <a:lnTo>
                    <a:pt x="3398211" y="640876"/>
                  </a:lnTo>
                  <a:lnTo>
                    <a:pt x="3315328" y="631977"/>
                  </a:lnTo>
                  <a:lnTo>
                    <a:pt x="3232444" y="622614"/>
                  </a:lnTo>
                  <a:lnTo>
                    <a:pt x="3149561" y="611660"/>
                  </a:lnTo>
                  <a:lnTo>
                    <a:pt x="3066678" y="602125"/>
                  </a:lnTo>
                  <a:lnTo>
                    <a:pt x="2983795" y="595390"/>
                  </a:lnTo>
                  <a:lnTo>
                    <a:pt x="2900912" y="592381"/>
                  </a:lnTo>
                  <a:lnTo>
                    <a:pt x="2818028" y="592644"/>
                  </a:lnTo>
                  <a:lnTo>
                    <a:pt x="2735145" y="594044"/>
                  </a:lnTo>
                  <a:lnTo>
                    <a:pt x="2652262" y="593148"/>
                  </a:lnTo>
                  <a:lnTo>
                    <a:pt x="2569379" y="589701"/>
                  </a:lnTo>
                  <a:lnTo>
                    <a:pt x="2486496" y="589007"/>
                  </a:lnTo>
                  <a:lnTo>
                    <a:pt x="2403612" y="588556"/>
                  </a:lnTo>
                  <a:lnTo>
                    <a:pt x="2320729" y="584688"/>
                  </a:lnTo>
                  <a:lnTo>
                    <a:pt x="2237846" y="574377"/>
                  </a:lnTo>
                  <a:lnTo>
                    <a:pt x="2154963" y="562073"/>
                  </a:lnTo>
                  <a:lnTo>
                    <a:pt x="2072080" y="548740"/>
                  </a:lnTo>
                  <a:lnTo>
                    <a:pt x="1989196" y="534346"/>
                  </a:lnTo>
                  <a:lnTo>
                    <a:pt x="1906313" y="518805"/>
                  </a:lnTo>
                  <a:lnTo>
                    <a:pt x="1823430" y="502007"/>
                  </a:lnTo>
                  <a:lnTo>
                    <a:pt x="1740547" y="483869"/>
                  </a:lnTo>
                  <a:lnTo>
                    <a:pt x="1657664" y="464659"/>
                  </a:lnTo>
                  <a:lnTo>
                    <a:pt x="1574780" y="444631"/>
                  </a:lnTo>
                  <a:lnTo>
                    <a:pt x="1491897" y="423954"/>
                  </a:lnTo>
                  <a:lnTo>
                    <a:pt x="1409014" y="402787"/>
                  </a:lnTo>
                  <a:lnTo>
                    <a:pt x="1326131" y="381261"/>
                  </a:lnTo>
                  <a:lnTo>
                    <a:pt x="1243248" y="359474"/>
                  </a:lnTo>
                  <a:lnTo>
                    <a:pt x="1160364" y="337482"/>
                  </a:lnTo>
                  <a:lnTo>
                    <a:pt x="1077481" y="315311"/>
                  </a:lnTo>
                  <a:lnTo>
                    <a:pt x="994598" y="292960"/>
                  </a:lnTo>
                  <a:lnTo>
                    <a:pt x="911715" y="270410"/>
                  </a:lnTo>
                  <a:lnTo>
                    <a:pt x="828832" y="247631"/>
                  </a:lnTo>
                  <a:lnTo>
                    <a:pt x="745948" y="224590"/>
                  </a:lnTo>
                  <a:lnTo>
                    <a:pt x="663065" y="201249"/>
                  </a:lnTo>
                  <a:lnTo>
                    <a:pt x="580182" y="177575"/>
                  </a:lnTo>
                  <a:lnTo>
                    <a:pt x="497299" y="153533"/>
                  </a:lnTo>
                  <a:lnTo>
                    <a:pt x="414416" y="129093"/>
                  </a:lnTo>
                  <a:lnTo>
                    <a:pt x="331532" y="104226"/>
                  </a:lnTo>
                  <a:lnTo>
                    <a:pt x="248649" y="78906"/>
                  </a:lnTo>
                  <a:lnTo>
                    <a:pt x="165766" y="53110"/>
                  </a:lnTo>
                  <a:lnTo>
                    <a:pt x="82883" y="268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123798"/>
              <a:ext cx="6015395" cy="1055931"/>
            </a:xfrm>
            <a:custGeom>
              <a:avLst/>
              <a:pathLst>
                <a:path w="6015395" h="1055931">
                  <a:moveTo>
                    <a:pt x="0" y="0"/>
                  </a:moveTo>
                  <a:lnTo>
                    <a:pt x="82883" y="53142"/>
                  </a:lnTo>
                  <a:lnTo>
                    <a:pt x="165766" y="104685"/>
                  </a:lnTo>
                  <a:lnTo>
                    <a:pt x="248649" y="154628"/>
                  </a:lnTo>
                  <a:lnTo>
                    <a:pt x="331532" y="202976"/>
                  </a:lnTo>
                  <a:lnTo>
                    <a:pt x="414416" y="249730"/>
                  </a:lnTo>
                  <a:lnTo>
                    <a:pt x="497299" y="294893"/>
                  </a:lnTo>
                  <a:lnTo>
                    <a:pt x="580182" y="338466"/>
                  </a:lnTo>
                  <a:lnTo>
                    <a:pt x="663065" y="380452"/>
                  </a:lnTo>
                  <a:lnTo>
                    <a:pt x="745948" y="420853"/>
                  </a:lnTo>
                  <a:lnTo>
                    <a:pt x="828832" y="459672"/>
                  </a:lnTo>
                  <a:lnTo>
                    <a:pt x="911715" y="496910"/>
                  </a:lnTo>
                  <a:lnTo>
                    <a:pt x="994598" y="532571"/>
                  </a:lnTo>
                  <a:lnTo>
                    <a:pt x="1077481" y="566656"/>
                  </a:lnTo>
                  <a:lnTo>
                    <a:pt x="1160364" y="599168"/>
                  </a:lnTo>
                  <a:lnTo>
                    <a:pt x="1243248" y="630108"/>
                  </a:lnTo>
                  <a:lnTo>
                    <a:pt x="1326131" y="659479"/>
                  </a:lnTo>
                  <a:lnTo>
                    <a:pt x="1409014" y="687284"/>
                  </a:lnTo>
                  <a:lnTo>
                    <a:pt x="1491897" y="713525"/>
                  </a:lnTo>
                  <a:lnTo>
                    <a:pt x="1574780" y="738203"/>
                  </a:lnTo>
                  <a:lnTo>
                    <a:pt x="1657664" y="761321"/>
                  </a:lnTo>
                  <a:lnTo>
                    <a:pt x="1740547" y="782882"/>
                  </a:lnTo>
                  <a:lnTo>
                    <a:pt x="1823430" y="802849"/>
                  </a:lnTo>
                  <a:lnTo>
                    <a:pt x="1906313" y="821177"/>
                  </a:lnTo>
                  <a:lnTo>
                    <a:pt x="1989196" y="837961"/>
                  </a:lnTo>
                  <a:lnTo>
                    <a:pt x="2072080" y="853301"/>
                  </a:lnTo>
                  <a:lnTo>
                    <a:pt x="2154963" y="867297"/>
                  </a:lnTo>
                  <a:lnTo>
                    <a:pt x="2237846" y="880049"/>
                  </a:lnTo>
                  <a:lnTo>
                    <a:pt x="2320729" y="890811"/>
                  </a:lnTo>
                  <a:lnTo>
                    <a:pt x="2403612" y="895479"/>
                  </a:lnTo>
                  <a:lnTo>
                    <a:pt x="2486496" y="896369"/>
                  </a:lnTo>
                  <a:lnTo>
                    <a:pt x="2569379" y="896908"/>
                  </a:lnTo>
                  <a:lnTo>
                    <a:pt x="2652262" y="900254"/>
                  </a:lnTo>
                  <a:lnTo>
                    <a:pt x="2735145" y="901786"/>
                  </a:lnTo>
                  <a:lnTo>
                    <a:pt x="2818028" y="900764"/>
                  </a:lnTo>
                  <a:lnTo>
                    <a:pt x="2900912" y="900063"/>
                  </a:lnTo>
                  <a:lnTo>
                    <a:pt x="2983795" y="902556"/>
                  </a:lnTo>
                  <a:lnTo>
                    <a:pt x="3066678" y="909552"/>
                  </a:lnTo>
                  <a:lnTo>
                    <a:pt x="3149561" y="919022"/>
                  </a:lnTo>
                  <a:lnTo>
                    <a:pt x="3232444" y="929019"/>
                  </a:lnTo>
                  <a:lnTo>
                    <a:pt x="3315328" y="937614"/>
                  </a:lnTo>
                  <a:lnTo>
                    <a:pt x="3398211" y="946552"/>
                  </a:lnTo>
                  <a:lnTo>
                    <a:pt x="3481094" y="957111"/>
                  </a:lnTo>
                  <a:lnTo>
                    <a:pt x="3563977" y="967947"/>
                  </a:lnTo>
                  <a:lnTo>
                    <a:pt x="3646860" y="977717"/>
                  </a:lnTo>
                  <a:lnTo>
                    <a:pt x="3729744" y="985139"/>
                  </a:lnTo>
                  <a:lnTo>
                    <a:pt x="3812627" y="991430"/>
                  </a:lnTo>
                  <a:lnTo>
                    <a:pt x="3895510" y="997547"/>
                  </a:lnTo>
                  <a:lnTo>
                    <a:pt x="3978393" y="1003422"/>
                  </a:lnTo>
                  <a:lnTo>
                    <a:pt x="4061276" y="1008990"/>
                  </a:lnTo>
                  <a:lnTo>
                    <a:pt x="4144160" y="1014184"/>
                  </a:lnTo>
                  <a:lnTo>
                    <a:pt x="4227043" y="1018939"/>
                  </a:lnTo>
                  <a:lnTo>
                    <a:pt x="4309926" y="1023189"/>
                  </a:lnTo>
                  <a:lnTo>
                    <a:pt x="4392809" y="1027078"/>
                  </a:lnTo>
                  <a:lnTo>
                    <a:pt x="4475692" y="1030731"/>
                  </a:lnTo>
                  <a:lnTo>
                    <a:pt x="4558576" y="1034146"/>
                  </a:lnTo>
                  <a:lnTo>
                    <a:pt x="4641459" y="1037321"/>
                  </a:lnTo>
                  <a:lnTo>
                    <a:pt x="4724342" y="1040254"/>
                  </a:lnTo>
                  <a:lnTo>
                    <a:pt x="4807225" y="1042943"/>
                  </a:lnTo>
                  <a:lnTo>
                    <a:pt x="4890108" y="1045385"/>
                  </a:lnTo>
                  <a:lnTo>
                    <a:pt x="4972992" y="1047579"/>
                  </a:lnTo>
                  <a:lnTo>
                    <a:pt x="5055875" y="1049522"/>
                  </a:lnTo>
                  <a:lnTo>
                    <a:pt x="5138758" y="1051213"/>
                  </a:lnTo>
                  <a:lnTo>
                    <a:pt x="5221641" y="1052649"/>
                  </a:lnTo>
                  <a:lnTo>
                    <a:pt x="5304524" y="1053827"/>
                  </a:lnTo>
                  <a:lnTo>
                    <a:pt x="5387408" y="1054747"/>
                  </a:lnTo>
                  <a:lnTo>
                    <a:pt x="5470291" y="1055406"/>
                  </a:lnTo>
                  <a:lnTo>
                    <a:pt x="5553174" y="1055801"/>
                  </a:lnTo>
                  <a:lnTo>
                    <a:pt x="5636057" y="1055931"/>
                  </a:lnTo>
                  <a:lnTo>
                    <a:pt x="5718940" y="1055794"/>
                  </a:lnTo>
                  <a:lnTo>
                    <a:pt x="5801824" y="1055387"/>
                  </a:lnTo>
                  <a:lnTo>
                    <a:pt x="5884707" y="1054708"/>
                  </a:lnTo>
                  <a:lnTo>
                    <a:pt x="5967590" y="1053756"/>
                  </a:lnTo>
                  <a:lnTo>
                    <a:pt x="6015395" y="105304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514177"/>
              <a:ext cx="6015395" cy="864282"/>
            </a:xfrm>
            <a:custGeom>
              <a:avLst/>
              <a:pathLst>
                <a:path w="6015395" h="864282">
                  <a:moveTo>
                    <a:pt x="0" y="0"/>
                  </a:moveTo>
                  <a:lnTo>
                    <a:pt x="82883" y="35215"/>
                  </a:lnTo>
                  <a:lnTo>
                    <a:pt x="165766" y="69091"/>
                  </a:lnTo>
                  <a:lnTo>
                    <a:pt x="248649" y="101626"/>
                  </a:lnTo>
                  <a:lnTo>
                    <a:pt x="331532" y="132817"/>
                  </a:lnTo>
                  <a:lnTo>
                    <a:pt x="414416" y="162660"/>
                  </a:lnTo>
                  <a:lnTo>
                    <a:pt x="497299" y="191149"/>
                  </a:lnTo>
                  <a:lnTo>
                    <a:pt x="580182" y="218275"/>
                  </a:lnTo>
                  <a:lnTo>
                    <a:pt x="663065" y="244028"/>
                  </a:lnTo>
                  <a:lnTo>
                    <a:pt x="745948" y="268394"/>
                  </a:lnTo>
                  <a:lnTo>
                    <a:pt x="828832" y="291360"/>
                  </a:lnTo>
                  <a:lnTo>
                    <a:pt x="911715" y="312911"/>
                  </a:lnTo>
                  <a:lnTo>
                    <a:pt x="994598" y="333033"/>
                  </a:lnTo>
                  <a:lnTo>
                    <a:pt x="1077481" y="351717"/>
                  </a:lnTo>
                  <a:lnTo>
                    <a:pt x="1160364" y="368964"/>
                  </a:lnTo>
                  <a:lnTo>
                    <a:pt x="1243248" y="384788"/>
                  </a:lnTo>
                  <a:lnTo>
                    <a:pt x="1326131" y="399227"/>
                  </a:lnTo>
                  <a:lnTo>
                    <a:pt x="1409014" y="412348"/>
                  </a:lnTo>
                  <a:lnTo>
                    <a:pt x="1491897" y="424252"/>
                  </a:lnTo>
                  <a:lnTo>
                    <a:pt x="1574780" y="435069"/>
                  </a:lnTo>
                  <a:lnTo>
                    <a:pt x="1657664" y="444953"/>
                  </a:lnTo>
                  <a:lnTo>
                    <a:pt x="1740547" y="454068"/>
                  </a:lnTo>
                  <a:lnTo>
                    <a:pt x="1823430" y="462589"/>
                  </a:lnTo>
                  <a:lnTo>
                    <a:pt x="1906313" y="470611"/>
                  </a:lnTo>
                  <a:lnTo>
                    <a:pt x="1989196" y="478067"/>
                  </a:lnTo>
                  <a:lnTo>
                    <a:pt x="2072080" y="484873"/>
                  </a:lnTo>
                  <a:lnTo>
                    <a:pt x="2154963" y="490967"/>
                  </a:lnTo>
                  <a:lnTo>
                    <a:pt x="2237846" y="496333"/>
                  </a:lnTo>
                  <a:lnTo>
                    <a:pt x="2320729" y="500710"/>
                  </a:lnTo>
                  <a:lnTo>
                    <a:pt x="2403612" y="502509"/>
                  </a:lnTo>
                  <a:lnTo>
                    <a:pt x="2486496" y="502162"/>
                  </a:lnTo>
                  <a:lnTo>
                    <a:pt x="2569379" y="501015"/>
                  </a:lnTo>
                  <a:lnTo>
                    <a:pt x="2652262" y="500998"/>
                  </a:lnTo>
                  <a:lnTo>
                    <a:pt x="2735145" y="499134"/>
                  </a:lnTo>
                  <a:lnTo>
                    <a:pt x="2818028" y="494595"/>
                  </a:lnTo>
                  <a:lnTo>
                    <a:pt x="2900912" y="489553"/>
                  </a:lnTo>
                  <a:lnTo>
                    <a:pt x="2983795" y="487307"/>
                  </a:lnTo>
                  <a:lnTo>
                    <a:pt x="3066678" y="488077"/>
                  </a:lnTo>
                  <a:lnTo>
                    <a:pt x="3149561" y="488573"/>
                  </a:lnTo>
                  <a:lnTo>
                    <a:pt x="3232444" y="488878"/>
                  </a:lnTo>
                  <a:lnTo>
                    <a:pt x="3315328" y="490510"/>
                  </a:lnTo>
                  <a:lnTo>
                    <a:pt x="3398211" y="494246"/>
                  </a:lnTo>
                  <a:lnTo>
                    <a:pt x="3481094" y="498758"/>
                  </a:lnTo>
                  <a:lnTo>
                    <a:pt x="3563977" y="503180"/>
                  </a:lnTo>
                  <a:lnTo>
                    <a:pt x="3646860" y="507280"/>
                  </a:lnTo>
                  <a:lnTo>
                    <a:pt x="3729744" y="511302"/>
                  </a:lnTo>
                  <a:lnTo>
                    <a:pt x="3812627" y="515738"/>
                  </a:lnTo>
                  <a:lnTo>
                    <a:pt x="3895510" y="520469"/>
                  </a:lnTo>
                  <a:lnTo>
                    <a:pt x="3978393" y="525194"/>
                  </a:lnTo>
                  <a:lnTo>
                    <a:pt x="4061276" y="529719"/>
                  </a:lnTo>
                  <a:lnTo>
                    <a:pt x="4144160" y="533949"/>
                  </a:lnTo>
                  <a:lnTo>
                    <a:pt x="4227043" y="537866"/>
                  </a:lnTo>
                  <a:lnTo>
                    <a:pt x="4309926" y="541473"/>
                  </a:lnTo>
                  <a:lnTo>
                    <a:pt x="4392809" y="544776"/>
                  </a:lnTo>
                  <a:lnTo>
                    <a:pt x="4475692" y="547777"/>
                  </a:lnTo>
                  <a:lnTo>
                    <a:pt x="4558576" y="550438"/>
                  </a:lnTo>
                  <a:lnTo>
                    <a:pt x="4641459" y="552699"/>
                  </a:lnTo>
                  <a:lnTo>
                    <a:pt x="4724342" y="554484"/>
                  </a:lnTo>
                  <a:lnTo>
                    <a:pt x="4807225" y="555701"/>
                  </a:lnTo>
                  <a:lnTo>
                    <a:pt x="4890108" y="556258"/>
                  </a:lnTo>
                  <a:lnTo>
                    <a:pt x="4972992" y="556064"/>
                  </a:lnTo>
                  <a:lnTo>
                    <a:pt x="5055875" y="555039"/>
                  </a:lnTo>
                  <a:lnTo>
                    <a:pt x="5138758" y="553115"/>
                  </a:lnTo>
                  <a:lnTo>
                    <a:pt x="5221641" y="550240"/>
                  </a:lnTo>
                  <a:lnTo>
                    <a:pt x="5304524" y="546380"/>
                  </a:lnTo>
                  <a:lnTo>
                    <a:pt x="5387408" y="541514"/>
                  </a:lnTo>
                  <a:lnTo>
                    <a:pt x="5470291" y="535634"/>
                  </a:lnTo>
                  <a:lnTo>
                    <a:pt x="5553174" y="528743"/>
                  </a:lnTo>
                  <a:lnTo>
                    <a:pt x="5636057" y="520847"/>
                  </a:lnTo>
                  <a:lnTo>
                    <a:pt x="5718940" y="511962"/>
                  </a:lnTo>
                  <a:lnTo>
                    <a:pt x="5801824" y="502101"/>
                  </a:lnTo>
                  <a:lnTo>
                    <a:pt x="5884707" y="491284"/>
                  </a:lnTo>
                  <a:lnTo>
                    <a:pt x="5967590" y="479527"/>
                  </a:lnTo>
                  <a:lnTo>
                    <a:pt x="6015395" y="472214"/>
                  </a:lnTo>
                  <a:lnTo>
                    <a:pt x="6015395" y="864282"/>
                  </a:lnTo>
                  <a:lnTo>
                    <a:pt x="5823254" y="864282"/>
                  </a:lnTo>
                  <a:lnTo>
                    <a:pt x="5801824" y="859771"/>
                  </a:lnTo>
                  <a:lnTo>
                    <a:pt x="5718940" y="843151"/>
                  </a:lnTo>
                  <a:lnTo>
                    <a:pt x="5636057" y="827370"/>
                  </a:lnTo>
                  <a:lnTo>
                    <a:pt x="5553174" y="812441"/>
                  </a:lnTo>
                  <a:lnTo>
                    <a:pt x="5470291" y="798374"/>
                  </a:lnTo>
                  <a:lnTo>
                    <a:pt x="5387408" y="785174"/>
                  </a:lnTo>
                  <a:lnTo>
                    <a:pt x="5304524" y="772840"/>
                  </a:lnTo>
                  <a:lnTo>
                    <a:pt x="5221641" y="761361"/>
                  </a:lnTo>
                  <a:lnTo>
                    <a:pt x="5138758" y="750713"/>
                  </a:lnTo>
                  <a:lnTo>
                    <a:pt x="5055875" y="740857"/>
                  </a:lnTo>
                  <a:lnTo>
                    <a:pt x="4972992" y="731740"/>
                  </a:lnTo>
                  <a:lnTo>
                    <a:pt x="4890108" y="723290"/>
                  </a:lnTo>
                  <a:lnTo>
                    <a:pt x="4807225" y="715424"/>
                  </a:lnTo>
                  <a:lnTo>
                    <a:pt x="4724342" y="708048"/>
                  </a:lnTo>
                  <a:lnTo>
                    <a:pt x="4641459" y="701065"/>
                  </a:lnTo>
                  <a:lnTo>
                    <a:pt x="4558576" y="694383"/>
                  </a:lnTo>
                  <a:lnTo>
                    <a:pt x="4475692" y="687921"/>
                  </a:lnTo>
                  <a:lnTo>
                    <a:pt x="4392809" y="681614"/>
                  </a:lnTo>
                  <a:lnTo>
                    <a:pt x="4309926" y="675425"/>
                  </a:lnTo>
                  <a:lnTo>
                    <a:pt x="4227043" y="669080"/>
                  </a:lnTo>
                  <a:lnTo>
                    <a:pt x="4144160" y="662378"/>
                  </a:lnTo>
                  <a:lnTo>
                    <a:pt x="4061276" y="655619"/>
                  </a:lnTo>
                  <a:lnTo>
                    <a:pt x="3978393" y="649081"/>
                  </a:lnTo>
                  <a:lnTo>
                    <a:pt x="3895510" y="642969"/>
                  </a:lnTo>
                  <a:lnTo>
                    <a:pt x="3812627" y="637386"/>
                  </a:lnTo>
                  <a:lnTo>
                    <a:pt x="3729744" y="632331"/>
                  </a:lnTo>
                  <a:lnTo>
                    <a:pt x="3646860" y="627054"/>
                  </a:lnTo>
                  <a:lnTo>
                    <a:pt x="3563977" y="620907"/>
                  </a:lnTo>
                  <a:lnTo>
                    <a:pt x="3481094" y="615057"/>
                  </a:lnTo>
                  <a:lnTo>
                    <a:pt x="3398211" y="610247"/>
                  </a:lnTo>
                  <a:lnTo>
                    <a:pt x="3315328" y="606583"/>
                  </a:lnTo>
                  <a:lnTo>
                    <a:pt x="3232444" y="603615"/>
                  </a:lnTo>
                  <a:lnTo>
                    <a:pt x="3149561" y="601646"/>
                  </a:lnTo>
                  <a:lnTo>
                    <a:pt x="3066678" y="601037"/>
                  </a:lnTo>
                  <a:lnTo>
                    <a:pt x="2983795" y="600720"/>
                  </a:lnTo>
                  <a:lnTo>
                    <a:pt x="2900912" y="602070"/>
                  </a:lnTo>
                  <a:lnTo>
                    <a:pt x="2818028" y="606350"/>
                  </a:lnTo>
                  <a:lnTo>
                    <a:pt x="2735145" y="611546"/>
                  </a:lnTo>
                  <a:lnTo>
                    <a:pt x="2652262" y="614517"/>
                  </a:lnTo>
                  <a:lnTo>
                    <a:pt x="2569379" y="614358"/>
                  </a:lnTo>
                  <a:lnTo>
                    <a:pt x="2486496" y="615234"/>
                  </a:lnTo>
                  <a:lnTo>
                    <a:pt x="2403612" y="616344"/>
                  </a:lnTo>
                  <a:lnTo>
                    <a:pt x="2320729" y="615936"/>
                  </a:lnTo>
                  <a:lnTo>
                    <a:pt x="2237846" y="612343"/>
                  </a:lnTo>
                  <a:lnTo>
                    <a:pt x="2154963" y="607756"/>
                  </a:lnTo>
                  <a:lnTo>
                    <a:pt x="2072080" y="602814"/>
                  </a:lnTo>
                  <a:lnTo>
                    <a:pt x="1989196" y="597652"/>
                  </a:lnTo>
                  <a:lnTo>
                    <a:pt x="1906313" y="592357"/>
                  </a:lnTo>
                  <a:lnTo>
                    <a:pt x="1823430" y="586995"/>
                  </a:lnTo>
                  <a:lnTo>
                    <a:pt x="1740547" y="581652"/>
                  </a:lnTo>
                  <a:lnTo>
                    <a:pt x="1657664" y="576623"/>
                  </a:lnTo>
                  <a:lnTo>
                    <a:pt x="1574780" y="572110"/>
                  </a:lnTo>
                  <a:lnTo>
                    <a:pt x="1491897" y="568248"/>
                  </a:lnTo>
                  <a:lnTo>
                    <a:pt x="1409014" y="565161"/>
                  </a:lnTo>
                  <a:lnTo>
                    <a:pt x="1326131" y="562953"/>
                  </a:lnTo>
                  <a:lnTo>
                    <a:pt x="1243248" y="561695"/>
                  </a:lnTo>
                  <a:lnTo>
                    <a:pt x="1160364" y="561424"/>
                  </a:lnTo>
                  <a:lnTo>
                    <a:pt x="1077481" y="562151"/>
                  </a:lnTo>
                  <a:lnTo>
                    <a:pt x="994598" y="563860"/>
                  </a:lnTo>
                  <a:lnTo>
                    <a:pt x="911715" y="566524"/>
                  </a:lnTo>
                  <a:lnTo>
                    <a:pt x="828832" y="570105"/>
                  </a:lnTo>
                  <a:lnTo>
                    <a:pt x="745948" y="574560"/>
                  </a:lnTo>
                  <a:lnTo>
                    <a:pt x="663065" y="579847"/>
                  </a:lnTo>
                  <a:lnTo>
                    <a:pt x="580182" y="585920"/>
                  </a:lnTo>
                  <a:lnTo>
                    <a:pt x="497299" y="592741"/>
                  </a:lnTo>
                  <a:lnTo>
                    <a:pt x="414416" y="600268"/>
                  </a:lnTo>
                  <a:lnTo>
                    <a:pt x="331532" y="608466"/>
                  </a:lnTo>
                  <a:lnTo>
                    <a:pt x="248649" y="617298"/>
                  </a:lnTo>
                  <a:lnTo>
                    <a:pt x="165766" y="626732"/>
                  </a:lnTo>
                  <a:lnTo>
                    <a:pt x="82883" y="636736"/>
                  </a:lnTo>
                  <a:lnTo>
                    <a:pt x="0" y="64728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514177"/>
              <a:ext cx="6015395" cy="556258"/>
            </a:xfrm>
            <a:custGeom>
              <a:avLst/>
              <a:pathLst>
                <a:path w="6015395" h="556258">
                  <a:moveTo>
                    <a:pt x="0" y="0"/>
                  </a:moveTo>
                  <a:lnTo>
                    <a:pt x="82883" y="35215"/>
                  </a:lnTo>
                  <a:lnTo>
                    <a:pt x="165766" y="69091"/>
                  </a:lnTo>
                  <a:lnTo>
                    <a:pt x="248649" y="101626"/>
                  </a:lnTo>
                  <a:lnTo>
                    <a:pt x="331532" y="132817"/>
                  </a:lnTo>
                  <a:lnTo>
                    <a:pt x="414416" y="162660"/>
                  </a:lnTo>
                  <a:lnTo>
                    <a:pt x="497299" y="191149"/>
                  </a:lnTo>
                  <a:lnTo>
                    <a:pt x="580182" y="218275"/>
                  </a:lnTo>
                  <a:lnTo>
                    <a:pt x="663065" y="244028"/>
                  </a:lnTo>
                  <a:lnTo>
                    <a:pt x="745948" y="268394"/>
                  </a:lnTo>
                  <a:lnTo>
                    <a:pt x="828832" y="291360"/>
                  </a:lnTo>
                  <a:lnTo>
                    <a:pt x="911715" y="312911"/>
                  </a:lnTo>
                  <a:lnTo>
                    <a:pt x="994598" y="333033"/>
                  </a:lnTo>
                  <a:lnTo>
                    <a:pt x="1077481" y="351717"/>
                  </a:lnTo>
                  <a:lnTo>
                    <a:pt x="1160364" y="368964"/>
                  </a:lnTo>
                  <a:lnTo>
                    <a:pt x="1243248" y="384788"/>
                  </a:lnTo>
                  <a:lnTo>
                    <a:pt x="1326131" y="399227"/>
                  </a:lnTo>
                  <a:lnTo>
                    <a:pt x="1409014" y="412348"/>
                  </a:lnTo>
                  <a:lnTo>
                    <a:pt x="1491897" y="424252"/>
                  </a:lnTo>
                  <a:lnTo>
                    <a:pt x="1574780" y="435069"/>
                  </a:lnTo>
                  <a:lnTo>
                    <a:pt x="1657664" y="444953"/>
                  </a:lnTo>
                  <a:lnTo>
                    <a:pt x="1740547" y="454068"/>
                  </a:lnTo>
                  <a:lnTo>
                    <a:pt x="1823430" y="462589"/>
                  </a:lnTo>
                  <a:lnTo>
                    <a:pt x="1906313" y="470611"/>
                  </a:lnTo>
                  <a:lnTo>
                    <a:pt x="1989196" y="478067"/>
                  </a:lnTo>
                  <a:lnTo>
                    <a:pt x="2072080" y="484873"/>
                  </a:lnTo>
                  <a:lnTo>
                    <a:pt x="2154963" y="490967"/>
                  </a:lnTo>
                  <a:lnTo>
                    <a:pt x="2237846" y="496333"/>
                  </a:lnTo>
                  <a:lnTo>
                    <a:pt x="2320729" y="500710"/>
                  </a:lnTo>
                  <a:lnTo>
                    <a:pt x="2403612" y="502509"/>
                  </a:lnTo>
                  <a:lnTo>
                    <a:pt x="2486496" y="502162"/>
                  </a:lnTo>
                  <a:lnTo>
                    <a:pt x="2569379" y="501015"/>
                  </a:lnTo>
                  <a:lnTo>
                    <a:pt x="2652262" y="500998"/>
                  </a:lnTo>
                  <a:lnTo>
                    <a:pt x="2735145" y="499134"/>
                  </a:lnTo>
                  <a:lnTo>
                    <a:pt x="2818028" y="494595"/>
                  </a:lnTo>
                  <a:lnTo>
                    <a:pt x="2900912" y="489553"/>
                  </a:lnTo>
                  <a:lnTo>
                    <a:pt x="2983795" y="487307"/>
                  </a:lnTo>
                  <a:lnTo>
                    <a:pt x="3066678" y="488077"/>
                  </a:lnTo>
                  <a:lnTo>
                    <a:pt x="3149561" y="488573"/>
                  </a:lnTo>
                  <a:lnTo>
                    <a:pt x="3232444" y="488878"/>
                  </a:lnTo>
                  <a:lnTo>
                    <a:pt x="3315328" y="490510"/>
                  </a:lnTo>
                  <a:lnTo>
                    <a:pt x="3398211" y="494246"/>
                  </a:lnTo>
                  <a:lnTo>
                    <a:pt x="3481094" y="498758"/>
                  </a:lnTo>
                  <a:lnTo>
                    <a:pt x="3563977" y="503180"/>
                  </a:lnTo>
                  <a:lnTo>
                    <a:pt x="3646860" y="507280"/>
                  </a:lnTo>
                  <a:lnTo>
                    <a:pt x="3729744" y="511302"/>
                  </a:lnTo>
                  <a:lnTo>
                    <a:pt x="3812627" y="515738"/>
                  </a:lnTo>
                  <a:lnTo>
                    <a:pt x="3895510" y="520469"/>
                  </a:lnTo>
                  <a:lnTo>
                    <a:pt x="3978393" y="525194"/>
                  </a:lnTo>
                  <a:lnTo>
                    <a:pt x="4061276" y="529719"/>
                  </a:lnTo>
                  <a:lnTo>
                    <a:pt x="4144160" y="533949"/>
                  </a:lnTo>
                  <a:lnTo>
                    <a:pt x="4227043" y="537866"/>
                  </a:lnTo>
                  <a:lnTo>
                    <a:pt x="4309926" y="541473"/>
                  </a:lnTo>
                  <a:lnTo>
                    <a:pt x="4392809" y="544776"/>
                  </a:lnTo>
                  <a:lnTo>
                    <a:pt x="4475692" y="547777"/>
                  </a:lnTo>
                  <a:lnTo>
                    <a:pt x="4558576" y="550438"/>
                  </a:lnTo>
                  <a:lnTo>
                    <a:pt x="4641459" y="552699"/>
                  </a:lnTo>
                  <a:lnTo>
                    <a:pt x="4724342" y="554484"/>
                  </a:lnTo>
                  <a:lnTo>
                    <a:pt x="4807225" y="555701"/>
                  </a:lnTo>
                  <a:lnTo>
                    <a:pt x="4890108" y="556258"/>
                  </a:lnTo>
                  <a:lnTo>
                    <a:pt x="4972992" y="556064"/>
                  </a:lnTo>
                  <a:lnTo>
                    <a:pt x="5055875" y="555039"/>
                  </a:lnTo>
                  <a:lnTo>
                    <a:pt x="5138758" y="553115"/>
                  </a:lnTo>
                  <a:lnTo>
                    <a:pt x="5221641" y="550240"/>
                  </a:lnTo>
                  <a:lnTo>
                    <a:pt x="5304524" y="546380"/>
                  </a:lnTo>
                  <a:lnTo>
                    <a:pt x="5387408" y="541514"/>
                  </a:lnTo>
                  <a:lnTo>
                    <a:pt x="5470291" y="535634"/>
                  </a:lnTo>
                  <a:lnTo>
                    <a:pt x="5553174" y="528743"/>
                  </a:lnTo>
                  <a:lnTo>
                    <a:pt x="5636057" y="520847"/>
                  </a:lnTo>
                  <a:lnTo>
                    <a:pt x="5718940" y="511962"/>
                  </a:lnTo>
                  <a:lnTo>
                    <a:pt x="5801824" y="502101"/>
                  </a:lnTo>
                  <a:lnTo>
                    <a:pt x="5884707" y="491284"/>
                  </a:lnTo>
                  <a:lnTo>
                    <a:pt x="5967590" y="479527"/>
                  </a:lnTo>
                  <a:lnTo>
                    <a:pt x="6015395" y="472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72465" y="5075602"/>
              <a:ext cx="5823254" cy="302857"/>
            </a:xfrm>
            <a:custGeom>
              <a:avLst/>
              <a:pathLst>
                <a:path w="5823254" h="302857">
                  <a:moveTo>
                    <a:pt x="5823254" y="302857"/>
                  </a:moveTo>
                  <a:lnTo>
                    <a:pt x="5801824" y="298347"/>
                  </a:lnTo>
                  <a:lnTo>
                    <a:pt x="5718940" y="281726"/>
                  </a:lnTo>
                  <a:lnTo>
                    <a:pt x="5636057" y="265945"/>
                  </a:lnTo>
                  <a:lnTo>
                    <a:pt x="5553174" y="251016"/>
                  </a:lnTo>
                  <a:lnTo>
                    <a:pt x="5470291" y="236949"/>
                  </a:lnTo>
                  <a:lnTo>
                    <a:pt x="5387408" y="223749"/>
                  </a:lnTo>
                  <a:lnTo>
                    <a:pt x="5304524" y="211415"/>
                  </a:lnTo>
                  <a:lnTo>
                    <a:pt x="5221641" y="199936"/>
                  </a:lnTo>
                  <a:lnTo>
                    <a:pt x="5138758" y="189288"/>
                  </a:lnTo>
                  <a:lnTo>
                    <a:pt x="5055875" y="179432"/>
                  </a:lnTo>
                  <a:lnTo>
                    <a:pt x="4972992" y="170315"/>
                  </a:lnTo>
                  <a:lnTo>
                    <a:pt x="4890108" y="161865"/>
                  </a:lnTo>
                  <a:lnTo>
                    <a:pt x="4807225" y="153999"/>
                  </a:lnTo>
                  <a:lnTo>
                    <a:pt x="4724342" y="146623"/>
                  </a:lnTo>
                  <a:lnTo>
                    <a:pt x="4641459" y="139641"/>
                  </a:lnTo>
                  <a:lnTo>
                    <a:pt x="4558576" y="132959"/>
                  </a:lnTo>
                  <a:lnTo>
                    <a:pt x="4475692" y="126496"/>
                  </a:lnTo>
                  <a:lnTo>
                    <a:pt x="4392809" y="120189"/>
                  </a:lnTo>
                  <a:lnTo>
                    <a:pt x="4309926" y="114000"/>
                  </a:lnTo>
                  <a:lnTo>
                    <a:pt x="4227043" y="107655"/>
                  </a:lnTo>
                  <a:lnTo>
                    <a:pt x="4144160" y="100954"/>
                  </a:lnTo>
                  <a:lnTo>
                    <a:pt x="4061276" y="94194"/>
                  </a:lnTo>
                  <a:lnTo>
                    <a:pt x="3978393" y="87656"/>
                  </a:lnTo>
                  <a:lnTo>
                    <a:pt x="3895510" y="81544"/>
                  </a:lnTo>
                  <a:lnTo>
                    <a:pt x="3812627" y="75961"/>
                  </a:lnTo>
                  <a:lnTo>
                    <a:pt x="3729744" y="70906"/>
                  </a:lnTo>
                  <a:lnTo>
                    <a:pt x="3646860" y="65629"/>
                  </a:lnTo>
                  <a:lnTo>
                    <a:pt x="3563977" y="59482"/>
                  </a:lnTo>
                  <a:lnTo>
                    <a:pt x="3481094" y="53632"/>
                  </a:lnTo>
                  <a:lnTo>
                    <a:pt x="3398211" y="48823"/>
                  </a:lnTo>
                  <a:lnTo>
                    <a:pt x="3315328" y="45158"/>
                  </a:lnTo>
                  <a:lnTo>
                    <a:pt x="3232444" y="42190"/>
                  </a:lnTo>
                  <a:lnTo>
                    <a:pt x="3149561" y="40221"/>
                  </a:lnTo>
                  <a:lnTo>
                    <a:pt x="3066678" y="39612"/>
                  </a:lnTo>
                  <a:lnTo>
                    <a:pt x="2983795" y="39296"/>
                  </a:lnTo>
                  <a:lnTo>
                    <a:pt x="2900912" y="40645"/>
                  </a:lnTo>
                  <a:lnTo>
                    <a:pt x="2818028" y="44925"/>
                  </a:lnTo>
                  <a:lnTo>
                    <a:pt x="2735145" y="50122"/>
                  </a:lnTo>
                  <a:lnTo>
                    <a:pt x="2652262" y="53093"/>
                  </a:lnTo>
                  <a:lnTo>
                    <a:pt x="2569379" y="52933"/>
                  </a:lnTo>
                  <a:lnTo>
                    <a:pt x="2486496" y="53809"/>
                  </a:lnTo>
                  <a:lnTo>
                    <a:pt x="2403612" y="54920"/>
                  </a:lnTo>
                  <a:lnTo>
                    <a:pt x="2320729" y="54512"/>
                  </a:lnTo>
                  <a:lnTo>
                    <a:pt x="2237846" y="50918"/>
                  </a:lnTo>
                  <a:lnTo>
                    <a:pt x="2154963" y="46331"/>
                  </a:lnTo>
                  <a:lnTo>
                    <a:pt x="2072080" y="41390"/>
                  </a:lnTo>
                  <a:lnTo>
                    <a:pt x="1989196" y="36227"/>
                  </a:lnTo>
                  <a:lnTo>
                    <a:pt x="1906313" y="30932"/>
                  </a:lnTo>
                  <a:lnTo>
                    <a:pt x="1823430" y="25570"/>
                  </a:lnTo>
                  <a:lnTo>
                    <a:pt x="1740547" y="20227"/>
                  </a:lnTo>
                  <a:lnTo>
                    <a:pt x="1657664" y="15198"/>
                  </a:lnTo>
                  <a:lnTo>
                    <a:pt x="1574780" y="10685"/>
                  </a:lnTo>
                  <a:lnTo>
                    <a:pt x="1491897" y="6823"/>
                  </a:lnTo>
                  <a:lnTo>
                    <a:pt x="1409014" y="3737"/>
                  </a:lnTo>
                  <a:lnTo>
                    <a:pt x="1326131" y="1529"/>
                  </a:lnTo>
                  <a:lnTo>
                    <a:pt x="1243248" y="270"/>
                  </a:lnTo>
                  <a:lnTo>
                    <a:pt x="1160364" y="0"/>
                  </a:lnTo>
                  <a:lnTo>
                    <a:pt x="1077481" y="726"/>
                  </a:lnTo>
                  <a:lnTo>
                    <a:pt x="994598" y="2435"/>
                  </a:lnTo>
                  <a:lnTo>
                    <a:pt x="911715" y="5100"/>
                  </a:lnTo>
                  <a:lnTo>
                    <a:pt x="828832" y="8680"/>
                  </a:lnTo>
                  <a:lnTo>
                    <a:pt x="745948" y="13136"/>
                  </a:lnTo>
                  <a:lnTo>
                    <a:pt x="663065" y="18422"/>
                  </a:lnTo>
                  <a:lnTo>
                    <a:pt x="580182" y="24496"/>
                  </a:lnTo>
                  <a:lnTo>
                    <a:pt x="497299" y="31316"/>
                  </a:lnTo>
                  <a:lnTo>
                    <a:pt x="414416" y="38843"/>
                  </a:lnTo>
                  <a:lnTo>
                    <a:pt x="331532" y="47041"/>
                  </a:lnTo>
                  <a:lnTo>
                    <a:pt x="248649" y="55873"/>
                  </a:lnTo>
                  <a:lnTo>
                    <a:pt x="165766" y="65307"/>
                  </a:lnTo>
                  <a:lnTo>
                    <a:pt x="82883" y="75311"/>
                  </a:lnTo>
                  <a:lnTo>
                    <a:pt x="0" y="858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837817"/>
              <a:ext cx="6015395" cy="365698"/>
            </a:xfrm>
            <a:custGeom>
              <a:avLst/>
              <a:pathLst>
                <a:path w="6015395" h="365698">
                  <a:moveTo>
                    <a:pt x="0" y="0"/>
                  </a:moveTo>
                  <a:lnTo>
                    <a:pt x="82883" y="12335"/>
                  </a:lnTo>
                  <a:lnTo>
                    <a:pt x="165766" y="24271"/>
                  </a:lnTo>
                  <a:lnTo>
                    <a:pt x="248649" y="35822"/>
                  </a:lnTo>
                  <a:lnTo>
                    <a:pt x="331532" y="47001"/>
                  </a:lnTo>
                  <a:lnTo>
                    <a:pt x="414416" y="57824"/>
                  </a:lnTo>
                  <a:lnTo>
                    <a:pt x="497299" y="68305"/>
                  </a:lnTo>
                  <a:lnTo>
                    <a:pt x="580182" y="78458"/>
                  </a:lnTo>
                  <a:lnTo>
                    <a:pt x="663065" y="88297"/>
                  </a:lnTo>
                  <a:lnTo>
                    <a:pt x="745948" y="97837"/>
                  </a:lnTo>
                  <a:lnTo>
                    <a:pt x="828832" y="107092"/>
                  </a:lnTo>
                  <a:lnTo>
                    <a:pt x="911715" y="116077"/>
                  </a:lnTo>
                  <a:lnTo>
                    <a:pt x="994598" y="124806"/>
                  </a:lnTo>
                  <a:lnTo>
                    <a:pt x="1077481" y="133294"/>
                  </a:lnTo>
                  <a:lnTo>
                    <a:pt x="1160364" y="141554"/>
                  </a:lnTo>
                  <a:lnTo>
                    <a:pt x="1243248" y="149601"/>
                  </a:lnTo>
                  <a:lnTo>
                    <a:pt x="1326131" y="157450"/>
                  </a:lnTo>
                  <a:lnTo>
                    <a:pt x="1409014" y="165115"/>
                  </a:lnTo>
                  <a:lnTo>
                    <a:pt x="1491897" y="172610"/>
                  </a:lnTo>
                  <a:lnTo>
                    <a:pt x="1574780" y="179949"/>
                  </a:lnTo>
                  <a:lnTo>
                    <a:pt x="1657664" y="187148"/>
                  </a:lnTo>
                  <a:lnTo>
                    <a:pt x="1740547" y="194220"/>
                  </a:lnTo>
                  <a:lnTo>
                    <a:pt x="1823430" y="201152"/>
                  </a:lnTo>
                  <a:lnTo>
                    <a:pt x="1906313" y="207844"/>
                  </a:lnTo>
                  <a:lnTo>
                    <a:pt x="1989196" y="214219"/>
                  </a:lnTo>
                  <a:lnTo>
                    <a:pt x="2072080" y="220203"/>
                  </a:lnTo>
                  <a:lnTo>
                    <a:pt x="2154963" y="225721"/>
                  </a:lnTo>
                  <a:lnTo>
                    <a:pt x="2237846" y="230698"/>
                  </a:lnTo>
                  <a:lnTo>
                    <a:pt x="2320729" y="234683"/>
                  </a:lnTo>
                  <a:lnTo>
                    <a:pt x="2403612" y="235787"/>
                  </a:lnTo>
                  <a:lnTo>
                    <a:pt x="2486496" y="235058"/>
                  </a:lnTo>
                  <a:lnTo>
                    <a:pt x="2569379" y="234046"/>
                  </a:lnTo>
                  <a:lnTo>
                    <a:pt x="2652262" y="234118"/>
                  </a:lnTo>
                  <a:lnTo>
                    <a:pt x="2735145" y="231700"/>
                  </a:lnTo>
                  <a:lnTo>
                    <a:pt x="2818028" y="226833"/>
                  </a:lnTo>
                  <a:lnTo>
                    <a:pt x="2900912" y="222171"/>
                  </a:lnTo>
                  <a:lnTo>
                    <a:pt x="2983795" y="220373"/>
                  </a:lnTo>
                  <a:lnTo>
                    <a:pt x="3066678" y="220917"/>
                  </a:lnTo>
                  <a:lnTo>
                    <a:pt x="3149561" y="221469"/>
                  </a:lnTo>
                  <a:lnTo>
                    <a:pt x="3232444" y="222607"/>
                  </a:lnTo>
                  <a:lnTo>
                    <a:pt x="3315328" y="224907"/>
                  </a:lnTo>
                  <a:lnTo>
                    <a:pt x="3398211" y="228606"/>
                  </a:lnTo>
                  <a:lnTo>
                    <a:pt x="3481094" y="233268"/>
                  </a:lnTo>
                  <a:lnTo>
                    <a:pt x="3563977" y="238403"/>
                  </a:lnTo>
                  <a:lnTo>
                    <a:pt x="3646860" y="243527"/>
                  </a:lnTo>
                  <a:lnTo>
                    <a:pt x="3729744" y="248176"/>
                  </a:lnTo>
                  <a:lnTo>
                    <a:pt x="3812627" y="252922"/>
                  </a:lnTo>
                  <a:lnTo>
                    <a:pt x="3895510" y="258079"/>
                  </a:lnTo>
                  <a:lnTo>
                    <a:pt x="3978393" y="263497"/>
                  </a:lnTo>
                  <a:lnTo>
                    <a:pt x="4061276" y="269029"/>
                  </a:lnTo>
                  <a:lnTo>
                    <a:pt x="4144160" y="274524"/>
                  </a:lnTo>
                  <a:lnTo>
                    <a:pt x="4227043" y="279833"/>
                  </a:lnTo>
                  <a:lnTo>
                    <a:pt x="4309926" y="284809"/>
                  </a:lnTo>
                  <a:lnTo>
                    <a:pt x="4392809" y="289555"/>
                  </a:lnTo>
                  <a:lnTo>
                    <a:pt x="4475692" y="294209"/>
                  </a:lnTo>
                  <a:lnTo>
                    <a:pt x="4558576" y="298770"/>
                  </a:lnTo>
                  <a:lnTo>
                    <a:pt x="4641459" y="303242"/>
                  </a:lnTo>
                  <a:lnTo>
                    <a:pt x="4724342" y="307626"/>
                  </a:lnTo>
                  <a:lnTo>
                    <a:pt x="4807225" y="311923"/>
                  </a:lnTo>
                  <a:lnTo>
                    <a:pt x="4890108" y="316134"/>
                  </a:lnTo>
                  <a:lnTo>
                    <a:pt x="4972992" y="320262"/>
                  </a:lnTo>
                  <a:lnTo>
                    <a:pt x="5055875" y="324308"/>
                  </a:lnTo>
                  <a:lnTo>
                    <a:pt x="5138758" y="328274"/>
                  </a:lnTo>
                  <a:lnTo>
                    <a:pt x="5221641" y="332160"/>
                  </a:lnTo>
                  <a:lnTo>
                    <a:pt x="5304524" y="335970"/>
                  </a:lnTo>
                  <a:lnTo>
                    <a:pt x="5387408" y="339704"/>
                  </a:lnTo>
                  <a:lnTo>
                    <a:pt x="5470291" y="343364"/>
                  </a:lnTo>
                  <a:lnTo>
                    <a:pt x="5553174" y="346952"/>
                  </a:lnTo>
                  <a:lnTo>
                    <a:pt x="5636057" y="350469"/>
                  </a:lnTo>
                  <a:lnTo>
                    <a:pt x="5718940" y="353916"/>
                  </a:lnTo>
                  <a:lnTo>
                    <a:pt x="5801824" y="357296"/>
                  </a:lnTo>
                  <a:lnTo>
                    <a:pt x="5884707" y="360610"/>
                  </a:lnTo>
                  <a:lnTo>
                    <a:pt x="5967590" y="363860"/>
                  </a:lnTo>
                  <a:lnTo>
                    <a:pt x="6015395" y="3656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440141"/>
              <a:ext cx="6015395" cy="938318"/>
            </a:xfrm>
            <a:custGeom>
              <a:avLst/>
              <a:pathLst>
                <a:path w="6015395" h="938318">
                  <a:moveTo>
                    <a:pt x="0" y="0"/>
                  </a:moveTo>
                  <a:lnTo>
                    <a:pt x="82883" y="38883"/>
                  </a:lnTo>
                  <a:lnTo>
                    <a:pt x="165766" y="76369"/>
                  </a:lnTo>
                  <a:lnTo>
                    <a:pt x="248649" y="112461"/>
                  </a:lnTo>
                  <a:lnTo>
                    <a:pt x="331532" y="147160"/>
                  </a:lnTo>
                  <a:lnTo>
                    <a:pt x="414416" y="180467"/>
                  </a:lnTo>
                  <a:lnTo>
                    <a:pt x="497299" y="212380"/>
                  </a:lnTo>
                  <a:lnTo>
                    <a:pt x="580182" y="242895"/>
                  </a:lnTo>
                  <a:lnTo>
                    <a:pt x="663065" y="272007"/>
                  </a:lnTo>
                  <a:lnTo>
                    <a:pt x="745948" y="299707"/>
                  </a:lnTo>
                  <a:lnTo>
                    <a:pt x="828832" y="325987"/>
                  </a:lnTo>
                  <a:lnTo>
                    <a:pt x="911715" y="350836"/>
                  </a:lnTo>
                  <a:lnTo>
                    <a:pt x="994598" y="374246"/>
                  </a:lnTo>
                  <a:lnTo>
                    <a:pt x="1077481" y="396213"/>
                  </a:lnTo>
                  <a:lnTo>
                    <a:pt x="1160364" y="416740"/>
                  </a:lnTo>
                  <a:lnTo>
                    <a:pt x="1243248" y="435848"/>
                  </a:lnTo>
                  <a:lnTo>
                    <a:pt x="1326131" y="453576"/>
                  </a:lnTo>
                  <a:lnTo>
                    <a:pt x="1409014" y="469994"/>
                  </a:lnTo>
                  <a:lnTo>
                    <a:pt x="1491897" y="485202"/>
                  </a:lnTo>
                  <a:lnTo>
                    <a:pt x="1574780" y="499330"/>
                  </a:lnTo>
                  <a:lnTo>
                    <a:pt x="1657664" y="512532"/>
                  </a:lnTo>
                  <a:lnTo>
                    <a:pt x="1740547" y="524968"/>
                  </a:lnTo>
                  <a:lnTo>
                    <a:pt x="1823430" y="536860"/>
                  </a:lnTo>
                  <a:lnTo>
                    <a:pt x="1906313" y="548369"/>
                  </a:lnTo>
                  <a:lnTo>
                    <a:pt x="1989196" y="559323"/>
                  </a:lnTo>
                  <a:lnTo>
                    <a:pt x="2072080" y="569525"/>
                  </a:lnTo>
                  <a:lnTo>
                    <a:pt x="2154963" y="578804"/>
                  </a:lnTo>
                  <a:lnTo>
                    <a:pt x="2237846" y="587030"/>
                  </a:lnTo>
                  <a:lnTo>
                    <a:pt x="2320729" y="593942"/>
                  </a:lnTo>
                  <a:lnTo>
                    <a:pt x="2403612" y="598505"/>
                  </a:lnTo>
                  <a:lnTo>
                    <a:pt x="2486496" y="600942"/>
                  </a:lnTo>
                  <a:lnTo>
                    <a:pt x="2569379" y="602227"/>
                  </a:lnTo>
                  <a:lnTo>
                    <a:pt x="2652262" y="603931"/>
                  </a:lnTo>
                  <a:lnTo>
                    <a:pt x="2735145" y="603827"/>
                  </a:lnTo>
                  <a:lnTo>
                    <a:pt x="2818028" y="601156"/>
                  </a:lnTo>
                  <a:lnTo>
                    <a:pt x="2900912" y="597569"/>
                  </a:lnTo>
                  <a:lnTo>
                    <a:pt x="2983795" y="595807"/>
                  </a:lnTo>
                  <a:lnTo>
                    <a:pt x="3066678" y="595924"/>
                  </a:lnTo>
                  <a:lnTo>
                    <a:pt x="3149561" y="595123"/>
                  </a:lnTo>
                  <a:lnTo>
                    <a:pt x="3232444" y="593800"/>
                  </a:lnTo>
                  <a:lnTo>
                    <a:pt x="3315328" y="593720"/>
                  </a:lnTo>
                  <a:lnTo>
                    <a:pt x="3398211" y="594742"/>
                  </a:lnTo>
                  <a:lnTo>
                    <a:pt x="3481094" y="595417"/>
                  </a:lnTo>
                  <a:lnTo>
                    <a:pt x="3563977" y="595815"/>
                  </a:lnTo>
                  <a:lnTo>
                    <a:pt x="3646860" y="596618"/>
                  </a:lnTo>
                  <a:lnTo>
                    <a:pt x="3729744" y="598923"/>
                  </a:lnTo>
                  <a:lnTo>
                    <a:pt x="3812627" y="602285"/>
                  </a:lnTo>
                  <a:lnTo>
                    <a:pt x="3895510" y="605914"/>
                  </a:lnTo>
                  <a:lnTo>
                    <a:pt x="3978393" y="609592"/>
                  </a:lnTo>
                  <a:lnTo>
                    <a:pt x="4061276" y="613200"/>
                  </a:lnTo>
                  <a:lnTo>
                    <a:pt x="4144160" y="616720"/>
                  </a:lnTo>
                  <a:lnTo>
                    <a:pt x="4227043" y="620202"/>
                  </a:lnTo>
                  <a:lnTo>
                    <a:pt x="4309926" y="623719"/>
                  </a:lnTo>
                  <a:lnTo>
                    <a:pt x="4392809" y="627134"/>
                  </a:lnTo>
                  <a:lnTo>
                    <a:pt x="4475692" y="630319"/>
                  </a:lnTo>
                  <a:lnTo>
                    <a:pt x="4558576" y="633242"/>
                  </a:lnTo>
                  <a:lnTo>
                    <a:pt x="4641459" y="635848"/>
                  </a:lnTo>
                  <a:lnTo>
                    <a:pt x="4724342" y="638064"/>
                  </a:lnTo>
                  <a:lnTo>
                    <a:pt x="4807225" y="639807"/>
                  </a:lnTo>
                  <a:lnTo>
                    <a:pt x="4890108" y="640988"/>
                  </a:lnTo>
                  <a:lnTo>
                    <a:pt x="4972992" y="641524"/>
                  </a:lnTo>
                  <a:lnTo>
                    <a:pt x="5055875" y="641339"/>
                  </a:lnTo>
                  <a:lnTo>
                    <a:pt x="5138758" y="640370"/>
                  </a:lnTo>
                  <a:lnTo>
                    <a:pt x="5221641" y="638572"/>
                  </a:lnTo>
                  <a:lnTo>
                    <a:pt x="5304524" y="635911"/>
                  </a:lnTo>
                  <a:lnTo>
                    <a:pt x="5387408" y="632372"/>
                  </a:lnTo>
                  <a:lnTo>
                    <a:pt x="5470291" y="627948"/>
                  </a:lnTo>
                  <a:lnTo>
                    <a:pt x="5553174" y="622644"/>
                  </a:lnTo>
                  <a:lnTo>
                    <a:pt x="5636057" y="616471"/>
                  </a:lnTo>
                  <a:lnTo>
                    <a:pt x="5718940" y="609443"/>
                  </a:lnTo>
                  <a:lnTo>
                    <a:pt x="5801824" y="601577"/>
                  </a:lnTo>
                  <a:lnTo>
                    <a:pt x="5884707" y="592894"/>
                  </a:lnTo>
                  <a:lnTo>
                    <a:pt x="5967590" y="583413"/>
                  </a:lnTo>
                  <a:lnTo>
                    <a:pt x="6015395" y="577495"/>
                  </a:lnTo>
                  <a:lnTo>
                    <a:pt x="6015395" y="938318"/>
                  </a:lnTo>
                  <a:lnTo>
                    <a:pt x="5768265" y="938318"/>
                  </a:lnTo>
                  <a:lnTo>
                    <a:pt x="5718940" y="927848"/>
                  </a:lnTo>
                  <a:lnTo>
                    <a:pt x="5636057" y="911161"/>
                  </a:lnTo>
                  <a:lnTo>
                    <a:pt x="5553174" y="895391"/>
                  </a:lnTo>
                  <a:lnTo>
                    <a:pt x="5470291" y="880545"/>
                  </a:lnTo>
                  <a:lnTo>
                    <a:pt x="5387408" y="866626"/>
                  </a:lnTo>
                  <a:lnTo>
                    <a:pt x="5304524" y="853630"/>
                  </a:lnTo>
                  <a:lnTo>
                    <a:pt x="5221641" y="841543"/>
                  </a:lnTo>
                  <a:lnTo>
                    <a:pt x="5138758" y="830341"/>
                  </a:lnTo>
                  <a:lnTo>
                    <a:pt x="5055875" y="819984"/>
                  </a:lnTo>
                  <a:lnTo>
                    <a:pt x="4972992" y="810418"/>
                  </a:lnTo>
                  <a:lnTo>
                    <a:pt x="4890108" y="801573"/>
                  </a:lnTo>
                  <a:lnTo>
                    <a:pt x="4807225" y="793364"/>
                  </a:lnTo>
                  <a:lnTo>
                    <a:pt x="4724342" y="785701"/>
                  </a:lnTo>
                  <a:lnTo>
                    <a:pt x="4641459" y="778487"/>
                  </a:lnTo>
                  <a:lnTo>
                    <a:pt x="4558576" y="771631"/>
                  </a:lnTo>
                  <a:lnTo>
                    <a:pt x="4475692" y="765053"/>
                  </a:lnTo>
                  <a:lnTo>
                    <a:pt x="4392809" y="758690"/>
                  </a:lnTo>
                  <a:lnTo>
                    <a:pt x="4309926" y="752500"/>
                  </a:lnTo>
                  <a:lnTo>
                    <a:pt x="4227043" y="746351"/>
                  </a:lnTo>
                  <a:lnTo>
                    <a:pt x="4144160" y="740191"/>
                  </a:lnTo>
                  <a:lnTo>
                    <a:pt x="4061276" y="734240"/>
                  </a:lnTo>
                  <a:lnTo>
                    <a:pt x="3978393" y="728696"/>
                  </a:lnTo>
                  <a:lnTo>
                    <a:pt x="3895510" y="723685"/>
                  </a:lnTo>
                  <a:lnTo>
                    <a:pt x="3812627" y="719237"/>
                  </a:lnTo>
                  <a:lnTo>
                    <a:pt x="3729744" y="715280"/>
                  </a:lnTo>
                  <a:lnTo>
                    <a:pt x="3646860" y="711768"/>
                  </a:lnTo>
                  <a:lnTo>
                    <a:pt x="3563977" y="708997"/>
                  </a:lnTo>
                  <a:lnTo>
                    <a:pt x="3481094" y="707227"/>
                  </a:lnTo>
                  <a:lnTo>
                    <a:pt x="3398211" y="706267"/>
                  </a:lnTo>
                  <a:lnTo>
                    <a:pt x="3315328" y="705312"/>
                  </a:lnTo>
                  <a:lnTo>
                    <a:pt x="3232444" y="704107"/>
                  </a:lnTo>
                  <a:lnTo>
                    <a:pt x="3149561" y="703832"/>
                  </a:lnTo>
                  <a:lnTo>
                    <a:pt x="3066678" y="704523"/>
                  </a:lnTo>
                  <a:lnTo>
                    <a:pt x="2983795" y="704842"/>
                  </a:lnTo>
                  <a:lnTo>
                    <a:pt x="2900912" y="705743"/>
                  </a:lnTo>
                  <a:lnTo>
                    <a:pt x="2818028" y="708596"/>
                  </a:lnTo>
                  <a:lnTo>
                    <a:pt x="2735145" y="711900"/>
                  </a:lnTo>
                  <a:lnTo>
                    <a:pt x="2652262" y="713068"/>
                  </a:lnTo>
                  <a:lnTo>
                    <a:pt x="2569379" y="711195"/>
                  </a:lnTo>
                  <a:lnTo>
                    <a:pt x="2486496" y="709649"/>
                  </a:lnTo>
                  <a:lnTo>
                    <a:pt x="2403612" y="707946"/>
                  </a:lnTo>
                  <a:lnTo>
                    <a:pt x="2320729" y="704721"/>
                  </a:lnTo>
                  <a:lnTo>
                    <a:pt x="2237846" y="698562"/>
                  </a:lnTo>
                  <a:lnTo>
                    <a:pt x="2154963" y="691085"/>
                  </a:lnTo>
                  <a:lnTo>
                    <a:pt x="2072080" y="682915"/>
                  </a:lnTo>
                  <a:lnTo>
                    <a:pt x="1989196" y="674292"/>
                  </a:lnTo>
                  <a:lnTo>
                    <a:pt x="1906313" y="665416"/>
                  </a:lnTo>
                  <a:lnTo>
                    <a:pt x="1823430" y="656464"/>
                  </a:lnTo>
                  <a:lnTo>
                    <a:pt x="1740547" y="647626"/>
                  </a:lnTo>
                  <a:lnTo>
                    <a:pt x="1657664" y="639118"/>
                  </a:lnTo>
                  <a:lnTo>
                    <a:pt x="1574780" y="631081"/>
                  </a:lnTo>
                  <a:lnTo>
                    <a:pt x="1491897" y="623639"/>
                  </a:lnTo>
                  <a:lnTo>
                    <a:pt x="1409014" y="616908"/>
                  </a:lnTo>
                  <a:lnTo>
                    <a:pt x="1326131" y="610983"/>
                  </a:lnTo>
                  <a:lnTo>
                    <a:pt x="1243248" y="605926"/>
                  </a:lnTo>
                  <a:lnTo>
                    <a:pt x="1160364" y="601772"/>
                  </a:lnTo>
                  <a:lnTo>
                    <a:pt x="1077481" y="598523"/>
                  </a:lnTo>
                  <a:lnTo>
                    <a:pt x="994598" y="596163"/>
                  </a:lnTo>
                  <a:lnTo>
                    <a:pt x="911715" y="594660"/>
                  </a:lnTo>
                  <a:lnTo>
                    <a:pt x="828832" y="593972"/>
                  </a:lnTo>
                  <a:lnTo>
                    <a:pt x="745948" y="594055"/>
                  </a:lnTo>
                  <a:lnTo>
                    <a:pt x="663065" y="594862"/>
                  </a:lnTo>
                  <a:lnTo>
                    <a:pt x="580182" y="596349"/>
                  </a:lnTo>
                  <a:lnTo>
                    <a:pt x="497299" y="598469"/>
                  </a:lnTo>
                  <a:lnTo>
                    <a:pt x="414416" y="601182"/>
                  </a:lnTo>
                  <a:lnTo>
                    <a:pt x="331532" y="604448"/>
                  </a:lnTo>
                  <a:lnTo>
                    <a:pt x="248649" y="608227"/>
                  </a:lnTo>
                  <a:lnTo>
                    <a:pt x="165766" y="612484"/>
                  </a:lnTo>
                  <a:lnTo>
                    <a:pt x="82883" y="617184"/>
                  </a:lnTo>
                  <a:lnTo>
                    <a:pt x="0" y="6222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440141"/>
              <a:ext cx="6015395" cy="641524"/>
            </a:xfrm>
            <a:custGeom>
              <a:avLst/>
              <a:pathLst>
                <a:path w="6015395" h="641524">
                  <a:moveTo>
                    <a:pt x="0" y="0"/>
                  </a:moveTo>
                  <a:lnTo>
                    <a:pt x="82883" y="38883"/>
                  </a:lnTo>
                  <a:lnTo>
                    <a:pt x="165766" y="76369"/>
                  </a:lnTo>
                  <a:lnTo>
                    <a:pt x="248649" y="112461"/>
                  </a:lnTo>
                  <a:lnTo>
                    <a:pt x="331532" y="147160"/>
                  </a:lnTo>
                  <a:lnTo>
                    <a:pt x="414416" y="180467"/>
                  </a:lnTo>
                  <a:lnTo>
                    <a:pt x="497299" y="212380"/>
                  </a:lnTo>
                  <a:lnTo>
                    <a:pt x="580182" y="242895"/>
                  </a:lnTo>
                  <a:lnTo>
                    <a:pt x="663065" y="272007"/>
                  </a:lnTo>
                  <a:lnTo>
                    <a:pt x="745948" y="299707"/>
                  </a:lnTo>
                  <a:lnTo>
                    <a:pt x="828832" y="325987"/>
                  </a:lnTo>
                  <a:lnTo>
                    <a:pt x="911715" y="350836"/>
                  </a:lnTo>
                  <a:lnTo>
                    <a:pt x="994598" y="374246"/>
                  </a:lnTo>
                  <a:lnTo>
                    <a:pt x="1077481" y="396213"/>
                  </a:lnTo>
                  <a:lnTo>
                    <a:pt x="1160364" y="416740"/>
                  </a:lnTo>
                  <a:lnTo>
                    <a:pt x="1243248" y="435848"/>
                  </a:lnTo>
                  <a:lnTo>
                    <a:pt x="1326131" y="453576"/>
                  </a:lnTo>
                  <a:lnTo>
                    <a:pt x="1409014" y="469994"/>
                  </a:lnTo>
                  <a:lnTo>
                    <a:pt x="1491897" y="485202"/>
                  </a:lnTo>
                  <a:lnTo>
                    <a:pt x="1574780" y="499330"/>
                  </a:lnTo>
                  <a:lnTo>
                    <a:pt x="1657664" y="512532"/>
                  </a:lnTo>
                  <a:lnTo>
                    <a:pt x="1740547" y="524968"/>
                  </a:lnTo>
                  <a:lnTo>
                    <a:pt x="1823430" y="536860"/>
                  </a:lnTo>
                  <a:lnTo>
                    <a:pt x="1906313" y="548369"/>
                  </a:lnTo>
                  <a:lnTo>
                    <a:pt x="1989196" y="559323"/>
                  </a:lnTo>
                  <a:lnTo>
                    <a:pt x="2072080" y="569525"/>
                  </a:lnTo>
                  <a:lnTo>
                    <a:pt x="2154963" y="578804"/>
                  </a:lnTo>
                  <a:lnTo>
                    <a:pt x="2237846" y="587030"/>
                  </a:lnTo>
                  <a:lnTo>
                    <a:pt x="2320729" y="593942"/>
                  </a:lnTo>
                  <a:lnTo>
                    <a:pt x="2403612" y="598505"/>
                  </a:lnTo>
                  <a:lnTo>
                    <a:pt x="2486496" y="600942"/>
                  </a:lnTo>
                  <a:lnTo>
                    <a:pt x="2569379" y="602227"/>
                  </a:lnTo>
                  <a:lnTo>
                    <a:pt x="2652262" y="603931"/>
                  </a:lnTo>
                  <a:lnTo>
                    <a:pt x="2735145" y="603827"/>
                  </a:lnTo>
                  <a:lnTo>
                    <a:pt x="2818028" y="601156"/>
                  </a:lnTo>
                  <a:lnTo>
                    <a:pt x="2900912" y="597569"/>
                  </a:lnTo>
                  <a:lnTo>
                    <a:pt x="2983795" y="595807"/>
                  </a:lnTo>
                  <a:lnTo>
                    <a:pt x="3066678" y="595924"/>
                  </a:lnTo>
                  <a:lnTo>
                    <a:pt x="3149561" y="595123"/>
                  </a:lnTo>
                  <a:lnTo>
                    <a:pt x="3232444" y="593800"/>
                  </a:lnTo>
                  <a:lnTo>
                    <a:pt x="3315328" y="593720"/>
                  </a:lnTo>
                  <a:lnTo>
                    <a:pt x="3398211" y="594742"/>
                  </a:lnTo>
                  <a:lnTo>
                    <a:pt x="3481094" y="595417"/>
                  </a:lnTo>
                  <a:lnTo>
                    <a:pt x="3563977" y="595815"/>
                  </a:lnTo>
                  <a:lnTo>
                    <a:pt x="3646860" y="596618"/>
                  </a:lnTo>
                  <a:lnTo>
                    <a:pt x="3729744" y="598923"/>
                  </a:lnTo>
                  <a:lnTo>
                    <a:pt x="3812627" y="602285"/>
                  </a:lnTo>
                  <a:lnTo>
                    <a:pt x="3895510" y="605914"/>
                  </a:lnTo>
                  <a:lnTo>
                    <a:pt x="3978393" y="609592"/>
                  </a:lnTo>
                  <a:lnTo>
                    <a:pt x="4061276" y="613200"/>
                  </a:lnTo>
                  <a:lnTo>
                    <a:pt x="4144160" y="616720"/>
                  </a:lnTo>
                  <a:lnTo>
                    <a:pt x="4227043" y="620202"/>
                  </a:lnTo>
                  <a:lnTo>
                    <a:pt x="4309926" y="623719"/>
                  </a:lnTo>
                  <a:lnTo>
                    <a:pt x="4392809" y="627134"/>
                  </a:lnTo>
                  <a:lnTo>
                    <a:pt x="4475692" y="630319"/>
                  </a:lnTo>
                  <a:lnTo>
                    <a:pt x="4558576" y="633242"/>
                  </a:lnTo>
                  <a:lnTo>
                    <a:pt x="4641459" y="635848"/>
                  </a:lnTo>
                  <a:lnTo>
                    <a:pt x="4724342" y="638064"/>
                  </a:lnTo>
                  <a:lnTo>
                    <a:pt x="4807225" y="639807"/>
                  </a:lnTo>
                  <a:lnTo>
                    <a:pt x="4890108" y="640988"/>
                  </a:lnTo>
                  <a:lnTo>
                    <a:pt x="4972992" y="641524"/>
                  </a:lnTo>
                  <a:lnTo>
                    <a:pt x="5055875" y="641339"/>
                  </a:lnTo>
                  <a:lnTo>
                    <a:pt x="5138758" y="640370"/>
                  </a:lnTo>
                  <a:lnTo>
                    <a:pt x="5221641" y="638572"/>
                  </a:lnTo>
                  <a:lnTo>
                    <a:pt x="5304524" y="635911"/>
                  </a:lnTo>
                  <a:lnTo>
                    <a:pt x="5387408" y="632372"/>
                  </a:lnTo>
                  <a:lnTo>
                    <a:pt x="5470291" y="627948"/>
                  </a:lnTo>
                  <a:lnTo>
                    <a:pt x="5553174" y="622644"/>
                  </a:lnTo>
                  <a:lnTo>
                    <a:pt x="5636057" y="616471"/>
                  </a:lnTo>
                  <a:lnTo>
                    <a:pt x="5718940" y="609443"/>
                  </a:lnTo>
                  <a:lnTo>
                    <a:pt x="5801824" y="601577"/>
                  </a:lnTo>
                  <a:lnTo>
                    <a:pt x="5884707" y="592894"/>
                  </a:lnTo>
                  <a:lnTo>
                    <a:pt x="5967590" y="583413"/>
                  </a:lnTo>
                  <a:lnTo>
                    <a:pt x="6015395" y="5774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5034114"/>
              <a:ext cx="5768265" cy="344345"/>
            </a:xfrm>
            <a:custGeom>
              <a:avLst/>
              <a:pathLst>
                <a:path w="5768265" h="344345">
                  <a:moveTo>
                    <a:pt x="5768265" y="344345"/>
                  </a:moveTo>
                  <a:lnTo>
                    <a:pt x="5718940" y="333875"/>
                  </a:lnTo>
                  <a:lnTo>
                    <a:pt x="5636057" y="317189"/>
                  </a:lnTo>
                  <a:lnTo>
                    <a:pt x="5553174" y="301419"/>
                  </a:lnTo>
                  <a:lnTo>
                    <a:pt x="5470291" y="286573"/>
                  </a:lnTo>
                  <a:lnTo>
                    <a:pt x="5387408" y="272654"/>
                  </a:lnTo>
                  <a:lnTo>
                    <a:pt x="5304524" y="259657"/>
                  </a:lnTo>
                  <a:lnTo>
                    <a:pt x="5221641" y="247570"/>
                  </a:lnTo>
                  <a:lnTo>
                    <a:pt x="5138758" y="236368"/>
                  </a:lnTo>
                  <a:lnTo>
                    <a:pt x="5055875" y="226012"/>
                  </a:lnTo>
                  <a:lnTo>
                    <a:pt x="4972992" y="216446"/>
                  </a:lnTo>
                  <a:lnTo>
                    <a:pt x="4890108" y="207600"/>
                  </a:lnTo>
                  <a:lnTo>
                    <a:pt x="4807225" y="199392"/>
                  </a:lnTo>
                  <a:lnTo>
                    <a:pt x="4724342" y="191728"/>
                  </a:lnTo>
                  <a:lnTo>
                    <a:pt x="4641459" y="184514"/>
                  </a:lnTo>
                  <a:lnTo>
                    <a:pt x="4558576" y="177659"/>
                  </a:lnTo>
                  <a:lnTo>
                    <a:pt x="4475692" y="171081"/>
                  </a:lnTo>
                  <a:lnTo>
                    <a:pt x="4392809" y="164717"/>
                  </a:lnTo>
                  <a:lnTo>
                    <a:pt x="4309926" y="158528"/>
                  </a:lnTo>
                  <a:lnTo>
                    <a:pt x="4227043" y="152379"/>
                  </a:lnTo>
                  <a:lnTo>
                    <a:pt x="4144160" y="146219"/>
                  </a:lnTo>
                  <a:lnTo>
                    <a:pt x="4061276" y="140268"/>
                  </a:lnTo>
                  <a:lnTo>
                    <a:pt x="3978393" y="134723"/>
                  </a:lnTo>
                  <a:lnTo>
                    <a:pt x="3895510" y="129713"/>
                  </a:lnTo>
                  <a:lnTo>
                    <a:pt x="3812627" y="125264"/>
                  </a:lnTo>
                  <a:lnTo>
                    <a:pt x="3729744" y="121308"/>
                  </a:lnTo>
                  <a:lnTo>
                    <a:pt x="3646860" y="117795"/>
                  </a:lnTo>
                  <a:lnTo>
                    <a:pt x="3563977" y="115024"/>
                  </a:lnTo>
                  <a:lnTo>
                    <a:pt x="3481094" y="113254"/>
                  </a:lnTo>
                  <a:lnTo>
                    <a:pt x="3398211" y="112294"/>
                  </a:lnTo>
                  <a:lnTo>
                    <a:pt x="3315328" y="111340"/>
                  </a:lnTo>
                  <a:lnTo>
                    <a:pt x="3232444" y="110135"/>
                  </a:lnTo>
                  <a:lnTo>
                    <a:pt x="3149561" y="109859"/>
                  </a:lnTo>
                  <a:lnTo>
                    <a:pt x="3066678" y="110551"/>
                  </a:lnTo>
                  <a:lnTo>
                    <a:pt x="2983795" y="110870"/>
                  </a:lnTo>
                  <a:lnTo>
                    <a:pt x="2900912" y="111770"/>
                  </a:lnTo>
                  <a:lnTo>
                    <a:pt x="2818028" y="114624"/>
                  </a:lnTo>
                  <a:lnTo>
                    <a:pt x="2735145" y="117928"/>
                  </a:lnTo>
                  <a:lnTo>
                    <a:pt x="2652262" y="119096"/>
                  </a:lnTo>
                  <a:lnTo>
                    <a:pt x="2569379" y="117222"/>
                  </a:lnTo>
                  <a:lnTo>
                    <a:pt x="2486496" y="115676"/>
                  </a:lnTo>
                  <a:lnTo>
                    <a:pt x="2403612" y="113973"/>
                  </a:lnTo>
                  <a:lnTo>
                    <a:pt x="2320729" y="110749"/>
                  </a:lnTo>
                  <a:lnTo>
                    <a:pt x="2237846" y="104589"/>
                  </a:lnTo>
                  <a:lnTo>
                    <a:pt x="2154963" y="97113"/>
                  </a:lnTo>
                  <a:lnTo>
                    <a:pt x="2072080" y="88942"/>
                  </a:lnTo>
                  <a:lnTo>
                    <a:pt x="1989196" y="80319"/>
                  </a:lnTo>
                  <a:lnTo>
                    <a:pt x="1906313" y="71444"/>
                  </a:lnTo>
                  <a:lnTo>
                    <a:pt x="1823430" y="62492"/>
                  </a:lnTo>
                  <a:lnTo>
                    <a:pt x="1740547" y="53653"/>
                  </a:lnTo>
                  <a:lnTo>
                    <a:pt x="1657664" y="45146"/>
                  </a:lnTo>
                  <a:lnTo>
                    <a:pt x="1574780" y="37109"/>
                  </a:lnTo>
                  <a:lnTo>
                    <a:pt x="1491897" y="29667"/>
                  </a:lnTo>
                  <a:lnTo>
                    <a:pt x="1409014" y="22936"/>
                  </a:lnTo>
                  <a:lnTo>
                    <a:pt x="1326131" y="17010"/>
                  </a:lnTo>
                  <a:lnTo>
                    <a:pt x="1243248" y="11954"/>
                  </a:lnTo>
                  <a:lnTo>
                    <a:pt x="1160364" y="7799"/>
                  </a:lnTo>
                  <a:lnTo>
                    <a:pt x="1077481" y="4551"/>
                  </a:lnTo>
                  <a:lnTo>
                    <a:pt x="994598" y="2191"/>
                  </a:lnTo>
                  <a:lnTo>
                    <a:pt x="911715" y="687"/>
                  </a:lnTo>
                  <a:lnTo>
                    <a:pt x="828832" y="0"/>
                  </a:lnTo>
                  <a:lnTo>
                    <a:pt x="745948" y="83"/>
                  </a:lnTo>
                  <a:lnTo>
                    <a:pt x="663065" y="890"/>
                  </a:lnTo>
                  <a:lnTo>
                    <a:pt x="580182" y="2376"/>
                  </a:lnTo>
                  <a:lnTo>
                    <a:pt x="497299" y="4497"/>
                  </a:lnTo>
                  <a:lnTo>
                    <a:pt x="414416" y="7210"/>
                  </a:lnTo>
                  <a:lnTo>
                    <a:pt x="331532" y="10475"/>
                  </a:lnTo>
                  <a:lnTo>
                    <a:pt x="248649" y="14254"/>
                  </a:lnTo>
                  <a:lnTo>
                    <a:pt x="165766" y="18511"/>
                  </a:lnTo>
                  <a:lnTo>
                    <a:pt x="82883" y="23211"/>
                  </a:lnTo>
                  <a:lnTo>
                    <a:pt x="0" y="28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751288"/>
              <a:ext cx="6015395" cy="475090"/>
            </a:xfrm>
            <a:custGeom>
              <a:avLst/>
              <a:pathLst>
                <a:path w="6015395" h="475090">
                  <a:moveTo>
                    <a:pt x="0" y="0"/>
                  </a:moveTo>
                  <a:lnTo>
                    <a:pt x="82883" y="16886"/>
                  </a:lnTo>
                  <a:lnTo>
                    <a:pt x="165766" y="33279"/>
                  </a:lnTo>
                  <a:lnTo>
                    <a:pt x="248649" y="49197"/>
                  </a:lnTo>
                  <a:lnTo>
                    <a:pt x="331532" y="64657"/>
                  </a:lnTo>
                  <a:lnTo>
                    <a:pt x="414416" y="79678"/>
                  </a:lnTo>
                  <a:lnTo>
                    <a:pt x="497299" y="94278"/>
                  </a:lnTo>
                  <a:lnTo>
                    <a:pt x="580182" y="108475"/>
                  </a:lnTo>
                  <a:lnTo>
                    <a:pt x="663065" y="122288"/>
                  </a:lnTo>
                  <a:lnTo>
                    <a:pt x="745948" y="135734"/>
                  </a:lnTo>
                  <a:lnTo>
                    <a:pt x="828832" y="148832"/>
                  </a:lnTo>
                  <a:lnTo>
                    <a:pt x="911715" y="161601"/>
                  </a:lnTo>
                  <a:lnTo>
                    <a:pt x="994598" y="174058"/>
                  </a:lnTo>
                  <a:lnTo>
                    <a:pt x="1077481" y="186221"/>
                  </a:lnTo>
                  <a:lnTo>
                    <a:pt x="1160364" y="198109"/>
                  </a:lnTo>
                  <a:lnTo>
                    <a:pt x="1243248" y="209740"/>
                  </a:lnTo>
                  <a:lnTo>
                    <a:pt x="1326131" y="221132"/>
                  </a:lnTo>
                  <a:lnTo>
                    <a:pt x="1409014" y="232304"/>
                  </a:lnTo>
                  <a:lnTo>
                    <a:pt x="1491897" y="243274"/>
                  </a:lnTo>
                  <a:lnTo>
                    <a:pt x="1574780" y="254059"/>
                  </a:lnTo>
                  <a:lnTo>
                    <a:pt x="1657664" y="264678"/>
                  </a:lnTo>
                  <a:lnTo>
                    <a:pt x="1740547" y="275150"/>
                  </a:lnTo>
                  <a:lnTo>
                    <a:pt x="1823430" y="285515"/>
                  </a:lnTo>
                  <a:lnTo>
                    <a:pt x="1906313" y="295746"/>
                  </a:lnTo>
                  <a:lnTo>
                    <a:pt x="1989196" y="305660"/>
                  </a:lnTo>
                  <a:lnTo>
                    <a:pt x="2072080" y="315073"/>
                  </a:lnTo>
                  <a:lnTo>
                    <a:pt x="2154963" y="323798"/>
                  </a:lnTo>
                  <a:lnTo>
                    <a:pt x="2237846" y="331649"/>
                  </a:lnTo>
                  <a:lnTo>
                    <a:pt x="2320729" y="338185"/>
                  </a:lnTo>
                  <a:lnTo>
                    <a:pt x="2403612" y="342078"/>
                  </a:lnTo>
                  <a:lnTo>
                    <a:pt x="2486496" y="344148"/>
                  </a:lnTo>
                  <a:lnTo>
                    <a:pt x="2569379" y="345564"/>
                  </a:lnTo>
                  <a:lnTo>
                    <a:pt x="2652262" y="347353"/>
                  </a:lnTo>
                  <a:lnTo>
                    <a:pt x="2735145" y="346717"/>
                  </a:lnTo>
                  <a:lnTo>
                    <a:pt x="2818028" y="343729"/>
                  </a:lnTo>
                  <a:lnTo>
                    <a:pt x="2900912" y="340509"/>
                  </a:lnTo>
                  <a:lnTo>
                    <a:pt x="2983795" y="339177"/>
                  </a:lnTo>
                  <a:lnTo>
                    <a:pt x="3066678" y="339076"/>
                  </a:lnTo>
                  <a:lnTo>
                    <a:pt x="3149561" y="338330"/>
                  </a:lnTo>
                  <a:lnTo>
                    <a:pt x="3232444" y="337807"/>
                  </a:lnTo>
                  <a:lnTo>
                    <a:pt x="3315328" y="338369"/>
                  </a:lnTo>
                  <a:lnTo>
                    <a:pt x="3398211" y="339358"/>
                  </a:lnTo>
                  <a:lnTo>
                    <a:pt x="3481094" y="340175"/>
                  </a:lnTo>
                  <a:lnTo>
                    <a:pt x="3563977" y="341259"/>
                  </a:lnTo>
                  <a:lnTo>
                    <a:pt x="3646860" y="343046"/>
                  </a:lnTo>
                  <a:lnTo>
                    <a:pt x="3729744" y="345955"/>
                  </a:lnTo>
                  <a:lnTo>
                    <a:pt x="3812627" y="349614"/>
                  </a:lnTo>
                  <a:lnTo>
                    <a:pt x="3895510" y="353652"/>
                  </a:lnTo>
                  <a:lnTo>
                    <a:pt x="3978393" y="357997"/>
                  </a:lnTo>
                  <a:lnTo>
                    <a:pt x="4061276" y="362573"/>
                  </a:lnTo>
                  <a:lnTo>
                    <a:pt x="4144160" y="367309"/>
                  </a:lnTo>
                  <a:lnTo>
                    <a:pt x="4227043" y="372130"/>
                  </a:lnTo>
                  <a:lnTo>
                    <a:pt x="4309926" y="376963"/>
                  </a:lnTo>
                  <a:lnTo>
                    <a:pt x="4392809" y="381765"/>
                  </a:lnTo>
                  <a:lnTo>
                    <a:pt x="4475692" y="386539"/>
                  </a:lnTo>
                  <a:lnTo>
                    <a:pt x="4558576" y="391290"/>
                  </a:lnTo>
                  <a:lnTo>
                    <a:pt x="4641459" y="396020"/>
                  </a:lnTo>
                  <a:lnTo>
                    <a:pt x="4724342" y="400735"/>
                  </a:lnTo>
                  <a:lnTo>
                    <a:pt x="4807225" y="405438"/>
                  </a:lnTo>
                  <a:lnTo>
                    <a:pt x="4890108" y="410133"/>
                  </a:lnTo>
                  <a:lnTo>
                    <a:pt x="4972992" y="414824"/>
                  </a:lnTo>
                  <a:lnTo>
                    <a:pt x="5055875" y="419514"/>
                  </a:lnTo>
                  <a:lnTo>
                    <a:pt x="5138758" y="424209"/>
                  </a:lnTo>
                  <a:lnTo>
                    <a:pt x="5221641" y="428910"/>
                  </a:lnTo>
                  <a:lnTo>
                    <a:pt x="5304524" y="433623"/>
                  </a:lnTo>
                  <a:lnTo>
                    <a:pt x="5387408" y="438352"/>
                  </a:lnTo>
                  <a:lnTo>
                    <a:pt x="5470291" y="443100"/>
                  </a:lnTo>
                  <a:lnTo>
                    <a:pt x="5553174" y="447871"/>
                  </a:lnTo>
                  <a:lnTo>
                    <a:pt x="5636057" y="452669"/>
                  </a:lnTo>
                  <a:lnTo>
                    <a:pt x="5718940" y="457498"/>
                  </a:lnTo>
                  <a:lnTo>
                    <a:pt x="5801824" y="462362"/>
                  </a:lnTo>
                  <a:lnTo>
                    <a:pt x="5884707" y="467265"/>
                  </a:lnTo>
                  <a:lnTo>
                    <a:pt x="5967590" y="472211"/>
                  </a:lnTo>
                  <a:lnTo>
                    <a:pt x="6015395" y="4750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526911"/>
              <a:ext cx="6015395" cy="851548"/>
            </a:xfrm>
            <a:custGeom>
              <a:avLst/>
              <a:pathLst>
                <a:path w="6015395" h="851548">
                  <a:moveTo>
                    <a:pt x="0" y="0"/>
                  </a:moveTo>
                  <a:lnTo>
                    <a:pt x="82883" y="36779"/>
                  </a:lnTo>
                  <a:lnTo>
                    <a:pt x="165766" y="72194"/>
                  </a:lnTo>
                  <a:lnTo>
                    <a:pt x="248649" y="106247"/>
                  </a:lnTo>
                  <a:lnTo>
                    <a:pt x="331532" y="138934"/>
                  </a:lnTo>
                  <a:lnTo>
                    <a:pt x="414416" y="170254"/>
                  </a:lnTo>
                  <a:lnTo>
                    <a:pt x="497299" y="200202"/>
                  </a:lnTo>
                  <a:lnTo>
                    <a:pt x="580182" y="228771"/>
                  </a:lnTo>
                  <a:lnTo>
                    <a:pt x="663065" y="255954"/>
                  </a:lnTo>
                  <a:lnTo>
                    <a:pt x="745948" y="281740"/>
                  </a:lnTo>
                  <a:lnTo>
                    <a:pt x="828832" y="306119"/>
                  </a:lnTo>
                  <a:lnTo>
                    <a:pt x="911715" y="329079"/>
                  </a:lnTo>
                  <a:lnTo>
                    <a:pt x="994598" y="350610"/>
                  </a:lnTo>
                  <a:lnTo>
                    <a:pt x="1077481" y="370704"/>
                  </a:lnTo>
                  <a:lnTo>
                    <a:pt x="1160364" y="389362"/>
                  </a:lnTo>
                  <a:lnTo>
                    <a:pt x="1243248" y="406598"/>
                  </a:lnTo>
                  <a:lnTo>
                    <a:pt x="1326131" y="422446"/>
                  </a:lnTo>
                  <a:lnTo>
                    <a:pt x="1409014" y="436965"/>
                  </a:lnTo>
                  <a:lnTo>
                    <a:pt x="1491897" y="450239"/>
                  </a:lnTo>
                  <a:lnTo>
                    <a:pt x="1574780" y="462383"/>
                  </a:lnTo>
                  <a:lnTo>
                    <a:pt x="1657664" y="473528"/>
                  </a:lnTo>
                  <a:lnTo>
                    <a:pt x="1740547" y="483816"/>
                  </a:lnTo>
                  <a:lnTo>
                    <a:pt x="1823430" y="493372"/>
                  </a:lnTo>
                  <a:lnTo>
                    <a:pt x="1906313" y="502225"/>
                  </a:lnTo>
                  <a:lnTo>
                    <a:pt x="1989196" y="510326"/>
                  </a:lnTo>
                  <a:lnTo>
                    <a:pt x="2072080" y="517615"/>
                  </a:lnTo>
                  <a:lnTo>
                    <a:pt x="2154963" y="524051"/>
                  </a:lnTo>
                  <a:lnTo>
                    <a:pt x="2237846" y="529633"/>
                  </a:lnTo>
                  <a:lnTo>
                    <a:pt x="2320729" y="534091"/>
                  </a:lnTo>
                  <a:lnTo>
                    <a:pt x="2403612" y="535808"/>
                  </a:lnTo>
                  <a:lnTo>
                    <a:pt x="2486496" y="535361"/>
                  </a:lnTo>
                  <a:lnTo>
                    <a:pt x="2569379" y="534190"/>
                  </a:lnTo>
                  <a:lnTo>
                    <a:pt x="2652262" y="534221"/>
                  </a:lnTo>
                  <a:lnTo>
                    <a:pt x="2735145" y="532822"/>
                  </a:lnTo>
                  <a:lnTo>
                    <a:pt x="2818028" y="529141"/>
                  </a:lnTo>
                  <a:lnTo>
                    <a:pt x="2900912" y="524993"/>
                  </a:lnTo>
                  <a:lnTo>
                    <a:pt x="2983795" y="523153"/>
                  </a:lnTo>
                  <a:lnTo>
                    <a:pt x="3066678" y="523682"/>
                  </a:lnTo>
                  <a:lnTo>
                    <a:pt x="3149561" y="523773"/>
                  </a:lnTo>
                  <a:lnTo>
                    <a:pt x="3232444" y="523674"/>
                  </a:lnTo>
                  <a:lnTo>
                    <a:pt x="3315328" y="524861"/>
                  </a:lnTo>
                  <a:lnTo>
                    <a:pt x="3398211" y="527749"/>
                  </a:lnTo>
                  <a:lnTo>
                    <a:pt x="3481094" y="531096"/>
                  </a:lnTo>
                  <a:lnTo>
                    <a:pt x="3563977" y="534385"/>
                  </a:lnTo>
                  <a:lnTo>
                    <a:pt x="3646860" y="537644"/>
                  </a:lnTo>
                  <a:lnTo>
                    <a:pt x="3729744" y="541294"/>
                  </a:lnTo>
                  <a:lnTo>
                    <a:pt x="3812627" y="545530"/>
                  </a:lnTo>
                  <a:lnTo>
                    <a:pt x="3895510" y="550055"/>
                  </a:lnTo>
                  <a:lnTo>
                    <a:pt x="3978393" y="554594"/>
                  </a:lnTo>
                  <a:lnTo>
                    <a:pt x="4061276" y="558962"/>
                  </a:lnTo>
                  <a:lnTo>
                    <a:pt x="4144160" y="563061"/>
                  </a:lnTo>
                  <a:lnTo>
                    <a:pt x="4227043" y="566856"/>
                  </a:lnTo>
                  <a:lnTo>
                    <a:pt x="4309926" y="570331"/>
                  </a:lnTo>
                  <a:lnTo>
                    <a:pt x="4392809" y="573478"/>
                  </a:lnTo>
                  <a:lnTo>
                    <a:pt x="4475692" y="576295"/>
                  </a:lnTo>
                  <a:lnTo>
                    <a:pt x="4558576" y="578753"/>
                  </a:lnTo>
                  <a:lnTo>
                    <a:pt x="4641459" y="580802"/>
                  </a:lnTo>
                  <a:lnTo>
                    <a:pt x="4724342" y="582377"/>
                  </a:lnTo>
                  <a:lnTo>
                    <a:pt x="4807225" y="583401"/>
                  </a:lnTo>
                  <a:lnTo>
                    <a:pt x="4890108" y="583797"/>
                  </a:lnTo>
                  <a:lnTo>
                    <a:pt x="4972992" y="583489"/>
                  </a:lnTo>
                  <a:lnTo>
                    <a:pt x="5055875" y="582409"/>
                  </a:lnTo>
                  <a:lnTo>
                    <a:pt x="5138758" y="580500"/>
                  </a:lnTo>
                  <a:lnTo>
                    <a:pt x="5221641" y="577720"/>
                  </a:lnTo>
                  <a:lnTo>
                    <a:pt x="5304524" y="574040"/>
                  </a:lnTo>
                  <a:lnTo>
                    <a:pt x="5387408" y="569445"/>
                  </a:lnTo>
                  <a:lnTo>
                    <a:pt x="5470291" y="563928"/>
                  </a:lnTo>
                  <a:lnTo>
                    <a:pt x="5553174" y="557492"/>
                  </a:lnTo>
                  <a:lnTo>
                    <a:pt x="5636057" y="550146"/>
                  </a:lnTo>
                  <a:lnTo>
                    <a:pt x="5718940" y="541902"/>
                  </a:lnTo>
                  <a:lnTo>
                    <a:pt x="5801824" y="532776"/>
                  </a:lnTo>
                  <a:lnTo>
                    <a:pt x="5884707" y="522782"/>
                  </a:lnTo>
                  <a:lnTo>
                    <a:pt x="5967590" y="511938"/>
                  </a:lnTo>
                  <a:lnTo>
                    <a:pt x="6015395" y="505203"/>
                  </a:lnTo>
                  <a:lnTo>
                    <a:pt x="6015395" y="851548"/>
                  </a:lnTo>
                  <a:lnTo>
                    <a:pt x="5879325" y="851548"/>
                  </a:lnTo>
                  <a:lnTo>
                    <a:pt x="5801824" y="838316"/>
                  </a:lnTo>
                  <a:lnTo>
                    <a:pt x="5718940" y="824822"/>
                  </a:lnTo>
                  <a:lnTo>
                    <a:pt x="5636057" y="811994"/>
                  </a:lnTo>
                  <a:lnTo>
                    <a:pt x="5553174" y="799842"/>
                  </a:lnTo>
                  <a:lnTo>
                    <a:pt x="5470291" y="788374"/>
                  </a:lnTo>
                  <a:lnTo>
                    <a:pt x="5387408" y="777592"/>
                  </a:lnTo>
                  <a:lnTo>
                    <a:pt x="5304524" y="767495"/>
                  </a:lnTo>
                  <a:lnTo>
                    <a:pt x="5221641" y="758071"/>
                  </a:lnTo>
                  <a:lnTo>
                    <a:pt x="5138758" y="749298"/>
                  </a:lnTo>
                  <a:lnTo>
                    <a:pt x="5055875" y="741144"/>
                  </a:lnTo>
                  <a:lnTo>
                    <a:pt x="4972992" y="733560"/>
                  </a:lnTo>
                  <a:lnTo>
                    <a:pt x="4890108" y="726485"/>
                  </a:lnTo>
                  <a:lnTo>
                    <a:pt x="4807225" y="719845"/>
                  </a:lnTo>
                  <a:lnTo>
                    <a:pt x="4724342" y="713559"/>
                  </a:lnTo>
                  <a:lnTo>
                    <a:pt x="4641459" y="707544"/>
                  </a:lnTo>
                  <a:lnTo>
                    <a:pt x="4558576" y="701719"/>
                  </a:lnTo>
                  <a:lnTo>
                    <a:pt x="4475692" y="696014"/>
                  </a:lnTo>
                  <a:lnTo>
                    <a:pt x="4392809" y="690372"/>
                  </a:lnTo>
                  <a:lnTo>
                    <a:pt x="4309926" y="684760"/>
                  </a:lnTo>
                  <a:lnTo>
                    <a:pt x="4227043" y="678946"/>
                  </a:lnTo>
                  <a:lnTo>
                    <a:pt x="4144160" y="672772"/>
                  </a:lnTo>
                  <a:lnTo>
                    <a:pt x="4061276" y="666513"/>
                  </a:lnTo>
                  <a:lnTo>
                    <a:pt x="3978393" y="660424"/>
                  </a:lnTo>
                  <a:lnTo>
                    <a:pt x="3895510" y="654701"/>
                  </a:lnTo>
                  <a:lnTo>
                    <a:pt x="3812627" y="649448"/>
                  </a:lnTo>
                  <a:lnTo>
                    <a:pt x="3729744" y="644683"/>
                  </a:lnTo>
                  <a:lnTo>
                    <a:pt x="3646860" y="639961"/>
                  </a:lnTo>
                  <a:lnTo>
                    <a:pt x="3563977" y="634953"/>
                  </a:lnTo>
                  <a:lnTo>
                    <a:pt x="3481094" y="630444"/>
                  </a:lnTo>
                  <a:lnTo>
                    <a:pt x="3398211" y="626844"/>
                  </a:lnTo>
                  <a:lnTo>
                    <a:pt x="3315328" y="624016"/>
                  </a:lnTo>
                  <a:lnTo>
                    <a:pt x="3232444" y="621688"/>
                  </a:lnTo>
                  <a:lnTo>
                    <a:pt x="3149561" y="620365"/>
                  </a:lnTo>
                  <a:lnTo>
                    <a:pt x="3066678" y="620179"/>
                  </a:lnTo>
                  <a:lnTo>
                    <a:pt x="2983795" y="620037"/>
                  </a:lnTo>
                  <a:lnTo>
                    <a:pt x="2900912" y="621110"/>
                  </a:lnTo>
                  <a:lnTo>
                    <a:pt x="2818028" y="624608"/>
                  </a:lnTo>
                  <a:lnTo>
                    <a:pt x="2735145" y="628850"/>
                  </a:lnTo>
                  <a:lnTo>
                    <a:pt x="2652262" y="631195"/>
                  </a:lnTo>
                  <a:lnTo>
                    <a:pt x="2569379" y="631013"/>
                  </a:lnTo>
                  <a:lnTo>
                    <a:pt x="2486496" y="631953"/>
                  </a:lnTo>
                  <a:lnTo>
                    <a:pt x="2403612" y="633052"/>
                  </a:lnTo>
                  <a:lnTo>
                    <a:pt x="2320729" y="632523"/>
                  </a:lnTo>
                  <a:lnTo>
                    <a:pt x="2237846" y="628735"/>
                  </a:lnTo>
                  <a:lnTo>
                    <a:pt x="2154963" y="623818"/>
                  </a:lnTo>
                  <a:lnTo>
                    <a:pt x="2072080" y="618367"/>
                  </a:lnTo>
                  <a:lnTo>
                    <a:pt x="1989196" y="612481"/>
                  </a:lnTo>
                  <a:lnTo>
                    <a:pt x="1906313" y="606227"/>
                  </a:lnTo>
                  <a:lnTo>
                    <a:pt x="1823430" y="599646"/>
                  </a:lnTo>
                  <a:lnTo>
                    <a:pt x="1740547" y="592804"/>
                  </a:lnTo>
                  <a:lnTo>
                    <a:pt x="1657664" y="586007"/>
                  </a:lnTo>
                  <a:lnTo>
                    <a:pt x="1574780" y="579450"/>
                  </a:lnTo>
                  <a:lnTo>
                    <a:pt x="1491897" y="573248"/>
                  </a:lnTo>
                  <a:lnTo>
                    <a:pt x="1409014" y="567506"/>
                  </a:lnTo>
                  <a:lnTo>
                    <a:pt x="1326131" y="562310"/>
                  </a:lnTo>
                  <a:lnTo>
                    <a:pt x="1243248" y="557722"/>
                  </a:lnTo>
                  <a:lnTo>
                    <a:pt x="1160364" y="553772"/>
                  </a:lnTo>
                  <a:lnTo>
                    <a:pt x="1077481" y="550467"/>
                  </a:lnTo>
                  <a:lnTo>
                    <a:pt x="994598" y="547795"/>
                  </a:lnTo>
                  <a:lnTo>
                    <a:pt x="911715" y="545729"/>
                  </a:lnTo>
                  <a:lnTo>
                    <a:pt x="828832" y="544238"/>
                  </a:lnTo>
                  <a:lnTo>
                    <a:pt x="745948" y="543284"/>
                  </a:lnTo>
                  <a:lnTo>
                    <a:pt x="663065" y="542828"/>
                  </a:lnTo>
                  <a:lnTo>
                    <a:pt x="580182" y="542833"/>
                  </a:lnTo>
                  <a:lnTo>
                    <a:pt x="497299" y="543262"/>
                  </a:lnTo>
                  <a:lnTo>
                    <a:pt x="414416" y="544081"/>
                  </a:lnTo>
                  <a:lnTo>
                    <a:pt x="331532" y="545258"/>
                  </a:lnTo>
                  <a:lnTo>
                    <a:pt x="248649" y="546761"/>
                  </a:lnTo>
                  <a:lnTo>
                    <a:pt x="165766" y="548560"/>
                  </a:lnTo>
                  <a:lnTo>
                    <a:pt x="82883" y="550629"/>
                  </a:lnTo>
                  <a:lnTo>
                    <a:pt x="0" y="55294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526911"/>
              <a:ext cx="6015395" cy="583797"/>
            </a:xfrm>
            <a:custGeom>
              <a:avLst/>
              <a:pathLst>
                <a:path w="6015395" h="583797">
                  <a:moveTo>
                    <a:pt x="0" y="0"/>
                  </a:moveTo>
                  <a:lnTo>
                    <a:pt x="82883" y="36779"/>
                  </a:lnTo>
                  <a:lnTo>
                    <a:pt x="165766" y="72194"/>
                  </a:lnTo>
                  <a:lnTo>
                    <a:pt x="248649" y="106247"/>
                  </a:lnTo>
                  <a:lnTo>
                    <a:pt x="331532" y="138934"/>
                  </a:lnTo>
                  <a:lnTo>
                    <a:pt x="414416" y="170254"/>
                  </a:lnTo>
                  <a:lnTo>
                    <a:pt x="497299" y="200202"/>
                  </a:lnTo>
                  <a:lnTo>
                    <a:pt x="580182" y="228771"/>
                  </a:lnTo>
                  <a:lnTo>
                    <a:pt x="663065" y="255954"/>
                  </a:lnTo>
                  <a:lnTo>
                    <a:pt x="745948" y="281740"/>
                  </a:lnTo>
                  <a:lnTo>
                    <a:pt x="828832" y="306119"/>
                  </a:lnTo>
                  <a:lnTo>
                    <a:pt x="911715" y="329079"/>
                  </a:lnTo>
                  <a:lnTo>
                    <a:pt x="994598" y="350610"/>
                  </a:lnTo>
                  <a:lnTo>
                    <a:pt x="1077481" y="370704"/>
                  </a:lnTo>
                  <a:lnTo>
                    <a:pt x="1160364" y="389362"/>
                  </a:lnTo>
                  <a:lnTo>
                    <a:pt x="1243248" y="406598"/>
                  </a:lnTo>
                  <a:lnTo>
                    <a:pt x="1326131" y="422446"/>
                  </a:lnTo>
                  <a:lnTo>
                    <a:pt x="1409014" y="436965"/>
                  </a:lnTo>
                  <a:lnTo>
                    <a:pt x="1491897" y="450239"/>
                  </a:lnTo>
                  <a:lnTo>
                    <a:pt x="1574780" y="462383"/>
                  </a:lnTo>
                  <a:lnTo>
                    <a:pt x="1657664" y="473528"/>
                  </a:lnTo>
                  <a:lnTo>
                    <a:pt x="1740547" y="483816"/>
                  </a:lnTo>
                  <a:lnTo>
                    <a:pt x="1823430" y="493372"/>
                  </a:lnTo>
                  <a:lnTo>
                    <a:pt x="1906313" y="502225"/>
                  </a:lnTo>
                  <a:lnTo>
                    <a:pt x="1989196" y="510326"/>
                  </a:lnTo>
                  <a:lnTo>
                    <a:pt x="2072080" y="517615"/>
                  </a:lnTo>
                  <a:lnTo>
                    <a:pt x="2154963" y="524051"/>
                  </a:lnTo>
                  <a:lnTo>
                    <a:pt x="2237846" y="529633"/>
                  </a:lnTo>
                  <a:lnTo>
                    <a:pt x="2320729" y="534091"/>
                  </a:lnTo>
                  <a:lnTo>
                    <a:pt x="2403612" y="535808"/>
                  </a:lnTo>
                  <a:lnTo>
                    <a:pt x="2486496" y="535361"/>
                  </a:lnTo>
                  <a:lnTo>
                    <a:pt x="2569379" y="534190"/>
                  </a:lnTo>
                  <a:lnTo>
                    <a:pt x="2652262" y="534221"/>
                  </a:lnTo>
                  <a:lnTo>
                    <a:pt x="2735145" y="532822"/>
                  </a:lnTo>
                  <a:lnTo>
                    <a:pt x="2818028" y="529141"/>
                  </a:lnTo>
                  <a:lnTo>
                    <a:pt x="2900912" y="524993"/>
                  </a:lnTo>
                  <a:lnTo>
                    <a:pt x="2983795" y="523153"/>
                  </a:lnTo>
                  <a:lnTo>
                    <a:pt x="3066678" y="523682"/>
                  </a:lnTo>
                  <a:lnTo>
                    <a:pt x="3149561" y="523773"/>
                  </a:lnTo>
                  <a:lnTo>
                    <a:pt x="3232444" y="523674"/>
                  </a:lnTo>
                  <a:lnTo>
                    <a:pt x="3315328" y="524861"/>
                  </a:lnTo>
                  <a:lnTo>
                    <a:pt x="3398211" y="527749"/>
                  </a:lnTo>
                  <a:lnTo>
                    <a:pt x="3481094" y="531096"/>
                  </a:lnTo>
                  <a:lnTo>
                    <a:pt x="3563977" y="534385"/>
                  </a:lnTo>
                  <a:lnTo>
                    <a:pt x="3646860" y="537644"/>
                  </a:lnTo>
                  <a:lnTo>
                    <a:pt x="3729744" y="541294"/>
                  </a:lnTo>
                  <a:lnTo>
                    <a:pt x="3812627" y="545530"/>
                  </a:lnTo>
                  <a:lnTo>
                    <a:pt x="3895510" y="550055"/>
                  </a:lnTo>
                  <a:lnTo>
                    <a:pt x="3978393" y="554594"/>
                  </a:lnTo>
                  <a:lnTo>
                    <a:pt x="4061276" y="558962"/>
                  </a:lnTo>
                  <a:lnTo>
                    <a:pt x="4144160" y="563061"/>
                  </a:lnTo>
                  <a:lnTo>
                    <a:pt x="4227043" y="566856"/>
                  </a:lnTo>
                  <a:lnTo>
                    <a:pt x="4309926" y="570331"/>
                  </a:lnTo>
                  <a:lnTo>
                    <a:pt x="4392809" y="573478"/>
                  </a:lnTo>
                  <a:lnTo>
                    <a:pt x="4475692" y="576295"/>
                  </a:lnTo>
                  <a:lnTo>
                    <a:pt x="4558576" y="578753"/>
                  </a:lnTo>
                  <a:lnTo>
                    <a:pt x="4641459" y="580802"/>
                  </a:lnTo>
                  <a:lnTo>
                    <a:pt x="4724342" y="582377"/>
                  </a:lnTo>
                  <a:lnTo>
                    <a:pt x="4807225" y="583401"/>
                  </a:lnTo>
                  <a:lnTo>
                    <a:pt x="4890108" y="583797"/>
                  </a:lnTo>
                  <a:lnTo>
                    <a:pt x="4972992" y="583489"/>
                  </a:lnTo>
                  <a:lnTo>
                    <a:pt x="5055875" y="582409"/>
                  </a:lnTo>
                  <a:lnTo>
                    <a:pt x="5138758" y="580500"/>
                  </a:lnTo>
                  <a:lnTo>
                    <a:pt x="5221641" y="577720"/>
                  </a:lnTo>
                  <a:lnTo>
                    <a:pt x="5304524" y="574040"/>
                  </a:lnTo>
                  <a:lnTo>
                    <a:pt x="5387408" y="569445"/>
                  </a:lnTo>
                  <a:lnTo>
                    <a:pt x="5470291" y="563928"/>
                  </a:lnTo>
                  <a:lnTo>
                    <a:pt x="5553174" y="557492"/>
                  </a:lnTo>
                  <a:lnTo>
                    <a:pt x="5636057" y="550146"/>
                  </a:lnTo>
                  <a:lnTo>
                    <a:pt x="5718940" y="541902"/>
                  </a:lnTo>
                  <a:lnTo>
                    <a:pt x="5801824" y="532776"/>
                  </a:lnTo>
                  <a:lnTo>
                    <a:pt x="5884707" y="522782"/>
                  </a:lnTo>
                  <a:lnTo>
                    <a:pt x="5967590" y="511938"/>
                  </a:lnTo>
                  <a:lnTo>
                    <a:pt x="6015395" y="505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5069740"/>
              <a:ext cx="5879325" cy="308719"/>
            </a:xfrm>
            <a:custGeom>
              <a:avLst/>
              <a:pathLst>
                <a:path w="5879325" h="308719">
                  <a:moveTo>
                    <a:pt x="5879325" y="308719"/>
                  </a:moveTo>
                  <a:lnTo>
                    <a:pt x="5801824" y="295488"/>
                  </a:lnTo>
                  <a:lnTo>
                    <a:pt x="5718940" y="281993"/>
                  </a:lnTo>
                  <a:lnTo>
                    <a:pt x="5636057" y="269165"/>
                  </a:lnTo>
                  <a:lnTo>
                    <a:pt x="5553174" y="257014"/>
                  </a:lnTo>
                  <a:lnTo>
                    <a:pt x="5470291" y="245545"/>
                  </a:lnTo>
                  <a:lnTo>
                    <a:pt x="5387408" y="234764"/>
                  </a:lnTo>
                  <a:lnTo>
                    <a:pt x="5304524" y="224666"/>
                  </a:lnTo>
                  <a:lnTo>
                    <a:pt x="5221641" y="215242"/>
                  </a:lnTo>
                  <a:lnTo>
                    <a:pt x="5138758" y="206470"/>
                  </a:lnTo>
                  <a:lnTo>
                    <a:pt x="5055875" y="198316"/>
                  </a:lnTo>
                  <a:lnTo>
                    <a:pt x="4972992" y="190732"/>
                  </a:lnTo>
                  <a:lnTo>
                    <a:pt x="4890108" y="183657"/>
                  </a:lnTo>
                  <a:lnTo>
                    <a:pt x="4807225" y="177017"/>
                  </a:lnTo>
                  <a:lnTo>
                    <a:pt x="4724342" y="170731"/>
                  </a:lnTo>
                  <a:lnTo>
                    <a:pt x="4641459" y="164716"/>
                  </a:lnTo>
                  <a:lnTo>
                    <a:pt x="4558576" y="158891"/>
                  </a:lnTo>
                  <a:lnTo>
                    <a:pt x="4475692" y="153185"/>
                  </a:lnTo>
                  <a:lnTo>
                    <a:pt x="4392809" y="147544"/>
                  </a:lnTo>
                  <a:lnTo>
                    <a:pt x="4309926" y="141931"/>
                  </a:lnTo>
                  <a:lnTo>
                    <a:pt x="4227043" y="136117"/>
                  </a:lnTo>
                  <a:lnTo>
                    <a:pt x="4144160" y="129944"/>
                  </a:lnTo>
                  <a:lnTo>
                    <a:pt x="4061276" y="123684"/>
                  </a:lnTo>
                  <a:lnTo>
                    <a:pt x="3978393" y="117596"/>
                  </a:lnTo>
                  <a:lnTo>
                    <a:pt x="3895510" y="111872"/>
                  </a:lnTo>
                  <a:lnTo>
                    <a:pt x="3812627" y="106619"/>
                  </a:lnTo>
                  <a:lnTo>
                    <a:pt x="3729744" y="101855"/>
                  </a:lnTo>
                  <a:lnTo>
                    <a:pt x="3646860" y="97132"/>
                  </a:lnTo>
                  <a:lnTo>
                    <a:pt x="3563977" y="92125"/>
                  </a:lnTo>
                  <a:lnTo>
                    <a:pt x="3481094" y="87616"/>
                  </a:lnTo>
                  <a:lnTo>
                    <a:pt x="3398211" y="84015"/>
                  </a:lnTo>
                  <a:lnTo>
                    <a:pt x="3315328" y="81187"/>
                  </a:lnTo>
                  <a:lnTo>
                    <a:pt x="3232444" y="78860"/>
                  </a:lnTo>
                  <a:lnTo>
                    <a:pt x="3149561" y="77537"/>
                  </a:lnTo>
                  <a:lnTo>
                    <a:pt x="3066678" y="77351"/>
                  </a:lnTo>
                  <a:lnTo>
                    <a:pt x="2983795" y="77208"/>
                  </a:lnTo>
                  <a:lnTo>
                    <a:pt x="2900912" y="78282"/>
                  </a:lnTo>
                  <a:lnTo>
                    <a:pt x="2818028" y="81780"/>
                  </a:lnTo>
                  <a:lnTo>
                    <a:pt x="2735145" y="86022"/>
                  </a:lnTo>
                  <a:lnTo>
                    <a:pt x="2652262" y="88367"/>
                  </a:lnTo>
                  <a:lnTo>
                    <a:pt x="2569379" y="88185"/>
                  </a:lnTo>
                  <a:lnTo>
                    <a:pt x="2486496" y="89125"/>
                  </a:lnTo>
                  <a:lnTo>
                    <a:pt x="2403612" y="90223"/>
                  </a:lnTo>
                  <a:lnTo>
                    <a:pt x="2320729" y="89695"/>
                  </a:lnTo>
                  <a:lnTo>
                    <a:pt x="2237846" y="85906"/>
                  </a:lnTo>
                  <a:lnTo>
                    <a:pt x="2154963" y="80990"/>
                  </a:lnTo>
                  <a:lnTo>
                    <a:pt x="2072080" y="75538"/>
                  </a:lnTo>
                  <a:lnTo>
                    <a:pt x="1989196" y="69653"/>
                  </a:lnTo>
                  <a:lnTo>
                    <a:pt x="1906313" y="63399"/>
                  </a:lnTo>
                  <a:lnTo>
                    <a:pt x="1823430" y="56818"/>
                  </a:lnTo>
                  <a:lnTo>
                    <a:pt x="1740547" y="49976"/>
                  </a:lnTo>
                  <a:lnTo>
                    <a:pt x="1657664" y="43179"/>
                  </a:lnTo>
                  <a:lnTo>
                    <a:pt x="1574780" y="36622"/>
                  </a:lnTo>
                  <a:lnTo>
                    <a:pt x="1491897" y="30420"/>
                  </a:lnTo>
                  <a:lnTo>
                    <a:pt x="1409014" y="24677"/>
                  </a:lnTo>
                  <a:lnTo>
                    <a:pt x="1326131" y="19482"/>
                  </a:lnTo>
                  <a:lnTo>
                    <a:pt x="1243248" y="14893"/>
                  </a:lnTo>
                  <a:lnTo>
                    <a:pt x="1160364" y="10943"/>
                  </a:lnTo>
                  <a:lnTo>
                    <a:pt x="1077481" y="7638"/>
                  </a:lnTo>
                  <a:lnTo>
                    <a:pt x="994598" y="4966"/>
                  </a:lnTo>
                  <a:lnTo>
                    <a:pt x="911715" y="2901"/>
                  </a:lnTo>
                  <a:lnTo>
                    <a:pt x="828832" y="1410"/>
                  </a:lnTo>
                  <a:lnTo>
                    <a:pt x="745948" y="455"/>
                  </a:lnTo>
                  <a:lnTo>
                    <a:pt x="663065" y="0"/>
                  </a:lnTo>
                  <a:lnTo>
                    <a:pt x="580182" y="4"/>
                  </a:lnTo>
                  <a:lnTo>
                    <a:pt x="497299" y="434"/>
                  </a:lnTo>
                  <a:lnTo>
                    <a:pt x="414416" y="1253"/>
                  </a:lnTo>
                  <a:lnTo>
                    <a:pt x="331532" y="2430"/>
                  </a:lnTo>
                  <a:lnTo>
                    <a:pt x="248649" y="3932"/>
                  </a:lnTo>
                  <a:lnTo>
                    <a:pt x="165766" y="5732"/>
                  </a:lnTo>
                  <a:lnTo>
                    <a:pt x="82883" y="7801"/>
                  </a:lnTo>
                  <a:lnTo>
                    <a:pt x="0" y="10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803381"/>
              <a:ext cx="6015395" cy="414211"/>
            </a:xfrm>
            <a:custGeom>
              <a:avLst/>
              <a:pathLst>
                <a:path w="6015395" h="414211">
                  <a:moveTo>
                    <a:pt x="0" y="0"/>
                  </a:moveTo>
                  <a:lnTo>
                    <a:pt x="82883" y="17234"/>
                  </a:lnTo>
                  <a:lnTo>
                    <a:pt x="165766" y="33907"/>
                  </a:lnTo>
                  <a:lnTo>
                    <a:pt x="248649" y="50034"/>
                  </a:lnTo>
                  <a:lnTo>
                    <a:pt x="331532" y="65626"/>
                  </a:lnTo>
                  <a:lnTo>
                    <a:pt x="414416" y="80698"/>
                  </a:lnTo>
                  <a:lnTo>
                    <a:pt x="497299" y="95262"/>
                  </a:lnTo>
                  <a:lnTo>
                    <a:pt x="580182" y="109332"/>
                  </a:lnTo>
                  <a:lnTo>
                    <a:pt x="663065" y="122921"/>
                  </a:lnTo>
                  <a:lnTo>
                    <a:pt x="745948" y="136042"/>
                  </a:lnTo>
                  <a:lnTo>
                    <a:pt x="828832" y="148709"/>
                  </a:lnTo>
                  <a:lnTo>
                    <a:pt x="911715" y="160934"/>
                  </a:lnTo>
                  <a:lnTo>
                    <a:pt x="994598" y="172732"/>
                  </a:lnTo>
                  <a:lnTo>
                    <a:pt x="1077481" y="184115"/>
                  </a:lnTo>
                  <a:lnTo>
                    <a:pt x="1160364" y="195096"/>
                  </a:lnTo>
                  <a:lnTo>
                    <a:pt x="1243248" y="205690"/>
                  </a:lnTo>
                  <a:lnTo>
                    <a:pt x="1326131" y="215908"/>
                  </a:lnTo>
                  <a:lnTo>
                    <a:pt x="1409014" y="225765"/>
                  </a:lnTo>
                  <a:lnTo>
                    <a:pt x="1491897" y="235273"/>
                  </a:lnTo>
                  <a:lnTo>
                    <a:pt x="1574780" y="244446"/>
                  </a:lnTo>
                  <a:lnTo>
                    <a:pt x="1657664" y="253298"/>
                  </a:lnTo>
                  <a:lnTo>
                    <a:pt x="1740547" y="261840"/>
                  </a:lnTo>
                  <a:lnTo>
                    <a:pt x="1823430" y="270039"/>
                  </a:lnTo>
                  <a:lnTo>
                    <a:pt x="1906313" y="277756"/>
                  </a:lnTo>
                  <a:lnTo>
                    <a:pt x="1989196" y="284934"/>
                  </a:lnTo>
                  <a:lnTo>
                    <a:pt x="2072080" y="291520"/>
                  </a:lnTo>
                  <a:lnTo>
                    <a:pt x="2154963" y="297464"/>
                  </a:lnTo>
                  <a:lnTo>
                    <a:pt x="2237846" y="302714"/>
                  </a:lnTo>
                  <a:lnTo>
                    <a:pt x="2320729" y="306837"/>
                  </a:lnTo>
                  <a:lnTo>
                    <a:pt x="2403612" y="307960"/>
                  </a:lnTo>
                  <a:lnTo>
                    <a:pt x="2486496" y="307187"/>
                  </a:lnTo>
                  <a:lnTo>
                    <a:pt x="2569379" y="306131"/>
                  </a:lnTo>
                  <a:lnTo>
                    <a:pt x="2652262" y="306238"/>
                  </a:lnTo>
                  <a:lnTo>
                    <a:pt x="2735145" y="304366"/>
                  </a:lnTo>
                  <a:lnTo>
                    <a:pt x="2818028" y="300405"/>
                  </a:lnTo>
                  <a:lnTo>
                    <a:pt x="2900912" y="296581"/>
                  </a:lnTo>
                  <a:lnTo>
                    <a:pt x="2983795" y="295124"/>
                  </a:lnTo>
                  <a:lnTo>
                    <a:pt x="3066678" y="295460"/>
                  </a:lnTo>
                  <a:lnTo>
                    <a:pt x="3149561" y="295599"/>
                  </a:lnTo>
                  <a:lnTo>
                    <a:pt x="3232444" y="296211"/>
                  </a:lnTo>
                  <a:lnTo>
                    <a:pt x="3315328" y="297968"/>
                  </a:lnTo>
                  <a:lnTo>
                    <a:pt x="3398211" y="300826"/>
                  </a:lnTo>
                  <a:lnTo>
                    <a:pt x="3481094" y="304300"/>
                  </a:lnTo>
                  <a:lnTo>
                    <a:pt x="3563977" y="308199"/>
                  </a:lnTo>
                  <a:lnTo>
                    <a:pt x="3646860" y="312332"/>
                  </a:lnTo>
                  <a:lnTo>
                    <a:pt x="3729744" y="316519"/>
                  </a:lnTo>
                  <a:lnTo>
                    <a:pt x="3812627" y="321019"/>
                  </a:lnTo>
                  <a:lnTo>
                    <a:pt x="3895510" y="325908"/>
                  </a:lnTo>
                  <a:lnTo>
                    <a:pt x="3978393" y="331039"/>
                  </a:lnTo>
                  <a:lnTo>
                    <a:pt x="4061276" y="336267"/>
                  </a:lnTo>
                  <a:lnTo>
                    <a:pt x="4144160" y="341447"/>
                  </a:lnTo>
                  <a:lnTo>
                    <a:pt x="4227043" y="346431"/>
                  </a:lnTo>
                  <a:lnTo>
                    <a:pt x="4309926" y="351075"/>
                  </a:lnTo>
                  <a:lnTo>
                    <a:pt x="4392809" y="355455"/>
                  </a:lnTo>
                  <a:lnTo>
                    <a:pt x="4475692" y="359684"/>
                  </a:lnTo>
                  <a:lnTo>
                    <a:pt x="4558576" y="363766"/>
                  </a:lnTo>
                  <a:lnTo>
                    <a:pt x="4641459" y="367703"/>
                  </a:lnTo>
                  <a:lnTo>
                    <a:pt x="4724342" y="371498"/>
                  </a:lnTo>
                  <a:lnTo>
                    <a:pt x="4807225" y="375153"/>
                  </a:lnTo>
                  <a:lnTo>
                    <a:pt x="4890108" y="378671"/>
                  </a:lnTo>
                  <a:lnTo>
                    <a:pt x="4972992" y="382055"/>
                  </a:lnTo>
                  <a:lnTo>
                    <a:pt x="5055875" y="385306"/>
                  </a:lnTo>
                  <a:lnTo>
                    <a:pt x="5138758" y="388429"/>
                  </a:lnTo>
                  <a:lnTo>
                    <a:pt x="5221641" y="391425"/>
                  </a:lnTo>
                  <a:lnTo>
                    <a:pt x="5304524" y="394297"/>
                  </a:lnTo>
                  <a:lnTo>
                    <a:pt x="5387408" y="397048"/>
                  </a:lnTo>
                  <a:lnTo>
                    <a:pt x="5470291" y="399681"/>
                  </a:lnTo>
                  <a:lnTo>
                    <a:pt x="5553174" y="402197"/>
                  </a:lnTo>
                  <a:lnTo>
                    <a:pt x="5636057" y="404600"/>
                  </a:lnTo>
                  <a:lnTo>
                    <a:pt x="5718940" y="406892"/>
                  </a:lnTo>
                  <a:lnTo>
                    <a:pt x="5801824" y="409076"/>
                  </a:lnTo>
                  <a:lnTo>
                    <a:pt x="5884707" y="411154"/>
                  </a:lnTo>
                  <a:lnTo>
                    <a:pt x="5967590" y="413130"/>
                  </a:lnTo>
                  <a:lnTo>
                    <a:pt x="6015395" y="41421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2026-09-14T15:17:10Z</dcterms:modified>
  <cp:category/>
</cp:coreProperties>
</file>