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22649"/>
              <a:ext cx="490763" cy="733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5022649"/>
              <a:ext cx="490763" cy="7339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5004300"/>
              <a:ext cx="490763" cy="917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985951"/>
              <a:ext cx="490763" cy="1100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985951"/>
              <a:ext cx="490763" cy="1100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78477"/>
              <a:ext cx="490763" cy="11756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54964"/>
              <a:ext cx="490763" cy="14108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31450"/>
              <a:ext cx="490763" cy="1645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884423"/>
              <a:ext cx="490763" cy="21162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67602"/>
              <a:ext cx="490763" cy="12844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02459"/>
              <a:ext cx="490763" cy="2935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47411"/>
              <a:ext cx="490763" cy="34863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10713"/>
              <a:ext cx="490763" cy="38533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710713"/>
              <a:ext cx="490763" cy="38533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60909"/>
              <a:ext cx="490763" cy="23513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13881"/>
              <a:ext cx="490763" cy="2821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19827"/>
              <a:ext cx="490763" cy="3762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72799"/>
              <a:ext cx="490763" cy="42324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14149"/>
              <a:ext cx="490763" cy="68189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362078"/>
              <a:ext cx="490763" cy="73396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031793"/>
              <a:ext cx="490763" cy="106425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3848301"/>
              <a:ext cx="490763" cy="124774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701507"/>
              <a:ext cx="490763" cy="139453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518015"/>
              <a:ext cx="490763" cy="157803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390635"/>
              <a:ext cx="490763" cy="7054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367121"/>
              <a:ext cx="490763" cy="72892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226039"/>
              <a:ext cx="490763" cy="8700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990902"/>
              <a:ext cx="490763" cy="11051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732251"/>
              <a:ext cx="490763" cy="136379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08872"/>
              <a:ext cx="490763" cy="5871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288681"/>
              <a:ext cx="490763" cy="8073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013443"/>
              <a:ext cx="490763" cy="108260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995094"/>
              <a:ext cx="490763" cy="110095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756555"/>
              <a:ext cx="490763" cy="133949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531717"/>
              <a:ext cx="490763" cy="5643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37662"/>
              <a:ext cx="490763" cy="6583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90635"/>
              <a:ext cx="490763" cy="7054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273066"/>
              <a:ext cx="490763" cy="8229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802792"/>
              <a:ext cx="490763" cy="12932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40998"/>
              <a:ext cx="490763" cy="5504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39157"/>
              <a:ext cx="490763" cy="25688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20808"/>
              <a:ext cx="490763" cy="27523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20808"/>
              <a:ext cx="490763" cy="2752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784110"/>
              <a:ext cx="490763" cy="31193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1450"/>
              <a:ext cx="490763" cy="1645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936"/>
              <a:ext cx="490763" cy="1881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84423"/>
              <a:ext cx="490763" cy="2116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813881"/>
              <a:ext cx="490763" cy="2821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49252"/>
              <a:ext cx="490763" cy="14679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47411"/>
              <a:ext cx="490763" cy="3486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37316"/>
              <a:ext cx="490763" cy="45872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18967"/>
              <a:ext cx="490763" cy="4770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18967"/>
              <a:ext cx="490763" cy="4770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60909"/>
              <a:ext cx="490763" cy="23513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743340"/>
              <a:ext cx="490763" cy="3527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96313"/>
              <a:ext cx="490763" cy="3997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25772"/>
              <a:ext cx="490763" cy="4702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320094"/>
              <a:ext cx="490763" cy="77595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5951"/>
              <a:ext cx="490763" cy="1100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75856"/>
              <a:ext cx="490763" cy="22019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7506"/>
              <a:ext cx="490763" cy="23853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65760"/>
              <a:ext cx="490763" cy="33028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92364"/>
              <a:ext cx="490763" cy="40368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25505"/>
              <a:ext cx="490763" cy="705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37395"/>
              <a:ext cx="490763" cy="2586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66854"/>
              <a:ext cx="490763" cy="3291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743340"/>
              <a:ext cx="490763" cy="35270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696313"/>
              <a:ext cx="490763" cy="3997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22649"/>
              <a:ext cx="490763" cy="733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75856"/>
              <a:ext cx="490763" cy="22019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39157"/>
              <a:ext cx="490763" cy="2568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39157"/>
              <a:ext cx="490763" cy="2568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20808"/>
              <a:ext cx="490763" cy="2752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54964"/>
              <a:ext cx="490763" cy="14108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1450"/>
              <a:ext cx="490763" cy="16459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07936"/>
              <a:ext cx="490763" cy="1881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43340"/>
              <a:ext cx="490763" cy="35270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2026-09-29T17:01:15Z</dcterms:modified>
  <cp:category/>
</cp:coreProperties>
</file>