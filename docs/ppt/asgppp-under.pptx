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5022649"/>
              <a:ext cx="490763" cy="73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5004300"/>
              <a:ext cx="490763" cy="917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85951"/>
              <a:ext cx="490763" cy="1100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85951"/>
              <a:ext cx="490763" cy="1100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8477"/>
              <a:ext cx="490763" cy="11756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1450"/>
              <a:ext cx="490763" cy="1645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84423"/>
              <a:ext cx="490763" cy="21162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67602"/>
              <a:ext cx="490763" cy="1284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2459"/>
              <a:ext cx="490763" cy="2935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7411"/>
              <a:ext cx="490763" cy="348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10713"/>
              <a:ext cx="490763" cy="3853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10713"/>
              <a:ext cx="490763" cy="38533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881"/>
              <a:ext cx="490763" cy="2821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14149"/>
              <a:ext cx="490763" cy="68189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62078"/>
              <a:ext cx="490763" cy="73396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031793"/>
              <a:ext cx="490763" cy="106425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3848301"/>
              <a:ext cx="490763" cy="124774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01507"/>
              <a:ext cx="490763" cy="139453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518015"/>
              <a:ext cx="490763" cy="157803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67121"/>
              <a:ext cx="490763" cy="72892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226039"/>
              <a:ext cx="490763" cy="8700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0902"/>
              <a:ext cx="490763" cy="1105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32251"/>
              <a:ext cx="490763" cy="13637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08872"/>
              <a:ext cx="490763" cy="5871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288681"/>
              <a:ext cx="490763" cy="8073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013443"/>
              <a:ext cx="490763" cy="10826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995094"/>
              <a:ext cx="490763" cy="110095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756555"/>
              <a:ext cx="490763" cy="13394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31717"/>
              <a:ext cx="490763" cy="5643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7662"/>
              <a:ext cx="490763" cy="6583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73066"/>
              <a:ext cx="490763" cy="8229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802792"/>
              <a:ext cx="490763" cy="12932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40998"/>
              <a:ext cx="490763" cy="5504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39157"/>
              <a:ext cx="490763" cy="25688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84110"/>
              <a:ext cx="490763" cy="31193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936"/>
              <a:ext cx="490763" cy="1881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84423"/>
              <a:ext cx="490763" cy="2116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13881"/>
              <a:ext cx="490763" cy="2821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49252"/>
              <a:ext cx="490763" cy="14679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7411"/>
              <a:ext cx="490763" cy="3486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7316"/>
              <a:ext cx="490763" cy="45872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18967"/>
              <a:ext cx="490763" cy="4770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43340"/>
              <a:ext cx="490763" cy="3527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20094"/>
              <a:ext cx="490763" cy="7759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5951"/>
              <a:ext cx="490763" cy="1100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65760"/>
              <a:ext cx="490763" cy="3302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92364"/>
              <a:ext cx="490763" cy="4036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25505"/>
              <a:ext cx="490763" cy="705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96313"/>
              <a:ext cx="490763" cy="399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9157"/>
              <a:ext cx="490763" cy="2568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9157"/>
              <a:ext cx="490763" cy="2568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07936"/>
              <a:ext cx="490763" cy="1881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2026-09-08T15:57:54Z</dcterms:modified>
  <cp:category/>
</cp:coreProperties>
</file>