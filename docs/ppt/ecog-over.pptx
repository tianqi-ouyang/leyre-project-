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543206"/>
              <a:ext cx="317959" cy="55284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486015"/>
              <a:ext cx="317959" cy="61003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466952"/>
              <a:ext cx="317959" cy="62909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3647223"/>
              <a:ext cx="317959" cy="144882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2932343"/>
              <a:ext cx="317959" cy="2163702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097448"/>
              <a:ext cx="317959" cy="998597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3783075"/>
              <a:ext cx="317959" cy="131297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3746090"/>
              <a:ext cx="317959" cy="1349955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3024881"/>
              <a:ext cx="317959" cy="2071165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2137238"/>
              <a:ext cx="317959" cy="2958807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3895854"/>
              <a:ext cx="317959" cy="1200192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3595805"/>
              <a:ext cx="317959" cy="1500240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3195741"/>
              <a:ext cx="317959" cy="190030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2295597"/>
              <a:ext cx="317959" cy="2800448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1395453"/>
              <a:ext cx="317959" cy="3700593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5441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(N=745)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52689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09259" y="5336204"/>
              <a:ext cx="123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≥2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98662" y="5456905"/>
              <a:ext cx="3447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(N=71)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0773" y="5596581"/>
              <a:ext cx="16460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ECOG performance status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724308"/>
              <a:ext cx="317959" cy="371737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676650"/>
              <a:ext cx="317959" cy="41939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648055"/>
              <a:ext cx="317959" cy="447991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533674"/>
              <a:ext cx="317959" cy="56237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123810"/>
              <a:ext cx="317959" cy="97223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393329"/>
              <a:ext cx="317959" cy="70271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300866"/>
              <a:ext cx="317959" cy="795179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097448"/>
              <a:ext cx="317959" cy="99859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060463"/>
              <a:ext cx="317959" cy="1035582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3857045"/>
              <a:ext cx="317959" cy="1239000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195902"/>
              <a:ext cx="317959" cy="900144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095886"/>
              <a:ext cx="317959" cy="100016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3995870"/>
              <a:ext cx="317959" cy="110017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3895854"/>
              <a:ext cx="317959" cy="1200192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3195741"/>
              <a:ext cx="317959" cy="1900304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5441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(N=745)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52689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09259" y="5336204"/>
              <a:ext cx="123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≥2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98662" y="5456905"/>
              <a:ext cx="3447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(N=71)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0773" y="5596581"/>
              <a:ext cx="16460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ECOG performance status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914943"/>
              <a:ext cx="317959" cy="181102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905411"/>
              <a:ext cx="317959" cy="19063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876816"/>
              <a:ext cx="317959" cy="219229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600396"/>
              <a:ext cx="317959" cy="495649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200063"/>
              <a:ext cx="317959" cy="895982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892628"/>
              <a:ext cx="317959" cy="203418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800165"/>
              <a:ext cx="317959" cy="295880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781673"/>
              <a:ext cx="317959" cy="314373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763180"/>
              <a:ext cx="317959" cy="332865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4522777"/>
              <a:ext cx="317959" cy="573268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896014"/>
              <a:ext cx="317959" cy="20003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896014"/>
              <a:ext cx="317959" cy="200032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4795998"/>
              <a:ext cx="317959" cy="300048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4795998"/>
              <a:ext cx="317959" cy="300048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4795998"/>
              <a:ext cx="317959" cy="300048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5441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(N=745)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52689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09259" y="5336204"/>
              <a:ext cx="123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≥2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98662" y="5456905"/>
              <a:ext cx="3447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(N=71)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0773" y="5596581"/>
              <a:ext cx="16460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ECOG performance status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886348"/>
              <a:ext cx="317959" cy="209698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867284"/>
              <a:ext cx="317959" cy="228761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829157"/>
              <a:ext cx="317959" cy="266888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714777"/>
              <a:ext cx="317959" cy="381269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476484"/>
              <a:ext cx="317959" cy="619562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855643"/>
              <a:ext cx="317959" cy="24040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744687"/>
              <a:ext cx="317959" cy="351358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596747"/>
              <a:ext cx="317959" cy="499298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578255"/>
              <a:ext cx="317959" cy="517791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4578255"/>
              <a:ext cx="317959" cy="517791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996030"/>
              <a:ext cx="317959" cy="10001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795998"/>
              <a:ext cx="317959" cy="300048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4695982"/>
              <a:ext cx="317959" cy="400064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4695982"/>
              <a:ext cx="317959" cy="400064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4595966"/>
              <a:ext cx="317959" cy="500080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5441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(N=745)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52689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09259" y="5336204"/>
              <a:ext cx="123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≥2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98662" y="5456905"/>
              <a:ext cx="3447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(N=71)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0773" y="5596581"/>
              <a:ext cx="16460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ECOG performance status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743372"/>
              <a:ext cx="317959" cy="352673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705245"/>
              <a:ext cx="317959" cy="39080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676650"/>
              <a:ext cx="317959" cy="41939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190532"/>
              <a:ext cx="317959" cy="905514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3666287"/>
              <a:ext cx="317959" cy="1429759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541269"/>
              <a:ext cx="317959" cy="55477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374837"/>
              <a:ext cx="317959" cy="721209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208404"/>
              <a:ext cx="317959" cy="887642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208404"/>
              <a:ext cx="317959" cy="887642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3783075"/>
              <a:ext cx="317959" cy="1312970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595966"/>
              <a:ext cx="317959" cy="50008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395934"/>
              <a:ext cx="317959" cy="70011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4295918"/>
              <a:ext cx="317959" cy="800128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4195902"/>
              <a:ext cx="317959" cy="90014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3795837"/>
              <a:ext cx="317959" cy="1300208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5441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(N=745)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52689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09259" y="5336204"/>
              <a:ext cx="123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≥2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98662" y="5456905"/>
              <a:ext cx="3447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(N=71)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0773" y="5596581"/>
              <a:ext cx="16460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ECOG performance status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810094"/>
              <a:ext cx="317959" cy="285951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791031"/>
              <a:ext cx="317959" cy="305015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762435"/>
              <a:ext cx="317959" cy="333610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724308"/>
              <a:ext cx="317959" cy="371737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428825"/>
              <a:ext cx="317959" cy="667221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744687"/>
              <a:ext cx="317959" cy="351358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596747"/>
              <a:ext cx="317959" cy="499298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541269"/>
              <a:ext cx="317959" cy="55477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337851"/>
              <a:ext cx="317959" cy="758194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4300866"/>
              <a:ext cx="317959" cy="795179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595966"/>
              <a:ext cx="317959" cy="50008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495950"/>
              <a:ext cx="317959" cy="60009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4495950"/>
              <a:ext cx="317959" cy="60009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4395934"/>
              <a:ext cx="317959" cy="700112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4295918"/>
              <a:ext cx="317959" cy="800128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5441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(N=745)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52689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09259" y="5336204"/>
              <a:ext cx="123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≥2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98662" y="5456905"/>
              <a:ext cx="3447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(N=71)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0773" y="5596581"/>
              <a:ext cx="16460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ECOG performance status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648055"/>
              <a:ext cx="317959" cy="447991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609928"/>
              <a:ext cx="317959" cy="486118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571801"/>
              <a:ext cx="317959" cy="524245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3094383"/>
              <a:ext cx="317959" cy="200166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2560606"/>
              <a:ext cx="317959" cy="2535439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337851"/>
              <a:ext cx="317959" cy="758194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023478"/>
              <a:ext cx="317959" cy="1072567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023478"/>
              <a:ext cx="317959" cy="1072567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3265284"/>
              <a:ext cx="317959" cy="183076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2729000"/>
              <a:ext cx="317959" cy="236704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195902"/>
              <a:ext cx="317959" cy="900144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095886"/>
              <a:ext cx="317959" cy="1000160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3995870"/>
              <a:ext cx="317959" cy="110017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3095725"/>
              <a:ext cx="317959" cy="2000320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1895533"/>
              <a:ext cx="317959" cy="3200513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5441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(N=745)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52689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09259" y="5336204"/>
              <a:ext cx="123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≥2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98662" y="5456905"/>
              <a:ext cx="3447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(N=71)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0773" y="5596581"/>
              <a:ext cx="16460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ECOG performance status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79697" y="4740989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79697" y="4030875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697" y="332076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697" y="261064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697" y="190053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002906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90154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7403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64651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79697" y="5096046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79697" y="4385932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79697" y="3675818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79697" y="2965704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79697" y="2255591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79697" y="1545477"/>
              <a:ext cx="6208163" cy="0"/>
            </a:xfrm>
            <a:custGeom>
              <a:avLst/>
              <a:pathLst>
                <a:path w="6208163" h="0">
                  <a:moveTo>
                    <a:pt x="0" y="0"/>
                  </a:moveTo>
                  <a:lnTo>
                    <a:pt x="6208163" y="0"/>
                  </a:lnTo>
                  <a:lnTo>
                    <a:pt x="62081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96530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83779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71027" y="1367948"/>
              <a:ext cx="0" cy="3905626"/>
            </a:xfrm>
            <a:custGeom>
              <a:avLst/>
              <a:pathLst>
                <a:path w="0" h="3905626">
                  <a:moveTo>
                    <a:pt x="0" y="39056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161886" y="4724308"/>
              <a:ext cx="317959" cy="371737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499718" y="4705245"/>
              <a:ext cx="317959" cy="390800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837550" y="4648055"/>
              <a:ext cx="317959" cy="447991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175382" y="4648055"/>
              <a:ext cx="317959" cy="447991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513215" y="4181000"/>
              <a:ext cx="317959" cy="91504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149134" y="4633732"/>
              <a:ext cx="317959" cy="462313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486966" y="4522777"/>
              <a:ext cx="317959" cy="573268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3824799" y="4171419"/>
              <a:ext cx="317959" cy="924627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162631" y="4152926"/>
              <a:ext cx="317959" cy="943119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500463" y="4134433"/>
              <a:ext cx="317959" cy="961612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136383" y="4595966"/>
              <a:ext cx="317959" cy="500080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474215" y="4395934"/>
              <a:ext cx="317959" cy="700112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5812047" y="4295918"/>
              <a:ext cx="317959" cy="800128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149879" y="4295918"/>
              <a:ext cx="317959" cy="800128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487711" y="4095886"/>
              <a:ext cx="317959" cy="1000160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754887" y="505599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34588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63576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925654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21554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1505426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5441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793076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(N=745)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952689" y="533620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80325" y="5456905"/>
              <a:ext cx="40690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(N=384)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909259" y="5336204"/>
              <a:ext cx="123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≥2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798662" y="5456905"/>
              <a:ext cx="34472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(N=71)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160773" y="5596581"/>
              <a:ext cx="16460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ECOG performance status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169121" y="3270652"/>
              <a:ext cx="8155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</a:t>
              </a:r>
            </a:p>
          </p:txBody>
        </p:sp>
        <p:sp>
          <p:nvSpPr>
            <p:cNvPr id="51" name="rc51"/>
            <p:cNvSpPr/>
            <p:nvPr/>
          </p:nvSpPr>
          <p:spPr>
            <a:xfrm>
              <a:off x="7305628" y="2781121"/>
              <a:ext cx="201455" cy="201456"/>
            </a:xfrm>
            <a:prstGeom prst="rect">
              <a:avLst/>
            </a:prstGeom>
            <a:solidFill>
              <a:srgbClr val="F8766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305628" y="3000577"/>
              <a:ext cx="201455" cy="201456"/>
            </a:xfrm>
            <a:prstGeom prst="rect">
              <a:avLst/>
            </a:prstGeom>
            <a:solidFill>
              <a:srgbClr val="A3A5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7305628" y="3220033"/>
              <a:ext cx="201455" cy="201456"/>
            </a:xfrm>
            <a:prstGeom prst="rect">
              <a:avLst/>
            </a:prstGeom>
            <a:solidFill>
              <a:srgbClr val="00BF7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7305628" y="3439489"/>
              <a:ext cx="201455" cy="201456"/>
            </a:xfrm>
            <a:prstGeom prst="rect">
              <a:avLst/>
            </a:prstGeom>
            <a:solidFill>
              <a:srgbClr val="00B0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7305628" y="3658945"/>
              <a:ext cx="201455" cy="201456"/>
            </a:xfrm>
            <a:prstGeom prst="rect">
              <a:avLst/>
            </a:prstGeom>
            <a:solidFill>
              <a:srgbClr val="E76B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7585673" y="2841799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85673" y="3061255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585673" y="3280711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585673" y="3500167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585673" y="3719623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79697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2026-10-16T10:42:10Z</dcterms:modified>
  <cp:category/>
</cp:coreProperties>
</file>