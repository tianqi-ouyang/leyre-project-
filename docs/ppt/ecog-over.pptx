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43206"/>
              <a:ext cx="317959" cy="5528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86015"/>
              <a:ext cx="317959" cy="6100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466952"/>
              <a:ext cx="317959" cy="6290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647223"/>
              <a:ext cx="317959" cy="1448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932343"/>
              <a:ext cx="317959" cy="216370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97448"/>
              <a:ext cx="317959" cy="9985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783075"/>
              <a:ext cx="317959" cy="131297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746090"/>
              <a:ext cx="317959" cy="134995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024881"/>
              <a:ext cx="317959" cy="20711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137238"/>
              <a:ext cx="317959" cy="29588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895854"/>
              <a:ext cx="317959" cy="120019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195741"/>
              <a:ext cx="317959" cy="19003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295597"/>
              <a:ext cx="317959" cy="28004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395453"/>
              <a:ext cx="317959" cy="37005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76650"/>
              <a:ext cx="317959" cy="419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33674"/>
              <a:ext cx="317959" cy="562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23810"/>
              <a:ext cx="317959" cy="9722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93329"/>
              <a:ext cx="317959" cy="7027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0866"/>
              <a:ext cx="317959" cy="7951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97448"/>
              <a:ext cx="317959" cy="9985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60463"/>
              <a:ext cx="317959" cy="10355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57045"/>
              <a:ext cx="317959" cy="12390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95741"/>
              <a:ext cx="317959" cy="1900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14943"/>
              <a:ext cx="317959" cy="18110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00396"/>
              <a:ext cx="317959" cy="49564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00063"/>
              <a:ext cx="317959" cy="895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628"/>
              <a:ext cx="317959" cy="2034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0165"/>
              <a:ext cx="317959" cy="29588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81673"/>
              <a:ext cx="317959" cy="31437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896014"/>
              <a:ext cx="317959" cy="2000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67284"/>
              <a:ext cx="317959" cy="2287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29157"/>
              <a:ext cx="317959" cy="2668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14777"/>
              <a:ext cx="317959" cy="38126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76484"/>
              <a:ext cx="317959" cy="6195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55643"/>
              <a:ext cx="317959" cy="2404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44687"/>
              <a:ext cx="317959" cy="3513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6747"/>
              <a:ext cx="317959" cy="49929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78255"/>
              <a:ext cx="317959" cy="5177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96030"/>
              <a:ext cx="317959" cy="1000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95982"/>
              <a:ext cx="317959" cy="4000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43372"/>
              <a:ext cx="317959" cy="3526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76650"/>
              <a:ext cx="317959" cy="4193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190532"/>
              <a:ext cx="317959" cy="90551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666287"/>
              <a:ext cx="317959" cy="14297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541269"/>
              <a:ext cx="317959" cy="55477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74837"/>
              <a:ext cx="317959" cy="72120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08404"/>
              <a:ext cx="317959" cy="88764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08404"/>
              <a:ext cx="317959" cy="8876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83075"/>
              <a:ext cx="317959" cy="13129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95902"/>
              <a:ext cx="317959" cy="900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95837"/>
              <a:ext cx="317959" cy="1300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1031"/>
              <a:ext cx="317959" cy="30501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62435"/>
              <a:ext cx="317959" cy="33361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24308"/>
              <a:ext cx="317959" cy="3717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28825"/>
              <a:ext cx="317959" cy="667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744687"/>
              <a:ext cx="317959" cy="35135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96747"/>
              <a:ext cx="317959" cy="4992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41269"/>
              <a:ext cx="317959" cy="55477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37851"/>
              <a:ext cx="317959" cy="7581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00866"/>
              <a:ext cx="317959" cy="7951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95950"/>
              <a:ext cx="317959" cy="6000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95950"/>
              <a:ext cx="317959" cy="6000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48055"/>
              <a:ext cx="317959" cy="4479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09928"/>
              <a:ext cx="317959" cy="48611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71801"/>
              <a:ext cx="317959" cy="5242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094383"/>
              <a:ext cx="317959" cy="200166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560606"/>
              <a:ext cx="317959" cy="253543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37851"/>
              <a:ext cx="317959" cy="75819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023478"/>
              <a:ext cx="317959" cy="10725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23478"/>
              <a:ext cx="317959" cy="10725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5284"/>
              <a:ext cx="317959" cy="18307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729000"/>
              <a:ext cx="317959" cy="2367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95725"/>
              <a:ext cx="317959" cy="20003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895533"/>
              <a:ext cx="317959" cy="320051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81000"/>
              <a:ext cx="317959" cy="915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33732"/>
              <a:ext cx="317959" cy="4623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22777"/>
              <a:ext cx="317959" cy="57326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71419"/>
              <a:ext cx="317959" cy="92462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152926"/>
              <a:ext cx="317959" cy="9431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34433"/>
              <a:ext cx="317959" cy="96161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2026-09-08T15:45:27Z</dcterms:modified>
  <cp:category/>
</cp:coreProperties>
</file>