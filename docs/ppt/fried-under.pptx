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785441" y="5336204"/>
              <a:ext cx="4221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88234" y="5336204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62442" y="5336204"/>
              <a:ext cx="21717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459873" y="5596581"/>
              <a:ext cx="104781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785441" y="5336204"/>
              <a:ext cx="4221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88234" y="5336204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62442" y="5336204"/>
              <a:ext cx="21717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459873" y="5596581"/>
              <a:ext cx="104781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785441" y="5336204"/>
              <a:ext cx="4221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88234" y="5336204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62442" y="5336204"/>
              <a:ext cx="21717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459873" y="5596581"/>
              <a:ext cx="104781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785441" y="5336204"/>
              <a:ext cx="4221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88234" y="5336204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62442" y="5336204"/>
              <a:ext cx="21717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459873" y="5596581"/>
              <a:ext cx="104781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785441" y="5336204"/>
              <a:ext cx="4221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88234" y="5336204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62442" y="5336204"/>
              <a:ext cx="21717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459873" y="5596581"/>
              <a:ext cx="104781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785441" y="5336204"/>
              <a:ext cx="4221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88234" y="5336204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62442" y="5336204"/>
              <a:ext cx="21717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459873" y="5596581"/>
              <a:ext cx="104781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785441" y="5336204"/>
              <a:ext cx="4221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88234" y="5336204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62442" y="5336204"/>
              <a:ext cx="21717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459873" y="5596581"/>
              <a:ext cx="104781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785441" y="5336204"/>
              <a:ext cx="4221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88234" y="5336204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62442" y="5336204"/>
              <a:ext cx="21717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459873" y="5596581"/>
              <a:ext cx="104781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2026-10-16T10:42:14Z</dcterms:modified>
  <cp:category/>
</cp:coreProperties>
</file>