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3897"/>
              <a:ext cx="317959" cy="172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23897"/>
              <a:ext cx="317959" cy="1721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80860"/>
              <a:ext cx="317959" cy="21518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82970"/>
              <a:ext cx="317959" cy="1130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37740"/>
              <a:ext cx="317959" cy="1583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15125"/>
              <a:ext cx="317959" cy="1809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510"/>
              <a:ext cx="317959" cy="2035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5033204"/>
              <a:ext cx="317959" cy="6284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5033204"/>
              <a:ext cx="317959" cy="62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970362"/>
              <a:ext cx="317959" cy="1256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21129"/>
              <a:ext cx="317959" cy="4749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53284"/>
              <a:ext cx="317959" cy="54276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40208"/>
              <a:ext cx="317959" cy="6558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327133"/>
              <a:ext cx="317959" cy="76891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3310"/>
              <a:ext cx="317959" cy="50273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04785"/>
              <a:ext cx="317959" cy="69126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665674"/>
              <a:ext cx="317959" cy="4303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149227"/>
              <a:ext cx="317959" cy="94681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020116"/>
              <a:ext cx="317959" cy="107593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3804930"/>
              <a:ext cx="317959" cy="12911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761893"/>
              <a:ext cx="317959" cy="133415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010522"/>
              <a:ext cx="317959" cy="10855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648680"/>
              <a:ext cx="317959" cy="144736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241609"/>
              <a:ext cx="317959" cy="185443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196378"/>
              <a:ext cx="317959" cy="18996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834537"/>
              <a:ext cx="317959" cy="22615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16259"/>
              <a:ext cx="317959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959420"/>
              <a:ext cx="317959" cy="21366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959420"/>
              <a:ext cx="317959" cy="21366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331001"/>
              <a:ext cx="317959" cy="27650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268159"/>
              <a:ext cx="317959" cy="28278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235302"/>
              <a:ext cx="317959" cy="86074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192265"/>
              <a:ext cx="317959" cy="90378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20116"/>
              <a:ext cx="317959" cy="10759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47967"/>
              <a:ext cx="317959" cy="124807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04518"/>
              <a:ext cx="317959" cy="7915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97446"/>
              <a:ext cx="317959" cy="119859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512990"/>
              <a:ext cx="317959" cy="15830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67759"/>
              <a:ext cx="317959" cy="16282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354684"/>
              <a:ext cx="317959" cy="17413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79101"/>
              <a:ext cx="317959" cy="81694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650681"/>
              <a:ext cx="317959" cy="14453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524998"/>
              <a:ext cx="317959" cy="157104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022262"/>
              <a:ext cx="317959" cy="20737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59420"/>
              <a:ext cx="317959" cy="21366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82970"/>
              <a:ext cx="317959" cy="11307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66359"/>
              <a:ext cx="317959" cy="4296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30669"/>
              <a:ext cx="317959" cy="5653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30669"/>
              <a:ext cx="317959" cy="56537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3310"/>
              <a:ext cx="317959" cy="50273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321376"/>
              <a:ext cx="317959" cy="7746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192265"/>
              <a:ext cx="317959" cy="90378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92510"/>
              <a:ext cx="317959" cy="2035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462823"/>
              <a:ext cx="317959" cy="63322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81903"/>
              <a:ext cx="317959" cy="81414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259288"/>
              <a:ext cx="317959" cy="83675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146212"/>
              <a:ext cx="317959" cy="9498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56152"/>
              <a:ext cx="317959" cy="43989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279101"/>
              <a:ext cx="317959" cy="81694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64413"/>
              <a:ext cx="317959" cy="7316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64413"/>
              <a:ext cx="317959" cy="7316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5125"/>
              <a:ext cx="317959" cy="18092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11589"/>
              <a:ext cx="317959" cy="384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98514"/>
              <a:ext cx="317959" cy="49753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62823"/>
              <a:ext cx="317959" cy="633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81903"/>
              <a:ext cx="317959" cy="8141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56152"/>
              <a:ext cx="317959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41943"/>
              <a:ext cx="317959" cy="75410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153417"/>
              <a:ext cx="317959" cy="9426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9972"/>
              <a:ext cx="317959" cy="860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5586"/>
              <a:ext cx="317959" cy="904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34204"/>
              <a:ext cx="317959" cy="36184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21129"/>
              <a:ext cx="317959" cy="4749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53284"/>
              <a:ext cx="317959" cy="542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33204"/>
              <a:ext cx="317959" cy="628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70362"/>
              <a:ext cx="317959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18994"/>
              <a:ext cx="317959" cy="3770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67627"/>
              <a:ext cx="317959" cy="62841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2026-09-14T15:17:28Z</dcterms:modified>
  <cp:category/>
</cp:coreProperties>
</file>