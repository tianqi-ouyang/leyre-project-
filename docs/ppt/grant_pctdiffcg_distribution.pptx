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21930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9783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73742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359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0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4224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765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108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7954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41386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04819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68251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31684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5116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58549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90755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07917" y="5144847"/>
              <a:ext cx="317162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925080" y="4822203"/>
              <a:ext cx="317162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242242" y="4549197"/>
              <a:ext cx="317162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59405" y="4474741"/>
              <a:ext cx="317162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876568" y="3928728"/>
              <a:ext cx="317162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93730" y="3060072"/>
              <a:ext cx="317162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510893" y="2836704"/>
              <a:ext cx="317162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828055" y="1893591"/>
              <a:ext cx="317162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145218" y="1819135"/>
              <a:ext cx="317162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462381" y="1719860"/>
              <a:ext cx="317162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779543" y="2191416"/>
              <a:ext cx="317162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096706" y="2712610"/>
              <a:ext cx="317162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13868" y="3457172"/>
              <a:ext cx="317162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731031" y="3680541"/>
              <a:ext cx="317162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048193" y="4201734"/>
              <a:ext cx="317162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365356" y="4400284"/>
              <a:ext cx="317162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682519" y="4772566"/>
              <a:ext cx="317162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999681" y="5020753"/>
              <a:ext cx="317162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316844" y="4995934"/>
              <a:ext cx="317162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634006" y="5120028"/>
              <a:ext cx="317162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951169" y="5095209"/>
              <a:ext cx="317162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414521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3" name="tx43"/>
            <p:cNvSpPr/>
            <p:nvPr/>
          </p:nvSpPr>
          <p:spPr>
            <a:xfrm>
              <a:off x="817066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393831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26973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84315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47747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111803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746128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3380454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01477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69880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302037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593636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657068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20501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83933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473663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15786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0" name="tx60"/>
            <p:cNvSpPr/>
            <p:nvPr/>
          </p:nvSpPr>
          <p:spPr>
            <a:xfrm rot="-5400000">
              <a:off x="-125818" y="3419472"/>
              <a:ext cx="140543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participants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941876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941876" y="1166869"/>
              <a:ext cx="3082076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count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521930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325828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432353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538879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645404"/>
              <a:ext cx="7737513" cy="0"/>
            </a:xfrm>
            <a:custGeom>
              <a:avLst/>
              <a:pathLst>
                <a:path w="7737513" h="0">
                  <a:moveTo>
                    <a:pt x="0" y="0"/>
                  </a:moveTo>
                  <a:lnTo>
                    <a:pt x="7737513" y="0"/>
                  </a:lnTo>
                  <a:lnTo>
                    <a:pt x="773751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167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55113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190598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30062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69526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48454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38791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27381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666845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06309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45773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585237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231402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51134" y="5144847"/>
              <a:ext cx="319731" cy="7445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70866" y="4822203"/>
              <a:ext cx="319731" cy="3970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90598" y="4549197"/>
              <a:ext cx="319731" cy="67010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0330" y="4474741"/>
              <a:ext cx="319731" cy="7445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830062" y="3928728"/>
              <a:ext cx="319731" cy="12905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149794" y="3060072"/>
              <a:ext cx="319731" cy="21592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469526" y="2836704"/>
              <a:ext cx="319731" cy="238259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789258" y="1893591"/>
              <a:ext cx="319731" cy="3325711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108990" y="1819135"/>
              <a:ext cx="319731" cy="340016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428722" y="1719860"/>
              <a:ext cx="319731" cy="349944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748454" y="2191416"/>
              <a:ext cx="319731" cy="3027886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068185" y="2712610"/>
              <a:ext cx="319731" cy="25066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387917" y="3457172"/>
              <a:ext cx="319731" cy="1762130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07649" y="3680541"/>
              <a:ext cx="319731" cy="1538762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027381" y="4201734"/>
              <a:ext cx="319731" cy="10175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347113" y="4400284"/>
              <a:ext cx="319731" cy="81901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666845" y="4772566"/>
              <a:ext cx="319731" cy="446737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986577" y="5020753"/>
              <a:ext cx="319731" cy="198549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306309" y="4995934"/>
              <a:ext cx="319731" cy="223368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626041" y="5120028"/>
              <a:ext cx="319731" cy="99274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945773" y="5095209"/>
              <a:ext cx="319731" cy="124093"/>
            </a:xfrm>
            <a:prstGeom prst="rect">
              <a:avLst/>
            </a:prstGeom>
            <a:solidFill>
              <a:srgbClr val="F8766D">
                <a:alpha val="85098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108990" y="1544888"/>
              <a:ext cx="0" cy="3849387"/>
            </a:xfrm>
            <a:custGeom>
              <a:avLst/>
              <a:pathLst>
                <a:path w="0" h="3849387">
                  <a:moveTo>
                    <a:pt x="0" y="384938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754887" y="51792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428577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339230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4887" y="249882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2708" y="160535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1231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-60%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420695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060159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-40%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699622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3339086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978550" y="5456905"/>
              <a:ext cx="26087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4667712" y="5456905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608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915550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6555014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30%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194478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833942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473406" y="545690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2126777" y="5596581"/>
              <a:ext cx="524335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Cr-Cys 2021 − Cockcroft-Gault) / Cockcroft-Gault, %]</a:t>
              </a:r>
            </a:p>
          </p:txBody>
        </p:sp>
        <p:sp>
          <p:nvSpPr>
            <p:cNvPr id="64" name="tx64"/>
            <p:cNvSpPr/>
            <p:nvPr/>
          </p:nvSpPr>
          <p:spPr>
            <a:xfrm rot="-5400000">
              <a:off x="223619" y="341947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79697" y="1367948"/>
              <a:ext cx="37694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OncoGFR 1200, N = 1,200 · median -4.3% (IQR -15.6 to 7.4) · 5-point bins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879697" y="1166869"/>
              <a:ext cx="347033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the eGFR % difference — % of cohort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2026-09-08T15:40:53Z</dcterms:modified>
  <cp:category/>
</cp:coreProperties>
</file>