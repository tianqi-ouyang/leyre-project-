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783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73742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359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0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4224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765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108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7954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4138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481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68251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1684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5116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8549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90755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07917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25080" y="4822203"/>
              <a:ext cx="317162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42242" y="4549197"/>
              <a:ext cx="317162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59405" y="4474741"/>
              <a:ext cx="317162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876568" y="3928728"/>
              <a:ext cx="317162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93730" y="3060072"/>
              <a:ext cx="317162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10893" y="2836704"/>
              <a:ext cx="317162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28055" y="1893591"/>
              <a:ext cx="317162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145218" y="1819135"/>
              <a:ext cx="317162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462381" y="1719860"/>
              <a:ext cx="317162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779543" y="2191416"/>
              <a:ext cx="317162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096706" y="2712610"/>
              <a:ext cx="317162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13868" y="3457172"/>
              <a:ext cx="317162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731031" y="3680541"/>
              <a:ext cx="317162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048193" y="4201734"/>
              <a:ext cx="317162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5356" y="4400284"/>
              <a:ext cx="317162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682519" y="4772566"/>
              <a:ext cx="317162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999681" y="5020753"/>
              <a:ext cx="317162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316844" y="4995934"/>
              <a:ext cx="317162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634006" y="5120028"/>
              <a:ext cx="317162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951169" y="5095209"/>
              <a:ext cx="317162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9383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26973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84315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47747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11180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4612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38045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01477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69880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30203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93636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657068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20501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83933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47366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0" name="tx60"/>
            <p:cNvSpPr/>
            <p:nvPr/>
          </p:nvSpPr>
          <p:spPr>
            <a:xfrm rot="-5400000">
              <a:off x="-125818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941876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41876" y="1166869"/>
              <a:ext cx="308207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count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521930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325828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43235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538879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645404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16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5113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9059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300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695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484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38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2738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668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063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4577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5852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231402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51134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70866" y="4822203"/>
              <a:ext cx="319731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90598" y="4549197"/>
              <a:ext cx="319731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0330" y="4474741"/>
              <a:ext cx="319731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830062" y="3928728"/>
              <a:ext cx="319731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149794" y="3060072"/>
              <a:ext cx="319731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69526" y="2836704"/>
              <a:ext cx="319731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89258" y="1893591"/>
              <a:ext cx="319731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108990" y="1819135"/>
              <a:ext cx="319731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428722" y="1719860"/>
              <a:ext cx="319731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748454" y="2191416"/>
              <a:ext cx="319731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068185" y="2712610"/>
              <a:ext cx="319731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387917" y="3457172"/>
              <a:ext cx="319731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07649" y="3680541"/>
              <a:ext cx="319731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027381" y="4201734"/>
              <a:ext cx="319731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47113" y="4400284"/>
              <a:ext cx="319731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66845" y="4772566"/>
              <a:ext cx="319731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986577" y="5020753"/>
              <a:ext cx="319731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306309" y="4995934"/>
              <a:ext cx="319731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626041" y="5120028"/>
              <a:ext cx="319731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945773" y="5095209"/>
              <a:ext cx="319731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754887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42857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339230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249882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708" y="16053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123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42069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06015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9962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3908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7855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66771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608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91555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5550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19447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83394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4734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2677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4" name="tx64"/>
            <p:cNvSpPr/>
            <p:nvPr/>
          </p:nvSpPr>
          <p:spPr>
            <a:xfrm rot="-5400000">
              <a:off x="223619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79697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79697" y="1166869"/>
              <a:ext cx="347033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% of cohort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2026-09-08T15:45:43Z</dcterms:modified>
  <cp:category/>
</cp:coreProperties>
</file>