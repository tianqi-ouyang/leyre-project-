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21930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7836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737429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359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0791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4224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76568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510893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145218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779543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413868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048193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682519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31684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951169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58549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290755" y="5144847"/>
              <a:ext cx="317162" cy="74456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07917" y="5144847"/>
              <a:ext cx="317162" cy="74456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925080" y="4822203"/>
              <a:ext cx="317162" cy="397099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242242" y="4549197"/>
              <a:ext cx="317162" cy="670106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559405" y="4474741"/>
              <a:ext cx="317162" cy="744562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876568" y="3928728"/>
              <a:ext cx="317162" cy="1290574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3193730" y="3060072"/>
              <a:ext cx="317162" cy="2159230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510893" y="2836704"/>
              <a:ext cx="317162" cy="2382599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828055" y="1893591"/>
              <a:ext cx="317162" cy="3325711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4145218" y="1819135"/>
              <a:ext cx="317162" cy="3400167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462381" y="1719860"/>
              <a:ext cx="317162" cy="3499442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779543" y="2191416"/>
              <a:ext cx="317162" cy="3027886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096706" y="2712610"/>
              <a:ext cx="317162" cy="2506693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13868" y="3457172"/>
              <a:ext cx="317162" cy="1762130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731031" y="3680541"/>
              <a:ext cx="317162" cy="1538762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048193" y="4201734"/>
              <a:ext cx="317162" cy="1017568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365356" y="4400284"/>
              <a:ext cx="317162" cy="819018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682519" y="4772566"/>
              <a:ext cx="317162" cy="446737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999681" y="5020753"/>
              <a:ext cx="317162" cy="198549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316844" y="4995934"/>
              <a:ext cx="317162" cy="223368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634006" y="5120028"/>
              <a:ext cx="317162" cy="99274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7951169" y="5095209"/>
              <a:ext cx="317162" cy="124093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4145218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3" name="tx43"/>
            <p:cNvSpPr/>
            <p:nvPr/>
          </p:nvSpPr>
          <p:spPr>
            <a:xfrm>
              <a:off x="817066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393831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269737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84315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47747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11180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74612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338045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401477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698802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302037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5936362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657068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720501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83933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47366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60%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60" name="tx60"/>
            <p:cNvSpPr/>
            <p:nvPr/>
          </p:nvSpPr>
          <p:spPr>
            <a:xfrm rot="-5400000">
              <a:off x="-125818" y="3419472"/>
              <a:ext cx="140543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participants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941876" y="1367948"/>
              <a:ext cx="37694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OncoGFR 1200, N = 1,200 · median -4.3% (IQR -15.6 to 7.4) · 5-point bins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941876" y="1166869"/>
              <a:ext cx="3082076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the eGFR % difference — count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5219303"/>
              <a:ext cx="7737513" cy="0"/>
            </a:xfrm>
            <a:custGeom>
              <a:avLst/>
              <a:pathLst>
                <a:path w="7737513" h="0">
                  <a:moveTo>
                    <a:pt x="0" y="0"/>
                  </a:moveTo>
                  <a:lnTo>
                    <a:pt x="7737513" y="0"/>
                  </a:lnTo>
                  <a:lnTo>
                    <a:pt x="773751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325828"/>
              <a:ext cx="7737513" cy="0"/>
            </a:xfrm>
            <a:custGeom>
              <a:avLst/>
              <a:pathLst>
                <a:path w="7737513" h="0">
                  <a:moveTo>
                    <a:pt x="0" y="0"/>
                  </a:moveTo>
                  <a:lnTo>
                    <a:pt x="7737513" y="0"/>
                  </a:lnTo>
                  <a:lnTo>
                    <a:pt x="773751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432353"/>
              <a:ext cx="7737513" cy="0"/>
            </a:xfrm>
            <a:custGeom>
              <a:avLst/>
              <a:pathLst>
                <a:path w="7737513" h="0">
                  <a:moveTo>
                    <a:pt x="0" y="0"/>
                  </a:moveTo>
                  <a:lnTo>
                    <a:pt x="7737513" y="0"/>
                  </a:lnTo>
                  <a:lnTo>
                    <a:pt x="773751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538879"/>
              <a:ext cx="7737513" cy="0"/>
            </a:xfrm>
            <a:custGeom>
              <a:avLst/>
              <a:pathLst>
                <a:path w="7737513" h="0">
                  <a:moveTo>
                    <a:pt x="0" y="0"/>
                  </a:moveTo>
                  <a:lnTo>
                    <a:pt x="7737513" y="0"/>
                  </a:lnTo>
                  <a:lnTo>
                    <a:pt x="773751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645404"/>
              <a:ext cx="7737513" cy="0"/>
            </a:xfrm>
            <a:custGeom>
              <a:avLst/>
              <a:pathLst>
                <a:path w="7737513" h="0">
                  <a:moveTo>
                    <a:pt x="0" y="0"/>
                  </a:moveTo>
                  <a:lnTo>
                    <a:pt x="7737513" y="0"/>
                  </a:lnTo>
                  <a:lnTo>
                    <a:pt x="773751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167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55113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190598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83006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3469526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10899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74845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38791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027381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66684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306309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45773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58523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231402" y="5144847"/>
              <a:ext cx="319731" cy="74456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551134" y="5144847"/>
              <a:ext cx="319731" cy="74456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70866" y="4822203"/>
              <a:ext cx="319731" cy="397099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90598" y="4549197"/>
              <a:ext cx="319731" cy="670106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0330" y="4474741"/>
              <a:ext cx="319731" cy="744562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830062" y="3928728"/>
              <a:ext cx="319731" cy="1290574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149794" y="3060072"/>
              <a:ext cx="319731" cy="2159230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469526" y="2836704"/>
              <a:ext cx="319731" cy="2382599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789258" y="1893591"/>
              <a:ext cx="319731" cy="3325711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108990" y="1819135"/>
              <a:ext cx="319731" cy="3400167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428722" y="1719860"/>
              <a:ext cx="319731" cy="3499442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748454" y="2191416"/>
              <a:ext cx="319731" cy="3027886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068185" y="2712610"/>
              <a:ext cx="319731" cy="2506693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387917" y="3457172"/>
              <a:ext cx="319731" cy="1762130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07649" y="3680541"/>
              <a:ext cx="319731" cy="1538762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027381" y="4201734"/>
              <a:ext cx="319731" cy="1017568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347113" y="4400284"/>
              <a:ext cx="319731" cy="819018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6666845" y="4772566"/>
              <a:ext cx="319731" cy="446737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6986577" y="5020753"/>
              <a:ext cx="319731" cy="198549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7306309" y="4995934"/>
              <a:ext cx="319731" cy="223368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7626041" y="5120028"/>
              <a:ext cx="319731" cy="99274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945773" y="5095209"/>
              <a:ext cx="319731" cy="124093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410899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754887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428577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339230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4887" y="249882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2708" y="16053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123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42069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206015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269962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333908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97855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4667712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527608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591555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65550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19447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833942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847340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212677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64" name="tx64"/>
            <p:cNvSpPr/>
            <p:nvPr/>
          </p:nvSpPr>
          <p:spPr>
            <a:xfrm rot="-5400000">
              <a:off x="223619" y="3419472"/>
              <a:ext cx="7065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of cohort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879697" y="1367948"/>
              <a:ext cx="37694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OncoGFR 1200, N = 1,200 · median -4.3% (IQR -15.6 to 7.4) · 5-point bins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879697" y="1166869"/>
              <a:ext cx="347033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the eGFR % difference — % of cohort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2026-09-08T15:58:02Z</dcterms:modified>
  <cp:category/>
</cp:coreProperties>
</file>