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84315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747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1180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4612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38045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01477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69880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30203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3636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657068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20501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83933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47366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123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2069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6015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9962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3908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7855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66771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608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91555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5550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19447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83394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4734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2026-09-08T11:50:34Z</dcterms:modified>
  <cp:category/>
</cp:coreProperties>
</file>