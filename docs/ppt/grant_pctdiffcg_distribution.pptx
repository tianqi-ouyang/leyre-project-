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7836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737429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359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0791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4224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7656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1089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4521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7954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1386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819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68251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31684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95116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58549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90755" y="5144847"/>
              <a:ext cx="317162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917" y="5144847"/>
              <a:ext cx="317162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25080" y="4822203"/>
              <a:ext cx="317162" cy="3970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42242" y="4549197"/>
              <a:ext cx="317162" cy="67010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559405" y="4474741"/>
              <a:ext cx="317162" cy="7445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876568" y="3928728"/>
              <a:ext cx="317162" cy="12905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93730" y="3060072"/>
              <a:ext cx="317162" cy="21592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510893" y="2836704"/>
              <a:ext cx="317162" cy="23825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28055" y="1893591"/>
              <a:ext cx="317162" cy="3325711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5218" y="1819135"/>
              <a:ext cx="317162" cy="340016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462381" y="1719860"/>
              <a:ext cx="317162" cy="349944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779543" y="2191416"/>
              <a:ext cx="317162" cy="302788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096706" y="2712610"/>
              <a:ext cx="317162" cy="25066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13868" y="3457172"/>
              <a:ext cx="317162" cy="17621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731031" y="3680541"/>
              <a:ext cx="317162" cy="15387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048193" y="4201734"/>
              <a:ext cx="317162" cy="10175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365356" y="4400284"/>
              <a:ext cx="317162" cy="81901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682519" y="4772566"/>
              <a:ext cx="317162" cy="44673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999681" y="5020753"/>
              <a:ext cx="317162" cy="19854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316844" y="4995934"/>
              <a:ext cx="317162" cy="2233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634006" y="5120028"/>
              <a:ext cx="317162" cy="992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7951169" y="5095209"/>
              <a:ext cx="317162" cy="1240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14521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393831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269737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4315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47747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11180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4612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38045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01477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698802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302037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936362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57068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20501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83933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47366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0" name="tx60"/>
            <p:cNvSpPr/>
            <p:nvPr/>
          </p:nvSpPr>
          <p:spPr>
            <a:xfrm rot="-5400000">
              <a:off x="-125818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941876" y="1367948"/>
              <a:ext cx="37694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OncoGFR 1200, N = 1,200 · median -4.3% (IQR -15.6 to 7.4) · 5-point bins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941876" y="1166869"/>
              <a:ext cx="3082076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the eGFR % difference — count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5219303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325828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432353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538879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645404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167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5113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9059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300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69526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10899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484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38791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27381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6668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0630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4577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5852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231402" y="5144847"/>
              <a:ext cx="319731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551134" y="5144847"/>
              <a:ext cx="319731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70866" y="4822203"/>
              <a:ext cx="319731" cy="3970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90598" y="4549197"/>
              <a:ext cx="319731" cy="67010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0330" y="4474741"/>
              <a:ext cx="319731" cy="7445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830062" y="3928728"/>
              <a:ext cx="319731" cy="12905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149794" y="3060072"/>
              <a:ext cx="319731" cy="21592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469526" y="2836704"/>
              <a:ext cx="319731" cy="23825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789258" y="1893591"/>
              <a:ext cx="319731" cy="3325711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108990" y="1819135"/>
              <a:ext cx="319731" cy="340016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428722" y="1719860"/>
              <a:ext cx="319731" cy="349944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748454" y="2191416"/>
              <a:ext cx="319731" cy="302788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068185" y="2712610"/>
              <a:ext cx="319731" cy="25066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387917" y="3457172"/>
              <a:ext cx="319731" cy="17621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07649" y="3680541"/>
              <a:ext cx="319731" cy="15387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027381" y="4201734"/>
              <a:ext cx="319731" cy="10175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347113" y="4400284"/>
              <a:ext cx="319731" cy="81901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666845" y="4772566"/>
              <a:ext cx="319731" cy="44673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986577" y="5020753"/>
              <a:ext cx="319731" cy="19854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7306309" y="4995934"/>
              <a:ext cx="319731" cy="2233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7626041" y="5120028"/>
              <a:ext cx="319731" cy="992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945773" y="5095209"/>
              <a:ext cx="319731" cy="1240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10899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754887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42857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339230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4887" y="249882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708" y="16053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123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42069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06015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69962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33908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97855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667712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27608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91555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5550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19447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833942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47340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12677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4" name="tx64"/>
            <p:cNvSpPr/>
            <p:nvPr/>
          </p:nvSpPr>
          <p:spPr>
            <a:xfrm rot="-5400000">
              <a:off x="223619" y="341947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79697" y="1367948"/>
              <a:ext cx="37694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OncoGFR 1200, N = 1,200 · median -4.3% (IQR -15.6 to 7.4) · 5-point bins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79697" y="1166869"/>
              <a:ext cx="347033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the eGFR % difference — % of cohort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2026-09-08T14:40:14Z</dcterms:modified>
  <cp:category/>
</cp:coreProperties>
</file>