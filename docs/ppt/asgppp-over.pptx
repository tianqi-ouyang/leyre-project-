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343729"/>
              <a:ext cx="490763" cy="75231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160237"/>
              <a:ext cx="490763" cy="935808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105189"/>
              <a:ext cx="490763" cy="9908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3224428"/>
              <a:ext cx="490763" cy="1871617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2417064"/>
              <a:ext cx="490763" cy="2678982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484690"/>
              <a:ext cx="490763" cy="6113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414149"/>
              <a:ext cx="490763" cy="681897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367121"/>
              <a:ext cx="490763" cy="728924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3544142"/>
              <a:ext cx="490763" cy="1551904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2979813"/>
              <a:ext cx="490763" cy="2116233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419052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(N=387)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6326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(N=302)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335652" y="5596581"/>
              <a:ext cx="12962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ASG-PPP (PG-SGA)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563919"/>
              <a:ext cx="490763" cy="53212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435475"/>
              <a:ext cx="490763" cy="660571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398777"/>
              <a:ext cx="490763" cy="697269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270332"/>
              <a:ext cx="490763" cy="825713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3829951"/>
              <a:ext cx="490763" cy="1266094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602258"/>
              <a:ext cx="490763" cy="493787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531717"/>
              <a:ext cx="490763" cy="564328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508203"/>
              <a:ext cx="490763" cy="587842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4508203"/>
              <a:ext cx="490763" cy="587842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4131984"/>
              <a:ext cx="490763" cy="964061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419052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(N=387)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6326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(N=302)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335652" y="5596581"/>
              <a:ext cx="12962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ASG-PPP (PG-SGA)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930903"/>
              <a:ext cx="490763" cy="165142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894205"/>
              <a:ext cx="490763" cy="201841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857506"/>
              <a:ext cx="490763" cy="238539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729062"/>
              <a:ext cx="490763" cy="366983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4453824"/>
              <a:ext cx="490763" cy="642221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837395"/>
              <a:ext cx="490763" cy="258650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766854"/>
              <a:ext cx="490763" cy="329191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719827"/>
              <a:ext cx="490763" cy="376219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4578744"/>
              <a:ext cx="490763" cy="517301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4084957"/>
              <a:ext cx="490763" cy="1011089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419052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(N=387)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6326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(N=302)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335652" y="5596581"/>
              <a:ext cx="12962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ASG-PPP (PG-SGA)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857506"/>
              <a:ext cx="490763" cy="238539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857506"/>
              <a:ext cx="490763" cy="238539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820808"/>
              <a:ext cx="490763" cy="275237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802459"/>
              <a:ext cx="490763" cy="293587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4618967"/>
              <a:ext cx="490763" cy="477079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790368"/>
              <a:ext cx="490763" cy="305678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696313"/>
              <a:ext cx="490763" cy="399732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672799"/>
              <a:ext cx="490763" cy="42324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4555231"/>
              <a:ext cx="490763" cy="540815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4249553"/>
              <a:ext cx="490763" cy="846493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419052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(N=387)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6326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(N=302)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335652" y="5596581"/>
              <a:ext cx="12962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ASG-PPP (PG-SGA)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674014"/>
              <a:ext cx="490763" cy="422031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545570"/>
              <a:ext cx="490763" cy="550475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508872"/>
              <a:ext cx="490763" cy="587174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325380"/>
              <a:ext cx="490763" cy="77066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3884999"/>
              <a:ext cx="490763" cy="121104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672799"/>
              <a:ext cx="490763" cy="42324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602258"/>
              <a:ext cx="490763" cy="493787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578744"/>
              <a:ext cx="490763" cy="517301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4014416"/>
              <a:ext cx="490763" cy="108163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3473600"/>
              <a:ext cx="490763" cy="1622445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419052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(N=387)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6326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(N=302)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335652" y="5596581"/>
              <a:ext cx="12962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ASG-PPP (PG-SGA)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765760"/>
              <a:ext cx="490763" cy="330285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729062"/>
              <a:ext cx="490763" cy="366983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618967"/>
              <a:ext cx="490763" cy="477079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600618"/>
              <a:ext cx="490763" cy="495428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4545570"/>
              <a:ext cx="490763" cy="550475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766854"/>
              <a:ext cx="490763" cy="329191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672799"/>
              <a:ext cx="490763" cy="42324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625772"/>
              <a:ext cx="490763" cy="470274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4602258"/>
              <a:ext cx="490763" cy="493787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4367121"/>
              <a:ext cx="490763" cy="728924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419052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(N=387)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6326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(N=302)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335652" y="5596581"/>
              <a:ext cx="12962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ASG-PPP (PG-SGA)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600618"/>
              <a:ext cx="490763" cy="495428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417126"/>
              <a:ext cx="490763" cy="678920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398777"/>
              <a:ext cx="490763" cy="697269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3095984"/>
              <a:ext cx="490763" cy="2000062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2527159"/>
              <a:ext cx="490763" cy="2568887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625772"/>
              <a:ext cx="490763" cy="470274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531717"/>
              <a:ext cx="490763" cy="564328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484690"/>
              <a:ext cx="490763" cy="6113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3261977"/>
              <a:ext cx="490763" cy="1834068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2744676"/>
              <a:ext cx="490763" cy="2351370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419052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(N=387)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6326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(N=302)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335652" y="5596581"/>
              <a:ext cx="12962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ASG-PPP (PG-SGA)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729062"/>
              <a:ext cx="490763" cy="366983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637316"/>
              <a:ext cx="490763" cy="458729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527221"/>
              <a:ext cx="490763" cy="568825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453824"/>
              <a:ext cx="490763" cy="642221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4215285"/>
              <a:ext cx="490763" cy="880761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672799"/>
              <a:ext cx="490763" cy="42324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578744"/>
              <a:ext cx="490763" cy="517301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555231"/>
              <a:ext cx="490763" cy="540815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4484690"/>
              <a:ext cx="490763" cy="6113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4037929"/>
              <a:ext cx="490763" cy="105811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419052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(N=387)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6326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(N=302)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335652" y="5596581"/>
              <a:ext cx="12962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ASG-PPP (PG-SGA)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2026-10-16T10:42:18Z</dcterms:modified>
  <cp:category/>
</cp:coreProperties>
</file>