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43729"/>
              <a:ext cx="490763" cy="7523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160237"/>
              <a:ext cx="490763" cy="9358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105189"/>
              <a:ext cx="490763" cy="9908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24428"/>
              <a:ext cx="490763" cy="18716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417064"/>
              <a:ext cx="490763" cy="2678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84690"/>
              <a:ext cx="490763" cy="6113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14149"/>
              <a:ext cx="490763" cy="6818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67121"/>
              <a:ext cx="490763" cy="7289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544142"/>
              <a:ext cx="490763" cy="15519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979813"/>
              <a:ext cx="490763" cy="21162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63919"/>
              <a:ext cx="490763" cy="53212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35475"/>
              <a:ext cx="490763" cy="66057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70332"/>
              <a:ext cx="490763" cy="8257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29951"/>
              <a:ext cx="490763" cy="12660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02258"/>
              <a:ext cx="490763" cy="493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08203"/>
              <a:ext cx="490763" cy="58784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08203"/>
              <a:ext cx="490763" cy="5878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31984"/>
              <a:ext cx="490763" cy="9640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30903"/>
              <a:ext cx="490763" cy="16514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94205"/>
              <a:ext cx="490763" cy="201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53824"/>
              <a:ext cx="490763" cy="642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78744"/>
              <a:ext cx="490763" cy="5173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84957"/>
              <a:ext cx="490763" cy="101108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57506"/>
              <a:ext cx="490763" cy="23853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02459"/>
              <a:ext cx="490763" cy="2935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90368"/>
              <a:ext cx="490763" cy="3056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55231"/>
              <a:ext cx="490763" cy="54081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249553"/>
              <a:ext cx="490763" cy="8464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74014"/>
              <a:ext cx="490763" cy="4220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5570"/>
              <a:ext cx="490763" cy="5504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08872"/>
              <a:ext cx="490763" cy="5871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325380"/>
              <a:ext cx="490763" cy="77066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84999"/>
              <a:ext cx="490763" cy="1211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02258"/>
              <a:ext cx="490763" cy="4937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78744"/>
              <a:ext cx="490763" cy="51730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014416"/>
              <a:ext cx="490763" cy="10816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473600"/>
              <a:ext cx="490763" cy="1622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65760"/>
              <a:ext cx="490763" cy="33028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29062"/>
              <a:ext cx="490763" cy="3669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00618"/>
              <a:ext cx="490763" cy="4954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45570"/>
              <a:ext cx="490763" cy="5504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66854"/>
              <a:ext cx="490763" cy="3291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72799"/>
              <a:ext cx="490763" cy="4232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02258"/>
              <a:ext cx="490763" cy="493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67121"/>
              <a:ext cx="490763" cy="7289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00618"/>
              <a:ext cx="490763" cy="4954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17126"/>
              <a:ext cx="490763" cy="67892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095984"/>
              <a:ext cx="490763" cy="20000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527159"/>
              <a:ext cx="490763" cy="256888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25772"/>
              <a:ext cx="490763" cy="47027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84690"/>
              <a:ext cx="490763" cy="6113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261977"/>
              <a:ext cx="490763" cy="18340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744676"/>
              <a:ext cx="490763" cy="23513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7316"/>
              <a:ext cx="490763" cy="45872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27221"/>
              <a:ext cx="490763" cy="5688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453824"/>
              <a:ext cx="490763" cy="6422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15285"/>
              <a:ext cx="490763" cy="8807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78744"/>
              <a:ext cx="490763" cy="51730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55231"/>
              <a:ext cx="490763" cy="54081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84690"/>
              <a:ext cx="490763" cy="6113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37929"/>
              <a:ext cx="490763" cy="1058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2026-09-08T15:45:33Z</dcterms:modified>
  <cp:category/>
</cp:coreProperties>
</file>