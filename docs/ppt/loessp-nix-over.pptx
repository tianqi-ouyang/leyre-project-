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3384535"/>
              <a:ext cx="6015395" cy="1927227"/>
            </a:xfrm>
            <a:custGeom>
              <a:avLst/>
              <a:pathLst>
                <a:path w="6015395" h="1927227">
                  <a:moveTo>
                    <a:pt x="0" y="0"/>
                  </a:moveTo>
                  <a:lnTo>
                    <a:pt x="82883" y="35434"/>
                  </a:lnTo>
                  <a:lnTo>
                    <a:pt x="165766" y="69925"/>
                  </a:lnTo>
                  <a:lnTo>
                    <a:pt x="248649" y="103459"/>
                  </a:lnTo>
                  <a:lnTo>
                    <a:pt x="331532" y="136019"/>
                  </a:lnTo>
                  <a:lnTo>
                    <a:pt x="414416" y="167583"/>
                  </a:lnTo>
                  <a:lnTo>
                    <a:pt x="497299" y="198126"/>
                  </a:lnTo>
                  <a:lnTo>
                    <a:pt x="580182" y="227615"/>
                  </a:lnTo>
                  <a:lnTo>
                    <a:pt x="663065" y="256015"/>
                  </a:lnTo>
                  <a:lnTo>
                    <a:pt x="745948" y="283285"/>
                  </a:lnTo>
                  <a:lnTo>
                    <a:pt x="828832" y="309380"/>
                  </a:lnTo>
                  <a:lnTo>
                    <a:pt x="911715" y="334254"/>
                  </a:lnTo>
                  <a:lnTo>
                    <a:pt x="994598" y="357864"/>
                  </a:lnTo>
                  <a:lnTo>
                    <a:pt x="1077481" y="380177"/>
                  </a:lnTo>
                  <a:lnTo>
                    <a:pt x="1160364" y="401182"/>
                  </a:lnTo>
                  <a:lnTo>
                    <a:pt x="1243248" y="420905"/>
                  </a:lnTo>
                  <a:lnTo>
                    <a:pt x="1326131" y="439425"/>
                  </a:lnTo>
                  <a:lnTo>
                    <a:pt x="1409014" y="456890"/>
                  </a:lnTo>
                  <a:lnTo>
                    <a:pt x="1491897" y="473528"/>
                  </a:lnTo>
                  <a:lnTo>
                    <a:pt x="1574780" y="489640"/>
                  </a:lnTo>
                  <a:lnTo>
                    <a:pt x="1657664" y="505583"/>
                  </a:lnTo>
                  <a:lnTo>
                    <a:pt x="1740547" y="521733"/>
                  </a:lnTo>
                  <a:lnTo>
                    <a:pt x="1823430" y="538790"/>
                  </a:lnTo>
                  <a:lnTo>
                    <a:pt x="1906313" y="557484"/>
                  </a:lnTo>
                  <a:lnTo>
                    <a:pt x="1989196" y="577270"/>
                  </a:lnTo>
                  <a:lnTo>
                    <a:pt x="2072080" y="597524"/>
                  </a:lnTo>
                  <a:lnTo>
                    <a:pt x="2154963" y="617679"/>
                  </a:lnTo>
                  <a:lnTo>
                    <a:pt x="2237846" y="637277"/>
                  </a:lnTo>
                  <a:lnTo>
                    <a:pt x="2320729" y="656868"/>
                  </a:lnTo>
                  <a:lnTo>
                    <a:pt x="2403612" y="680439"/>
                  </a:lnTo>
                  <a:lnTo>
                    <a:pt x="2486496" y="705060"/>
                  </a:lnTo>
                  <a:lnTo>
                    <a:pt x="2569379" y="727916"/>
                  </a:lnTo>
                  <a:lnTo>
                    <a:pt x="2652262" y="748107"/>
                  </a:lnTo>
                  <a:lnTo>
                    <a:pt x="2735145" y="768032"/>
                  </a:lnTo>
                  <a:lnTo>
                    <a:pt x="2818028" y="786765"/>
                  </a:lnTo>
                  <a:lnTo>
                    <a:pt x="2900912" y="803281"/>
                  </a:lnTo>
                  <a:lnTo>
                    <a:pt x="2983795" y="819244"/>
                  </a:lnTo>
                  <a:lnTo>
                    <a:pt x="3066678" y="835249"/>
                  </a:lnTo>
                  <a:lnTo>
                    <a:pt x="3149561" y="848541"/>
                  </a:lnTo>
                  <a:lnTo>
                    <a:pt x="3232444" y="859475"/>
                  </a:lnTo>
                  <a:lnTo>
                    <a:pt x="3315328" y="871803"/>
                  </a:lnTo>
                  <a:lnTo>
                    <a:pt x="3398211" y="885531"/>
                  </a:lnTo>
                  <a:lnTo>
                    <a:pt x="3481094" y="897402"/>
                  </a:lnTo>
                  <a:lnTo>
                    <a:pt x="3563977" y="907255"/>
                  </a:lnTo>
                  <a:lnTo>
                    <a:pt x="3646860" y="916455"/>
                  </a:lnTo>
                  <a:lnTo>
                    <a:pt x="3729744" y="927374"/>
                  </a:lnTo>
                  <a:lnTo>
                    <a:pt x="3812627" y="938229"/>
                  </a:lnTo>
                  <a:lnTo>
                    <a:pt x="3895510" y="947272"/>
                  </a:lnTo>
                  <a:lnTo>
                    <a:pt x="3978393" y="954568"/>
                  </a:lnTo>
                  <a:lnTo>
                    <a:pt x="4061276" y="960426"/>
                  </a:lnTo>
                  <a:lnTo>
                    <a:pt x="4144160" y="965400"/>
                  </a:lnTo>
                  <a:lnTo>
                    <a:pt x="4227043" y="970222"/>
                  </a:lnTo>
                  <a:lnTo>
                    <a:pt x="4309926" y="975671"/>
                  </a:lnTo>
                  <a:lnTo>
                    <a:pt x="4392809" y="981594"/>
                  </a:lnTo>
                  <a:lnTo>
                    <a:pt x="4475692" y="987535"/>
                  </a:lnTo>
                  <a:lnTo>
                    <a:pt x="4558576" y="993385"/>
                  </a:lnTo>
                  <a:lnTo>
                    <a:pt x="4641459" y="998980"/>
                  </a:lnTo>
                  <a:lnTo>
                    <a:pt x="4724342" y="1004114"/>
                  </a:lnTo>
                  <a:lnTo>
                    <a:pt x="4807225" y="1008551"/>
                  </a:lnTo>
                  <a:lnTo>
                    <a:pt x="4890108" y="1012047"/>
                  </a:lnTo>
                  <a:lnTo>
                    <a:pt x="4972992" y="1014366"/>
                  </a:lnTo>
                  <a:lnTo>
                    <a:pt x="5055875" y="1015293"/>
                  </a:lnTo>
                  <a:lnTo>
                    <a:pt x="5138758" y="1014648"/>
                  </a:lnTo>
                  <a:lnTo>
                    <a:pt x="5221641" y="1012285"/>
                  </a:lnTo>
                  <a:lnTo>
                    <a:pt x="5304524" y="1008101"/>
                  </a:lnTo>
                  <a:lnTo>
                    <a:pt x="5387408" y="1002024"/>
                  </a:lnTo>
                  <a:lnTo>
                    <a:pt x="5470291" y="994016"/>
                  </a:lnTo>
                  <a:lnTo>
                    <a:pt x="5553174" y="984058"/>
                  </a:lnTo>
                  <a:lnTo>
                    <a:pt x="5636057" y="972149"/>
                  </a:lnTo>
                  <a:lnTo>
                    <a:pt x="5718940" y="958300"/>
                  </a:lnTo>
                  <a:lnTo>
                    <a:pt x="5801824" y="942526"/>
                  </a:lnTo>
                  <a:lnTo>
                    <a:pt x="5884707" y="924848"/>
                  </a:lnTo>
                  <a:lnTo>
                    <a:pt x="5967590" y="905286"/>
                  </a:lnTo>
                  <a:lnTo>
                    <a:pt x="6015395" y="892929"/>
                  </a:lnTo>
                  <a:lnTo>
                    <a:pt x="6015395" y="1927227"/>
                  </a:lnTo>
                  <a:lnTo>
                    <a:pt x="5967590" y="1895993"/>
                  </a:lnTo>
                  <a:lnTo>
                    <a:pt x="5884707" y="1844069"/>
                  </a:lnTo>
                  <a:lnTo>
                    <a:pt x="5801824" y="1794430"/>
                  </a:lnTo>
                  <a:lnTo>
                    <a:pt x="5718940" y="1747132"/>
                  </a:lnTo>
                  <a:lnTo>
                    <a:pt x="5636057" y="1702230"/>
                  </a:lnTo>
                  <a:lnTo>
                    <a:pt x="5553174" y="1659775"/>
                  </a:lnTo>
                  <a:lnTo>
                    <a:pt x="5470291" y="1619813"/>
                  </a:lnTo>
                  <a:lnTo>
                    <a:pt x="5387408" y="1582378"/>
                  </a:lnTo>
                  <a:lnTo>
                    <a:pt x="5304524" y="1547487"/>
                  </a:lnTo>
                  <a:lnTo>
                    <a:pt x="5221641" y="1515136"/>
                  </a:lnTo>
                  <a:lnTo>
                    <a:pt x="5138758" y="1485289"/>
                  </a:lnTo>
                  <a:lnTo>
                    <a:pt x="5055875" y="1457878"/>
                  </a:lnTo>
                  <a:lnTo>
                    <a:pt x="4972992" y="1432792"/>
                  </a:lnTo>
                  <a:lnTo>
                    <a:pt x="4890108" y="1409887"/>
                  </a:lnTo>
                  <a:lnTo>
                    <a:pt x="4807225" y="1388982"/>
                  </a:lnTo>
                  <a:lnTo>
                    <a:pt x="4724342" y="1369876"/>
                  </a:lnTo>
                  <a:lnTo>
                    <a:pt x="4641459" y="1352361"/>
                  </a:lnTo>
                  <a:lnTo>
                    <a:pt x="4558576" y="1336237"/>
                  </a:lnTo>
                  <a:lnTo>
                    <a:pt x="4475692" y="1321332"/>
                  </a:lnTo>
                  <a:lnTo>
                    <a:pt x="4392809" y="1307517"/>
                  </a:lnTo>
                  <a:lnTo>
                    <a:pt x="4309926" y="1294720"/>
                  </a:lnTo>
                  <a:lnTo>
                    <a:pt x="4227043" y="1282750"/>
                  </a:lnTo>
                  <a:lnTo>
                    <a:pt x="4144160" y="1271295"/>
                  </a:lnTo>
                  <a:lnTo>
                    <a:pt x="4061276" y="1260296"/>
                  </a:lnTo>
                  <a:lnTo>
                    <a:pt x="3978393" y="1249642"/>
                  </a:lnTo>
                  <a:lnTo>
                    <a:pt x="3895510" y="1239044"/>
                  </a:lnTo>
                  <a:lnTo>
                    <a:pt x="3812627" y="1227970"/>
                  </a:lnTo>
                  <a:lnTo>
                    <a:pt x="3729744" y="1215642"/>
                  </a:lnTo>
                  <a:lnTo>
                    <a:pt x="3646860" y="1201733"/>
                  </a:lnTo>
                  <a:lnTo>
                    <a:pt x="3563977" y="1187658"/>
                  </a:lnTo>
                  <a:lnTo>
                    <a:pt x="3481094" y="1174403"/>
                  </a:lnTo>
                  <a:lnTo>
                    <a:pt x="3398211" y="1161827"/>
                  </a:lnTo>
                  <a:lnTo>
                    <a:pt x="3315328" y="1148266"/>
                  </a:lnTo>
                  <a:lnTo>
                    <a:pt x="3232444" y="1132756"/>
                  </a:lnTo>
                  <a:lnTo>
                    <a:pt x="3149561" y="1117860"/>
                  </a:lnTo>
                  <a:lnTo>
                    <a:pt x="3066678" y="1104300"/>
                  </a:lnTo>
                  <a:lnTo>
                    <a:pt x="2983795" y="1089375"/>
                  </a:lnTo>
                  <a:lnTo>
                    <a:pt x="2900912" y="1071275"/>
                  </a:lnTo>
                  <a:lnTo>
                    <a:pt x="2818028" y="1052943"/>
                  </a:lnTo>
                  <a:lnTo>
                    <a:pt x="2735145" y="1035777"/>
                  </a:lnTo>
                  <a:lnTo>
                    <a:pt x="2652262" y="1018489"/>
                  </a:lnTo>
                  <a:lnTo>
                    <a:pt x="2569379" y="997878"/>
                  </a:lnTo>
                  <a:lnTo>
                    <a:pt x="2486496" y="974377"/>
                  </a:lnTo>
                  <a:lnTo>
                    <a:pt x="2403612" y="951573"/>
                  </a:lnTo>
                  <a:lnTo>
                    <a:pt x="2320729" y="931317"/>
                  </a:lnTo>
                  <a:lnTo>
                    <a:pt x="2237846" y="913591"/>
                  </a:lnTo>
                  <a:lnTo>
                    <a:pt x="2154963" y="895850"/>
                  </a:lnTo>
                  <a:lnTo>
                    <a:pt x="2072080" y="878439"/>
                  </a:lnTo>
                  <a:lnTo>
                    <a:pt x="1989196" y="862099"/>
                  </a:lnTo>
                  <a:lnTo>
                    <a:pt x="1906313" y="847461"/>
                  </a:lnTo>
                  <a:lnTo>
                    <a:pt x="1823430" y="835103"/>
                  </a:lnTo>
                  <a:lnTo>
                    <a:pt x="1740547" y="825613"/>
                  </a:lnTo>
                  <a:lnTo>
                    <a:pt x="1657664" y="819195"/>
                  </a:lnTo>
                  <a:lnTo>
                    <a:pt x="1574780" y="816047"/>
                  </a:lnTo>
                  <a:lnTo>
                    <a:pt x="1491897" y="816500"/>
                  </a:lnTo>
                  <a:lnTo>
                    <a:pt x="1409014" y="820863"/>
                  </a:lnTo>
                  <a:lnTo>
                    <a:pt x="1326131" y="829391"/>
                  </a:lnTo>
                  <a:lnTo>
                    <a:pt x="1243248" y="842266"/>
                  </a:lnTo>
                  <a:lnTo>
                    <a:pt x="1160364" y="859588"/>
                  </a:lnTo>
                  <a:lnTo>
                    <a:pt x="1077481" y="881390"/>
                  </a:lnTo>
                  <a:lnTo>
                    <a:pt x="994598" y="907652"/>
                  </a:lnTo>
                  <a:lnTo>
                    <a:pt x="911715" y="938315"/>
                  </a:lnTo>
                  <a:lnTo>
                    <a:pt x="828832" y="973300"/>
                  </a:lnTo>
                  <a:lnTo>
                    <a:pt x="745948" y="1012517"/>
                  </a:lnTo>
                  <a:lnTo>
                    <a:pt x="663065" y="1055873"/>
                  </a:lnTo>
                  <a:lnTo>
                    <a:pt x="580182" y="1103278"/>
                  </a:lnTo>
                  <a:lnTo>
                    <a:pt x="497299" y="1154642"/>
                  </a:lnTo>
                  <a:lnTo>
                    <a:pt x="414416" y="1209884"/>
                  </a:lnTo>
                  <a:lnTo>
                    <a:pt x="331532" y="1268926"/>
                  </a:lnTo>
                  <a:lnTo>
                    <a:pt x="248649" y="1331695"/>
                  </a:lnTo>
                  <a:lnTo>
                    <a:pt x="165766" y="1398123"/>
                  </a:lnTo>
                  <a:lnTo>
                    <a:pt x="82883" y="1468145"/>
                  </a:lnTo>
                  <a:lnTo>
                    <a:pt x="0" y="154170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72465" y="3384535"/>
              <a:ext cx="6015395" cy="1015293"/>
            </a:xfrm>
            <a:custGeom>
              <a:avLst/>
              <a:pathLst>
                <a:path w="6015395" h="1015293">
                  <a:moveTo>
                    <a:pt x="0" y="0"/>
                  </a:moveTo>
                  <a:lnTo>
                    <a:pt x="82883" y="35434"/>
                  </a:lnTo>
                  <a:lnTo>
                    <a:pt x="165766" y="69925"/>
                  </a:lnTo>
                  <a:lnTo>
                    <a:pt x="248649" y="103459"/>
                  </a:lnTo>
                  <a:lnTo>
                    <a:pt x="331532" y="136019"/>
                  </a:lnTo>
                  <a:lnTo>
                    <a:pt x="414416" y="167583"/>
                  </a:lnTo>
                  <a:lnTo>
                    <a:pt x="497299" y="198126"/>
                  </a:lnTo>
                  <a:lnTo>
                    <a:pt x="580182" y="227615"/>
                  </a:lnTo>
                  <a:lnTo>
                    <a:pt x="663065" y="256015"/>
                  </a:lnTo>
                  <a:lnTo>
                    <a:pt x="745948" y="283285"/>
                  </a:lnTo>
                  <a:lnTo>
                    <a:pt x="828832" y="309380"/>
                  </a:lnTo>
                  <a:lnTo>
                    <a:pt x="911715" y="334254"/>
                  </a:lnTo>
                  <a:lnTo>
                    <a:pt x="994598" y="357864"/>
                  </a:lnTo>
                  <a:lnTo>
                    <a:pt x="1077481" y="380177"/>
                  </a:lnTo>
                  <a:lnTo>
                    <a:pt x="1160364" y="401182"/>
                  </a:lnTo>
                  <a:lnTo>
                    <a:pt x="1243248" y="420905"/>
                  </a:lnTo>
                  <a:lnTo>
                    <a:pt x="1326131" y="439425"/>
                  </a:lnTo>
                  <a:lnTo>
                    <a:pt x="1409014" y="456890"/>
                  </a:lnTo>
                  <a:lnTo>
                    <a:pt x="1491897" y="473528"/>
                  </a:lnTo>
                  <a:lnTo>
                    <a:pt x="1574780" y="489640"/>
                  </a:lnTo>
                  <a:lnTo>
                    <a:pt x="1657664" y="505583"/>
                  </a:lnTo>
                  <a:lnTo>
                    <a:pt x="1740547" y="521733"/>
                  </a:lnTo>
                  <a:lnTo>
                    <a:pt x="1823430" y="538790"/>
                  </a:lnTo>
                  <a:lnTo>
                    <a:pt x="1906313" y="557484"/>
                  </a:lnTo>
                  <a:lnTo>
                    <a:pt x="1989196" y="577270"/>
                  </a:lnTo>
                  <a:lnTo>
                    <a:pt x="2072080" y="597524"/>
                  </a:lnTo>
                  <a:lnTo>
                    <a:pt x="2154963" y="617679"/>
                  </a:lnTo>
                  <a:lnTo>
                    <a:pt x="2237846" y="637277"/>
                  </a:lnTo>
                  <a:lnTo>
                    <a:pt x="2320729" y="656868"/>
                  </a:lnTo>
                  <a:lnTo>
                    <a:pt x="2403612" y="680439"/>
                  </a:lnTo>
                  <a:lnTo>
                    <a:pt x="2486496" y="705060"/>
                  </a:lnTo>
                  <a:lnTo>
                    <a:pt x="2569379" y="727916"/>
                  </a:lnTo>
                  <a:lnTo>
                    <a:pt x="2652262" y="748107"/>
                  </a:lnTo>
                  <a:lnTo>
                    <a:pt x="2735145" y="768032"/>
                  </a:lnTo>
                  <a:lnTo>
                    <a:pt x="2818028" y="786765"/>
                  </a:lnTo>
                  <a:lnTo>
                    <a:pt x="2900912" y="803281"/>
                  </a:lnTo>
                  <a:lnTo>
                    <a:pt x="2983795" y="819244"/>
                  </a:lnTo>
                  <a:lnTo>
                    <a:pt x="3066678" y="835249"/>
                  </a:lnTo>
                  <a:lnTo>
                    <a:pt x="3149561" y="848541"/>
                  </a:lnTo>
                  <a:lnTo>
                    <a:pt x="3232444" y="859475"/>
                  </a:lnTo>
                  <a:lnTo>
                    <a:pt x="3315328" y="871803"/>
                  </a:lnTo>
                  <a:lnTo>
                    <a:pt x="3398211" y="885531"/>
                  </a:lnTo>
                  <a:lnTo>
                    <a:pt x="3481094" y="897402"/>
                  </a:lnTo>
                  <a:lnTo>
                    <a:pt x="3563977" y="907255"/>
                  </a:lnTo>
                  <a:lnTo>
                    <a:pt x="3646860" y="916455"/>
                  </a:lnTo>
                  <a:lnTo>
                    <a:pt x="3729744" y="927374"/>
                  </a:lnTo>
                  <a:lnTo>
                    <a:pt x="3812627" y="938229"/>
                  </a:lnTo>
                  <a:lnTo>
                    <a:pt x="3895510" y="947272"/>
                  </a:lnTo>
                  <a:lnTo>
                    <a:pt x="3978393" y="954568"/>
                  </a:lnTo>
                  <a:lnTo>
                    <a:pt x="4061276" y="960426"/>
                  </a:lnTo>
                  <a:lnTo>
                    <a:pt x="4144160" y="965400"/>
                  </a:lnTo>
                  <a:lnTo>
                    <a:pt x="4227043" y="970222"/>
                  </a:lnTo>
                  <a:lnTo>
                    <a:pt x="4309926" y="975671"/>
                  </a:lnTo>
                  <a:lnTo>
                    <a:pt x="4392809" y="981594"/>
                  </a:lnTo>
                  <a:lnTo>
                    <a:pt x="4475692" y="987535"/>
                  </a:lnTo>
                  <a:lnTo>
                    <a:pt x="4558576" y="993385"/>
                  </a:lnTo>
                  <a:lnTo>
                    <a:pt x="4641459" y="998980"/>
                  </a:lnTo>
                  <a:lnTo>
                    <a:pt x="4724342" y="1004114"/>
                  </a:lnTo>
                  <a:lnTo>
                    <a:pt x="4807225" y="1008551"/>
                  </a:lnTo>
                  <a:lnTo>
                    <a:pt x="4890108" y="1012047"/>
                  </a:lnTo>
                  <a:lnTo>
                    <a:pt x="4972992" y="1014366"/>
                  </a:lnTo>
                  <a:lnTo>
                    <a:pt x="5055875" y="1015293"/>
                  </a:lnTo>
                  <a:lnTo>
                    <a:pt x="5138758" y="1014648"/>
                  </a:lnTo>
                  <a:lnTo>
                    <a:pt x="5221641" y="1012285"/>
                  </a:lnTo>
                  <a:lnTo>
                    <a:pt x="5304524" y="1008101"/>
                  </a:lnTo>
                  <a:lnTo>
                    <a:pt x="5387408" y="1002024"/>
                  </a:lnTo>
                  <a:lnTo>
                    <a:pt x="5470291" y="994016"/>
                  </a:lnTo>
                  <a:lnTo>
                    <a:pt x="5553174" y="984058"/>
                  </a:lnTo>
                  <a:lnTo>
                    <a:pt x="5636057" y="972149"/>
                  </a:lnTo>
                  <a:lnTo>
                    <a:pt x="5718940" y="958300"/>
                  </a:lnTo>
                  <a:lnTo>
                    <a:pt x="5801824" y="942526"/>
                  </a:lnTo>
                  <a:lnTo>
                    <a:pt x="5884707" y="924848"/>
                  </a:lnTo>
                  <a:lnTo>
                    <a:pt x="5967590" y="905286"/>
                  </a:lnTo>
                  <a:lnTo>
                    <a:pt x="6015395" y="8929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72465" y="4200582"/>
              <a:ext cx="6015395" cy="1111180"/>
            </a:xfrm>
            <a:custGeom>
              <a:avLst/>
              <a:pathLst>
                <a:path w="6015395" h="1111180">
                  <a:moveTo>
                    <a:pt x="6015395" y="1111180"/>
                  </a:moveTo>
                  <a:lnTo>
                    <a:pt x="5967590" y="1079946"/>
                  </a:lnTo>
                  <a:lnTo>
                    <a:pt x="5884707" y="1028022"/>
                  </a:lnTo>
                  <a:lnTo>
                    <a:pt x="5801824" y="978383"/>
                  </a:lnTo>
                  <a:lnTo>
                    <a:pt x="5718940" y="931085"/>
                  </a:lnTo>
                  <a:lnTo>
                    <a:pt x="5636057" y="886183"/>
                  </a:lnTo>
                  <a:lnTo>
                    <a:pt x="5553174" y="843728"/>
                  </a:lnTo>
                  <a:lnTo>
                    <a:pt x="5470291" y="803766"/>
                  </a:lnTo>
                  <a:lnTo>
                    <a:pt x="5387408" y="766331"/>
                  </a:lnTo>
                  <a:lnTo>
                    <a:pt x="5304524" y="731440"/>
                  </a:lnTo>
                  <a:lnTo>
                    <a:pt x="5221641" y="699089"/>
                  </a:lnTo>
                  <a:lnTo>
                    <a:pt x="5138758" y="669242"/>
                  </a:lnTo>
                  <a:lnTo>
                    <a:pt x="5055875" y="641830"/>
                  </a:lnTo>
                  <a:lnTo>
                    <a:pt x="4972992" y="616745"/>
                  </a:lnTo>
                  <a:lnTo>
                    <a:pt x="4890108" y="593839"/>
                  </a:lnTo>
                  <a:lnTo>
                    <a:pt x="4807225" y="572934"/>
                  </a:lnTo>
                  <a:lnTo>
                    <a:pt x="4724342" y="553829"/>
                  </a:lnTo>
                  <a:lnTo>
                    <a:pt x="4641459" y="536314"/>
                  </a:lnTo>
                  <a:lnTo>
                    <a:pt x="4558576" y="520190"/>
                  </a:lnTo>
                  <a:lnTo>
                    <a:pt x="4475692" y="505285"/>
                  </a:lnTo>
                  <a:lnTo>
                    <a:pt x="4392809" y="491470"/>
                  </a:lnTo>
                  <a:lnTo>
                    <a:pt x="4309926" y="478672"/>
                  </a:lnTo>
                  <a:lnTo>
                    <a:pt x="4227043" y="466703"/>
                  </a:lnTo>
                  <a:lnTo>
                    <a:pt x="4144160" y="455247"/>
                  </a:lnTo>
                  <a:lnTo>
                    <a:pt x="4061276" y="444249"/>
                  </a:lnTo>
                  <a:lnTo>
                    <a:pt x="3978393" y="433594"/>
                  </a:lnTo>
                  <a:lnTo>
                    <a:pt x="3895510" y="422997"/>
                  </a:lnTo>
                  <a:lnTo>
                    <a:pt x="3812627" y="411923"/>
                  </a:lnTo>
                  <a:lnTo>
                    <a:pt x="3729744" y="399595"/>
                  </a:lnTo>
                  <a:lnTo>
                    <a:pt x="3646860" y="385686"/>
                  </a:lnTo>
                  <a:lnTo>
                    <a:pt x="3563977" y="371611"/>
                  </a:lnTo>
                  <a:lnTo>
                    <a:pt x="3481094" y="358356"/>
                  </a:lnTo>
                  <a:lnTo>
                    <a:pt x="3398211" y="345779"/>
                  </a:lnTo>
                  <a:lnTo>
                    <a:pt x="3315328" y="332219"/>
                  </a:lnTo>
                  <a:lnTo>
                    <a:pt x="3232444" y="316709"/>
                  </a:lnTo>
                  <a:lnTo>
                    <a:pt x="3149561" y="301813"/>
                  </a:lnTo>
                  <a:lnTo>
                    <a:pt x="3066678" y="288252"/>
                  </a:lnTo>
                  <a:lnTo>
                    <a:pt x="2983795" y="273328"/>
                  </a:lnTo>
                  <a:lnTo>
                    <a:pt x="2900912" y="255228"/>
                  </a:lnTo>
                  <a:lnTo>
                    <a:pt x="2818028" y="236896"/>
                  </a:lnTo>
                  <a:lnTo>
                    <a:pt x="2735145" y="219730"/>
                  </a:lnTo>
                  <a:lnTo>
                    <a:pt x="2652262" y="202442"/>
                  </a:lnTo>
                  <a:lnTo>
                    <a:pt x="2569379" y="181831"/>
                  </a:lnTo>
                  <a:lnTo>
                    <a:pt x="2486496" y="158330"/>
                  </a:lnTo>
                  <a:lnTo>
                    <a:pt x="2403612" y="135526"/>
                  </a:lnTo>
                  <a:lnTo>
                    <a:pt x="2320729" y="115269"/>
                  </a:lnTo>
                  <a:lnTo>
                    <a:pt x="2237846" y="97543"/>
                  </a:lnTo>
                  <a:lnTo>
                    <a:pt x="2154963" y="79803"/>
                  </a:lnTo>
                  <a:lnTo>
                    <a:pt x="2072080" y="62392"/>
                  </a:lnTo>
                  <a:lnTo>
                    <a:pt x="1989196" y="46051"/>
                  </a:lnTo>
                  <a:lnTo>
                    <a:pt x="1906313" y="31414"/>
                  </a:lnTo>
                  <a:lnTo>
                    <a:pt x="1823430" y="19055"/>
                  </a:lnTo>
                  <a:lnTo>
                    <a:pt x="1740547" y="9566"/>
                  </a:lnTo>
                  <a:lnTo>
                    <a:pt x="1657664" y="3147"/>
                  </a:lnTo>
                  <a:lnTo>
                    <a:pt x="1574780" y="0"/>
                  </a:lnTo>
                  <a:lnTo>
                    <a:pt x="1491897" y="452"/>
                  </a:lnTo>
                  <a:lnTo>
                    <a:pt x="1409014" y="4816"/>
                  </a:lnTo>
                  <a:lnTo>
                    <a:pt x="1326131" y="13344"/>
                  </a:lnTo>
                  <a:lnTo>
                    <a:pt x="1243248" y="26219"/>
                  </a:lnTo>
                  <a:lnTo>
                    <a:pt x="1160364" y="43541"/>
                  </a:lnTo>
                  <a:lnTo>
                    <a:pt x="1077481" y="65343"/>
                  </a:lnTo>
                  <a:lnTo>
                    <a:pt x="994598" y="91605"/>
                  </a:lnTo>
                  <a:lnTo>
                    <a:pt x="911715" y="122268"/>
                  </a:lnTo>
                  <a:lnTo>
                    <a:pt x="828832" y="157253"/>
                  </a:lnTo>
                  <a:lnTo>
                    <a:pt x="745948" y="196470"/>
                  </a:lnTo>
                  <a:lnTo>
                    <a:pt x="663065" y="239826"/>
                  </a:lnTo>
                  <a:lnTo>
                    <a:pt x="580182" y="287230"/>
                  </a:lnTo>
                  <a:lnTo>
                    <a:pt x="497299" y="338595"/>
                  </a:lnTo>
                  <a:lnTo>
                    <a:pt x="414416" y="393837"/>
                  </a:lnTo>
                  <a:lnTo>
                    <a:pt x="331532" y="452879"/>
                  </a:lnTo>
                  <a:lnTo>
                    <a:pt x="248649" y="515648"/>
                  </a:lnTo>
                  <a:lnTo>
                    <a:pt x="165766" y="582075"/>
                  </a:lnTo>
                  <a:lnTo>
                    <a:pt x="82883" y="652098"/>
                  </a:lnTo>
                  <a:lnTo>
                    <a:pt x="0" y="7256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2465" y="4014920"/>
              <a:ext cx="6015395" cy="779692"/>
            </a:xfrm>
            <a:custGeom>
              <a:avLst/>
              <a:pathLst>
                <a:path w="6015395" h="779692">
                  <a:moveTo>
                    <a:pt x="0" y="140465"/>
                  </a:moveTo>
                  <a:lnTo>
                    <a:pt x="82883" y="121404"/>
                  </a:lnTo>
                  <a:lnTo>
                    <a:pt x="165766" y="103638"/>
                  </a:lnTo>
                  <a:lnTo>
                    <a:pt x="248649" y="87191"/>
                  </a:lnTo>
                  <a:lnTo>
                    <a:pt x="331532" y="72087"/>
                  </a:lnTo>
                  <a:lnTo>
                    <a:pt x="414416" y="58348"/>
                  </a:lnTo>
                  <a:lnTo>
                    <a:pt x="497299" y="45998"/>
                  </a:lnTo>
                  <a:lnTo>
                    <a:pt x="580182" y="35061"/>
                  </a:lnTo>
                  <a:lnTo>
                    <a:pt x="663065" y="25558"/>
                  </a:lnTo>
                  <a:lnTo>
                    <a:pt x="745948" y="17515"/>
                  </a:lnTo>
                  <a:lnTo>
                    <a:pt x="828832" y="10954"/>
                  </a:lnTo>
                  <a:lnTo>
                    <a:pt x="911715" y="5899"/>
                  </a:lnTo>
                  <a:lnTo>
                    <a:pt x="994598" y="2372"/>
                  </a:lnTo>
                  <a:lnTo>
                    <a:pt x="1077481" y="398"/>
                  </a:lnTo>
                  <a:lnTo>
                    <a:pt x="1160364" y="0"/>
                  </a:lnTo>
                  <a:lnTo>
                    <a:pt x="1243248" y="1200"/>
                  </a:lnTo>
                  <a:lnTo>
                    <a:pt x="1326131" y="4023"/>
                  </a:lnTo>
                  <a:lnTo>
                    <a:pt x="1409014" y="8491"/>
                  </a:lnTo>
                  <a:lnTo>
                    <a:pt x="1491897" y="14628"/>
                  </a:lnTo>
                  <a:lnTo>
                    <a:pt x="1574780" y="22458"/>
                  </a:lnTo>
                  <a:lnTo>
                    <a:pt x="1657664" y="32003"/>
                  </a:lnTo>
                  <a:lnTo>
                    <a:pt x="1740547" y="43287"/>
                  </a:lnTo>
                  <a:lnTo>
                    <a:pt x="1823430" y="56561"/>
                  </a:lnTo>
                  <a:lnTo>
                    <a:pt x="1906313" y="72087"/>
                  </a:lnTo>
                  <a:lnTo>
                    <a:pt x="1989196" y="89299"/>
                  </a:lnTo>
                  <a:lnTo>
                    <a:pt x="2072080" y="107596"/>
                  </a:lnTo>
                  <a:lnTo>
                    <a:pt x="2154963" y="126379"/>
                  </a:lnTo>
                  <a:lnTo>
                    <a:pt x="2237846" y="145048"/>
                  </a:lnTo>
                  <a:lnTo>
                    <a:pt x="2320729" y="163706"/>
                  </a:lnTo>
                  <a:lnTo>
                    <a:pt x="2403612" y="185620"/>
                  </a:lnTo>
                  <a:lnTo>
                    <a:pt x="2486496" y="209333"/>
                  </a:lnTo>
                  <a:lnTo>
                    <a:pt x="2569379" y="232511"/>
                  </a:lnTo>
                  <a:lnTo>
                    <a:pt x="2652262" y="252912"/>
                  </a:lnTo>
                  <a:lnTo>
                    <a:pt x="2735145" y="271519"/>
                  </a:lnTo>
                  <a:lnTo>
                    <a:pt x="2818028" y="289468"/>
                  </a:lnTo>
                  <a:lnTo>
                    <a:pt x="2900912" y="306892"/>
                  </a:lnTo>
                  <a:lnTo>
                    <a:pt x="2983795" y="323924"/>
                  </a:lnTo>
                  <a:lnTo>
                    <a:pt x="3066678" y="339389"/>
                  </a:lnTo>
                  <a:lnTo>
                    <a:pt x="3149561" y="352815"/>
                  </a:lnTo>
                  <a:lnTo>
                    <a:pt x="3232444" y="365730"/>
                  </a:lnTo>
                  <a:lnTo>
                    <a:pt x="3315328" y="379649"/>
                  </a:lnTo>
                  <a:lnTo>
                    <a:pt x="3398211" y="393293"/>
                  </a:lnTo>
                  <a:lnTo>
                    <a:pt x="3481094" y="405517"/>
                  </a:lnTo>
                  <a:lnTo>
                    <a:pt x="3563977" y="417071"/>
                  </a:lnTo>
                  <a:lnTo>
                    <a:pt x="3646860" y="428708"/>
                  </a:lnTo>
                  <a:lnTo>
                    <a:pt x="3729744" y="441123"/>
                  </a:lnTo>
                  <a:lnTo>
                    <a:pt x="3812627" y="452714"/>
                  </a:lnTo>
                  <a:lnTo>
                    <a:pt x="3895510" y="462772"/>
                  </a:lnTo>
                  <a:lnTo>
                    <a:pt x="3978393" y="471719"/>
                  </a:lnTo>
                  <a:lnTo>
                    <a:pt x="4061276" y="479975"/>
                  </a:lnTo>
                  <a:lnTo>
                    <a:pt x="4144160" y="487962"/>
                  </a:lnTo>
                  <a:lnTo>
                    <a:pt x="4227043" y="496100"/>
                  </a:lnTo>
                  <a:lnTo>
                    <a:pt x="4309926" y="504810"/>
                  </a:lnTo>
                  <a:lnTo>
                    <a:pt x="4392809" y="514170"/>
                  </a:lnTo>
                  <a:lnTo>
                    <a:pt x="4475692" y="524048"/>
                  </a:lnTo>
                  <a:lnTo>
                    <a:pt x="4558576" y="534425"/>
                  </a:lnTo>
                  <a:lnTo>
                    <a:pt x="4641459" y="545285"/>
                  </a:lnTo>
                  <a:lnTo>
                    <a:pt x="4724342" y="556609"/>
                  </a:lnTo>
                  <a:lnTo>
                    <a:pt x="4807225" y="568380"/>
                  </a:lnTo>
                  <a:lnTo>
                    <a:pt x="4890108" y="580581"/>
                  </a:lnTo>
                  <a:lnTo>
                    <a:pt x="4972992" y="593193"/>
                  </a:lnTo>
                  <a:lnTo>
                    <a:pt x="5055875" y="606200"/>
                  </a:lnTo>
                  <a:lnTo>
                    <a:pt x="5138758" y="619583"/>
                  </a:lnTo>
                  <a:lnTo>
                    <a:pt x="5221641" y="633325"/>
                  </a:lnTo>
                  <a:lnTo>
                    <a:pt x="5304524" y="647408"/>
                  </a:lnTo>
                  <a:lnTo>
                    <a:pt x="5387408" y="661816"/>
                  </a:lnTo>
                  <a:lnTo>
                    <a:pt x="5470291" y="676529"/>
                  </a:lnTo>
                  <a:lnTo>
                    <a:pt x="5553174" y="691531"/>
                  </a:lnTo>
                  <a:lnTo>
                    <a:pt x="5636057" y="706804"/>
                  </a:lnTo>
                  <a:lnTo>
                    <a:pt x="5718940" y="722330"/>
                  </a:lnTo>
                  <a:lnTo>
                    <a:pt x="5801824" y="738092"/>
                  </a:lnTo>
                  <a:lnTo>
                    <a:pt x="5884707" y="754073"/>
                  </a:lnTo>
                  <a:lnTo>
                    <a:pt x="5967590" y="770254"/>
                  </a:lnTo>
                  <a:lnTo>
                    <a:pt x="6015395" y="77969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2897439"/>
              <a:ext cx="6015395" cy="1938108"/>
            </a:xfrm>
            <a:custGeom>
              <a:avLst/>
              <a:pathLst>
                <a:path w="6015395" h="1938108">
                  <a:moveTo>
                    <a:pt x="0" y="0"/>
                  </a:moveTo>
                  <a:lnTo>
                    <a:pt x="82883" y="35031"/>
                  </a:lnTo>
                  <a:lnTo>
                    <a:pt x="165766" y="69294"/>
                  </a:lnTo>
                  <a:lnTo>
                    <a:pt x="248649" y="102755"/>
                  </a:lnTo>
                  <a:lnTo>
                    <a:pt x="331532" y="135378"/>
                  </a:lnTo>
                  <a:lnTo>
                    <a:pt x="414416" y="167122"/>
                  </a:lnTo>
                  <a:lnTo>
                    <a:pt x="497299" y="197942"/>
                  </a:lnTo>
                  <a:lnTo>
                    <a:pt x="580182" y="227784"/>
                  </a:lnTo>
                  <a:lnTo>
                    <a:pt x="663065" y="256593"/>
                  </a:lnTo>
                  <a:lnTo>
                    <a:pt x="745948" y="284305"/>
                  </a:lnTo>
                  <a:lnTo>
                    <a:pt x="828832" y="310853"/>
                  </a:lnTo>
                  <a:lnTo>
                    <a:pt x="911715" y="336170"/>
                  </a:lnTo>
                  <a:lnTo>
                    <a:pt x="994598" y="360190"/>
                  </a:lnTo>
                  <a:lnTo>
                    <a:pt x="1077481" y="382859"/>
                  </a:lnTo>
                  <a:lnTo>
                    <a:pt x="1160364" y="404149"/>
                  </a:lnTo>
                  <a:lnTo>
                    <a:pt x="1243248" y="424070"/>
                  </a:lnTo>
                  <a:lnTo>
                    <a:pt x="1326131" y="442693"/>
                  </a:lnTo>
                  <a:lnTo>
                    <a:pt x="1409014" y="460168"/>
                  </a:lnTo>
                  <a:lnTo>
                    <a:pt x="1491897" y="476728"/>
                  </a:lnTo>
                  <a:lnTo>
                    <a:pt x="1574780" y="492693"/>
                  </a:lnTo>
                  <a:lnTo>
                    <a:pt x="1657664" y="508442"/>
                  </a:lnTo>
                  <a:lnTo>
                    <a:pt x="1740547" y="524376"/>
                  </a:lnTo>
                  <a:lnTo>
                    <a:pt x="1823430" y="541230"/>
                  </a:lnTo>
                  <a:lnTo>
                    <a:pt x="1906313" y="559843"/>
                  </a:lnTo>
                  <a:lnTo>
                    <a:pt x="1989196" y="579793"/>
                  </a:lnTo>
                  <a:lnTo>
                    <a:pt x="2072080" y="600578"/>
                  </a:lnTo>
                  <a:lnTo>
                    <a:pt x="2154963" y="621761"/>
                  </a:lnTo>
                  <a:lnTo>
                    <a:pt x="2237846" y="643021"/>
                  </a:lnTo>
                  <a:lnTo>
                    <a:pt x="2320729" y="665324"/>
                  </a:lnTo>
                  <a:lnTo>
                    <a:pt x="2403612" y="693974"/>
                  </a:lnTo>
                  <a:lnTo>
                    <a:pt x="2486496" y="725122"/>
                  </a:lnTo>
                  <a:lnTo>
                    <a:pt x="2569379" y="754817"/>
                  </a:lnTo>
                  <a:lnTo>
                    <a:pt x="2652262" y="781349"/>
                  </a:lnTo>
                  <a:lnTo>
                    <a:pt x="2735145" y="809594"/>
                  </a:lnTo>
                  <a:lnTo>
                    <a:pt x="2818028" y="838366"/>
                  </a:lnTo>
                  <a:lnTo>
                    <a:pt x="2900912" y="864764"/>
                  </a:lnTo>
                  <a:lnTo>
                    <a:pt x="2983795" y="888870"/>
                  </a:lnTo>
                  <a:lnTo>
                    <a:pt x="3066678" y="911985"/>
                  </a:lnTo>
                  <a:lnTo>
                    <a:pt x="3149561" y="932682"/>
                  </a:lnTo>
                  <a:lnTo>
                    <a:pt x="3232444" y="950583"/>
                  </a:lnTo>
                  <a:lnTo>
                    <a:pt x="3315328" y="969086"/>
                  </a:lnTo>
                  <a:lnTo>
                    <a:pt x="3398211" y="987925"/>
                  </a:lnTo>
                  <a:lnTo>
                    <a:pt x="3481094" y="1004056"/>
                  </a:lnTo>
                  <a:lnTo>
                    <a:pt x="3563977" y="1017891"/>
                  </a:lnTo>
                  <a:lnTo>
                    <a:pt x="3646860" y="1031535"/>
                  </a:lnTo>
                  <a:lnTo>
                    <a:pt x="3729744" y="1048211"/>
                  </a:lnTo>
                  <a:lnTo>
                    <a:pt x="3812627" y="1066012"/>
                  </a:lnTo>
                  <a:lnTo>
                    <a:pt x="3895510" y="1082363"/>
                  </a:lnTo>
                  <a:lnTo>
                    <a:pt x="3978393" y="1096683"/>
                  </a:lnTo>
                  <a:lnTo>
                    <a:pt x="4061276" y="1108662"/>
                  </a:lnTo>
                  <a:lnTo>
                    <a:pt x="4144160" y="1118264"/>
                  </a:lnTo>
                  <a:lnTo>
                    <a:pt x="4227043" y="1125645"/>
                  </a:lnTo>
                  <a:lnTo>
                    <a:pt x="4309926" y="1131032"/>
                  </a:lnTo>
                  <a:lnTo>
                    <a:pt x="4392809" y="1135088"/>
                  </a:lnTo>
                  <a:lnTo>
                    <a:pt x="4475692" y="1138158"/>
                  </a:lnTo>
                  <a:lnTo>
                    <a:pt x="4558576" y="1140128"/>
                  </a:lnTo>
                  <a:lnTo>
                    <a:pt x="4641459" y="1140817"/>
                  </a:lnTo>
                  <a:lnTo>
                    <a:pt x="4724342" y="1139996"/>
                  </a:lnTo>
                  <a:lnTo>
                    <a:pt x="4807225" y="1137407"/>
                  </a:lnTo>
                  <a:lnTo>
                    <a:pt x="4890108" y="1132783"/>
                  </a:lnTo>
                  <a:lnTo>
                    <a:pt x="4972992" y="1125862"/>
                  </a:lnTo>
                  <a:lnTo>
                    <a:pt x="5055875" y="1116409"/>
                  </a:lnTo>
                  <a:lnTo>
                    <a:pt x="5138758" y="1104224"/>
                  </a:lnTo>
                  <a:lnTo>
                    <a:pt x="5221641" y="1089151"/>
                  </a:lnTo>
                  <a:lnTo>
                    <a:pt x="5304524" y="1071075"/>
                  </a:lnTo>
                  <a:lnTo>
                    <a:pt x="5387408" y="1049920"/>
                  </a:lnTo>
                  <a:lnTo>
                    <a:pt x="5470291" y="1025646"/>
                  </a:lnTo>
                  <a:lnTo>
                    <a:pt x="5553174" y="998235"/>
                  </a:lnTo>
                  <a:lnTo>
                    <a:pt x="5636057" y="967689"/>
                  </a:lnTo>
                  <a:lnTo>
                    <a:pt x="5718940" y="934020"/>
                  </a:lnTo>
                  <a:lnTo>
                    <a:pt x="5801824" y="897251"/>
                  </a:lnTo>
                  <a:lnTo>
                    <a:pt x="5884707" y="857406"/>
                  </a:lnTo>
                  <a:lnTo>
                    <a:pt x="5967590" y="814511"/>
                  </a:lnTo>
                  <a:lnTo>
                    <a:pt x="6015395" y="788025"/>
                  </a:lnTo>
                  <a:lnTo>
                    <a:pt x="6015395" y="1938108"/>
                  </a:lnTo>
                  <a:lnTo>
                    <a:pt x="5967590" y="1916122"/>
                  </a:lnTo>
                  <a:lnTo>
                    <a:pt x="5884707" y="1879530"/>
                  </a:lnTo>
                  <a:lnTo>
                    <a:pt x="5801824" y="1844522"/>
                  </a:lnTo>
                  <a:lnTo>
                    <a:pt x="5718940" y="1811158"/>
                  </a:lnTo>
                  <a:lnTo>
                    <a:pt x="5636057" y="1779498"/>
                  </a:lnTo>
                  <a:lnTo>
                    <a:pt x="5553174" y="1749595"/>
                  </a:lnTo>
                  <a:lnTo>
                    <a:pt x="5470291" y="1721498"/>
                  </a:lnTo>
                  <a:lnTo>
                    <a:pt x="5387408" y="1695242"/>
                  </a:lnTo>
                  <a:lnTo>
                    <a:pt x="5304524" y="1670843"/>
                  </a:lnTo>
                  <a:lnTo>
                    <a:pt x="5221641" y="1648293"/>
                  </a:lnTo>
                  <a:lnTo>
                    <a:pt x="5138758" y="1627552"/>
                  </a:lnTo>
                  <a:lnTo>
                    <a:pt x="5055875" y="1608538"/>
                  </a:lnTo>
                  <a:lnTo>
                    <a:pt x="4972992" y="1591129"/>
                  </a:lnTo>
                  <a:lnTo>
                    <a:pt x="4890108" y="1575159"/>
                  </a:lnTo>
                  <a:lnTo>
                    <a:pt x="4807225" y="1560426"/>
                  </a:lnTo>
                  <a:lnTo>
                    <a:pt x="4724342" y="1546703"/>
                  </a:lnTo>
                  <a:lnTo>
                    <a:pt x="4641459" y="1533756"/>
                  </a:lnTo>
                  <a:lnTo>
                    <a:pt x="4558576" y="1521361"/>
                  </a:lnTo>
                  <a:lnTo>
                    <a:pt x="4475692" y="1509323"/>
                  </a:lnTo>
                  <a:lnTo>
                    <a:pt x="4392809" y="1497496"/>
                  </a:lnTo>
                  <a:lnTo>
                    <a:pt x="4309926" y="1485797"/>
                  </a:lnTo>
                  <a:lnTo>
                    <a:pt x="4227043" y="1473160"/>
                  </a:lnTo>
                  <a:lnTo>
                    <a:pt x="4144160" y="1458401"/>
                  </a:lnTo>
                  <a:lnTo>
                    <a:pt x="4061276" y="1442101"/>
                  </a:lnTo>
                  <a:lnTo>
                    <a:pt x="3978393" y="1424789"/>
                  </a:lnTo>
                  <a:lnTo>
                    <a:pt x="3895510" y="1406797"/>
                  </a:lnTo>
                  <a:lnTo>
                    <a:pt x="3812627" y="1388188"/>
                  </a:lnTo>
                  <a:lnTo>
                    <a:pt x="3729744" y="1368750"/>
                  </a:lnTo>
                  <a:lnTo>
                    <a:pt x="3646860" y="1348750"/>
                  </a:lnTo>
                  <a:lnTo>
                    <a:pt x="3563977" y="1329684"/>
                  </a:lnTo>
                  <a:lnTo>
                    <a:pt x="3481094" y="1312066"/>
                  </a:lnTo>
                  <a:lnTo>
                    <a:pt x="3398211" y="1295150"/>
                  </a:lnTo>
                  <a:lnTo>
                    <a:pt x="3315328" y="1276498"/>
                  </a:lnTo>
                  <a:lnTo>
                    <a:pt x="3232444" y="1254457"/>
                  </a:lnTo>
                  <a:lnTo>
                    <a:pt x="3149561" y="1232150"/>
                  </a:lnTo>
                  <a:lnTo>
                    <a:pt x="3066678" y="1211154"/>
                  </a:lnTo>
                  <a:lnTo>
                    <a:pt x="2983795" y="1189240"/>
                  </a:lnTo>
                  <a:lnTo>
                    <a:pt x="2900912" y="1162759"/>
                  </a:lnTo>
                  <a:lnTo>
                    <a:pt x="2818028" y="1134343"/>
                  </a:lnTo>
                  <a:lnTo>
                    <a:pt x="2735145" y="1107311"/>
                  </a:lnTo>
                  <a:lnTo>
                    <a:pt x="2652262" y="1081998"/>
                  </a:lnTo>
                  <a:lnTo>
                    <a:pt x="2569379" y="1055000"/>
                  </a:lnTo>
                  <a:lnTo>
                    <a:pt x="2486496" y="1024588"/>
                  </a:lnTo>
                  <a:lnTo>
                    <a:pt x="2403612" y="995460"/>
                  </a:lnTo>
                  <a:lnTo>
                    <a:pt x="2320729" y="970496"/>
                  </a:lnTo>
                  <a:lnTo>
                    <a:pt x="2237846" y="950266"/>
                  </a:lnTo>
                  <a:lnTo>
                    <a:pt x="2154963" y="931071"/>
                  </a:lnTo>
                  <a:lnTo>
                    <a:pt x="2072080" y="912941"/>
                  </a:lnTo>
                  <a:lnTo>
                    <a:pt x="1989196" y="896507"/>
                  </a:lnTo>
                  <a:lnTo>
                    <a:pt x="1906313" y="882281"/>
                  </a:lnTo>
                  <a:lnTo>
                    <a:pt x="1823430" y="870714"/>
                  </a:lnTo>
                  <a:lnTo>
                    <a:pt x="1740547" y="862273"/>
                  </a:lnTo>
                  <a:lnTo>
                    <a:pt x="1657664" y="857161"/>
                  </a:lnTo>
                  <a:lnTo>
                    <a:pt x="1574780" y="855639"/>
                  </a:lnTo>
                  <a:lnTo>
                    <a:pt x="1491897" y="858094"/>
                  </a:lnTo>
                  <a:lnTo>
                    <a:pt x="1409014" y="864885"/>
                  </a:lnTo>
                  <a:lnTo>
                    <a:pt x="1326131" y="876315"/>
                  </a:lnTo>
                  <a:lnTo>
                    <a:pt x="1243248" y="892600"/>
                  </a:lnTo>
                  <a:lnTo>
                    <a:pt x="1160364" y="913870"/>
                  </a:lnTo>
                  <a:lnTo>
                    <a:pt x="1077481" y="940181"/>
                  </a:lnTo>
                  <a:lnTo>
                    <a:pt x="994598" y="971524"/>
                  </a:lnTo>
                  <a:lnTo>
                    <a:pt x="911715" y="1007852"/>
                  </a:lnTo>
                  <a:lnTo>
                    <a:pt x="828832" y="1049096"/>
                  </a:lnTo>
                  <a:lnTo>
                    <a:pt x="745948" y="1095171"/>
                  </a:lnTo>
                  <a:lnTo>
                    <a:pt x="663065" y="1145991"/>
                  </a:lnTo>
                  <a:lnTo>
                    <a:pt x="580182" y="1201473"/>
                  </a:lnTo>
                  <a:lnTo>
                    <a:pt x="497299" y="1261536"/>
                  </a:lnTo>
                  <a:lnTo>
                    <a:pt x="414416" y="1326104"/>
                  </a:lnTo>
                  <a:lnTo>
                    <a:pt x="331532" y="1395108"/>
                  </a:lnTo>
                  <a:lnTo>
                    <a:pt x="248649" y="1468485"/>
                  </a:lnTo>
                  <a:lnTo>
                    <a:pt x="165766" y="1546176"/>
                  </a:lnTo>
                  <a:lnTo>
                    <a:pt x="82883" y="1628127"/>
                  </a:lnTo>
                  <a:lnTo>
                    <a:pt x="0" y="171428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72465" y="2897439"/>
              <a:ext cx="6015395" cy="1140817"/>
            </a:xfrm>
            <a:custGeom>
              <a:avLst/>
              <a:pathLst>
                <a:path w="6015395" h="1140817">
                  <a:moveTo>
                    <a:pt x="0" y="0"/>
                  </a:moveTo>
                  <a:lnTo>
                    <a:pt x="82883" y="35031"/>
                  </a:lnTo>
                  <a:lnTo>
                    <a:pt x="165766" y="69294"/>
                  </a:lnTo>
                  <a:lnTo>
                    <a:pt x="248649" y="102755"/>
                  </a:lnTo>
                  <a:lnTo>
                    <a:pt x="331532" y="135378"/>
                  </a:lnTo>
                  <a:lnTo>
                    <a:pt x="414416" y="167122"/>
                  </a:lnTo>
                  <a:lnTo>
                    <a:pt x="497299" y="197942"/>
                  </a:lnTo>
                  <a:lnTo>
                    <a:pt x="580182" y="227784"/>
                  </a:lnTo>
                  <a:lnTo>
                    <a:pt x="663065" y="256593"/>
                  </a:lnTo>
                  <a:lnTo>
                    <a:pt x="745948" y="284305"/>
                  </a:lnTo>
                  <a:lnTo>
                    <a:pt x="828832" y="310853"/>
                  </a:lnTo>
                  <a:lnTo>
                    <a:pt x="911715" y="336170"/>
                  </a:lnTo>
                  <a:lnTo>
                    <a:pt x="994598" y="360190"/>
                  </a:lnTo>
                  <a:lnTo>
                    <a:pt x="1077481" y="382859"/>
                  </a:lnTo>
                  <a:lnTo>
                    <a:pt x="1160364" y="404149"/>
                  </a:lnTo>
                  <a:lnTo>
                    <a:pt x="1243248" y="424070"/>
                  </a:lnTo>
                  <a:lnTo>
                    <a:pt x="1326131" y="442693"/>
                  </a:lnTo>
                  <a:lnTo>
                    <a:pt x="1409014" y="460168"/>
                  </a:lnTo>
                  <a:lnTo>
                    <a:pt x="1491897" y="476728"/>
                  </a:lnTo>
                  <a:lnTo>
                    <a:pt x="1574780" y="492693"/>
                  </a:lnTo>
                  <a:lnTo>
                    <a:pt x="1657664" y="508442"/>
                  </a:lnTo>
                  <a:lnTo>
                    <a:pt x="1740547" y="524376"/>
                  </a:lnTo>
                  <a:lnTo>
                    <a:pt x="1823430" y="541230"/>
                  </a:lnTo>
                  <a:lnTo>
                    <a:pt x="1906313" y="559843"/>
                  </a:lnTo>
                  <a:lnTo>
                    <a:pt x="1989196" y="579793"/>
                  </a:lnTo>
                  <a:lnTo>
                    <a:pt x="2072080" y="600578"/>
                  </a:lnTo>
                  <a:lnTo>
                    <a:pt x="2154963" y="621761"/>
                  </a:lnTo>
                  <a:lnTo>
                    <a:pt x="2237846" y="643021"/>
                  </a:lnTo>
                  <a:lnTo>
                    <a:pt x="2320729" y="665324"/>
                  </a:lnTo>
                  <a:lnTo>
                    <a:pt x="2403612" y="693974"/>
                  </a:lnTo>
                  <a:lnTo>
                    <a:pt x="2486496" y="725122"/>
                  </a:lnTo>
                  <a:lnTo>
                    <a:pt x="2569379" y="754817"/>
                  </a:lnTo>
                  <a:lnTo>
                    <a:pt x="2652262" y="781349"/>
                  </a:lnTo>
                  <a:lnTo>
                    <a:pt x="2735145" y="809594"/>
                  </a:lnTo>
                  <a:lnTo>
                    <a:pt x="2818028" y="838366"/>
                  </a:lnTo>
                  <a:lnTo>
                    <a:pt x="2900912" y="864764"/>
                  </a:lnTo>
                  <a:lnTo>
                    <a:pt x="2983795" y="888870"/>
                  </a:lnTo>
                  <a:lnTo>
                    <a:pt x="3066678" y="911985"/>
                  </a:lnTo>
                  <a:lnTo>
                    <a:pt x="3149561" y="932682"/>
                  </a:lnTo>
                  <a:lnTo>
                    <a:pt x="3232444" y="950583"/>
                  </a:lnTo>
                  <a:lnTo>
                    <a:pt x="3315328" y="969086"/>
                  </a:lnTo>
                  <a:lnTo>
                    <a:pt x="3398211" y="987925"/>
                  </a:lnTo>
                  <a:lnTo>
                    <a:pt x="3481094" y="1004056"/>
                  </a:lnTo>
                  <a:lnTo>
                    <a:pt x="3563977" y="1017891"/>
                  </a:lnTo>
                  <a:lnTo>
                    <a:pt x="3646860" y="1031535"/>
                  </a:lnTo>
                  <a:lnTo>
                    <a:pt x="3729744" y="1048211"/>
                  </a:lnTo>
                  <a:lnTo>
                    <a:pt x="3812627" y="1066012"/>
                  </a:lnTo>
                  <a:lnTo>
                    <a:pt x="3895510" y="1082363"/>
                  </a:lnTo>
                  <a:lnTo>
                    <a:pt x="3978393" y="1096683"/>
                  </a:lnTo>
                  <a:lnTo>
                    <a:pt x="4061276" y="1108662"/>
                  </a:lnTo>
                  <a:lnTo>
                    <a:pt x="4144160" y="1118264"/>
                  </a:lnTo>
                  <a:lnTo>
                    <a:pt x="4227043" y="1125645"/>
                  </a:lnTo>
                  <a:lnTo>
                    <a:pt x="4309926" y="1131032"/>
                  </a:lnTo>
                  <a:lnTo>
                    <a:pt x="4392809" y="1135088"/>
                  </a:lnTo>
                  <a:lnTo>
                    <a:pt x="4475692" y="1138158"/>
                  </a:lnTo>
                  <a:lnTo>
                    <a:pt x="4558576" y="1140128"/>
                  </a:lnTo>
                  <a:lnTo>
                    <a:pt x="4641459" y="1140817"/>
                  </a:lnTo>
                  <a:lnTo>
                    <a:pt x="4724342" y="1139996"/>
                  </a:lnTo>
                  <a:lnTo>
                    <a:pt x="4807225" y="1137407"/>
                  </a:lnTo>
                  <a:lnTo>
                    <a:pt x="4890108" y="1132783"/>
                  </a:lnTo>
                  <a:lnTo>
                    <a:pt x="4972992" y="1125862"/>
                  </a:lnTo>
                  <a:lnTo>
                    <a:pt x="5055875" y="1116409"/>
                  </a:lnTo>
                  <a:lnTo>
                    <a:pt x="5138758" y="1104224"/>
                  </a:lnTo>
                  <a:lnTo>
                    <a:pt x="5221641" y="1089151"/>
                  </a:lnTo>
                  <a:lnTo>
                    <a:pt x="5304524" y="1071075"/>
                  </a:lnTo>
                  <a:lnTo>
                    <a:pt x="5387408" y="1049920"/>
                  </a:lnTo>
                  <a:lnTo>
                    <a:pt x="5470291" y="1025646"/>
                  </a:lnTo>
                  <a:lnTo>
                    <a:pt x="5553174" y="998235"/>
                  </a:lnTo>
                  <a:lnTo>
                    <a:pt x="5636057" y="967689"/>
                  </a:lnTo>
                  <a:lnTo>
                    <a:pt x="5718940" y="934020"/>
                  </a:lnTo>
                  <a:lnTo>
                    <a:pt x="5801824" y="897251"/>
                  </a:lnTo>
                  <a:lnTo>
                    <a:pt x="5884707" y="857406"/>
                  </a:lnTo>
                  <a:lnTo>
                    <a:pt x="5967590" y="814511"/>
                  </a:lnTo>
                  <a:lnTo>
                    <a:pt x="6015395" y="7880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72465" y="3753079"/>
              <a:ext cx="6015395" cy="1082468"/>
            </a:xfrm>
            <a:custGeom>
              <a:avLst/>
              <a:pathLst>
                <a:path w="6015395" h="1082468">
                  <a:moveTo>
                    <a:pt x="6015395" y="1082468"/>
                  </a:moveTo>
                  <a:lnTo>
                    <a:pt x="5967590" y="1060482"/>
                  </a:lnTo>
                  <a:lnTo>
                    <a:pt x="5884707" y="1023890"/>
                  </a:lnTo>
                  <a:lnTo>
                    <a:pt x="5801824" y="988882"/>
                  </a:lnTo>
                  <a:lnTo>
                    <a:pt x="5718940" y="955519"/>
                  </a:lnTo>
                  <a:lnTo>
                    <a:pt x="5636057" y="923858"/>
                  </a:lnTo>
                  <a:lnTo>
                    <a:pt x="5553174" y="893956"/>
                  </a:lnTo>
                  <a:lnTo>
                    <a:pt x="5470291" y="865858"/>
                  </a:lnTo>
                  <a:lnTo>
                    <a:pt x="5387408" y="839602"/>
                  </a:lnTo>
                  <a:lnTo>
                    <a:pt x="5304524" y="815203"/>
                  </a:lnTo>
                  <a:lnTo>
                    <a:pt x="5221641" y="792654"/>
                  </a:lnTo>
                  <a:lnTo>
                    <a:pt x="5138758" y="771912"/>
                  </a:lnTo>
                  <a:lnTo>
                    <a:pt x="5055875" y="752898"/>
                  </a:lnTo>
                  <a:lnTo>
                    <a:pt x="4972992" y="735489"/>
                  </a:lnTo>
                  <a:lnTo>
                    <a:pt x="4890108" y="719519"/>
                  </a:lnTo>
                  <a:lnTo>
                    <a:pt x="4807225" y="704786"/>
                  </a:lnTo>
                  <a:lnTo>
                    <a:pt x="4724342" y="691063"/>
                  </a:lnTo>
                  <a:lnTo>
                    <a:pt x="4641459" y="678116"/>
                  </a:lnTo>
                  <a:lnTo>
                    <a:pt x="4558576" y="665721"/>
                  </a:lnTo>
                  <a:lnTo>
                    <a:pt x="4475692" y="653683"/>
                  </a:lnTo>
                  <a:lnTo>
                    <a:pt x="4392809" y="641856"/>
                  </a:lnTo>
                  <a:lnTo>
                    <a:pt x="4309926" y="630157"/>
                  </a:lnTo>
                  <a:lnTo>
                    <a:pt x="4227043" y="617520"/>
                  </a:lnTo>
                  <a:lnTo>
                    <a:pt x="4144160" y="602762"/>
                  </a:lnTo>
                  <a:lnTo>
                    <a:pt x="4061276" y="586462"/>
                  </a:lnTo>
                  <a:lnTo>
                    <a:pt x="3978393" y="569149"/>
                  </a:lnTo>
                  <a:lnTo>
                    <a:pt x="3895510" y="551157"/>
                  </a:lnTo>
                  <a:lnTo>
                    <a:pt x="3812627" y="532548"/>
                  </a:lnTo>
                  <a:lnTo>
                    <a:pt x="3729744" y="513110"/>
                  </a:lnTo>
                  <a:lnTo>
                    <a:pt x="3646860" y="493110"/>
                  </a:lnTo>
                  <a:lnTo>
                    <a:pt x="3563977" y="474044"/>
                  </a:lnTo>
                  <a:lnTo>
                    <a:pt x="3481094" y="456426"/>
                  </a:lnTo>
                  <a:lnTo>
                    <a:pt x="3398211" y="439511"/>
                  </a:lnTo>
                  <a:lnTo>
                    <a:pt x="3315328" y="420858"/>
                  </a:lnTo>
                  <a:lnTo>
                    <a:pt x="3232444" y="398817"/>
                  </a:lnTo>
                  <a:lnTo>
                    <a:pt x="3149561" y="376511"/>
                  </a:lnTo>
                  <a:lnTo>
                    <a:pt x="3066678" y="355514"/>
                  </a:lnTo>
                  <a:lnTo>
                    <a:pt x="2983795" y="333600"/>
                  </a:lnTo>
                  <a:lnTo>
                    <a:pt x="2900912" y="307119"/>
                  </a:lnTo>
                  <a:lnTo>
                    <a:pt x="2818028" y="278703"/>
                  </a:lnTo>
                  <a:lnTo>
                    <a:pt x="2735145" y="251671"/>
                  </a:lnTo>
                  <a:lnTo>
                    <a:pt x="2652262" y="226359"/>
                  </a:lnTo>
                  <a:lnTo>
                    <a:pt x="2569379" y="199360"/>
                  </a:lnTo>
                  <a:lnTo>
                    <a:pt x="2486496" y="168948"/>
                  </a:lnTo>
                  <a:lnTo>
                    <a:pt x="2403612" y="139820"/>
                  </a:lnTo>
                  <a:lnTo>
                    <a:pt x="2320729" y="114856"/>
                  </a:lnTo>
                  <a:lnTo>
                    <a:pt x="2237846" y="94626"/>
                  </a:lnTo>
                  <a:lnTo>
                    <a:pt x="2154963" y="75431"/>
                  </a:lnTo>
                  <a:lnTo>
                    <a:pt x="2072080" y="57301"/>
                  </a:lnTo>
                  <a:lnTo>
                    <a:pt x="1989196" y="40867"/>
                  </a:lnTo>
                  <a:lnTo>
                    <a:pt x="1906313" y="26641"/>
                  </a:lnTo>
                  <a:lnTo>
                    <a:pt x="1823430" y="15074"/>
                  </a:lnTo>
                  <a:lnTo>
                    <a:pt x="1740547" y="6634"/>
                  </a:lnTo>
                  <a:lnTo>
                    <a:pt x="1657664" y="1521"/>
                  </a:lnTo>
                  <a:lnTo>
                    <a:pt x="1574780" y="0"/>
                  </a:lnTo>
                  <a:lnTo>
                    <a:pt x="1491897" y="2454"/>
                  </a:lnTo>
                  <a:lnTo>
                    <a:pt x="1409014" y="9246"/>
                  </a:lnTo>
                  <a:lnTo>
                    <a:pt x="1326131" y="20675"/>
                  </a:lnTo>
                  <a:lnTo>
                    <a:pt x="1243248" y="36960"/>
                  </a:lnTo>
                  <a:lnTo>
                    <a:pt x="1160364" y="58231"/>
                  </a:lnTo>
                  <a:lnTo>
                    <a:pt x="1077481" y="84541"/>
                  </a:lnTo>
                  <a:lnTo>
                    <a:pt x="994598" y="115884"/>
                  </a:lnTo>
                  <a:lnTo>
                    <a:pt x="911715" y="152213"/>
                  </a:lnTo>
                  <a:lnTo>
                    <a:pt x="828832" y="193456"/>
                  </a:lnTo>
                  <a:lnTo>
                    <a:pt x="745948" y="239531"/>
                  </a:lnTo>
                  <a:lnTo>
                    <a:pt x="663065" y="290352"/>
                  </a:lnTo>
                  <a:lnTo>
                    <a:pt x="580182" y="345833"/>
                  </a:lnTo>
                  <a:lnTo>
                    <a:pt x="497299" y="405896"/>
                  </a:lnTo>
                  <a:lnTo>
                    <a:pt x="414416" y="470464"/>
                  </a:lnTo>
                  <a:lnTo>
                    <a:pt x="331532" y="539468"/>
                  </a:lnTo>
                  <a:lnTo>
                    <a:pt x="248649" y="612845"/>
                  </a:lnTo>
                  <a:lnTo>
                    <a:pt x="165766" y="690536"/>
                  </a:lnTo>
                  <a:lnTo>
                    <a:pt x="82883" y="772487"/>
                  </a:lnTo>
                  <a:lnTo>
                    <a:pt x="0" y="8586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3555775"/>
              <a:ext cx="6015395" cy="715580"/>
            </a:xfrm>
            <a:custGeom>
              <a:avLst/>
              <a:pathLst>
                <a:path w="6015395" h="715580">
                  <a:moveTo>
                    <a:pt x="0" y="198808"/>
                  </a:moveTo>
                  <a:lnTo>
                    <a:pt x="82883" y="173244"/>
                  </a:lnTo>
                  <a:lnTo>
                    <a:pt x="165766" y="149400"/>
                  </a:lnTo>
                  <a:lnTo>
                    <a:pt x="248649" y="127285"/>
                  </a:lnTo>
                  <a:lnTo>
                    <a:pt x="331532" y="106908"/>
                  </a:lnTo>
                  <a:lnTo>
                    <a:pt x="414416" y="88278"/>
                  </a:lnTo>
                  <a:lnTo>
                    <a:pt x="497299" y="71403"/>
                  </a:lnTo>
                  <a:lnTo>
                    <a:pt x="580182" y="56293"/>
                  </a:lnTo>
                  <a:lnTo>
                    <a:pt x="663065" y="42957"/>
                  </a:lnTo>
                  <a:lnTo>
                    <a:pt x="745948" y="31403"/>
                  </a:lnTo>
                  <a:lnTo>
                    <a:pt x="828832" y="21639"/>
                  </a:lnTo>
                  <a:lnTo>
                    <a:pt x="911715" y="13676"/>
                  </a:lnTo>
                  <a:lnTo>
                    <a:pt x="994598" y="7521"/>
                  </a:lnTo>
                  <a:lnTo>
                    <a:pt x="1077481" y="3185"/>
                  </a:lnTo>
                  <a:lnTo>
                    <a:pt x="1160364" y="674"/>
                  </a:lnTo>
                  <a:lnTo>
                    <a:pt x="1243248" y="0"/>
                  </a:lnTo>
                  <a:lnTo>
                    <a:pt x="1326131" y="1169"/>
                  </a:lnTo>
                  <a:lnTo>
                    <a:pt x="1409014" y="4191"/>
                  </a:lnTo>
                  <a:lnTo>
                    <a:pt x="1491897" y="9076"/>
                  </a:lnTo>
                  <a:lnTo>
                    <a:pt x="1574780" y="15831"/>
                  </a:lnTo>
                  <a:lnTo>
                    <a:pt x="1657664" y="24466"/>
                  </a:lnTo>
                  <a:lnTo>
                    <a:pt x="1740547" y="34990"/>
                  </a:lnTo>
                  <a:lnTo>
                    <a:pt x="1823430" y="47637"/>
                  </a:lnTo>
                  <a:lnTo>
                    <a:pt x="1906313" y="62727"/>
                  </a:lnTo>
                  <a:lnTo>
                    <a:pt x="1989196" y="79815"/>
                  </a:lnTo>
                  <a:lnTo>
                    <a:pt x="2072080" y="98424"/>
                  </a:lnTo>
                  <a:lnTo>
                    <a:pt x="2154963" y="118081"/>
                  </a:lnTo>
                  <a:lnTo>
                    <a:pt x="2237846" y="138308"/>
                  </a:lnTo>
                  <a:lnTo>
                    <a:pt x="2320729" y="159575"/>
                  </a:lnTo>
                  <a:lnTo>
                    <a:pt x="2403612" y="186382"/>
                  </a:lnTo>
                  <a:lnTo>
                    <a:pt x="2486496" y="216520"/>
                  </a:lnTo>
                  <a:lnTo>
                    <a:pt x="2569379" y="246573"/>
                  </a:lnTo>
                  <a:lnTo>
                    <a:pt x="2652262" y="273339"/>
                  </a:lnTo>
                  <a:lnTo>
                    <a:pt x="2735145" y="300117"/>
                  </a:lnTo>
                  <a:lnTo>
                    <a:pt x="2818028" y="328019"/>
                  </a:lnTo>
                  <a:lnTo>
                    <a:pt x="2900912" y="355426"/>
                  </a:lnTo>
                  <a:lnTo>
                    <a:pt x="2983795" y="380720"/>
                  </a:lnTo>
                  <a:lnTo>
                    <a:pt x="3066678" y="403234"/>
                  </a:lnTo>
                  <a:lnTo>
                    <a:pt x="3149561" y="424081"/>
                  </a:lnTo>
                  <a:lnTo>
                    <a:pt x="3232444" y="444185"/>
                  </a:lnTo>
                  <a:lnTo>
                    <a:pt x="3315328" y="464457"/>
                  </a:lnTo>
                  <a:lnTo>
                    <a:pt x="3398211" y="483203"/>
                  </a:lnTo>
                  <a:lnTo>
                    <a:pt x="3481094" y="499726"/>
                  </a:lnTo>
                  <a:lnTo>
                    <a:pt x="3563977" y="515452"/>
                  </a:lnTo>
                  <a:lnTo>
                    <a:pt x="3646860" y="531807"/>
                  </a:lnTo>
                  <a:lnTo>
                    <a:pt x="3729744" y="550145"/>
                  </a:lnTo>
                  <a:lnTo>
                    <a:pt x="3812627" y="568765"/>
                  </a:lnTo>
                  <a:lnTo>
                    <a:pt x="3895510" y="586245"/>
                  </a:lnTo>
                  <a:lnTo>
                    <a:pt x="3978393" y="602401"/>
                  </a:lnTo>
                  <a:lnTo>
                    <a:pt x="4061276" y="617047"/>
                  </a:lnTo>
                  <a:lnTo>
                    <a:pt x="4144160" y="629997"/>
                  </a:lnTo>
                  <a:lnTo>
                    <a:pt x="4227043" y="641067"/>
                  </a:lnTo>
                  <a:lnTo>
                    <a:pt x="4309926" y="650079"/>
                  </a:lnTo>
                  <a:lnTo>
                    <a:pt x="4392809" y="657956"/>
                  </a:lnTo>
                  <a:lnTo>
                    <a:pt x="4475692" y="665406"/>
                  </a:lnTo>
                  <a:lnTo>
                    <a:pt x="4558576" y="672409"/>
                  </a:lnTo>
                  <a:lnTo>
                    <a:pt x="4641459" y="678951"/>
                  </a:lnTo>
                  <a:lnTo>
                    <a:pt x="4724342" y="685014"/>
                  </a:lnTo>
                  <a:lnTo>
                    <a:pt x="4807225" y="690581"/>
                  </a:lnTo>
                  <a:lnTo>
                    <a:pt x="4890108" y="695636"/>
                  </a:lnTo>
                  <a:lnTo>
                    <a:pt x="4972992" y="700160"/>
                  </a:lnTo>
                  <a:lnTo>
                    <a:pt x="5055875" y="704138"/>
                  </a:lnTo>
                  <a:lnTo>
                    <a:pt x="5138758" y="707553"/>
                  </a:lnTo>
                  <a:lnTo>
                    <a:pt x="5221641" y="710387"/>
                  </a:lnTo>
                  <a:lnTo>
                    <a:pt x="5304524" y="712624"/>
                  </a:lnTo>
                  <a:lnTo>
                    <a:pt x="5387408" y="714246"/>
                  </a:lnTo>
                  <a:lnTo>
                    <a:pt x="5470291" y="715237"/>
                  </a:lnTo>
                  <a:lnTo>
                    <a:pt x="5553174" y="715580"/>
                  </a:lnTo>
                  <a:lnTo>
                    <a:pt x="5636057" y="715258"/>
                  </a:lnTo>
                  <a:lnTo>
                    <a:pt x="5718940" y="714254"/>
                  </a:lnTo>
                  <a:lnTo>
                    <a:pt x="5801824" y="712551"/>
                  </a:lnTo>
                  <a:lnTo>
                    <a:pt x="5884707" y="710133"/>
                  </a:lnTo>
                  <a:lnTo>
                    <a:pt x="5967590" y="706981"/>
                  </a:lnTo>
                  <a:lnTo>
                    <a:pt x="6015395" y="70473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3980333"/>
              <a:ext cx="6015395" cy="1383916"/>
            </a:xfrm>
            <a:custGeom>
              <a:avLst/>
              <a:pathLst>
                <a:path w="6015395" h="1383916">
                  <a:moveTo>
                    <a:pt x="0" y="168418"/>
                  </a:moveTo>
                  <a:lnTo>
                    <a:pt x="82883" y="214172"/>
                  </a:lnTo>
                  <a:lnTo>
                    <a:pt x="165766" y="257934"/>
                  </a:lnTo>
                  <a:lnTo>
                    <a:pt x="248649" y="299698"/>
                  </a:lnTo>
                  <a:lnTo>
                    <a:pt x="331532" y="339457"/>
                  </a:lnTo>
                  <a:lnTo>
                    <a:pt x="414416" y="377198"/>
                  </a:lnTo>
                  <a:lnTo>
                    <a:pt x="497299" y="412907"/>
                  </a:lnTo>
                  <a:lnTo>
                    <a:pt x="580182" y="446565"/>
                  </a:lnTo>
                  <a:lnTo>
                    <a:pt x="663065" y="478149"/>
                  </a:lnTo>
                  <a:lnTo>
                    <a:pt x="745948" y="507633"/>
                  </a:lnTo>
                  <a:lnTo>
                    <a:pt x="828832" y="534987"/>
                  </a:lnTo>
                  <a:lnTo>
                    <a:pt x="911715" y="560179"/>
                  </a:lnTo>
                  <a:lnTo>
                    <a:pt x="994598" y="583183"/>
                  </a:lnTo>
                  <a:lnTo>
                    <a:pt x="1077481" y="603977"/>
                  </a:lnTo>
                  <a:lnTo>
                    <a:pt x="1160364" y="622559"/>
                  </a:lnTo>
                  <a:lnTo>
                    <a:pt x="1243248" y="638953"/>
                  </a:lnTo>
                  <a:lnTo>
                    <a:pt x="1326131" y="653230"/>
                  </a:lnTo>
                  <a:lnTo>
                    <a:pt x="1409014" y="665510"/>
                  </a:lnTo>
                  <a:lnTo>
                    <a:pt x="1491897" y="675979"/>
                  </a:lnTo>
                  <a:lnTo>
                    <a:pt x="1574780" y="684881"/>
                  </a:lnTo>
                  <a:lnTo>
                    <a:pt x="1657664" y="692501"/>
                  </a:lnTo>
                  <a:lnTo>
                    <a:pt x="1740547" y="699144"/>
                  </a:lnTo>
                  <a:lnTo>
                    <a:pt x="1823430" y="705351"/>
                  </a:lnTo>
                  <a:lnTo>
                    <a:pt x="1906313" y="711673"/>
                  </a:lnTo>
                  <a:lnTo>
                    <a:pt x="1989196" y="717691"/>
                  </a:lnTo>
                  <a:lnTo>
                    <a:pt x="2072080" y="722928"/>
                  </a:lnTo>
                  <a:lnTo>
                    <a:pt x="2154963" y="726950"/>
                  </a:lnTo>
                  <a:lnTo>
                    <a:pt x="2237846" y="729407"/>
                  </a:lnTo>
                  <a:lnTo>
                    <a:pt x="2320729" y="730009"/>
                  </a:lnTo>
                  <a:lnTo>
                    <a:pt x="2403612" y="728308"/>
                  </a:lnTo>
                  <a:lnTo>
                    <a:pt x="2486496" y="724100"/>
                  </a:lnTo>
                  <a:lnTo>
                    <a:pt x="2569379" y="718248"/>
                  </a:lnTo>
                  <a:lnTo>
                    <a:pt x="2652262" y="712942"/>
                  </a:lnTo>
                  <a:lnTo>
                    <a:pt x="2735145" y="707232"/>
                  </a:lnTo>
                  <a:lnTo>
                    <a:pt x="2818028" y="699407"/>
                  </a:lnTo>
                  <a:lnTo>
                    <a:pt x="2900912" y="690064"/>
                  </a:lnTo>
                  <a:lnTo>
                    <a:pt x="2983795" y="681918"/>
                  </a:lnTo>
                  <a:lnTo>
                    <a:pt x="3066678" y="676712"/>
                  </a:lnTo>
                  <a:lnTo>
                    <a:pt x="3149561" y="671351"/>
                  </a:lnTo>
                  <a:lnTo>
                    <a:pt x="3232444" y="664135"/>
                  </a:lnTo>
                  <a:lnTo>
                    <a:pt x="3315328" y="656059"/>
                  </a:lnTo>
                  <a:lnTo>
                    <a:pt x="3398211" y="648522"/>
                  </a:lnTo>
                  <a:lnTo>
                    <a:pt x="3481094" y="640187"/>
                  </a:lnTo>
                  <a:lnTo>
                    <a:pt x="3563977" y="629877"/>
                  </a:lnTo>
                  <a:lnTo>
                    <a:pt x="3646860" y="617616"/>
                  </a:lnTo>
                  <a:lnTo>
                    <a:pt x="3729744" y="604265"/>
                  </a:lnTo>
                  <a:lnTo>
                    <a:pt x="3812627" y="589233"/>
                  </a:lnTo>
                  <a:lnTo>
                    <a:pt x="3895510" y="572090"/>
                  </a:lnTo>
                  <a:lnTo>
                    <a:pt x="3978393" y="553185"/>
                  </a:lnTo>
                  <a:lnTo>
                    <a:pt x="4061276" y="533061"/>
                  </a:lnTo>
                  <a:lnTo>
                    <a:pt x="4144160" y="512454"/>
                  </a:lnTo>
                  <a:lnTo>
                    <a:pt x="4227043" y="492239"/>
                  </a:lnTo>
                  <a:lnTo>
                    <a:pt x="4309926" y="473326"/>
                  </a:lnTo>
                  <a:lnTo>
                    <a:pt x="4392809" y="455386"/>
                  </a:lnTo>
                  <a:lnTo>
                    <a:pt x="4475692" y="437785"/>
                  </a:lnTo>
                  <a:lnTo>
                    <a:pt x="4558576" y="420431"/>
                  </a:lnTo>
                  <a:lnTo>
                    <a:pt x="4641459" y="403188"/>
                  </a:lnTo>
                  <a:lnTo>
                    <a:pt x="4724342" y="385885"/>
                  </a:lnTo>
                  <a:lnTo>
                    <a:pt x="4807225" y="368332"/>
                  </a:lnTo>
                  <a:lnTo>
                    <a:pt x="4890108" y="350328"/>
                  </a:lnTo>
                  <a:lnTo>
                    <a:pt x="4972992" y="331682"/>
                  </a:lnTo>
                  <a:lnTo>
                    <a:pt x="5055875" y="312216"/>
                  </a:lnTo>
                  <a:lnTo>
                    <a:pt x="5138758" y="291782"/>
                  </a:lnTo>
                  <a:lnTo>
                    <a:pt x="5221641" y="270259"/>
                  </a:lnTo>
                  <a:lnTo>
                    <a:pt x="5304524" y="247557"/>
                  </a:lnTo>
                  <a:lnTo>
                    <a:pt x="5387408" y="223616"/>
                  </a:lnTo>
                  <a:lnTo>
                    <a:pt x="5470291" y="198396"/>
                  </a:lnTo>
                  <a:lnTo>
                    <a:pt x="5553174" y="171876"/>
                  </a:lnTo>
                  <a:lnTo>
                    <a:pt x="5636057" y="144050"/>
                  </a:lnTo>
                  <a:lnTo>
                    <a:pt x="5718940" y="114919"/>
                  </a:lnTo>
                  <a:lnTo>
                    <a:pt x="5801824" y="84489"/>
                  </a:lnTo>
                  <a:lnTo>
                    <a:pt x="5884707" y="52768"/>
                  </a:lnTo>
                  <a:lnTo>
                    <a:pt x="5967590" y="19767"/>
                  </a:lnTo>
                  <a:lnTo>
                    <a:pt x="6015395" y="0"/>
                  </a:lnTo>
                  <a:lnTo>
                    <a:pt x="6015395" y="815454"/>
                  </a:lnTo>
                  <a:lnTo>
                    <a:pt x="5967590" y="800853"/>
                  </a:lnTo>
                  <a:lnTo>
                    <a:pt x="5884707" y="777495"/>
                  </a:lnTo>
                  <a:lnTo>
                    <a:pt x="5801824" y="756141"/>
                  </a:lnTo>
                  <a:lnTo>
                    <a:pt x="5718940" y="736845"/>
                  </a:lnTo>
                  <a:lnTo>
                    <a:pt x="5636057" y="719656"/>
                  </a:lnTo>
                  <a:lnTo>
                    <a:pt x="5553174" y="704621"/>
                  </a:lnTo>
                  <a:lnTo>
                    <a:pt x="5470291" y="691782"/>
                  </a:lnTo>
                  <a:lnTo>
                    <a:pt x="5387408" y="681174"/>
                  </a:lnTo>
                  <a:lnTo>
                    <a:pt x="5304524" y="672817"/>
                  </a:lnTo>
                  <a:lnTo>
                    <a:pt x="5221641" y="666713"/>
                  </a:lnTo>
                  <a:lnTo>
                    <a:pt x="5138758" y="662842"/>
                  </a:lnTo>
                  <a:lnTo>
                    <a:pt x="5055875" y="661156"/>
                  </a:lnTo>
                  <a:lnTo>
                    <a:pt x="4972992" y="661575"/>
                  </a:lnTo>
                  <a:lnTo>
                    <a:pt x="4890108" y="663991"/>
                  </a:lnTo>
                  <a:lnTo>
                    <a:pt x="4807225" y="668269"/>
                  </a:lnTo>
                  <a:lnTo>
                    <a:pt x="4724342" y="674257"/>
                  </a:lnTo>
                  <a:lnTo>
                    <a:pt x="4641459" y="681798"/>
                  </a:lnTo>
                  <a:lnTo>
                    <a:pt x="4558576" y="690740"/>
                  </a:lnTo>
                  <a:lnTo>
                    <a:pt x="4475692" y="700955"/>
                  </a:lnTo>
                  <a:lnTo>
                    <a:pt x="4392809" y="712348"/>
                  </a:lnTo>
                  <a:lnTo>
                    <a:pt x="4309926" y="724868"/>
                  </a:lnTo>
                  <a:lnTo>
                    <a:pt x="4227043" y="738640"/>
                  </a:lnTo>
                  <a:lnTo>
                    <a:pt x="4144160" y="753625"/>
                  </a:lnTo>
                  <a:lnTo>
                    <a:pt x="4061276" y="769483"/>
                  </a:lnTo>
                  <a:lnTo>
                    <a:pt x="3978393" y="785825"/>
                  </a:lnTo>
                  <a:lnTo>
                    <a:pt x="3895510" y="802127"/>
                  </a:lnTo>
                  <a:lnTo>
                    <a:pt x="3812627" y="817669"/>
                  </a:lnTo>
                  <a:lnTo>
                    <a:pt x="3729744" y="831540"/>
                  </a:lnTo>
                  <a:lnTo>
                    <a:pt x="3646860" y="842534"/>
                  </a:lnTo>
                  <a:lnTo>
                    <a:pt x="3563977" y="850951"/>
                  </a:lnTo>
                  <a:lnTo>
                    <a:pt x="3481094" y="858578"/>
                  </a:lnTo>
                  <a:lnTo>
                    <a:pt x="3398211" y="866357"/>
                  </a:lnTo>
                  <a:lnTo>
                    <a:pt x="3315328" y="874026"/>
                  </a:lnTo>
                  <a:lnTo>
                    <a:pt x="3232444" y="879594"/>
                  </a:lnTo>
                  <a:lnTo>
                    <a:pt x="3149561" y="883685"/>
                  </a:lnTo>
                  <a:lnTo>
                    <a:pt x="3066678" y="888835"/>
                  </a:lnTo>
                  <a:lnTo>
                    <a:pt x="2983795" y="894893"/>
                  </a:lnTo>
                  <a:lnTo>
                    <a:pt x="2900912" y="901355"/>
                  </a:lnTo>
                  <a:lnTo>
                    <a:pt x="2818028" y="909266"/>
                  </a:lnTo>
                  <a:lnTo>
                    <a:pt x="2735145" y="918326"/>
                  </a:lnTo>
                  <a:lnTo>
                    <a:pt x="2652262" y="926115"/>
                  </a:lnTo>
                  <a:lnTo>
                    <a:pt x="2569379" y="931090"/>
                  </a:lnTo>
                  <a:lnTo>
                    <a:pt x="2486496" y="936433"/>
                  </a:lnTo>
                  <a:lnTo>
                    <a:pt x="2403612" y="942074"/>
                  </a:lnTo>
                  <a:lnTo>
                    <a:pt x="2320729" y="946389"/>
                  </a:lnTo>
                  <a:lnTo>
                    <a:pt x="2237846" y="947257"/>
                  </a:lnTo>
                  <a:lnTo>
                    <a:pt x="2154963" y="946263"/>
                  </a:lnTo>
                  <a:lnTo>
                    <a:pt x="2072080" y="944406"/>
                  </a:lnTo>
                  <a:lnTo>
                    <a:pt x="1989196" y="942254"/>
                  </a:lnTo>
                  <a:lnTo>
                    <a:pt x="1906313" y="940295"/>
                  </a:lnTo>
                  <a:lnTo>
                    <a:pt x="1823430" y="938968"/>
                  </a:lnTo>
                  <a:lnTo>
                    <a:pt x="1740547" y="938727"/>
                  </a:lnTo>
                  <a:lnTo>
                    <a:pt x="1657664" y="939757"/>
                  </a:lnTo>
                  <a:lnTo>
                    <a:pt x="1574780" y="942224"/>
                  </a:lnTo>
                  <a:lnTo>
                    <a:pt x="1491897" y="946383"/>
                  </a:lnTo>
                  <a:lnTo>
                    <a:pt x="1409014" y="952471"/>
                  </a:lnTo>
                  <a:lnTo>
                    <a:pt x="1326131" y="960685"/>
                  </a:lnTo>
                  <a:lnTo>
                    <a:pt x="1243248" y="971160"/>
                  </a:lnTo>
                  <a:lnTo>
                    <a:pt x="1160364" y="983972"/>
                  </a:lnTo>
                  <a:lnTo>
                    <a:pt x="1077481" y="999140"/>
                  </a:lnTo>
                  <a:lnTo>
                    <a:pt x="994598" y="1016643"/>
                  </a:lnTo>
                  <a:lnTo>
                    <a:pt x="911715" y="1036429"/>
                  </a:lnTo>
                  <a:lnTo>
                    <a:pt x="828832" y="1058430"/>
                  </a:lnTo>
                  <a:lnTo>
                    <a:pt x="745948" y="1082569"/>
                  </a:lnTo>
                  <a:lnTo>
                    <a:pt x="663065" y="1108768"/>
                  </a:lnTo>
                  <a:lnTo>
                    <a:pt x="580182" y="1136949"/>
                  </a:lnTo>
                  <a:lnTo>
                    <a:pt x="497299" y="1167038"/>
                  </a:lnTo>
                  <a:lnTo>
                    <a:pt x="414416" y="1198962"/>
                  </a:lnTo>
                  <a:lnTo>
                    <a:pt x="331532" y="1232656"/>
                  </a:lnTo>
                  <a:lnTo>
                    <a:pt x="248649" y="1268056"/>
                  </a:lnTo>
                  <a:lnTo>
                    <a:pt x="165766" y="1305103"/>
                  </a:lnTo>
                  <a:lnTo>
                    <a:pt x="82883" y="1343741"/>
                  </a:lnTo>
                  <a:lnTo>
                    <a:pt x="0" y="138391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3980333"/>
              <a:ext cx="6015395" cy="730009"/>
            </a:xfrm>
            <a:custGeom>
              <a:avLst/>
              <a:pathLst>
                <a:path w="6015395" h="730009">
                  <a:moveTo>
                    <a:pt x="0" y="168418"/>
                  </a:moveTo>
                  <a:lnTo>
                    <a:pt x="82883" y="214172"/>
                  </a:lnTo>
                  <a:lnTo>
                    <a:pt x="165766" y="257934"/>
                  </a:lnTo>
                  <a:lnTo>
                    <a:pt x="248649" y="299698"/>
                  </a:lnTo>
                  <a:lnTo>
                    <a:pt x="331532" y="339457"/>
                  </a:lnTo>
                  <a:lnTo>
                    <a:pt x="414416" y="377198"/>
                  </a:lnTo>
                  <a:lnTo>
                    <a:pt x="497299" y="412907"/>
                  </a:lnTo>
                  <a:lnTo>
                    <a:pt x="580182" y="446565"/>
                  </a:lnTo>
                  <a:lnTo>
                    <a:pt x="663065" y="478149"/>
                  </a:lnTo>
                  <a:lnTo>
                    <a:pt x="745948" y="507633"/>
                  </a:lnTo>
                  <a:lnTo>
                    <a:pt x="828832" y="534987"/>
                  </a:lnTo>
                  <a:lnTo>
                    <a:pt x="911715" y="560179"/>
                  </a:lnTo>
                  <a:lnTo>
                    <a:pt x="994598" y="583183"/>
                  </a:lnTo>
                  <a:lnTo>
                    <a:pt x="1077481" y="603977"/>
                  </a:lnTo>
                  <a:lnTo>
                    <a:pt x="1160364" y="622559"/>
                  </a:lnTo>
                  <a:lnTo>
                    <a:pt x="1243248" y="638953"/>
                  </a:lnTo>
                  <a:lnTo>
                    <a:pt x="1326131" y="653230"/>
                  </a:lnTo>
                  <a:lnTo>
                    <a:pt x="1409014" y="665510"/>
                  </a:lnTo>
                  <a:lnTo>
                    <a:pt x="1491897" y="675979"/>
                  </a:lnTo>
                  <a:lnTo>
                    <a:pt x="1574780" y="684881"/>
                  </a:lnTo>
                  <a:lnTo>
                    <a:pt x="1657664" y="692501"/>
                  </a:lnTo>
                  <a:lnTo>
                    <a:pt x="1740547" y="699144"/>
                  </a:lnTo>
                  <a:lnTo>
                    <a:pt x="1823430" y="705351"/>
                  </a:lnTo>
                  <a:lnTo>
                    <a:pt x="1906313" y="711673"/>
                  </a:lnTo>
                  <a:lnTo>
                    <a:pt x="1989196" y="717691"/>
                  </a:lnTo>
                  <a:lnTo>
                    <a:pt x="2072080" y="722928"/>
                  </a:lnTo>
                  <a:lnTo>
                    <a:pt x="2154963" y="726950"/>
                  </a:lnTo>
                  <a:lnTo>
                    <a:pt x="2237846" y="729407"/>
                  </a:lnTo>
                  <a:lnTo>
                    <a:pt x="2320729" y="730009"/>
                  </a:lnTo>
                  <a:lnTo>
                    <a:pt x="2403612" y="728308"/>
                  </a:lnTo>
                  <a:lnTo>
                    <a:pt x="2486496" y="724100"/>
                  </a:lnTo>
                  <a:lnTo>
                    <a:pt x="2569379" y="718248"/>
                  </a:lnTo>
                  <a:lnTo>
                    <a:pt x="2652262" y="712942"/>
                  </a:lnTo>
                  <a:lnTo>
                    <a:pt x="2735145" y="707232"/>
                  </a:lnTo>
                  <a:lnTo>
                    <a:pt x="2818028" y="699407"/>
                  </a:lnTo>
                  <a:lnTo>
                    <a:pt x="2900912" y="690064"/>
                  </a:lnTo>
                  <a:lnTo>
                    <a:pt x="2983795" y="681918"/>
                  </a:lnTo>
                  <a:lnTo>
                    <a:pt x="3066678" y="676712"/>
                  </a:lnTo>
                  <a:lnTo>
                    <a:pt x="3149561" y="671351"/>
                  </a:lnTo>
                  <a:lnTo>
                    <a:pt x="3232444" y="664135"/>
                  </a:lnTo>
                  <a:lnTo>
                    <a:pt x="3315328" y="656059"/>
                  </a:lnTo>
                  <a:lnTo>
                    <a:pt x="3398211" y="648522"/>
                  </a:lnTo>
                  <a:lnTo>
                    <a:pt x="3481094" y="640187"/>
                  </a:lnTo>
                  <a:lnTo>
                    <a:pt x="3563977" y="629877"/>
                  </a:lnTo>
                  <a:lnTo>
                    <a:pt x="3646860" y="617616"/>
                  </a:lnTo>
                  <a:lnTo>
                    <a:pt x="3729744" y="604265"/>
                  </a:lnTo>
                  <a:lnTo>
                    <a:pt x="3812627" y="589233"/>
                  </a:lnTo>
                  <a:lnTo>
                    <a:pt x="3895510" y="572090"/>
                  </a:lnTo>
                  <a:lnTo>
                    <a:pt x="3978393" y="553185"/>
                  </a:lnTo>
                  <a:lnTo>
                    <a:pt x="4061276" y="533061"/>
                  </a:lnTo>
                  <a:lnTo>
                    <a:pt x="4144160" y="512454"/>
                  </a:lnTo>
                  <a:lnTo>
                    <a:pt x="4227043" y="492239"/>
                  </a:lnTo>
                  <a:lnTo>
                    <a:pt x="4309926" y="473326"/>
                  </a:lnTo>
                  <a:lnTo>
                    <a:pt x="4392809" y="455386"/>
                  </a:lnTo>
                  <a:lnTo>
                    <a:pt x="4475692" y="437785"/>
                  </a:lnTo>
                  <a:lnTo>
                    <a:pt x="4558576" y="420431"/>
                  </a:lnTo>
                  <a:lnTo>
                    <a:pt x="4641459" y="403188"/>
                  </a:lnTo>
                  <a:lnTo>
                    <a:pt x="4724342" y="385885"/>
                  </a:lnTo>
                  <a:lnTo>
                    <a:pt x="4807225" y="368332"/>
                  </a:lnTo>
                  <a:lnTo>
                    <a:pt x="4890108" y="350328"/>
                  </a:lnTo>
                  <a:lnTo>
                    <a:pt x="4972992" y="331682"/>
                  </a:lnTo>
                  <a:lnTo>
                    <a:pt x="5055875" y="312216"/>
                  </a:lnTo>
                  <a:lnTo>
                    <a:pt x="5138758" y="291782"/>
                  </a:lnTo>
                  <a:lnTo>
                    <a:pt x="5221641" y="270259"/>
                  </a:lnTo>
                  <a:lnTo>
                    <a:pt x="5304524" y="247557"/>
                  </a:lnTo>
                  <a:lnTo>
                    <a:pt x="5387408" y="223616"/>
                  </a:lnTo>
                  <a:lnTo>
                    <a:pt x="5470291" y="198396"/>
                  </a:lnTo>
                  <a:lnTo>
                    <a:pt x="5553174" y="171876"/>
                  </a:lnTo>
                  <a:lnTo>
                    <a:pt x="5636057" y="144050"/>
                  </a:lnTo>
                  <a:lnTo>
                    <a:pt x="5718940" y="114919"/>
                  </a:lnTo>
                  <a:lnTo>
                    <a:pt x="5801824" y="84489"/>
                  </a:lnTo>
                  <a:lnTo>
                    <a:pt x="5884707" y="52768"/>
                  </a:lnTo>
                  <a:lnTo>
                    <a:pt x="5967590" y="19767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72465" y="4641489"/>
              <a:ext cx="6015395" cy="722760"/>
            </a:xfrm>
            <a:custGeom>
              <a:avLst/>
              <a:pathLst>
                <a:path w="6015395" h="722760">
                  <a:moveTo>
                    <a:pt x="6015395" y="154298"/>
                  </a:moveTo>
                  <a:lnTo>
                    <a:pt x="5967590" y="139697"/>
                  </a:lnTo>
                  <a:lnTo>
                    <a:pt x="5884707" y="116338"/>
                  </a:lnTo>
                  <a:lnTo>
                    <a:pt x="5801824" y="94985"/>
                  </a:lnTo>
                  <a:lnTo>
                    <a:pt x="5718940" y="75689"/>
                  </a:lnTo>
                  <a:lnTo>
                    <a:pt x="5636057" y="58500"/>
                  </a:lnTo>
                  <a:lnTo>
                    <a:pt x="5553174" y="43465"/>
                  </a:lnTo>
                  <a:lnTo>
                    <a:pt x="5470291" y="30626"/>
                  </a:lnTo>
                  <a:lnTo>
                    <a:pt x="5387408" y="20018"/>
                  </a:lnTo>
                  <a:lnTo>
                    <a:pt x="5304524" y="11661"/>
                  </a:lnTo>
                  <a:lnTo>
                    <a:pt x="5221641" y="5557"/>
                  </a:lnTo>
                  <a:lnTo>
                    <a:pt x="5138758" y="1686"/>
                  </a:lnTo>
                  <a:lnTo>
                    <a:pt x="5055875" y="0"/>
                  </a:lnTo>
                  <a:lnTo>
                    <a:pt x="4972992" y="419"/>
                  </a:lnTo>
                  <a:lnTo>
                    <a:pt x="4890108" y="2835"/>
                  </a:lnTo>
                  <a:lnTo>
                    <a:pt x="4807225" y="7113"/>
                  </a:lnTo>
                  <a:lnTo>
                    <a:pt x="4724342" y="13101"/>
                  </a:lnTo>
                  <a:lnTo>
                    <a:pt x="4641459" y="20642"/>
                  </a:lnTo>
                  <a:lnTo>
                    <a:pt x="4558576" y="29584"/>
                  </a:lnTo>
                  <a:lnTo>
                    <a:pt x="4475692" y="39799"/>
                  </a:lnTo>
                  <a:lnTo>
                    <a:pt x="4392809" y="51192"/>
                  </a:lnTo>
                  <a:lnTo>
                    <a:pt x="4309926" y="63712"/>
                  </a:lnTo>
                  <a:lnTo>
                    <a:pt x="4227043" y="77484"/>
                  </a:lnTo>
                  <a:lnTo>
                    <a:pt x="4144160" y="92469"/>
                  </a:lnTo>
                  <a:lnTo>
                    <a:pt x="4061276" y="108326"/>
                  </a:lnTo>
                  <a:lnTo>
                    <a:pt x="3978393" y="124669"/>
                  </a:lnTo>
                  <a:lnTo>
                    <a:pt x="3895510" y="140971"/>
                  </a:lnTo>
                  <a:lnTo>
                    <a:pt x="3812627" y="156513"/>
                  </a:lnTo>
                  <a:lnTo>
                    <a:pt x="3729744" y="170383"/>
                  </a:lnTo>
                  <a:lnTo>
                    <a:pt x="3646860" y="181378"/>
                  </a:lnTo>
                  <a:lnTo>
                    <a:pt x="3563977" y="189794"/>
                  </a:lnTo>
                  <a:lnTo>
                    <a:pt x="3481094" y="197422"/>
                  </a:lnTo>
                  <a:lnTo>
                    <a:pt x="3398211" y="205201"/>
                  </a:lnTo>
                  <a:lnTo>
                    <a:pt x="3315328" y="212870"/>
                  </a:lnTo>
                  <a:lnTo>
                    <a:pt x="3232444" y="218437"/>
                  </a:lnTo>
                  <a:lnTo>
                    <a:pt x="3149561" y="222529"/>
                  </a:lnTo>
                  <a:lnTo>
                    <a:pt x="3066678" y="227679"/>
                  </a:lnTo>
                  <a:lnTo>
                    <a:pt x="2983795" y="233737"/>
                  </a:lnTo>
                  <a:lnTo>
                    <a:pt x="2900912" y="240199"/>
                  </a:lnTo>
                  <a:lnTo>
                    <a:pt x="2818028" y="248110"/>
                  </a:lnTo>
                  <a:lnTo>
                    <a:pt x="2735145" y="257170"/>
                  </a:lnTo>
                  <a:lnTo>
                    <a:pt x="2652262" y="264958"/>
                  </a:lnTo>
                  <a:lnTo>
                    <a:pt x="2569379" y="269934"/>
                  </a:lnTo>
                  <a:lnTo>
                    <a:pt x="2486496" y="275277"/>
                  </a:lnTo>
                  <a:lnTo>
                    <a:pt x="2403612" y="280918"/>
                  </a:lnTo>
                  <a:lnTo>
                    <a:pt x="2320729" y="285232"/>
                  </a:lnTo>
                  <a:lnTo>
                    <a:pt x="2237846" y="286100"/>
                  </a:lnTo>
                  <a:lnTo>
                    <a:pt x="2154963" y="285107"/>
                  </a:lnTo>
                  <a:lnTo>
                    <a:pt x="2072080" y="283250"/>
                  </a:lnTo>
                  <a:lnTo>
                    <a:pt x="1989196" y="281098"/>
                  </a:lnTo>
                  <a:lnTo>
                    <a:pt x="1906313" y="279138"/>
                  </a:lnTo>
                  <a:lnTo>
                    <a:pt x="1823430" y="277811"/>
                  </a:lnTo>
                  <a:lnTo>
                    <a:pt x="1740547" y="277571"/>
                  </a:lnTo>
                  <a:lnTo>
                    <a:pt x="1657664" y="278601"/>
                  </a:lnTo>
                  <a:lnTo>
                    <a:pt x="1574780" y="281068"/>
                  </a:lnTo>
                  <a:lnTo>
                    <a:pt x="1491897" y="285227"/>
                  </a:lnTo>
                  <a:lnTo>
                    <a:pt x="1409014" y="291315"/>
                  </a:lnTo>
                  <a:lnTo>
                    <a:pt x="1326131" y="299528"/>
                  </a:lnTo>
                  <a:lnTo>
                    <a:pt x="1243248" y="310004"/>
                  </a:lnTo>
                  <a:lnTo>
                    <a:pt x="1160364" y="322816"/>
                  </a:lnTo>
                  <a:lnTo>
                    <a:pt x="1077481" y="337984"/>
                  </a:lnTo>
                  <a:lnTo>
                    <a:pt x="994598" y="355487"/>
                  </a:lnTo>
                  <a:lnTo>
                    <a:pt x="911715" y="375273"/>
                  </a:lnTo>
                  <a:lnTo>
                    <a:pt x="828832" y="397274"/>
                  </a:lnTo>
                  <a:lnTo>
                    <a:pt x="745948" y="421413"/>
                  </a:lnTo>
                  <a:lnTo>
                    <a:pt x="663065" y="447612"/>
                  </a:lnTo>
                  <a:lnTo>
                    <a:pt x="580182" y="475793"/>
                  </a:lnTo>
                  <a:lnTo>
                    <a:pt x="497299" y="505881"/>
                  </a:lnTo>
                  <a:lnTo>
                    <a:pt x="414416" y="537806"/>
                  </a:lnTo>
                  <a:lnTo>
                    <a:pt x="331532" y="571500"/>
                  </a:lnTo>
                  <a:lnTo>
                    <a:pt x="248649" y="606900"/>
                  </a:lnTo>
                  <a:lnTo>
                    <a:pt x="165766" y="643947"/>
                  </a:lnTo>
                  <a:lnTo>
                    <a:pt x="82883" y="682585"/>
                  </a:lnTo>
                  <a:lnTo>
                    <a:pt x="0" y="7227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4388060"/>
              <a:ext cx="6015395" cy="430605"/>
            </a:xfrm>
            <a:custGeom>
              <a:avLst/>
              <a:pathLst>
                <a:path w="6015395" h="430605">
                  <a:moveTo>
                    <a:pt x="0" y="368440"/>
                  </a:moveTo>
                  <a:lnTo>
                    <a:pt x="82883" y="371229"/>
                  </a:lnTo>
                  <a:lnTo>
                    <a:pt x="165766" y="373791"/>
                  </a:lnTo>
                  <a:lnTo>
                    <a:pt x="248649" y="376150"/>
                  </a:lnTo>
                  <a:lnTo>
                    <a:pt x="331532" y="378329"/>
                  </a:lnTo>
                  <a:lnTo>
                    <a:pt x="414416" y="380353"/>
                  </a:lnTo>
                  <a:lnTo>
                    <a:pt x="497299" y="382245"/>
                  </a:lnTo>
                  <a:lnTo>
                    <a:pt x="580182" y="384030"/>
                  </a:lnTo>
                  <a:lnTo>
                    <a:pt x="663065" y="385732"/>
                  </a:lnTo>
                  <a:lnTo>
                    <a:pt x="745948" y="387374"/>
                  </a:lnTo>
                  <a:lnTo>
                    <a:pt x="828832" y="388981"/>
                  </a:lnTo>
                  <a:lnTo>
                    <a:pt x="911715" y="390577"/>
                  </a:lnTo>
                  <a:lnTo>
                    <a:pt x="994598" y="392186"/>
                  </a:lnTo>
                  <a:lnTo>
                    <a:pt x="1077481" y="393831"/>
                  </a:lnTo>
                  <a:lnTo>
                    <a:pt x="1160364" y="395538"/>
                  </a:lnTo>
                  <a:lnTo>
                    <a:pt x="1243248" y="397329"/>
                  </a:lnTo>
                  <a:lnTo>
                    <a:pt x="1326131" y="399230"/>
                  </a:lnTo>
                  <a:lnTo>
                    <a:pt x="1409014" y="401263"/>
                  </a:lnTo>
                  <a:lnTo>
                    <a:pt x="1491897" y="403454"/>
                  </a:lnTo>
                  <a:lnTo>
                    <a:pt x="1574780" y="405826"/>
                  </a:lnTo>
                  <a:lnTo>
                    <a:pt x="1657664" y="408402"/>
                  </a:lnTo>
                  <a:lnTo>
                    <a:pt x="1740547" y="411208"/>
                  </a:lnTo>
                  <a:lnTo>
                    <a:pt x="1823430" y="414432"/>
                  </a:lnTo>
                  <a:lnTo>
                    <a:pt x="1906313" y="418256"/>
                  </a:lnTo>
                  <a:lnTo>
                    <a:pt x="1989196" y="422246"/>
                  </a:lnTo>
                  <a:lnTo>
                    <a:pt x="2072080" y="425940"/>
                  </a:lnTo>
                  <a:lnTo>
                    <a:pt x="2154963" y="428879"/>
                  </a:lnTo>
                  <a:lnTo>
                    <a:pt x="2237846" y="430605"/>
                  </a:lnTo>
                  <a:lnTo>
                    <a:pt x="2320729" y="430472"/>
                  </a:lnTo>
                  <a:lnTo>
                    <a:pt x="2403612" y="427464"/>
                  </a:lnTo>
                  <a:lnTo>
                    <a:pt x="2486496" y="422539"/>
                  </a:lnTo>
                  <a:lnTo>
                    <a:pt x="2569379" y="416942"/>
                  </a:lnTo>
                  <a:lnTo>
                    <a:pt x="2652262" y="411801"/>
                  </a:lnTo>
                  <a:lnTo>
                    <a:pt x="2735145" y="405052"/>
                  </a:lnTo>
                  <a:lnTo>
                    <a:pt x="2818028" y="396610"/>
                  </a:lnTo>
                  <a:lnTo>
                    <a:pt x="2900912" y="387982"/>
                  </a:lnTo>
                  <a:lnTo>
                    <a:pt x="2983795" y="380679"/>
                  </a:lnTo>
                  <a:lnTo>
                    <a:pt x="3066678" y="375046"/>
                  </a:lnTo>
                  <a:lnTo>
                    <a:pt x="3149561" y="369791"/>
                  </a:lnTo>
                  <a:lnTo>
                    <a:pt x="3232444" y="364137"/>
                  </a:lnTo>
                  <a:lnTo>
                    <a:pt x="3315328" y="357315"/>
                  </a:lnTo>
                  <a:lnTo>
                    <a:pt x="3398211" y="349712"/>
                  </a:lnTo>
                  <a:lnTo>
                    <a:pt x="3481094" y="341655"/>
                  </a:lnTo>
                  <a:lnTo>
                    <a:pt x="3563977" y="332687"/>
                  </a:lnTo>
                  <a:lnTo>
                    <a:pt x="3646860" y="322348"/>
                  </a:lnTo>
                  <a:lnTo>
                    <a:pt x="3729744" y="310175"/>
                  </a:lnTo>
                  <a:lnTo>
                    <a:pt x="3812627" y="295724"/>
                  </a:lnTo>
                  <a:lnTo>
                    <a:pt x="3895510" y="279381"/>
                  </a:lnTo>
                  <a:lnTo>
                    <a:pt x="3978393" y="261778"/>
                  </a:lnTo>
                  <a:lnTo>
                    <a:pt x="4061276" y="243545"/>
                  </a:lnTo>
                  <a:lnTo>
                    <a:pt x="4144160" y="225312"/>
                  </a:lnTo>
                  <a:lnTo>
                    <a:pt x="4227043" y="207712"/>
                  </a:lnTo>
                  <a:lnTo>
                    <a:pt x="4309926" y="191370"/>
                  </a:lnTo>
                  <a:lnTo>
                    <a:pt x="4392809" y="176140"/>
                  </a:lnTo>
                  <a:lnTo>
                    <a:pt x="4475692" y="161643"/>
                  </a:lnTo>
                  <a:lnTo>
                    <a:pt x="4558576" y="147858"/>
                  </a:lnTo>
                  <a:lnTo>
                    <a:pt x="4641459" y="134766"/>
                  </a:lnTo>
                  <a:lnTo>
                    <a:pt x="4724342" y="122344"/>
                  </a:lnTo>
                  <a:lnTo>
                    <a:pt x="4807225" y="110573"/>
                  </a:lnTo>
                  <a:lnTo>
                    <a:pt x="4890108" y="99432"/>
                  </a:lnTo>
                  <a:lnTo>
                    <a:pt x="4972992" y="88901"/>
                  </a:lnTo>
                  <a:lnTo>
                    <a:pt x="5055875" y="78959"/>
                  </a:lnTo>
                  <a:lnTo>
                    <a:pt x="5138758" y="69585"/>
                  </a:lnTo>
                  <a:lnTo>
                    <a:pt x="5221641" y="60759"/>
                  </a:lnTo>
                  <a:lnTo>
                    <a:pt x="5304524" y="52460"/>
                  </a:lnTo>
                  <a:lnTo>
                    <a:pt x="5387408" y="44668"/>
                  </a:lnTo>
                  <a:lnTo>
                    <a:pt x="5470291" y="37362"/>
                  </a:lnTo>
                  <a:lnTo>
                    <a:pt x="5553174" y="30521"/>
                  </a:lnTo>
                  <a:lnTo>
                    <a:pt x="5636057" y="24126"/>
                  </a:lnTo>
                  <a:lnTo>
                    <a:pt x="5718940" y="18155"/>
                  </a:lnTo>
                  <a:lnTo>
                    <a:pt x="5801824" y="12588"/>
                  </a:lnTo>
                  <a:lnTo>
                    <a:pt x="5884707" y="7404"/>
                  </a:lnTo>
                  <a:lnTo>
                    <a:pt x="5967590" y="2583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3948221"/>
              <a:ext cx="6015395" cy="1426781"/>
            </a:xfrm>
            <a:custGeom>
              <a:avLst/>
              <a:pathLst>
                <a:path w="6015395" h="1426781">
                  <a:moveTo>
                    <a:pt x="0" y="243218"/>
                  </a:moveTo>
                  <a:lnTo>
                    <a:pt x="82883" y="285063"/>
                  </a:lnTo>
                  <a:lnTo>
                    <a:pt x="165766" y="325087"/>
                  </a:lnTo>
                  <a:lnTo>
                    <a:pt x="248649" y="363290"/>
                  </a:lnTo>
                  <a:lnTo>
                    <a:pt x="331532" y="399666"/>
                  </a:lnTo>
                  <a:lnTo>
                    <a:pt x="414416" y="434209"/>
                  </a:lnTo>
                  <a:lnTo>
                    <a:pt x="497299" y="466908"/>
                  </a:lnTo>
                  <a:lnTo>
                    <a:pt x="580182" y="497748"/>
                  </a:lnTo>
                  <a:lnTo>
                    <a:pt x="663065" y="526710"/>
                  </a:lnTo>
                  <a:lnTo>
                    <a:pt x="745948" y="553772"/>
                  </a:lnTo>
                  <a:lnTo>
                    <a:pt x="828832" y="578910"/>
                  </a:lnTo>
                  <a:lnTo>
                    <a:pt x="911715" y="602096"/>
                  </a:lnTo>
                  <a:lnTo>
                    <a:pt x="994598" y="623307"/>
                  </a:lnTo>
                  <a:lnTo>
                    <a:pt x="1077481" y="642528"/>
                  </a:lnTo>
                  <a:lnTo>
                    <a:pt x="1160364" y="659758"/>
                  </a:lnTo>
                  <a:lnTo>
                    <a:pt x="1243248" y="675027"/>
                  </a:lnTo>
                  <a:lnTo>
                    <a:pt x="1326131" y="688405"/>
                  </a:lnTo>
                  <a:lnTo>
                    <a:pt x="1409014" y="700014"/>
                  </a:lnTo>
                  <a:lnTo>
                    <a:pt x="1491897" y="710039"/>
                  </a:lnTo>
                  <a:lnTo>
                    <a:pt x="1574780" y="718720"/>
                  </a:lnTo>
                  <a:lnTo>
                    <a:pt x="1657664" y="726340"/>
                  </a:lnTo>
                  <a:lnTo>
                    <a:pt x="1740547" y="733198"/>
                  </a:lnTo>
                  <a:lnTo>
                    <a:pt x="1823430" y="739875"/>
                  </a:lnTo>
                  <a:lnTo>
                    <a:pt x="1906313" y="746984"/>
                  </a:lnTo>
                  <a:lnTo>
                    <a:pt x="1989196" y="754028"/>
                  </a:lnTo>
                  <a:lnTo>
                    <a:pt x="2072080" y="760447"/>
                  </a:lnTo>
                  <a:lnTo>
                    <a:pt x="2154963" y="765723"/>
                  </a:lnTo>
                  <a:lnTo>
                    <a:pt x="2237846" y="769422"/>
                  </a:lnTo>
                  <a:lnTo>
                    <a:pt x="2320729" y="771027"/>
                  </a:lnTo>
                  <a:lnTo>
                    <a:pt x="2403612" y="769401"/>
                  </a:lnTo>
                  <a:lnTo>
                    <a:pt x="2486496" y="764838"/>
                  </a:lnTo>
                  <a:lnTo>
                    <a:pt x="2569379" y="758861"/>
                  </a:lnTo>
                  <a:lnTo>
                    <a:pt x="2652262" y="754289"/>
                  </a:lnTo>
                  <a:lnTo>
                    <a:pt x="2735145" y="750643"/>
                  </a:lnTo>
                  <a:lnTo>
                    <a:pt x="2818028" y="745774"/>
                  </a:lnTo>
                  <a:lnTo>
                    <a:pt x="2900912" y="739603"/>
                  </a:lnTo>
                  <a:lnTo>
                    <a:pt x="2983795" y="734112"/>
                  </a:lnTo>
                  <a:lnTo>
                    <a:pt x="3066678" y="730977"/>
                  </a:lnTo>
                  <a:lnTo>
                    <a:pt x="3149561" y="727763"/>
                  </a:lnTo>
                  <a:lnTo>
                    <a:pt x="3232444" y="722937"/>
                  </a:lnTo>
                  <a:lnTo>
                    <a:pt x="3315328" y="717582"/>
                  </a:lnTo>
                  <a:lnTo>
                    <a:pt x="3398211" y="712205"/>
                  </a:lnTo>
                  <a:lnTo>
                    <a:pt x="3481094" y="705443"/>
                  </a:lnTo>
                  <a:lnTo>
                    <a:pt x="3563977" y="697045"/>
                  </a:lnTo>
                  <a:lnTo>
                    <a:pt x="3646860" y="687931"/>
                  </a:lnTo>
                  <a:lnTo>
                    <a:pt x="3729744" y="679806"/>
                  </a:lnTo>
                  <a:lnTo>
                    <a:pt x="3812627" y="671567"/>
                  </a:lnTo>
                  <a:lnTo>
                    <a:pt x="3895510" y="662007"/>
                  </a:lnTo>
                  <a:lnTo>
                    <a:pt x="3978393" y="651124"/>
                  </a:lnTo>
                  <a:lnTo>
                    <a:pt x="4061276" y="639107"/>
                  </a:lnTo>
                  <a:lnTo>
                    <a:pt x="4144160" y="626331"/>
                  </a:lnTo>
                  <a:lnTo>
                    <a:pt x="4227043" y="613306"/>
                  </a:lnTo>
                  <a:lnTo>
                    <a:pt x="4309926" y="600578"/>
                  </a:lnTo>
                  <a:lnTo>
                    <a:pt x="4392809" y="587558"/>
                  </a:lnTo>
                  <a:lnTo>
                    <a:pt x="4475692" y="573597"/>
                  </a:lnTo>
                  <a:lnTo>
                    <a:pt x="4558576" y="558627"/>
                  </a:lnTo>
                  <a:lnTo>
                    <a:pt x="4641459" y="542536"/>
                  </a:lnTo>
                  <a:lnTo>
                    <a:pt x="4724342" y="525176"/>
                  </a:lnTo>
                  <a:lnTo>
                    <a:pt x="4807225" y="506380"/>
                  </a:lnTo>
                  <a:lnTo>
                    <a:pt x="4890108" y="485976"/>
                  </a:lnTo>
                  <a:lnTo>
                    <a:pt x="4972992" y="463795"/>
                  </a:lnTo>
                  <a:lnTo>
                    <a:pt x="5055875" y="439684"/>
                  </a:lnTo>
                  <a:lnTo>
                    <a:pt x="5138758" y="413519"/>
                  </a:lnTo>
                  <a:lnTo>
                    <a:pt x="5221641" y="385201"/>
                  </a:lnTo>
                  <a:lnTo>
                    <a:pt x="5304524" y="354664"/>
                  </a:lnTo>
                  <a:lnTo>
                    <a:pt x="5387408" y="321866"/>
                  </a:lnTo>
                  <a:lnTo>
                    <a:pt x="5470291" y="286791"/>
                  </a:lnTo>
                  <a:lnTo>
                    <a:pt x="5553174" y="249438"/>
                  </a:lnTo>
                  <a:lnTo>
                    <a:pt x="5636057" y="209819"/>
                  </a:lnTo>
                  <a:lnTo>
                    <a:pt x="5718940" y="167955"/>
                  </a:lnTo>
                  <a:lnTo>
                    <a:pt x="5801824" y="123873"/>
                  </a:lnTo>
                  <a:lnTo>
                    <a:pt x="5884707" y="77599"/>
                  </a:lnTo>
                  <a:lnTo>
                    <a:pt x="5967590" y="29165"/>
                  </a:lnTo>
                  <a:lnTo>
                    <a:pt x="6015395" y="0"/>
                  </a:lnTo>
                  <a:lnTo>
                    <a:pt x="6015395" y="794030"/>
                  </a:lnTo>
                  <a:lnTo>
                    <a:pt x="5967590" y="789730"/>
                  </a:lnTo>
                  <a:lnTo>
                    <a:pt x="5884707" y="783285"/>
                  </a:lnTo>
                  <a:lnTo>
                    <a:pt x="5801824" y="777879"/>
                  </a:lnTo>
                  <a:lnTo>
                    <a:pt x="5718940" y="773541"/>
                  </a:lnTo>
                  <a:lnTo>
                    <a:pt x="5636057" y="770301"/>
                  </a:lnTo>
                  <a:lnTo>
                    <a:pt x="5553174" y="768186"/>
                  </a:lnTo>
                  <a:lnTo>
                    <a:pt x="5470291" y="767215"/>
                  </a:lnTo>
                  <a:lnTo>
                    <a:pt x="5387408" y="767404"/>
                  </a:lnTo>
                  <a:lnTo>
                    <a:pt x="5304524" y="768751"/>
                  </a:lnTo>
                  <a:lnTo>
                    <a:pt x="5221641" y="771239"/>
                  </a:lnTo>
                  <a:lnTo>
                    <a:pt x="5138758" y="774830"/>
                  </a:lnTo>
                  <a:lnTo>
                    <a:pt x="5055875" y="779456"/>
                  </a:lnTo>
                  <a:lnTo>
                    <a:pt x="4972992" y="785020"/>
                  </a:lnTo>
                  <a:lnTo>
                    <a:pt x="4890108" y="791398"/>
                  </a:lnTo>
                  <a:lnTo>
                    <a:pt x="4807225" y="798437"/>
                  </a:lnTo>
                  <a:lnTo>
                    <a:pt x="4724342" y="805971"/>
                  </a:lnTo>
                  <a:lnTo>
                    <a:pt x="4641459" y="813825"/>
                  </a:lnTo>
                  <a:lnTo>
                    <a:pt x="4558576" y="821835"/>
                  </a:lnTo>
                  <a:lnTo>
                    <a:pt x="4475692" y="829853"/>
                  </a:lnTo>
                  <a:lnTo>
                    <a:pt x="4392809" y="837768"/>
                  </a:lnTo>
                  <a:lnTo>
                    <a:pt x="4309926" y="845512"/>
                  </a:lnTo>
                  <a:lnTo>
                    <a:pt x="4227043" y="853234"/>
                  </a:lnTo>
                  <a:lnTo>
                    <a:pt x="4144160" y="861166"/>
                  </a:lnTo>
                  <a:lnTo>
                    <a:pt x="4061276" y="869318"/>
                  </a:lnTo>
                  <a:lnTo>
                    <a:pt x="3978393" y="877652"/>
                  </a:lnTo>
                  <a:lnTo>
                    <a:pt x="3895510" y="886000"/>
                  </a:lnTo>
                  <a:lnTo>
                    <a:pt x="3812627" y="894001"/>
                  </a:lnTo>
                  <a:lnTo>
                    <a:pt x="3729744" y="901109"/>
                  </a:lnTo>
                  <a:lnTo>
                    <a:pt x="3646860" y="906939"/>
                  </a:lnTo>
                  <a:lnTo>
                    <a:pt x="3563977" y="912310"/>
                  </a:lnTo>
                  <a:lnTo>
                    <a:pt x="3481094" y="918096"/>
                  </a:lnTo>
                  <a:lnTo>
                    <a:pt x="3398211" y="924317"/>
                  </a:lnTo>
                  <a:lnTo>
                    <a:pt x="3315328" y="929822"/>
                  </a:lnTo>
                  <a:lnTo>
                    <a:pt x="3232444" y="932735"/>
                  </a:lnTo>
                  <a:lnTo>
                    <a:pt x="3149561" y="934520"/>
                  </a:lnTo>
                  <a:lnTo>
                    <a:pt x="3066678" y="937527"/>
                  </a:lnTo>
                  <a:lnTo>
                    <a:pt x="2983795" y="941491"/>
                  </a:lnTo>
                  <a:lnTo>
                    <a:pt x="2900912" y="945343"/>
                  </a:lnTo>
                  <a:lnTo>
                    <a:pt x="2818028" y="950120"/>
                  </a:lnTo>
                  <a:lnTo>
                    <a:pt x="2735145" y="956191"/>
                  </a:lnTo>
                  <a:lnTo>
                    <a:pt x="2652262" y="961861"/>
                  </a:lnTo>
                  <a:lnTo>
                    <a:pt x="2569379" y="966111"/>
                  </a:lnTo>
                  <a:lnTo>
                    <a:pt x="2486496" y="971593"/>
                  </a:lnTo>
                  <a:lnTo>
                    <a:pt x="2403612" y="977551"/>
                  </a:lnTo>
                  <a:lnTo>
                    <a:pt x="2320729" y="981721"/>
                  </a:lnTo>
                  <a:lnTo>
                    <a:pt x="2237846" y="981548"/>
                  </a:lnTo>
                  <a:lnTo>
                    <a:pt x="2154963" y="979275"/>
                  </a:lnTo>
                  <a:lnTo>
                    <a:pt x="2072080" y="976106"/>
                  </a:lnTo>
                  <a:lnTo>
                    <a:pt x="1989196" y="972691"/>
                  </a:lnTo>
                  <a:lnTo>
                    <a:pt x="1906313" y="969599"/>
                  </a:lnTo>
                  <a:lnTo>
                    <a:pt x="1823430" y="967354"/>
                  </a:lnTo>
                  <a:lnTo>
                    <a:pt x="1740547" y="966486"/>
                  </a:lnTo>
                  <a:lnTo>
                    <a:pt x="1657664" y="967100"/>
                  </a:lnTo>
                  <a:lnTo>
                    <a:pt x="1574780" y="969302"/>
                  </a:lnTo>
                  <a:lnTo>
                    <a:pt x="1491897" y="973338"/>
                  </a:lnTo>
                  <a:lnTo>
                    <a:pt x="1409014" y="979436"/>
                  </a:lnTo>
                  <a:lnTo>
                    <a:pt x="1326131" y="987782"/>
                  </a:lnTo>
                  <a:lnTo>
                    <a:pt x="1243248" y="998505"/>
                  </a:lnTo>
                  <a:lnTo>
                    <a:pt x="1160364" y="1011676"/>
                  </a:lnTo>
                  <a:lnTo>
                    <a:pt x="1077481" y="1027309"/>
                  </a:lnTo>
                  <a:lnTo>
                    <a:pt x="994598" y="1045379"/>
                  </a:lnTo>
                  <a:lnTo>
                    <a:pt x="911715" y="1065833"/>
                  </a:lnTo>
                  <a:lnTo>
                    <a:pt x="828832" y="1088601"/>
                  </a:lnTo>
                  <a:lnTo>
                    <a:pt x="745948" y="1113603"/>
                  </a:lnTo>
                  <a:lnTo>
                    <a:pt x="663065" y="1140761"/>
                  </a:lnTo>
                  <a:lnTo>
                    <a:pt x="580182" y="1169994"/>
                  </a:lnTo>
                  <a:lnTo>
                    <a:pt x="497299" y="1201225"/>
                  </a:lnTo>
                  <a:lnTo>
                    <a:pt x="414416" y="1234383"/>
                  </a:lnTo>
                  <a:lnTo>
                    <a:pt x="331532" y="1269398"/>
                  </a:lnTo>
                  <a:lnTo>
                    <a:pt x="248649" y="1306206"/>
                  </a:lnTo>
                  <a:lnTo>
                    <a:pt x="165766" y="1344744"/>
                  </a:lnTo>
                  <a:lnTo>
                    <a:pt x="82883" y="1384954"/>
                  </a:lnTo>
                  <a:lnTo>
                    <a:pt x="0" y="142678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3948221"/>
              <a:ext cx="6015395" cy="771027"/>
            </a:xfrm>
            <a:custGeom>
              <a:avLst/>
              <a:pathLst>
                <a:path w="6015395" h="771027">
                  <a:moveTo>
                    <a:pt x="0" y="243218"/>
                  </a:moveTo>
                  <a:lnTo>
                    <a:pt x="82883" y="285063"/>
                  </a:lnTo>
                  <a:lnTo>
                    <a:pt x="165766" y="325087"/>
                  </a:lnTo>
                  <a:lnTo>
                    <a:pt x="248649" y="363290"/>
                  </a:lnTo>
                  <a:lnTo>
                    <a:pt x="331532" y="399666"/>
                  </a:lnTo>
                  <a:lnTo>
                    <a:pt x="414416" y="434209"/>
                  </a:lnTo>
                  <a:lnTo>
                    <a:pt x="497299" y="466908"/>
                  </a:lnTo>
                  <a:lnTo>
                    <a:pt x="580182" y="497748"/>
                  </a:lnTo>
                  <a:lnTo>
                    <a:pt x="663065" y="526710"/>
                  </a:lnTo>
                  <a:lnTo>
                    <a:pt x="745948" y="553772"/>
                  </a:lnTo>
                  <a:lnTo>
                    <a:pt x="828832" y="578910"/>
                  </a:lnTo>
                  <a:lnTo>
                    <a:pt x="911715" y="602096"/>
                  </a:lnTo>
                  <a:lnTo>
                    <a:pt x="994598" y="623307"/>
                  </a:lnTo>
                  <a:lnTo>
                    <a:pt x="1077481" y="642528"/>
                  </a:lnTo>
                  <a:lnTo>
                    <a:pt x="1160364" y="659758"/>
                  </a:lnTo>
                  <a:lnTo>
                    <a:pt x="1243248" y="675027"/>
                  </a:lnTo>
                  <a:lnTo>
                    <a:pt x="1326131" y="688405"/>
                  </a:lnTo>
                  <a:lnTo>
                    <a:pt x="1409014" y="700014"/>
                  </a:lnTo>
                  <a:lnTo>
                    <a:pt x="1491897" y="710039"/>
                  </a:lnTo>
                  <a:lnTo>
                    <a:pt x="1574780" y="718720"/>
                  </a:lnTo>
                  <a:lnTo>
                    <a:pt x="1657664" y="726340"/>
                  </a:lnTo>
                  <a:lnTo>
                    <a:pt x="1740547" y="733198"/>
                  </a:lnTo>
                  <a:lnTo>
                    <a:pt x="1823430" y="739875"/>
                  </a:lnTo>
                  <a:lnTo>
                    <a:pt x="1906313" y="746984"/>
                  </a:lnTo>
                  <a:lnTo>
                    <a:pt x="1989196" y="754028"/>
                  </a:lnTo>
                  <a:lnTo>
                    <a:pt x="2072080" y="760447"/>
                  </a:lnTo>
                  <a:lnTo>
                    <a:pt x="2154963" y="765723"/>
                  </a:lnTo>
                  <a:lnTo>
                    <a:pt x="2237846" y="769422"/>
                  </a:lnTo>
                  <a:lnTo>
                    <a:pt x="2320729" y="771027"/>
                  </a:lnTo>
                  <a:lnTo>
                    <a:pt x="2403612" y="769401"/>
                  </a:lnTo>
                  <a:lnTo>
                    <a:pt x="2486496" y="764838"/>
                  </a:lnTo>
                  <a:lnTo>
                    <a:pt x="2569379" y="758861"/>
                  </a:lnTo>
                  <a:lnTo>
                    <a:pt x="2652262" y="754289"/>
                  </a:lnTo>
                  <a:lnTo>
                    <a:pt x="2735145" y="750643"/>
                  </a:lnTo>
                  <a:lnTo>
                    <a:pt x="2818028" y="745774"/>
                  </a:lnTo>
                  <a:lnTo>
                    <a:pt x="2900912" y="739603"/>
                  </a:lnTo>
                  <a:lnTo>
                    <a:pt x="2983795" y="734112"/>
                  </a:lnTo>
                  <a:lnTo>
                    <a:pt x="3066678" y="730977"/>
                  </a:lnTo>
                  <a:lnTo>
                    <a:pt x="3149561" y="727763"/>
                  </a:lnTo>
                  <a:lnTo>
                    <a:pt x="3232444" y="722937"/>
                  </a:lnTo>
                  <a:lnTo>
                    <a:pt x="3315328" y="717582"/>
                  </a:lnTo>
                  <a:lnTo>
                    <a:pt x="3398211" y="712205"/>
                  </a:lnTo>
                  <a:lnTo>
                    <a:pt x="3481094" y="705443"/>
                  </a:lnTo>
                  <a:lnTo>
                    <a:pt x="3563977" y="697045"/>
                  </a:lnTo>
                  <a:lnTo>
                    <a:pt x="3646860" y="687931"/>
                  </a:lnTo>
                  <a:lnTo>
                    <a:pt x="3729744" y="679806"/>
                  </a:lnTo>
                  <a:lnTo>
                    <a:pt x="3812627" y="671567"/>
                  </a:lnTo>
                  <a:lnTo>
                    <a:pt x="3895510" y="662007"/>
                  </a:lnTo>
                  <a:lnTo>
                    <a:pt x="3978393" y="651124"/>
                  </a:lnTo>
                  <a:lnTo>
                    <a:pt x="4061276" y="639107"/>
                  </a:lnTo>
                  <a:lnTo>
                    <a:pt x="4144160" y="626331"/>
                  </a:lnTo>
                  <a:lnTo>
                    <a:pt x="4227043" y="613306"/>
                  </a:lnTo>
                  <a:lnTo>
                    <a:pt x="4309926" y="600578"/>
                  </a:lnTo>
                  <a:lnTo>
                    <a:pt x="4392809" y="587558"/>
                  </a:lnTo>
                  <a:lnTo>
                    <a:pt x="4475692" y="573597"/>
                  </a:lnTo>
                  <a:lnTo>
                    <a:pt x="4558576" y="558627"/>
                  </a:lnTo>
                  <a:lnTo>
                    <a:pt x="4641459" y="542536"/>
                  </a:lnTo>
                  <a:lnTo>
                    <a:pt x="4724342" y="525176"/>
                  </a:lnTo>
                  <a:lnTo>
                    <a:pt x="4807225" y="506380"/>
                  </a:lnTo>
                  <a:lnTo>
                    <a:pt x="4890108" y="485976"/>
                  </a:lnTo>
                  <a:lnTo>
                    <a:pt x="4972992" y="463795"/>
                  </a:lnTo>
                  <a:lnTo>
                    <a:pt x="5055875" y="439684"/>
                  </a:lnTo>
                  <a:lnTo>
                    <a:pt x="5138758" y="413519"/>
                  </a:lnTo>
                  <a:lnTo>
                    <a:pt x="5221641" y="385201"/>
                  </a:lnTo>
                  <a:lnTo>
                    <a:pt x="5304524" y="354664"/>
                  </a:lnTo>
                  <a:lnTo>
                    <a:pt x="5387408" y="321866"/>
                  </a:lnTo>
                  <a:lnTo>
                    <a:pt x="5470291" y="286791"/>
                  </a:lnTo>
                  <a:lnTo>
                    <a:pt x="5553174" y="249438"/>
                  </a:lnTo>
                  <a:lnTo>
                    <a:pt x="5636057" y="209819"/>
                  </a:lnTo>
                  <a:lnTo>
                    <a:pt x="5718940" y="167955"/>
                  </a:lnTo>
                  <a:lnTo>
                    <a:pt x="5801824" y="123873"/>
                  </a:lnTo>
                  <a:lnTo>
                    <a:pt x="5884707" y="77599"/>
                  </a:lnTo>
                  <a:lnTo>
                    <a:pt x="5967590" y="29165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72465" y="4715436"/>
              <a:ext cx="6015395" cy="659565"/>
            </a:xfrm>
            <a:custGeom>
              <a:avLst/>
              <a:pathLst>
                <a:path w="6015395" h="659565">
                  <a:moveTo>
                    <a:pt x="6015395" y="26814"/>
                  </a:moveTo>
                  <a:lnTo>
                    <a:pt x="5967590" y="22515"/>
                  </a:lnTo>
                  <a:lnTo>
                    <a:pt x="5884707" y="16070"/>
                  </a:lnTo>
                  <a:lnTo>
                    <a:pt x="5801824" y="10663"/>
                  </a:lnTo>
                  <a:lnTo>
                    <a:pt x="5718940" y="6326"/>
                  </a:lnTo>
                  <a:lnTo>
                    <a:pt x="5636057" y="3086"/>
                  </a:lnTo>
                  <a:lnTo>
                    <a:pt x="5553174" y="970"/>
                  </a:lnTo>
                  <a:lnTo>
                    <a:pt x="5470291" y="0"/>
                  </a:lnTo>
                  <a:lnTo>
                    <a:pt x="5387408" y="188"/>
                  </a:lnTo>
                  <a:lnTo>
                    <a:pt x="5304524" y="1535"/>
                  </a:lnTo>
                  <a:lnTo>
                    <a:pt x="5221641" y="4024"/>
                  </a:lnTo>
                  <a:lnTo>
                    <a:pt x="5138758" y="7614"/>
                  </a:lnTo>
                  <a:lnTo>
                    <a:pt x="5055875" y="12240"/>
                  </a:lnTo>
                  <a:lnTo>
                    <a:pt x="4972992" y="17805"/>
                  </a:lnTo>
                  <a:lnTo>
                    <a:pt x="4890108" y="24182"/>
                  </a:lnTo>
                  <a:lnTo>
                    <a:pt x="4807225" y="31221"/>
                  </a:lnTo>
                  <a:lnTo>
                    <a:pt x="4724342" y="38755"/>
                  </a:lnTo>
                  <a:lnTo>
                    <a:pt x="4641459" y="46610"/>
                  </a:lnTo>
                  <a:lnTo>
                    <a:pt x="4558576" y="54619"/>
                  </a:lnTo>
                  <a:lnTo>
                    <a:pt x="4475692" y="62638"/>
                  </a:lnTo>
                  <a:lnTo>
                    <a:pt x="4392809" y="70552"/>
                  </a:lnTo>
                  <a:lnTo>
                    <a:pt x="4309926" y="78296"/>
                  </a:lnTo>
                  <a:lnTo>
                    <a:pt x="4227043" y="86018"/>
                  </a:lnTo>
                  <a:lnTo>
                    <a:pt x="4144160" y="93951"/>
                  </a:lnTo>
                  <a:lnTo>
                    <a:pt x="4061276" y="102102"/>
                  </a:lnTo>
                  <a:lnTo>
                    <a:pt x="3978393" y="110437"/>
                  </a:lnTo>
                  <a:lnTo>
                    <a:pt x="3895510" y="118784"/>
                  </a:lnTo>
                  <a:lnTo>
                    <a:pt x="3812627" y="126785"/>
                  </a:lnTo>
                  <a:lnTo>
                    <a:pt x="3729744" y="133894"/>
                  </a:lnTo>
                  <a:lnTo>
                    <a:pt x="3646860" y="139724"/>
                  </a:lnTo>
                  <a:lnTo>
                    <a:pt x="3563977" y="145094"/>
                  </a:lnTo>
                  <a:lnTo>
                    <a:pt x="3481094" y="150881"/>
                  </a:lnTo>
                  <a:lnTo>
                    <a:pt x="3398211" y="157101"/>
                  </a:lnTo>
                  <a:lnTo>
                    <a:pt x="3315328" y="162607"/>
                  </a:lnTo>
                  <a:lnTo>
                    <a:pt x="3232444" y="165519"/>
                  </a:lnTo>
                  <a:lnTo>
                    <a:pt x="3149561" y="167304"/>
                  </a:lnTo>
                  <a:lnTo>
                    <a:pt x="3066678" y="170311"/>
                  </a:lnTo>
                  <a:lnTo>
                    <a:pt x="2983795" y="174276"/>
                  </a:lnTo>
                  <a:lnTo>
                    <a:pt x="2900912" y="178127"/>
                  </a:lnTo>
                  <a:lnTo>
                    <a:pt x="2818028" y="182904"/>
                  </a:lnTo>
                  <a:lnTo>
                    <a:pt x="2735145" y="188975"/>
                  </a:lnTo>
                  <a:lnTo>
                    <a:pt x="2652262" y="194645"/>
                  </a:lnTo>
                  <a:lnTo>
                    <a:pt x="2569379" y="198895"/>
                  </a:lnTo>
                  <a:lnTo>
                    <a:pt x="2486496" y="204377"/>
                  </a:lnTo>
                  <a:lnTo>
                    <a:pt x="2403612" y="210335"/>
                  </a:lnTo>
                  <a:lnTo>
                    <a:pt x="2320729" y="214505"/>
                  </a:lnTo>
                  <a:lnTo>
                    <a:pt x="2237846" y="214332"/>
                  </a:lnTo>
                  <a:lnTo>
                    <a:pt x="2154963" y="212059"/>
                  </a:lnTo>
                  <a:lnTo>
                    <a:pt x="2072080" y="208890"/>
                  </a:lnTo>
                  <a:lnTo>
                    <a:pt x="1989196" y="205475"/>
                  </a:lnTo>
                  <a:lnTo>
                    <a:pt x="1906313" y="202383"/>
                  </a:lnTo>
                  <a:lnTo>
                    <a:pt x="1823430" y="200139"/>
                  </a:lnTo>
                  <a:lnTo>
                    <a:pt x="1740547" y="199271"/>
                  </a:lnTo>
                  <a:lnTo>
                    <a:pt x="1657664" y="199884"/>
                  </a:lnTo>
                  <a:lnTo>
                    <a:pt x="1574780" y="202086"/>
                  </a:lnTo>
                  <a:lnTo>
                    <a:pt x="1491897" y="206122"/>
                  </a:lnTo>
                  <a:lnTo>
                    <a:pt x="1409014" y="212220"/>
                  </a:lnTo>
                  <a:lnTo>
                    <a:pt x="1326131" y="220566"/>
                  </a:lnTo>
                  <a:lnTo>
                    <a:pt x="1243248" y="231290"/>
                  </a:lnTo>
                  <a:lnTo>
                    <a:pt x="1160364" y="244460"/>
                  </a:lnTo>
                  <a:lnTo>
                    <a:pt x="1077481" y="260093"/>
                  </a:lnTo>
                  <a:lnTo>
                    <a:pt x="994598" y="278164"/>
                  </a:lnTo>
                  <a:lnTo>
                    <a:pt x="911715" y="298618"/>
                  </a:lnTo>
                  <a:lnTo>
                    <a:pt x="828832" y="321385"/>
                  </a:lnTo>
                  <a:lnTo>
                    <a:pt x="745948" y="346387"/>
                  </a:lnTo>
                  <a:lnTo>
                    <a:pt x="663065" y="373545"/>
                  </a:lnTo>
                  <a:lnTo>
                    <a:pt x="580182" y="402778"/>
                  </a:lnTo>
                  <a:lnTo>
                    <a:pt x="497299" y="434010"/>
                  </a:lnTo>
                  <a:lnTo>
                    <a:pt x="414416" y="467167"/>
                  </a:lnTo>
                  <a:lnTo>
                    <a:pt x="331532" y="502183"/>
                  </a:lnTo>
                  <a:lnTo>
                    <a:pt x="248649" y="538990"/>
                  </a:lnTo>
                  <a:lnTo>
                    <a:pt x="165766" y="577528"/>
                  </a:lnTo>
                  <a:lnTo>
                    <a:pt x="82883" y="617738"/>
                  </a:lnTo>
                  <a:lnTo>
                    <a:pt x="0" y="6595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4345236"/>
              <a:ext cx="6015395" cy="479359"/>
            </a:xfrm>
            <a:custGeom>
              <a:avLst/>
              <a:pathLst>
                <a:path w="6015395" h="479359">
                  <a:moveTo>
                    <a:pt x="0" y="437984"/>
                  </a:moveTo>
                  <a:lnTo>
                    <a:pt x="82883" y="437994"/>
                  </a:lnTo>
                  <a:lnTo>
                    <a:pt x="165766" y="437901"/>
                  </a:lnTo>
                  <a:lnTo>
                    <a:pt x="248649" y="437733"/>
                  </a:lnTo>
                  <a:lnTo>
                    <a:pt x="331532" y="437517"/>
                  </a:lnTo>
                  <a:lnTo>
                    <a:pt x="414416" y="437281"/>
                  </a:lnTo>
                  <a:lnTo>
                    <a:pt x="497299" y="437052"/>
                  </a:lnTo>
                  <a:lnTo>
                    <a:pt x="580182" y="436856"/>
                  </a:lnTo>
                  <a:lnTo>
                    <a:pt x="663065" y="436720"/>
                  </a:lnTo>
                  <a:lnTo>
                    <a:pt x="745948" y="436673"/>
                  </a:lnTo>
                  <a:lnTo>
                    <a:pt x="828832" y="436740"/>
                  </a:lnTo>
                  <a:lnTo>
                    <a:pt x="911715" y="436950"/>
                  </a:lnTo>
                  <a:lnTo>
                    <a:pt x="994598" y="437328"/>
                  </a:lnTo>
                  <a:lnTo>
                    <a:pt x="1077481" y="437904"/>
                  </a:lnTo>
                  <a:lnTo>
                    <a:pt x="1160364" y="438702"/>
                  </a:lnTo>
                  <a:lnTo>
                    <a:pt x="1243248" y="439751"/>
                  </a:lnTo>
                  <a:lnTo>
                    <a:pt x="1326131" y="441078"/>
                  </a:lnTo>
                  <a:lnTo>
                    <a:pt x="1409014" y="442710"/>
                  </a:lnTo>
                  <a:lnTo>
                    <a:pt x="1491897" y="444673"/>
                  </a:lnTo>
                  <a:lnTo>
                    <a:pt x="1574780" y="446996"/>
                  </a:lnTo>
                  <a:lnTo>
                    <a:pt x="1657664" y="449705"/>
                  </a:lnTo>
                  <a:lnTo>
                    <a:pt x="1740547" y="452827"/>
                  </a:lnTo>
                  <a:lnTo>
                    <a:pt x="1823430" y="456600"/>
                  </a:lnTo>
                  <a:lnTo>
                    <a:pt x="1906313" y="461277"/>
                  </a:lnTo>
                  <a:lnTo>
                    <a:pt x="1989196" y="466345"/>
                  </a:lnTo>
                  <a:lnTo>
                    <a:pt x="2072080" y="471261"/>
                  </a:lnTo>
                  <a:lnTo>
                    <a:pt x="2154963" y="475484"/>
                  </a:lnTo>
                  <a:lnTo>
                    <a:pt x="2237846" y="478470"/>
                  </a:lnTo>
                  <a:lnTo>
                    <a:pt x="2320729" y="479359"/>
                  </a:lnTo>
                  <a:lnTo>
                    <a:pt x="2403612" y="476461"/>
                  </a:lnTo>
                  <a:lnTo>
                    <a:pt x="2486496" y="471200"/>
                  </a:lnTo>
                  <a:lnTo>
                    <a:pt x="2569379" y="465471"/>
                  </a:lnTo>
                  <a:lnTo>
                    <a:pt x="2652262" y="461060"/>
                  </a:lnTo>
                  <a:lnTo>
                    <a:pt x="2735145" y="456402"/>
                  </a:lnTo>
                  <a:lnTo>
                    <a:pt x="2818028" y="450932"/>
                  </a:lnTo>
                  <a:lnTo>
                    <a:pt x="2900912" y="445458"/>
                  </a:lnTo>
                  <a:lnTo>
                    <a:pt x="2983795" y="440787"/>
                  </a:lnTo>
                  <a:lnTo>
                    <a:pt x="3066678" y="437237"/>
                  </a:lnTo>
                  <a:lnTo>
                    <a:pt x="3149561" y="434126"/>
                  </a:lnTo>
                  <a:lnTo>
                    <a:pt x="3232444" y="430821"/>
                  </a:lnTo>
                  <a:lnTo>
                    <a:pt x="3315328" y="426687"/>
                  </a:lnTo>
                  <a:lnTo>
                    <a:pt x="3398211" y="421246"/>
                  </a:lnTo>
                  <a:lnTo>
                    <a:pt x="3481094" y="414754"/>
                  </a:lnTo>
                  <a:lnTo>
                    <a:pt x="3563977" y="407662"/>
                  </a:lnTo>
                  <a:lnTo>
                    <a:pt x="3646860" y="400420"/>
                  </a:lnTo>
                  <a:lnTo>
                    <a:pt x="3729744" y="393443"/>
                  </a:lnTo>
                  <a:lnTo>
                    <a:pt x="3812627" y="385769"/>
                  </a:lnTo>
                  <a:lnTo>
                    <a:pt x="3895510" y="376988"/>
                  </a:lnTo>
                  <a:lnTo>
                    <a:pt x="3978393" y="367373"/>
                  </a:lnTo>
                  <a:lnTo>
                    <a:pt x="4061276" y="357198"/>
                  </a:lnTo>
                  <a:lnTo>
                    <a:pt x="4144160" y="346734"/>
                  </a:lnTo>
                  <a:lnTo>
                    <a:pt x="4227043" y="336255"/>
                  </a:lnTo>
                  <a:lnTo>
                    <a:pt x="4309926" y="326030"/>
                  </a:lnTo>
                  <a:lnTo>
                    <a:pt x="4392809" y="315648"/>
                  </a:lnTo>
                  <a:lnTo>
                    <a:pt x="4475692" y="304710"/>
                  </a:lnTo>
                  <a:lnTo>
                    <a:pt x="4558576" y="293216"/>
                  </a:lnTo>
                  <a:lnTo>
                    <a:pt x="4641459" y="281165"/>
                  </a:lnTo>
                  <a:lnTo>
                    <a:pt x="4724342" y="268558"/>
                  </a:lnTo>
                  <a:lnTo>
                    <a:pt x="4807225" y="255394"/>
                  </a:lnTo>
                  <a:lnTo>
                    <a:pt x="4890108" y="241672"/>
                  </a:lnTo>
                  <a:lnTo>
                    <a:pt x="4972992" y="227393"/>
                  </a:lnTo>
                  <a:lnTo>
                    <a:pt x="5055875" y="212555"/>
                  </a:lnTo>
                  <a:lnTo>
                    <a:pt x="5138758" y="197159"/>
                  </a:lnTo>
                  <a:lnTo>
                    <a:pt x="5221641" y="181205"/>
                  </a:lnTo>
                  <a:lnTo>
                    <a:pt x="5304524" y="164692"/>
                  </a:lnTo>
                  <a:lnTo>
                    <a:pt x="5387408" y="147620"/>
                  </a:lnTo>
                  <a:lnTo>
                    <a:pt x="5470291" y="129988"/>
                  </a:lnTo>
                  <a:lnTo>
                    <a:pt x="5553174" y="111797"/>
                  </a:lnTo>
                  <a:lnTo>
                    <a:pt x="5636057" y="93045"/>
                  </a:lnTo>
                  <a:lnTo>
                    <a:pt x="5718940" y="73733"/>
                  </a:lnTo>
                  <a:lnTo>
                    <a:pt x="5801824" y="53861"/>
                  </a:lnTo>
                  <a:lnTo>
                    <a:pt x="5884707" y="33427"/>
                  </a:lnTo>
                  <a:lnTo>
                    <a:pt x="5967590" y="12433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4127850"/>
              <a:ext cx="6015395" cy="1169285"/>
            </a:xfrm>
            <a:custGeom>
              <a:avLst/>
              <a:pathLst>
                <a:path w="6015395" h="1169285">
                  <a:moveTo>
                    <a:pt x="0" y="69415"/>
                  </a:moveTo>
                  <a:lnTo>
                    <a:pt x="82883" y="113657"/>
                  </a:lnTo>
                  <a:lnTo>
                    <a:pt x="165766" y="156045"/>
                  </a:lnTo>
                  <a:lnTo>
                    <a:pt x="248649" y="196581"/>
                  </a:lnTo>
                  <a:lnTo>
                    <a:pt x="331532" y="235263"/>
                  </a:lnTo>
                  <a:lnTo>
                    <a:pt x="414416" y="272084"/>
                  </a:lnTo>
                  <a:lnTo>
                    <a:pt x="497299" y="307038"/>
                  </a:lnTo>
                  <a:lnTo>
                    <a:pt x="580182" y="340112"/>
                  </a:lnTo>
                  <a:lnTo>
                    <a:pt x="663065" y="371290"/>
                  </a:lnTo>
                  <a:lnTo>
                    <a:pt x="745948" y="400555"/>
                  </a:lnTo>
                  <a:lnTo>
                    <a:pt x="828832" y="427884"/>
                  </a:lnTo>
                  <a:lnTo>
                    <a:pt x="911715" y="453256"/>
                  </a:lnTo>
                  <a:lnTo>
                    <a:pt x="994598" y="476648"/>
                  </a:lnTo>
                  <a:lnTo>
                    <a:pt x="1077481" y="498050"/>
                  </a:lnTo>
                  <a:lnTo>
                    <a:pt x="1160364" y="517462"/>
                  </a:lnTo>
                  <a:lnTo>
                    <a:pt x="1243248" y="534914"/>
                  </a:lnTo>
                  <a:lnTo>
                    <a:pt x="1326131" y="550473"/>
                  </a:lnTo>
                  <a:lnTo>
                    <a:pt x="1409014" y="564254"/>
                  </a:lnTo>
                  <a:lnTo>
                    <a:pt x="1491897" y="576431"/>
                  </a:lnTo>
                  <a:lnTo>
                    <a:pt x="1574780" y="587229"/>
                  </a:lnTo>
                  <a:lnTo>
                    <a:pt x="1657664" y="596913"/>
                  </a:lnTo>
                  <a:lnTo>
                    <a:pt x="1740547" y="605761"/>
                  </a:lnTo>
                  <a:lnTo>
                    <a:pt x="1823430" y="614320"/>
                  </a:lnTo>
                  <a:lnTo>
                    <a:pt x="1906313" y="623164"/>
                  </a:lnTo>
                  <a:lnTo>
                    <a:pt x="1989196" y="631822"/>
                  </a:lnTo>
                  <a:lnTo>
                    <a:pt x="2072080" y="639764"/>
                  </a:lnTo>
                  <a:lnTo>
                    <a:pt x="2154963" y="646501"/>
                  </a:lnTo>
                  <a:lnTo>
                    <a:pt x="2237846" y="651619"/>
                  </a:lnTo>
                  <a:lnTo>
                    <a:pt x="2320729" y="654487"/>
                  </a:lnTo>
                  <a:lnTo>
                    <a:pt x="2403612" y="653363"/>
                  </a:lnTo>
                  <a:lnTo>
                    <a:pt x="2486496" y="648933"/>
                  </a:lnTo>
                  <a:lnTo>
                    <a:pt x="2569379" y="643220"/>
                  </a:lnTo>
                  <a:lnTo>
                    <a:pt x="2652262" y="639390"/>
                  </a:lnTo>
                  <a:lnTo>
                    <a:pt x="2735145" y="635957"/>
                  </a:lnTo>
                  <a:lnTo>
                    <a:pt x="2818028" y="630881"/>
                  </a:lnTo>
                  <a:lnTo>
                    <a:pt x="2900912" y="624837"/>
                  </a:lnTo>
                  <a:lnTo>
                    <a:pt x="2983795" y="620419"/>
                  </a:lnTo>
                  <a:lnTo>
                    <a:pt x="3066678" y="619801"/>
                  </a:lnTo>
                  <a:lnTo>
                    <a:pt x="3149561" y="620218"/>
                  </a:lnTo>
                  <a:lnTo>
                    <a:pt x="3232444" y="619284"/>
                  </a:lnTo>
                  <a:lnTo>
                    <a:pt x="3315328" y="617052"/>
                  </a:lnTo>
                  <a:lnTo>
                    <a:pt x="3398211" y="614675"/>
                  </a:lnTo>
                  <a:lnTo>
                    <a:pt x="3481094" y="611497"/>
                  </a:lnTo>
                  <a:lnTo>
                    <a:pt x="3563977" y="606792"/>
                  </a:lnTo>
                  <a:lnTo>
                    <a:pt x="3646860" y="600922"/>
                  </a:lnTo>
                  <a:lnTo>
                    <a:pt x="3729744" y="594997"/>
                  </a:lnTo>
                  <a:lnTo>
                    <a:pt x="3812627" y="588426"/>
                  </a:lnTo>
                  <a:lnTo>
                    <a:pt x="3895510" y="580518"/>
                  </a:lnTo>
                  <a:lnTo>
                    <a:pt x="3978393" y="571364"/>
                  </a:lnTo>
                  <a:lnTo>
                    <a:pt x="4061276" y="561228"/>
                  </a:lnTo>
                  <a:lnTo>
                    <a:pt x="4144160" y="550548"/>
                  </a:lnTo>
                  <a:lnTo>
                    <a:pt x="4227043" y="539890"/>
                  </a:lnTo>
                  <a:lnTo>
                    <a:pt x="4309926" y="529850"/>
                  </a:lnTo>
                  <a:lnTo>
                    <a:pt x="4392809" y="519658"/>
                  </a:lnTo>
                  <a:lnTo>
                    <a:pt x="4475692" y="508526"/>
                  </a:lnTo>
                  <a:lnTo>
                    <a:pt x="4558576" y="496390"/>
                  </a:lnTo>
                  <a:lnTo>
                    <a:pt x="4641459" y="483148"/>
                  </a:lnTo>
                  <a:lnTo>
                    <a:pt x="4724342" y="468666"/>
                  </a:lnTo>
                  <a:lnTo>
                    <a:pt x="4807225" y="452791"/>
                  </a:lnTo>
                  <a:lnTo>
                    <a:pt x="4890108" y="435363"/>
                  </a:lnTo>
                  <a:lnTo>
                    <a:pt x="4972992" y="416229"/>
                  </a:lnTo>
                  <a:lnTo>
                    <a:pt x="5055875" y="395249"/>
                  </a:lnTo>
                  <a:lnTo>
                    <a:pt x="5138758" y="372309"/>
                  </a:lnTo>
                  <a:lnTo>
                    <a:pt x="5221641" y="347320"/>
                  </a:lnTo>
                  <a:lnTo>
                    <a:pt x="5304524" y="320222"/>
                  </a:lnTo>
                  <a:lnTo>
                    <a:pt x="5387408" y="290979"/>
                  </a:lnTo>
                  <a:lnTo>
                    <a:pt x="5470291" y="259576"/>
                  </a:lnTo>
                  <a:lnTo>
                    <a:pt x="5553174" y="226017"/>
                  </a:lnTo>
                  <a:lnTo>
                    <a:pt x="5636057" y="190314"/>
                  </a:lnTo>
                  <a:lnTo>
                    <a:pt x="5718940" y="152488"/>
                  </a:lnTo>
                  <a:lnTo>
                    <a:pt x="5801824" y="112567"/>
                  </a:lnTo>
                  <a:lnTo>
                    <a:pt x="5884707" y="70579"/>
                  </a:lnTo>
                  <a:lnTo>
                    <a:pt x="5967590" y="26552"/>
                  </a:lnTo>
                  <a:lnTo>
                    <a:pt x="6015395" y="0"/>
                  </a:lnTo>
                  <a:lnTo>
                    <a:pt x="6015395" y="737881"/>
                  </a:lnTo>
                  <a:lnTo>
                    <a:pt x="5967590" y="733335"/>
                  </a:lnTo>
                  <a:lnTo>
                    <a:pt x="5884707" y="726363"/>
                  </a:lnTo>
                  <a:lnTo>
                    <a:pt x="5801824" y="720327"/>
                  </a:lnTo>
                  <a:lnTo>
                    <a:pt x="5718940" y="715252"/>
                  </a:lnTo>
                  <a:lnTo>
                    <a:pt x="5636057" y="711163"/>
                  </a:lnTo>
                  <a:lnTo>
                    <a:pt x="5553174" y="708082"/>
                  </a:lnTo>
                  <a:lnTo>
                    <a:pt x="5470291" y="706028"/>
                  </a:lnTo>
                  <a:lnTo>
                    <a:pt x="5387408" y="705011"/>
                  </a:lnTo>
                  <a:lnTo>
                    <a:pt x="5304524" y="705027"/>
                  </a:lnTo>
                  <a:lnTo>
                    <a:pt x="5221641" y="706061"/>
                  </a:lnTo>
                  <a:lnTo>
                    <a:pt x="5138758" y="708071"/>
                  </a:lnTo>
                  <a:lnTo>
                    <a:pt x="5055875" y="710995"/>
                  </a:lnTo>
                  <a:lnTo>
                    <a:pt x="4972992" y="714740"/>
                  </a:lnTo>
                  <a:lnTo>
                    <a:pt x="4890108" y="719188"/>
                  </a:lnTo>
                  <a:lnTo>
                    <a:pt x="4807225" y="724195"/>
                  </a:lnTo>
                  <a:lnTo>
                    <a:pt x="4724342" y="729605"/>
                  </a:lnTo>
                  <a:lnTo>
                    <a:pt x="4641459" y="735254"/>
                  </a:lnTo>
                  <a:lnTo>
                    <a:pt x="4558576" y="740985"/>
                  </a:lnTo>
                  <a:lnTo>
                    <a:pt x="4475692" y="746662"/>
                  </a:lnTo>
                  <a:lnTo>
                    <a:pt x="4392809" y="752176"/>
                  </a:lnTo>
                  <a:lnTo>
                    <a:pt x="4309926" y="757463"/>
                  </a:lnTo>
                  <a:lnTo>
                    <a:pt x="4227043" y="762852"/>
                  </a:lnTo>
                  <a:lnTo>
                    <a:pt x="4144160" y="768777"/>
                  </a:lnTo>
                  <a:lnTo>
                    <a:pt x="4061276" y="775159"/>
                  </a:lnTo>
                  <a:lnTo>
                    <a:pt x="3978393" y="781874"/>
                  </a:lnTo>
                  <a:lnTo>
                    <a:pt x="3895510" y="788672"/>
                  </a:lnTo>
                  <a:lnTo>
                    <a:pt x="3812627" y="795131"/>
                  </a:lnTo>
                  <a:lnTo>
                    <a:pt x="3729744" y="800652"/>
                  </a:lnTo>
                  <a:lnTo>
                    <a:pt x="3646860" y="804444"/>
                  </a:lnTo>
                  <a:lnTo>
                    <a:pt x="3563977" y="806835"/>
                  </a:lnTo>
                  <a:lnTo>
                    <a:pt x="3481094" y="809113"/>
                  </a:lnTo>
                  <a:lnTo>
                    <a:pt x="3398211" y="811787"/>
                  </a:lnTo>
                  <a:lnTo>
                    <a:pt x="3315328" y="814284"/>
                  </a:lnTo>
                  <a:lnTo>
                    <a:pt x="3232444" y="814247"/>
                  </a:lnTo>
                  <a:lnTo>
                    <a:pt x="3149561" y="812354"/>
                  </a:lnTo>
                  <a:lnTo>
                    <a:pt x="3066678" y="811745"/>
                  </a:lnTo>
                  <a:lnTo>
                    <a:pt x="2983795" y="813134"/>
                  </a:lnTo>
                  <a:lnTo>
                    <a:pt x="2900912" y="816028"/>
                  </a:lnTo>
                  <a:lnTo>
                    <a:pt x="2818028" y="820776"/>
                  </a:lnTo>
                  <a:lnTo>
                    <a:pt x="2735145" y="826970"/>
                  </a:lnTo>
                  <a:lnTo>
                    <a:pt x="2652262" y="832284"/>
                  </a:lnTo>
                  <a:lnTo>
                    <a:pt x="2569379" y="835815"/>
                  </a:lnTo>
                  <a:lnTo>
                    <a:pt x="2486496" y="841067"/>
                  </a:lnTo>
                  <a:lnTo>
                    <a:pt x="2403612" y="846793"/>
                  </a:lnTo>
                  <a:lnTo>
                    <a:pt x="2320729" y="850283"/>
                  </a:lnTo>
                  <a:lnTo>
                    <a:pt x="2237846" y="848745"/>
                  </a:lnTo>
                  <a:lnTo>
                    <a:pt x="2154963" y="844952"/>
                  </a:lnTo>
                  <a:lnTo>
                    <a:pt x="2072080" y="840173"/>
                  </a:lnTo>
                  <a:lnTo>
                    <a:pt x="1989196" y="835023"/>
                  </a:lnTo>
                  <a:lnTo>
                    <a:pt x="1906313" y="830037"/>
                  </a:lnTo>
                  <a:lnTo>
                    <a:pt x="1823430" y="825714"/>
                  </a:lnTo>
                  <a:lnTo>
                    <a:pt x="1740547" y="822553"/>
                  </a:lnTo>
                  <a:lnTo>
                    <a:pt x="1657664" y="820648"/>
                  </a:lnTo>
                  <a:lnTo>
                    <a:pt x="1574780" y="820092"/>
                  </a:lnTo>
                  <a:lnTo>
                    <a:pt x="1491897" y="821112"/>
                  </a:lnTo>
                  <a:lnTo>
                    <a:pt x="1409014" y="823917"/>
                  </a:lnTo>
                  <a:lnTo>
                    <a:pt x="1326131" y="828680"/>
                  </a:lnTo>
                  <a:lnTo>
                    <a:pt x="1243248" y="835518"/>
                  </a:lnTo>
                  <a:lnTo>
                    <a:pt x="1160364" y="844495"/>
                  </a:lnTo>
                  <a:lnTo>
                    <a:pt x="1077481" y="855622"/>
                  </a:lnTo>
                  <a:lnTo>
                    <a:pt x="994598" y="868874"/>
                  </a:lnTo>
                  <a:lnTo>
                    <a:pt x="911715" y="884201"/>
                  </a:lnTo>
                  <a:lnTo>
                    <a:pt x="828832" y="901534"/>
                  </a:lnTo>
                  <a:lnTo>
                    <a:pt x="745948" y="920799"/>
                  </a:lnTo>
                  <a:lnTo>
                    <a:pt x="663065" y="941920"/>
                  </a:lnTo>
                  <a:lnTo>
                    <a:pt x="580182" y="964821"/>
                  </a:lnTo>
                  <a:lnTo>
                    <a:pt x="497299" y="989429"/>
                  </a:lnTo>
                  <a:lnTo>
                    <a:pt x="414416" y="1015675"/>
                  </a:lnTo>
                  <a:lnTo>
                    <a:pt x="331532" y="1043493"/>
                  </a:lnTo>
                  <a:lnTo>
                    <a:pt x="248649" y="1072821"/>
                  </a:lnTo>
                  <a:lnTo>
                    <a:pt x="165766" y="1103599"/>
                  </a:lnTo>
                  <a:lnTo>
                    <a:pt x="82883" y="1135772"/>
                  </a:lnTo>
                  <a:lnTo>
                    <a:pt x="0" y="116928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4127850"/>
              <a:ext cx="6015395" cy="654487"/>
            </a:xfrm>
            <a:custGeom>
              <a:avLst/>
              <a:pathLst>
                <a:path w="6015395" h="654487">
                  <a:moveTo>
                    <a:pt x="0" y="69415"/>
                  </a:moveTo>
                  <a:lnTo>
                    <a:pt x="82883" y="113657"/>
                  </a:lnTo>
                  <a:lnTo>
                    <a:pt x="165766" y="156045"/>
                  </a:lnTo>
                  <a:lnTo>
                    <a:pt x="248649" y="196581"/>
                  </a:lnTo>
                  <a:lnTo>
                    <a:pt x="331532" y="235263"/>
                  </a:lnTo>
                  <a:lnTo>
                    <a:pt x="414416" y="272084"/>
                  </a:lnTo>
                  <a:lnTo>
                    <a:pt x="497299" y="307038"/>
                  </a:lnTo>
                  <a:lnTo>
                    <a:pt x="580182" y="340112"/>
                  </a:lnTo>
                  <a:lnTo>
                    <a:pt x="663065" y="371290"/>
                  </a:lnTo>
                  <a:lnTo>
                    <a:pt x="745948" y="400555"/>
                  </a:lnTo>
                  <a:lnTo>
                    <a:pt x="828832" y="427884"/>
                  </a:lnTo>
                  <a:lnTo>
                    <a:pt x="911715" y="453256"/>
                  </a:lnTo>
                  <a:lnTo>
                    <a:pt x="994598" y="476648"/>
                  </a:lnTo>
                  <a:lnTo>
                    <a:pt x="1077481" y="498050"/>
                  </a:lnTo>
                  <a:lnTo>
                    <a:pt x="1160364" y="517462"/>
                  </a:lnTo>
                  <a:lnTo>
                    <a:pt x="1243248" y="534914"/>
                  </a:lnTo>
                  <a:lnTo>
                    <a:pt x="1326131" y="550473"/>
                  </a:lnTo>
                  <a:lnTo>
                    <a:pt x="1409014" y="564254"/>
                  </a:lnTo>
                  <a:lnTo>
                    <a:pt x="1491897" y="576431"/>
                  </a:lnTo>
                  <a:lnTo>
                    <a:pt x="1574780" y="587229"/>
                  </a:lnTo>
                  <a:lnTo>
                    <a:pt x="1657664" y="596913"/>
                  </a:lnTo>
                  <a:lnTo>
                    <a:pt x="1740547" y="605761"/>
                  </a:lnTo>
                  <a:lnTo>
                    <a:pt x="1823430" y="614320"/>
                  </a:lnTo>
                  <a:lnTo>
                    <a:pt x="1906313" y="623164"/>
                  </a:lnTo>
                  <a:lnTo>
                    <a:pt x="1989196" y="631822"/>
                  </a:lnTo>
                  <a:lnTo>
                    <a:pt x="2072080" y="639764"/>
                  </a:lnTo>
                  <a:lnTo>
                    <a:pt x="2154963" y="646501"/>
                  </a:lnTo>
                  <a:lnTo>
                    <a:pt x="2237846" y="651619"/>
                  </a:lnTo>
                  <a:lnTo>
                    <a:pt x="2320729" y="654487"/>
                  </a:lnTo>
                  <a:lnTo>
                    <a:pt x="2403612" y="653363"/>
                  </a:lnTo>
                  <a:lnTo>
                    <a:pt x="2486496" y="648933"/>
                  </a:lnTo>
                  <a:lnTo>
                    <a:pt x="2569379" y="643220"/>
                  </a:lnTo>
                  <a:lnTo>
                    <a:pt x="2652262" y="639390"/>
                  </a:lnTo>
                  <a:lnTo>
                    <a:pt x="2735145" y="635957"/>
                  </a:lnTo>
                  <a:lnTo>
                    <a:pt x="2818028" y="630881"/>
                  </a:lnTo>
                  <a:lnTo>
                    <a:pt x="2900912" y="624837"/>
                  </a:lnTo>
                  <a:lnTo>
                    <a:pt x="2983795" y="620419"/>
                  </a:lnTo>
                  <a:lnTo>
                    <a:pt x="3066678" y="619801"/>
                  </a:lnTo>
                  <a:lnTo>
                    <a:pt x="3149561" y="620218"/>
                  </a:lnTo>
                  <a:lnTo>
                    <a:pt x="3232444" y="619284"/>
                  </a:lnTo>
                  <a:lnTo>
                    <a:pt x="3315328" y="617052"/>
                  </a:lnTo>
                  <a:lnTo>
                    <a:pt x="3398211" y="614675"/>
                  </a:lnTo>
                  <a:lnTo>
                    <a:pt x="3481094" y="611497"/>
                  </a:lnTo>
                  <a:lnTo>
                    <a:pt x="3563977" y="606792"/>
                  </a:lnTo>
                  <a:lnTo>
                    <a:pt x="3646860" y="600922"/>
                  </a:lnTo>
                  <a:lnTo>
                    <a:pt x="3729744" y="594997"/>
                  </a:lnTo>
                  <a:lnTo>
                    <a:pt x="3812627" y="588426"/>
                  </a:lnTo>
                  <a:lnTo>
                    <a:pt x="3895510" y="580518"/>
                  </a:lnTo>
                  <a:lnTo>
                    <a:pt x="3978393" y="571364"/>
                  </a:lnTo>
                  <a:lnTo>
                    <a:pt x="4061276" y="561228"/>
                  </a:lnTo>
                  <a:lnTo>
                    <a:pt x="4144160" y="550548"/>
                  </a:lnTo>
                  <a:lnTo>
                    <a:pt x="4227043" y="539890"/>
                  </a:lnTo>
                  <a:lnTo>
                    <a:pt x="4309926" y="529850"/>
                  </a:lnTo>
                  <a:lnTo>
                    <a:pt x="4392809" y="519658"/>
                  </a:lnTo>
                  <a:lnTo>
                    <a:pt x="4475692" y="508526"/>
                  </a:lnTo>
                  <a:lnTo>
                    <a:pt x="4558576" y="496390"/>
                  </a:lnTo>
                  <a:lnTo>
                    <a:pt x="4641459" y="483148"/>
                  </a:lnTo>
                  <a:lnTo>
                    <a:pt x="4724342" y="468666"/>
                  </a:lnTo>
                  <a:lnTo>
                    <a:pt x="4807225" y="452791"/>
                  </a:lnTo>
                  <a:lnTo>
                    <a:pt x="4890108" y="435363"/>
                  </a:lnTo>
                  <a:lnTo>
                    <a:pt x="4972992" y="416229"/>
                  </a:lnTo>
                  <a:lnTo>
                    <a:pt x="5055875" y="395249"/>
                  </a:lnTo>
                  <a:lnTo>
                    <a:pt x="5138758" y="372309"/>
                  </a:lnTo>
                  <a:lnTo>
                    <a:pt x="5221641" y="347320"/>
                  </a:lnTo>
                  <a:lnTo>
                    <a:pt x="5304524" y="320222"/>
                  </a:lnTo>
                  <a:lnTo>
                    <a:pt x="5387408" y="290979"/>
                  </a:lnTo>
                  <a:lnTo>
                    <a:pt x="5470291" y="259576"/>
                  </a:lnTo>
                  <a:lnTo>
                    <a:pt x="5553174" y="226017"/>
                  </a:lnTo>
                  <a:lnTo>
                    <a:pt x="5636057" y="190314"/>
                  </a:lnTo>
                  <a:lnTo>
                    <a:pt x="5718940" y="152488"/>
                  </a:lnTo>
                  <a:lnTo>
                    <a:pt x="5801824" y="112567"/>
                  </a:lnTo>
                  <a:lnTo>
                    <a:pt x="5884707" y="70579"/>
                  </a:lnTo>
                  <a:lnTo>
                    <a:pt x="5967590" y="26552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72465" y="4832861"/>
              <a:ext cx="6015395" cy="464274"/>
            </a:xfrm>
            <a:custGeom>
              <a:avLst/>
              <a:pathLst>
                <a:path w="6015395" h="464274">
                  <a:moveTo>
                    <a:pt x="6015395" y="32870"/>
                  </a:moveTo>
                  <a:lnTo>
                    <a:pt x="5967590" y="28324"/>
                  </a:lnTo>
                  <a:lnTo>
                    <a:pt x="5884707" y="21352"/>
                  </a:lnTo>
                  <a:lnTo>
                    <a:pt x="5801824" y="15316"/>
                  </a:lnTo>
                  <a:lnTo>
                    <a:pt x="5718940" y="10241"/>
                  </a:lnTo>
                  <a:lnTo>
                    <a:pt x="5636057" y="6152"/>
                  </a:lnTo>
                  <a:lnTo>
                    <a:pt x="5553174" y="3071"/>
                  </a:lnTo>
                  <a:lnTo>
                    <a:pt x="5470291" y="1017"/>
                  </a:lnTo>
                  <a:lnTo>
                    <a:pt x="5387408" y="0"/>
                  </a:lnTo>
                  <a:lnTo>
                    <a:pt x="5304524" y="16"/>
                  </a:lnTo>
                  <a:lnTo>
                    <a:pt x="5221641" y="1050"/>
                  </a:lnTo>
                  <a:lnTo>
                    <a:pt x="5138758" y="3060"/>
                  </a:lnTo>
                  <a:lnTo>
                    <a:pt x="5055875" y="5984"/>
                  </a:lnTo>
                  <a:lnTo>
                    <a:pt x="4972992" y="9729"/>
                  </a:lnTo>
                  <a:lnTo>
                    <a:pt x="4890108" y="14177"/>
                  </a:lnTo>
                  <a:lnTo>
                    <a:pt x="4807225" y="19184"/>
                  </a:lnTo>
                  <a:lnTo>
                    <a:pt x="4724342" y="24594"/>
                  </a:lnTo>
                  <a:lnTo>
                    <a:pt x="4641459" y="30243"/>
                  </a:lnTo>
                  <a:lnTo>
                    <a:pt x="4558576" y="35974"/>
                  </a:lnTo>
                  <a:lnTo>
                    <a:pt x="4475692" y="41651"/>
                  </a:lnTo>
                  <a:lnTo>
                    <a:pt x="4392809" y="47165"/>
                  </a:lnTo>
                  <a:lnTo>
                    <a:pt x="4309926" y="52452"/>
                  </a:lnTo>
                  <a:lnTo>
                    <a:pt x="4227043" y="57841"/>
                  </a:lnTo>
                  <a:lnTo>
                    <a:pt x="4144160" y="63766"/>
                  </a:lnTo>
                  <a:lnTo>
                    <a:pt x="4061276" y="70148"/>
                  </a:lnTo>
                  <a:lnTo>
                    <a:pt x="3978393" y="76863"/>
                  </a:lnTo>
                  <a:lnTo>
                    <a:pt x="3895510" y="83661"/>
                  </a:lnTo>
                  <a:lnTo>
                    <a:pt x="3812627" y="90120"/>
                  </a:lnTo>
                  <a:lnTo>
                    <a:pt x="3729744" y="95641"/>
                  </a:lnTo>
                  <a:lnTo>
                    <a:pt x="3646860" y="99433"/>
                  </a:lnTo>
                  <a:lnTo>
                    <a:pt x="3563977" y="101824"/>
                  </a:lnTo>
                  <a:lnTo>
                    <a:pt x="3481094" y="104102"/>
                  </a:lnTo>
                  <a:lnTo>
                    <a:pt x="3398211" y="106776"/>
                  </a:lnTo>
                  <a:lnTo>
                    <a:pt x="3315328" y="109273"/>
                  </a:lnTo>
                  <a:lnTo>
                    <a:pt x="3232444" y="109236"/>
                  </a:lnTo>
                  <a:lnTo>
                    <a:pt x="3149561" y="107343"/>
                  </a:lnTo>
                  <a:lnTo>
                    <a:pt x="3066678" y="106734"/>
                  </a:lnTo>
                  <a:lnTo>
                    <a:pt x="2983795" y="108123"/>
                  </a:lnTo>
                  <a:lnTo>
                    <a:pt x="2900912" y="111017"/>
                  </a:lnTo>
                  <a:lnTo>
                    <a:pt x="2818028" y="115765"/>
                  </a:lnTo>
                  <a:lnTo>
                    <a:pt x="2735145" y="121959"/>
                  </a:lnTo>
                  <a:lnTo>
                    <a:pt x="2652262" y="127273"/>
                  </a:lnTo>
                  <a:lnTo>
                    <a:pt x="2569379" y="130804"/>
                  </a:lnTo>
                  <a:lnTo>
                    <a:pt x="2486496" y="136056"/>
                  </a:lnTo>
                  <a:lnTo>
                    <a:pt x="2403612" y="141782"/>
                  </a:lnTo>
                  <a:lnTo>
                    <a:pt x="2320729" y="145272"/>
                  </a:lnTo>
                  <a:lnTo>
                    <a:pt x="2237846" y="143734"/>
                  </a:lnTo>
                  <a:lnTo>
                    <a:pt x="2154963" y="139941"/>
                  </a:lnTo>
                  <a:lnTo>
                    <a:pt x="2072080" y="135162"/>
                  </a:lnTo>
                  <a:lnTo>
                    <a:pt x="1989196" y="130012"/>
                  </a:lnTo>
                  <a:lnTo>
                    <a:pt x="1906313" y="125026"/>
                  </a:lnTo>
                  <a:lnTo>
                    <a:pt x="1823430" y="120703"/>
                  </a:lnTo>
                  <a:lnTo>
                    <a:pt x="1740547" y="117542"/>
                  </a:lnTo>
                  <a:lnTo>
                    <a:pt x="1657664" y="115637"/>
                  </a:lnTo>
                  <a:lnTo>
                    <a:pt x="1574780" y="115081"/>
                  </a:lnTo>
                  <a:lnTo>
                    <a:pt x="1491897" y="116101"/>
                  </a:lnTo>
                  <a:lnTo>
                    <a:pt x="1409014" y="118906"/>
                  </a:lnTo>
                  <a:lnTo>
                    <a:pt x="1326131" y="123669"/>
                  </a:lnTo>
                  <a:lnTo>
                    <a:pt x="1243248" y="130507"/>
                  </a:lnTo>
                  <a:lnTo>
                    <a:pt x="1160364" y="139484"/>
                  </a:lnTo>
                  <a:lnTo>
                    <a:pt x="1077481" y="150611"/>
                  </a:lnTo>
                  <a:lnTo>
                    <a:pt x="994598" y="163863"/>
                  </a:lnTo>
                  <a:lnTo>
                    <a:pt x="911715" y="179190"/>
                  </a:lnTo>
                  <a:lnTo>
                    <a:pt x="828832" y="196523"/>
                  </a:lnTo>
                  <a:lnTo>
                    <a:pt x="745948" y="215788"/>
                  </a:lnTo>
                  <a:lnTo>
                    <a:pt x="663065" y="236909"/>
                  </a:lnTo>
                  <a:lnTo>
                    <a:pt x="580182" y="259810"/>
                  </a:lnTo>
                  <a:lnTo>
                    <a:pt x="497299" y="284418"/>
                  </a:lnTo>
                  <a:lnTo>
                    <a:pt x="414416" y="310664"/>
                  </a:lnTo>
                  <a:lnTo>
                    <a:pt x="331532" y="338482"/>
                  </a:lnTo>
                  <a:lnTo>
                    <a:pt x="248649" y="367810"/>
                  </a:lnTo>
                  <a:lnTo>
                    <a:pt x="165766" y="398588"/>
                  </a:lnTo>
                  <a:lnTo>
                    <a:pt x="82883" y="430761"/>
                  </a:lnTo>
                  <a:lnTo>
                    <a:pt x="0" y="4642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4496791"/>
              <a:ext cx="6015395" cy="383444"/>
            </a:xfrm>
            <a:custGeom>
              <a:avLst/>
              <a:pathLst>
                <a:path w="6015395" h="383444">
                  <a:moveTo>
                    <a:pt x="0" y="250409"/>
                  </a:moveTo>
                  <a:lnTo>
                    <a:pt x="82883" y="255773"/>
                  </a:lnTo>
                  <a:lnTo>
                    <a:pt x="165766" y="260881"/>
                  </a:lnTo>
                  <a:lnTo>
                    <a:pt x="248649" y="265760"/>
                  </a:lnTo>
                  <a:lnTo>
                    <a:pt x="331532" y="270437"/>
                  </a:lnTo>
                  <a:lnTo>
                    <a:pt x="414416" y="274939"/>
                  </a:lnTo>
                  <a:lnTo>
                    <a:pt x="497299" y="279293"/>
                  </a:lnTo>
                  <a:lnTo>
                    <a:pt x="580182" y="283525"/>
                  </a:lnTo>
                  <a:lnTo>
                    <a:pt x="663065" y="287664"/>
                  </a:lnTo>
                  <a:lnTo>
                    <a:pt x="745948" y="291736"/>
                  </a:lnTo>
                  <a:lnTo>
                    <a:pt x="828832" y="295768"/>
                  </a:lnTo>
                  <a:lnTo>
                    <a:pt x="911715" y="299787"/>
                  </a:lnTo>
                  <a:lnTo>
                    <a:pt x="994598" y="303820"/>
                  </a:lnTo>
                  <a:lnTo>
                    <a:pt x="1077481" y="307895"/>
                  </a:lnTo>
                  <a:lnTo>
                    <a:pt x="1160364" y="312038"/>
                  </a:lnTo>
                  <a:lnTo>
                    <a:pt x="1243248" y="316275"/>
                  </a:lnTo>
                  <a:lnTo>
                    <a:pt x="1326131" y="320636"/>
                  </a:lnTo>
                  <a:lnTo>
                    <a:pt x="1409014" y="325145"/>
                  </a:lnTo>
                  <a:lnTo>
                    <a:pt x="1491897" y="329831"/>
                  </a:lnTo>
                  <a:lnTo>
                    <a:pt x="1574780" y="334720"/>
                  </a:lnTo>
                  <a:lnTo>
                    <a:pt x="1657664" y="339839"/>
                  </a:lnTo>
                  <a:lnTo>
                    <a:pt x="1740547" y="345216"/>
                  </a:lnTo>
                  <a:lnTo>
                    <a:pt x="1823430" y="351076"/>
                  </a:lnTo>
                  <a:lnTo>
                    <a:pt x="1906313" y="357660"/>
                  </a:lnTo>
                  <a:lnTo>
                    <a:pt x="1989196" y="364481"/>
                  </a:lnTo>
                  <a:lnTo>
                    <a:pt x="2072080" y="371028"/>
                  </a:lnTo>
                  <a:lnTo>
                    <a:pt x="2154963" y="376786"/>
                  </a:lnTo>
                  <a:lnTo>
                    <a:pt x="2237846" y="381241"/>
                  </a:lnTo>
                  <a:lnTo>
                    <a:pt x="2320729" y="383444"/>
                  </a:lnTo>
                  <a:lnTo>
                    <a:pt x="2403612" y="381137"/>
                  </a:lnTo>
                  <a:lnTo>
                    <a:pt x="2486496" y="376059"/>
                  </a:lnTo>
                  <a:lnTo>
                    <a:pt x="2569379" y="370577"/>
                  </a:lnTo>
                  <a:lnTo>
                    <a:pt x="2652262" y="366896"/>
                  </a:lnTo>
                  <a:lnTo>
                    <a:pt x="2735145" y="362523"/>
                  </a:lnTo>
                  <a:lnTo>
                    <a:pt x="2818028" y="356888"/>
                  </a:lnTo>
                  <a:lnTo>
                    <a:pt x="2900912" y="351492"/>
                  </a:lnTo>
                  <a:lnTo>
                    <a:pt x="2983795" y="347835"/>
                  </a:lnTo>
                  <a:lnTo>
                    <a:pt x="3066678" y="346832"/>
                  </a:lnTo>
                  <a:lnTo>
                    <a:pt x="3149561" y="347345"/>
                  </a:lnTo>
                  <a:lnTo>
                    <a:pt x="3232444" y="347825"/>
                  </a:lnTo>
                  <a:lnTo>
                    <a:pt x="3315328" y="346727"/>
                  </a:lnTo>
                  <a:lnTo>
                    <a:pt x="3398211" y="344290"/>
                  </a:lnTo>
                  <a:lnTo>
                    <a:pt x="3481094" y="341364"/>
                  </a:lnTo>
                  <a:lnTo>
                    <a:pt x="3563977" y="337873"/>
                  </a:lnTo>
                  <a:lnTo>
                    <a:pt x="3646860" y="333742"/>
                  </a:lnTo>
                  <a:lnTo>
                    <a:pt x="3729744" y="328884"/>
                  </a:lnTo>
                  <a:lnTo>
                    <a:pt x="3812627" y="322838"/>
                  </a:lnTo>
                  <a:lnTo>
                    <a:pt x="3895510" y="315655"/>
                  </a:lnTo>
                  <a:lnTo>
                    <a:pt x="3978393" y="307678"/>
                  </a:lnTo>
                  <a:lnTo>
                    <a:pt x="4061276" y="299252"/>
                  </a:lnTo>
                  <a:lnTo>
                    <a:pt x="4144160" y="290722"/>
                  </a:lnTo>
                  <a:lnTo>
                    <a:pt x="4227043" y="282430"/>
                  </a:lnTo>
                  <a:lnTo>
                    <a:pt x="4309926" y="274715"/>
                  </a:lnTo>
                  <a:lnTo>
                    <a:pt x="4392809" y="266976"/>
                  </a:lnTo>
                  <a:lnTo>
                    <a:pt x="4475692" y="258653"/>
                  </a:lnTo>
                  <a:lnTo>
                    <a:pt x="4558576" y="249747"/>
                  </a:lnTo>
                  <a:lnTo>
                    <a:pt x="4641459" y="240260"/>
                  </a:lnTo>
                  <a:lnTo>
                    <a:pt x="4724342" y="230195"/>
                  </a:lnTo>
                  <a:lnTo>
                    <a:pt x="4807225" y="219552"/>
                  </a:lnTo>
                  <a:lnTo>
                    <a:pt x="4890108" y="208335"/>
                  </a:lnTo>
                  <a:lnTo>
                    <a:pt x="4972992" y="196544"/>
                  </a:lnTo>
                  <a:lnTo>
                    <a:pt x="5055875" y="184181"/>
                  </a:lnTo>
                  <a:lnTo>
                    <a:pt x="5138758" y="171249"/>
                  </a:lnTo>
                  <a:lnTo>
                    <a:pt x="5221641" y="157749"/>
                  </a:lnTo>
                  <a:lnTo>
                    <a:pt x="5304524" y="143684"/>
                  </a:lnTo>
                  <a:lnTo>
                    <a:pt x="5387408" y="129054"/>
                  </a:lnTo>
                  <a:lnTo>
                    <a:pt x="5470291" y="113861"/>
                  </a:lnTo>
                  <a:lnTo>
                    <a:pt x="5553174" y="98109"/>
                  </a:lnTo>
                  <a:lnTo>
                    <a:pt x="5636057" y="81797"/>
                  </a:lnTo>
                  <a:lnTo>
                    <a:pt x="5718940" y="64929"/>
                  </a:lnTo>
                  <a:lnTo>
                    <a:pt x="5801824" y="47506"/>
                  </a:lnTo>
                  <a:lnTo>
                    <a:pt x="5884707" y="29530"/>
                  </a:lnTo>
                  <a:lnTo>
                    <a:pt x="5967590" y="11003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3817577"/>
              <a:ext cx="6015395" cy="1560882"/>
            </a:xfrm>
            <a:custGeom>
              <a:avLst/>
              <a:pathLst>
                <a:path w="6015395" h="1560882">
                  <a:moveTo>
                    <a:pt x="0" y="0"/>
                  </a:moveTo>
                  <a:lnTo>
                    <a:pt x="82883" y="52071"/>
                  </a:lnTo>
                  <a:lnTo>
                    <a:pt x="165766" y="102598"/>
                  </a:lnTo>
                  <a:lnTo>
                    <a:pt x="248649" y="151561"/>
                  </a:lnTo>
                  <a:lnTo>
                    <a:pt x="331532" y="198940"/>
                  </a:lnTo>
                  <a:lnTo>
                    <a:pt x="414416" y="244712"/>
                  </a:lnTo>
                  <a:lnTo>
                    <a:pt x="497299" y="288851"/>
                  </a:lnTo>
                  <a:lnTo>
                    <a:pt x="580182" y="331326"/>
                  </a:lnTo>
                  <a:lnTo>
                    <a:pt x="663065" y="372105"/>
                  </a:lnTo>
                  <a:lnTo>
                    <a:pt x="745948" y="411151"/>
                  </a:lnTo>
                  <a:lnTo>
                    <a:pt x="828832" y="448425"/>
                  </a:lnTo>
                  <a:lnTo>
                    <a:pt x="911715" y="483887"/>
                  </a:lnTo>
                  <a:lnTo>
                    <a:pt x="994598" y="517500"/>
                  </a:lnTo>
                  <a:lnTo>
                    <a:pt x="1077481" y="549232"/>
                  </a:lnTo>
                  <a:lnTo>
                    <a:pt x="1160364" y="579067"/>
                  </a:lnTo>
                  <a:lnTo>
                    <a:pt x="1243248" y="607014"/>
                  </a:lnTo>
                  <a:lnTo>
                    <a:pt x="1326131" y="633117"/>
                  </a:lnTo>
                  <a:lnTo>
                    <a:pt x="1409014" y="657467"/>
                  </a:lnTo>
                  <a:lnTo>
                    <a:pt x="1491897" y="680208"/>
                  </a:lnTo>
                  <a:lnTo>
                    <a:pt x="1574780" y="701533"/>
                  </a:lnTo>
                  <a:lnTo>
                    <a:pt x="1657664" y="721674"/>
                  </a:lnTo>
                  <a:lnTo>
                    <a:pt x="1740547" y="740876"/>
                  </a:lnTo>
                  <a:lnTo>
                    <a:pt x="1823430" y="759471"/>
                  </a:lnTo>
                  <a:lnTo>
                    <a:pt x="1906313" y="777761"/>
                  </a:lnTo>
                  <a:lnTo>
                    <a:pt x="1989196" y="795616"/>
                  </a:lnTo>
                  <a:lnTo>
                    <a:pt x="2072080" y="812870"/>
                  </a:lnTo>
                  <a:lnTo>
                    <a:pt x="2154963" y="829395"/>
                  </a:lnTo>
                  <a:lnTo>
                    <a:pt x="2237846" y="845136"/>
                  </a:lnTo>
                  <a:lnTo>
                    <a:pt x="2320729" y="860189"/>
                  </a:lnTo>
                  <a:lnTo>
                    <a:pt x="2403612" y="874786"/>
                  </a:lnTo>
                  <a:lnTo>
                    <a:pt x="2486496" y="888387"/>
                  </a:lnTo>
                  <a:lnTo>
                    <a:pt x="2569379" y="901216"/>
                  </a:lnTo>
                  <a:lnTo>
                    <a:pt x="2652262" y="914739"/>
                  </a:lnTo>
                  <a:lnTo>
                    <a:pt x="2735145" y="930654"/>
                  </a:lnTo>
                  <a:lnTo>
                    <a:pt x="2818028" y="947100"/>
                  </a:lnTo>
                  <a:lnTo>
                    <a:pt x="2900912" y="962427"/>
                  </a:lnTo>
                  <a:lnTo>
                    <a:pt x="2983795" y="976789"/>
                  </a:lnTo>
                  <a:lnTo>
                    <a:pt x="3066678" y="992698"/>
                  </a:lnTo>
                  <a:lnTo>
                    <a:pt x="3149561" y="1009594"/>
                  </a:lnTo>
                  <a:lnTo>
                    <a:pt x="3232444" y="1024776"/>
                  </a:lnTo>
                  <a:lnTo>
                    <a:pt x="3315328" y="1037836"/>
                  </a:lnTo>
                  <a:lnTo>
                    <a:pt x="3398211" y="1049798"/>
                  </a:lnTo>
                  <a:lnTo>
                    <a:pt x="3481094" y="1060402"/>
                  </a:lnTo>
                  <a:lnTo>
                    <a:pt x="3563977" y="1069234"/>
                  </a:lnTo>
                  <a:lnTo>
                    <a:pt x="3646860" y="1076904"/>
                  </a:lnTo>
                  <a:lnTo>
                    <a:pt x="3729744" y="1084715"/>
                  </a:lnTo>
                  <a:lnTo>
                    <a:pt x="3812627" y="1091833"/>
                  </a:lnTo>
                  <a:lnTo>
                    <a:pt x="3895510" y="1097401"/>
                  </a:lnTo>
                  <a:lnTo>
                    <a:pt x="3978393" y="1101517"/>
                  </a:lnTo>
                  <a:lnTo>
                    <a:pt x="4061276" y="1104446"/>
                  </a:lnTo>
                  <a:lnTo>
                    <a:pt x="4144160" y="1106617"/>
                  </a:lnTo>
                  <a:lnTo>
                    <a:pt x="4227043" y="1108575"/>
                  </a:lnTo>
                  <a:lnTo>
                    <a:pt x="4309926" y="1110899"/>
                  </a:lnTo>
                  <a:lnTo>
                    <a:pt x="4392809" y="1113266"/>
                  </a:lnTo>
                  <a:lnTo>
                    <a:pt x="4475692" y="1115195"/>
                  </a:lnTo>
                  <a:lnTo>
                    <a:pt x="4558576" y="1116617"/>
                  </a:lnTo>
                  <a:lnTo>
                    <a:pt x="4641459" y="1117424"/>
                  </a:lnTo>
                  <a:lnTo>
                    <a:pt x="4724342" y="1117480"/>
                  </a:lnTo>
                  <a:lnTo>
                    <a:pt x="4807225" y="1116632"/>
                  </a:lnTo>
                  <a:lnTo>
                    <a:pt x="4890108" y="1114718"/>
                  </a:lnTo>
                  <a:lnTo>
                    <a:pt x="4972992" y="1111582"/>
                  </a:lnTo>
                  <a:lnTo>
                    <a:pt x="5055875" y="1107084"/>
                  </a:lnTo>
                  <a:lnTo>
                    <a:pt x="5138758" y="1101105"/>
                  </a:lnTo>
                  <a:lnTo>
                    <a:pt x="5221641" y="1093552"/>
                  </a:lnTo>
                  <a:lnTo>
                    <a:pt x="5304524" y="1084357"/>
                  </a:lnTo>
                  <a:lnTo>
                    <a:pt x="5387408" y="1073477"/>
                  </a:lnTo>
                  <a:lnTo>
                    <a:pt x="5470291" y="1060887"/>
                  </a:lnTo>
                  <a:lnTo>
                    <a:pt x="5553174" y="1046580"/>
                  </a:lnTo>
                  <a:lnTo>
                    <a:pt x="5636057" y="1030559"/>
                  </a:lnTo>
                  <a:lnTo>
                    <a:pt x="5718940" y="1012832"/>
                  </a:lnTo>
                  <a:lnTo>
                    <a:pt x="5801824" y="993414"/>
                  </a:lnTo>
                  <a:lnTo>
                    <a:pt x="5884707" y="972323"/>
                  </a:lnTo>
                  <a:lnTo>
                    <a:pt x="5967590" y="949576"/>
                  </a:lnTo>
                  <a:lnTo>
                    <a:pt x="6015395" y="935510"/>
                  </a:lnTo>
                  <a:lnTo>
                    <a:pt x="6015395" y="1560882"/>
                  </a:lnTo>
                  <a:lnTo>
                    <a:pt x="5782489" y="1560882"/>
                  </a:lnTo>
                  <a:lnTo>
                    <a:pt x="5718940" y="1543253"/>
                  </a:lnTo>
                  <a:lnTo>
                    <a:pt x="5636057" y="1521474"/>
                  </a:lnTo>
                  <a:lnTo>
                    <a:pt x="5553174" y="1500941"/>
                  </a:lnTo>
                  <a:lnTo>
                    <a:pt x="5470291" y="1481681"/>
                  </a:lnTo>
                  <a:lnTo>
                    <a:pt x="5387408" y="1463714"/>
                  </a:lnTo>
                  <a:lnTo>
                    <a:pt x="5304524" y="1447047"/>
                  </a:lnTo>
                  <a:lnTo>
                    <a:pt x="5221641" y="1431675"/>
                  </a:lnTo>
                  <a:lnTo>
                    <a:pt x="5138758" y="1417571"/>
                  </a:lnTo>
                  <a:lnTo>
                    <a:pt x="5055875" y="1404683"/>
                  </a:lnTo>
                  <a:lnTo>
                    <a:pt x="4972992" y="1392937"/>
                  </a:lnTo>
                  <a:lnTo>
                    <a:pt x="4890108" y="1382230"/>
                  </a:lnTo>
                  <a:lnTo>
                    <a:pt x="4807225" y="1372438"/>
                  </a:lnTo>
                  <a:lnTo>
                    <a:pt x="4724342" y="1363423"/>
                  </a:lnTo>
                  <a:lnTo>
                    <a:pt x="4641459" y="1355041"/>
                  </a:lnTo>
                  <a:lnTo>
                    <a:pt x="4558576" y="1347155"/>
                  </a:lnTo>
                  <a:lnTo>
                    <a:pt x="4475692" y="1339645"/>
                  </a:lnTo>
                  <a:lnTo>
                    <a:pt x="4392809" y="1332421"/>
                  </a:lnTo>
                  <a:lnTo>
                    <a:pt x="4309926" y="1325431"/>
                  </a:lnTo>
                  <a:lnTo>
                    <a:pt x="4227043" y="1318723"/>
                  </a:lnTo>
                  <a:lnTo>
                    <a:pt x="4144160" y="1312304"/>
                  </a:lnTo>
                  <a:lnTo>
                    <a:pt x="4061276" y="1306083"/>
                  </a:lnTo>
                  <a:lnTo>
                    <a:pt x="3978393" y="1299929"/>
                  </a:lnTo>
                  <a:lnTo>
                    <a:pt x="3895510" y="1293592"/>
                  </a:lnTo>
                  <a:lnTo>
                    <a:pt x="3812627" y="1286658"/>
                  </a:lnTo>
                  <a:lnTo>
                    <a:pt x="3729744" y="1278550"/>
                  </a:lnTo>
                  <a:lnTo>
                    <a:pt x="3646860" y="1268729"/>
                  </a:lnTo>
                  <a:lnTo>
                    <a:pt x="3563977" y="1257781"/>
                  </a:lnTo>
                  <a:lnTo>
                    <a:pt x="3481094" y="1246662"/>
                  </a:lnTo>
                  <a:lnTo>
                    <a:pt x="3398211" y="1235583"/>
                  </a:lnTo>
                  <a:lnTo>
                    <a:pt x="3315328" y="1223733"/>
                  </a:lnTo>
                  <a:lnTo>
                    <a:pt x="3232444" y="1208534"/>
                  </a:lnTo>
                  <a:lnTo>
                    <a:pt x="3149561" y="1190688"/>
                  </a:lnTo>
                  <a:lnTo>
                    <a:pt x="3066678" y="1173611"/>
                  </a:lnTo>
                  <a:lnTo>
                    <a:pt x="2983795" y="1158429"/>
                  </a:lnTo>
                  <a:lnTo>
                    <a:pt x="2900912" y="1142630"/>
                  </a:lnTo>
                  <a:lnTo>
                    <a:pt x="2818028" y="1126082"/>
                  </a:lnTo>
                  <a:lnTo>
                    <a:pt x="2735145" y="1110689"/>
                  </a:lnTo>
                  <a:lnTo>
                    <a:pt x="2652262" y="1096547"/>
                  </a:lnTo>
                  <a:lnTo>
                    <a:pt x="2569379" y="1082742"/>
                  </a:lnTo>
                  <a:lnTo>
                    <a:pt x="2486496" y="1069480"/>
                  </a:lnTo>
                  <a:lnTo>
                    <a:pt x="2403612" y="1057100"/>
                  </a:lnTo>
                  <a:lnTo>
                    <a:pt x="2320729" y="1044732"/>
                  </a:lnTo>
                  <a:lnTo>
                    <a:pt x="2237846" y="1030933"/>
                  </a:lnTo>
                  <a:lnTo>
                    <a:pt x="2154963" y="1016441"/>
                  </a:lnTo>
                  <a:lnTo>
                    <a:pt x="2072080" y="1001761"/>
                  </a:lnTo>
                  <a:lnTo>
                    <a:pt x="1989196" y="987139"/>
                  </a:lnTo>
                  <a:lnTo>
                    <a:pt x="1906313" y="972746"/>
                  </a:lnTo>
                  <a:lnTo>
                    <a:pt x="1823430" y="958715"/>
                  </a:lnTo>
                  <a:lnTo>
                    <a:pt x="1740547" y="945209"/>
                  </a:lnTo>
                  <a:lnTo>
                    <a:pt x="1657664" y="932551"/>
                  </a:lnTo>
                  <a:lnTo>
                    <a:pt x="1574780" y="921013"/>
                  </a:lnTo>
                  <a:lnTo>
                    <a:pt x="1491897" y="910826"/>
                  </a:lnTo>
                  <a:lnTo>
                    <a:pt x="1409014" y="902207"/>
                  </a:lnTo>
                  <a:lnTo>
                    <a:pt x="1326131" y="895336"/>
                  </a:lnTo>
                  <a:lnTo>
                    <a:pt x="1243248" y="890342"/>
                  </a:lnTo>
                  <a:lnTo>
                    <a:pt x="1160364" y="887305"/>
                  </a:lnTo>
                  <a:lnTo>
                    <a:pt x="1077481" y="886254"/>
                  </a:lnTo>
                  <a:lnTo>
                    <a:pt x="994598" y="887184"/>
                  </a:lnTo>
                  <a:lnTo>
                    <a:pt x="911715" y="890065"/>
                  </a:lnTo>
                  <a:lnTo>
                    <a:pt x="828832" y="894853"/>
                  </a:lnTo>
                  <a:lnTo>
                    <a:pt x="745948" y="901496"/>
                  </a:lnTo>
                  <a:lnTo>
                    <a:pt x="663065" y="909940"/>
                  </a:lnTo>
                  <a:lnTo>
                    <a:pt x="580182" y="920133"/>
                  </a:lnTo>
                  <a:lnTo>
                    <a:pt x="497299" y="932025"/>
                  </a:lnTo>
                  <a:lnTo>
                    <a:pt x="414416" y="945569"/>
                  </a:lnTo>
                  <a:lnTo>
                    <a:pt x="331532" y="960721"/>
                  </a:lnTo>
                  <a:lnTo>
                    <a:pt x="248649" y="977442"/>
                  </a:lnTo>
                  <a:lnTo>
                    <a:pt x="165766" y="995695"/>
                  </a:lnTo>
                  <a:lnTo>
                    <a:pt x="82883" y="1015444"/>
                  </a:lnTo>
                  <a:lnTo>
                    <a:pt x="0" y="103665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72465" y="3817577"/>
              <a:ext cx="6015395" cy="1117480"/>
            </a:xfrm>
            <a:custGeom>
              <a:avLst/>
              <a:pathLst>
                <a:path w="6015395" h="1117480">
                  <a:moveTo>
                    <a:pt x="0" y="0"/>
                  </a:moveTo>
                  <a:lnTo>
                    <a:pt x="82883" y="52071"/>
                  </a:lnTo>
                  <a:lnTo>
                    <a:pt x="165766" y="102598"/>
                  </a:lnTo>
                  <a:lnTo>
                    <a:pt x="248649" y="151561"/>
                  </a:lnTo>
                  <a:lnTo>
                    <a:pt x="331532" y="198940"/>
                  </a:lnTo>
                  <a:lnTo>
                    <a:pt x="414416" y="244712"/>
                  </a:lnTo>
                  <a:lnTo>
                    <a:pt x="497299" y="288851"/>
                  </a:lnTo>
                  <a:lnTo>
                    <a:pt x="580182" y="331326"/>
                  </a:lnTo>
                  <a:lnTo>
                    <a:pt x="663065" y="372105"/>
                  </a:lnTo>
                  <a:lnTo>
                    <a:pt x="745948" y="411151"/>
                  </a:lnTo>
                  <a:lnTo>
                    <a:pt x="828832" y="448425"/>
                  </a:lnTo>
                  <a:lnTo>
                    <a:pt x="911715" y="483887"/>
                  </a:lnTo>
                  <a:lnTo>
                    <a:pt x="994598" y="517500"/>
                  </a:lnTo>
                  <a:lnTo>
                    <a:pt x="1077481" y="549232"/>
                  </a:lnTo>
                  <a:lnTo>
                    <a:pt x="1160364" y="579067"/>
                  </a:lnTo>
                  <a:lnTo>
                    <a:pt x="1243248" y="607014"/>
                  </a:lnTo>
                  <a:lnTo>
                    <a:pt x="1326131" y="633117"/>
                  </a:lnTo>
                  <a:lnTo>
                    <a:pt x="1409014" y="657467"/>
                  </a:lnTo>
                  <a:lnTo>
                    <a:pt x="1491897" y="680208"/>
                  </a:lnTo>
                  <a:lnTo>
                    <a:pt x="1574780" y="701533"/>
                  </a:lnTo>
                  <a:lnTo>
                    <a:pt x="1657664" y="721674"/>
                  </a:lnTo>
                  <a:lnTo>
                    <a:pt x="1740547" y="740876"/>
                  </a:lnTo>
                  <a:lnTo>
                    <a:pt x="1823430" y="759471"/>
                  </a:lnTo>
                  <a:lnTo>
                    <a:pt x="1906313" y="777761"/>
                  </a:lnTo>
                  <a:lnTo>
                    <a:pt x="1989196" y="795616"/>
                  </a:lnTo>
                  <a:lnTo>
                    <a:pt x="2072080" y="812870"/>
                  </a:lnTo>
                  <a:lnTo>
                    <a:pt x="2154963" y="829395"/>
                  </a:lnTo>
                  <a:lnTo>
                    <a:pt x="2237846" y="845136"/>
                  </a:lnTo>
                  <a:lnTo>
                    <a:pt x="2320729" y="860189"/>
                  </a:lnTo>
                  <a:lnTo>
                    <a:pt x="2403612" y="874786"/>
                  </a:lnTo>
                  <a:lnTo>
                    <a:pt x="2486496" y="888387"/>
                  </a:lnTo>
                  <a:lnTo>
                    <a:pt x="2569379" y="901216"/>
                  </a:lnTo>
                  <a:lnTo>
                    <a:pt x="2652262" y="914739"/>
                  </a:lnTo>
                  <a:lnTo>
                    <a:pt x="2735145" y="930654"/>
                  </a:lnTo>
                  <a:lnTo>
                    <a:pt x="2818028" y="947100"/>
                  </a:lnTo>
                  <a:lnTo>
                    <a:pt x="2900912" y="962427"/>
                  </a:lnTo>
                  <a:lnTo>
                    <a:pt x="2983795" y="976789"/>
                  </a:lnTo>
                  <a:lnTo>
                    <a:pt x="3066678" y="992698"/>
                  </a:lnTo>
                  <a:lnTo>
                    <a:pt x="3149561" y="1009594"/>
                  </a:lnTo>
                  <a:lnTo>
                    <a:pt x="3232444" y="1024776"/>
                  </a:lnTo>
                  <a:lnTo>
                    <a:pt x="3315328" y="1037836"/>
                  </a:lnTo>
                  <a:lnTo>
                    <a:pt x="3398211" y="1049798"/>
                  </a:lnTo>
                  <a:lnTo>
                    <a:pt x="3481094" y="1060402"/>
                  </a:lnTo>
                  <a:lnTo>
                    <a:pt x="3563977" y="1069234"/>
                  </a:lnTo>
                  <a:lnTo>
                    <a:pt x="3646860" y="1076904"/>
                  </a:lnTo>
                  <a:lnTo>
                    <a:pt x="3729744" y="1084715"/>
                  </a:lnTo>
                  <a:lnTo>
                    <a:pt x="3812627" y="1091833"/>
                  </a:lnTo>
                  <a:lnTo>
                    <a:pt x="3895510" y="1097401"/>
                  </a:lnTo>
                  <a:lnTo>
                    <a:pt x="3978393" y="1101517"/>
                  </a:lnTo>
                  <a:lnTo>
                    <a:pt x="4061276" y="1104446"/>
                  </a:lnTo>
                  <a:lnTo>
                    <a:pt x="4144160" y="1106617"/>
                  </a:lnTo>
                  <a:lnTo>
                    <a:pt x="4227043" y="1108575"/>
                  </a:lnTo>
                  <a:lnTo>
                    <a:pt x="4309926" y="1110899"/>
                  </a:lnTo>
                  <a:lnTo>
                    <a:pt x="4392809" y="1113266"/>
                  </a:lnTo>
                  <a:lnTo>
                    <a:pt x="4475692" y="1115195"/>
                  </a:lnTo>
                  <a:lnTo>
                    <a:pt x="4558576" y="1116617"/>
                  </a:lnTo>
                  <a:lnTo>
                    <a:pt x="4641459" y="1117424"/>
                  </a:lnTo>
                  <a:lnTo>
                    <a:pt x="4724342" y="1117480"/>
                  </a:lnTo>
                  <a:lnTo>
                    <a:pt x="4807225" y="1116632"/>
                  </a:lnTo>
                  <a:lnTo>
                    <a:pt x="4890108" y="1114718"/>
                  </a:lnTo>
                  <a:lnTo>
                    <a:pt x="4972992" y="1111582"/>
                  </a:lnTo>
                  <a:lnTo>
                    <a:pt x="5055875" y="1107084"/>
                  </a:lnTo>
                  <a:lnTo>
                    <a:pt x="5138758" y="1101105"/>
                  </a:lnTo>
                  <a:lnTo>
                    <a:pt x="5221641" y="1093552"/>
                  </a:lnTo>
                  <a:lnTo>
                    <a:pt x="5304524" y="1084357"/>
                  </a:lnTo>
                  <a:lnTo>
                    <a:pt x="5387408" y="1073477"/>
                  </a:lnTo>
                  <a:lnTo>
                    <a:pt x="5470291" y="1060887"/>
                  </a:lnTo>
                  <a:lnTo>
                    <a:pt x="5553174" y="1046580"/>
                  </a:lnTo>
                  <a:lnTo>
                    <a:pt x="5636057" y="1030559"/>
                  </a:lnTo>
                  <a:lnTo>
                    <a:pt x="5718940" y="1012832"/>
                  </a:lnTo>
                  <a:lnTo>
                    <a:pt x="5801824" y="993414"/>
                  </a:lnTo>
                  <a:lnTo>
                    <a:pt x="5884707" y="972323"/>
                  </a:lnTo>
                  <a:lnTo>
                    <a:pt x="5967590" y="949576"/>
                  </a:lnTo>
                  <a:lnTo>
                    <a:pt x="6015395" y="9355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72465" y="4703832"/>
              <a:ext cx="5782489" cy="674627"/>
            </a:xfrm>
            <a:custGeom>
              <a:avLst/>
              <a:pathLst>
                <a:path w="5782489" h="674627">
                  <a:moveTo>
                    <a:pt x="5782489" y="674627"/>
                  </a:moveTo>
                  <a:lnTo>
                    <a:pt x="5718940" y="656998"/>
                  </a:lnTo>
                  <a:lnTo>
                    <a:pt x="5636057" y="635219"/>
                  </a:lnTo>
                  <a:lnTo>
                    <a:pt x="5553174" y="614687"/>
                  </a:lnTo>
                  <a:lnTo>
                    <a:pt x="5470291" y="595427"/>
                  </a:lnTo>
                  <a:lnTo>
                    <a:pt x="5387408" y="577459"/>
                  </a:lnTo>
                  <a:lnTo>
                    <a:pt x="5304524" y="560793"/>
                  </a:lnTo>
                  <a:lnTo>
                    <a:pt x="5221641" y="545421"/>
                  </a:lnTo>
                  <a:lnTo>
                    <a:pt x="5138758" y="531316"/>
                  </a:lnTo>
                  <a:lnTo>
                    <a:pt x="5055875" y="518429"/>
                  </a:lnTo>
                  <a:lnTo>
                    <a:pt x="4972992" y="506683"/>
                  </a:lnTo>
                  <a:lnTo>
                    <a:pt x="4890108" y="495975"/>
                  </a:lnTo>
                  <a:lnTo>
                    <a:pt x="4807225" y="486184"/>
                  </a:lnTo>
                  <a:lnTo>
                    <a:pt x="4724342" y="477169"/>
                  </a:lnTo>
                  <a:lnTo>
                    <a:pt x="4641459" y="468787"/>
                  </a:lnTo>
                  <a:lnTo>
                    <a:pt x="4558576" y="460900"/>
                  </a:lnTo>
                  <a:lnTo>
                    <a:pt x="4475692" y="453390"/>
                  </a:lnTo>
                  <a:lnTo>
                    <a:pt x="4392809" y="446166"/>
                  </a:lnTo>
                  <a:lnTo>
                    <a:pt x="4309926" y="439177"/>
                  </a:lnTo>
                  <a:lnTo>
                    <a:pt x="4227043" y="432468"/>
                  </a:lnTo>
                  <a:lnTo>
                    <a:pt x="4144160" y="426049"/>
                  </a:lnTo>
                  <a:lnTo>
                    <a:pt x="4061276" y="419828"/>
                  </a:lnTo>
                  <a:lnTo>
                    <a:pt x="3978393" y="413674"/>
                  </a:lnTo>
                  <a:lnTo>
                    <a:pt x="3895510" y="407337"/>
                  </a:lnTo>
                  <a:lnTo>
                    <a:pt x="3812627" y="400404"/>
                  </a:lnTo>
                  <a:lnTo>
                    <a:pt x="3729744" y="392295"/>
                  </a:lnTo>
                  <a:lnTo>
                    <a:pt x="3646860" y="382474"/>
                  </a:lnTo>
                  <a:lnTo>
                    <a:pt x="3563977" y="371526"/>
                  </a:lnTo>
                  <a:lnTo>
                    <a:pt x="3481094" y="360407"/>
                  </a:lnTo>
                  <a:lnTo>
                    <a:pt x="3398211" y="349328"/>
                  </a:lnTo>
                  <a:lnTo>
                    <a:pt x="3315328" y="337479"/>
                  </a:lnTo>
                  <a:lnTo>
                    <a:pt x="3232444" y="322279"/>
                  </a:lnTo>
                  <a:lnTo>
                    <a:pt x="3149561" y="304433"/>
                  </a:lnTo>
                  <a:lnTo>
                    <a:pt x="3066678" y="287356"/>
                  </a:lnTo>
                  <a:lnTo>
                    <a:pt x="2983795" y="272174"/>
                  </a:lnTo>
                  <a:lnTo>
                    <a:pt x="2900912" y="256375"/>
                  </a:lnTo>
                  <a:lnTo>
                    <a:pt x="2818028" y="239828"/>
                  </a:lnTo>
                  <a:lnTo>
                    <a:pt x="2735145" y="224435"/>
                  </a:lnTo>
                  <a:lnTo>
                    <a:pt x="2652262" y="210292"/>
                  </a:lnTo>
                  <a:lnTo>
                    <a:pt x="2569379" y="196487"/>
                  </a:lnTo>
                  <a:lnTo>
                    <a:pt x="2486496" y="183225"/>
                  </a:lnTo>
                  <a:lnTo>
                    <a:pt x="2403612" y="170845"/>
                  </a:lnTo>
                  <a:lnTo>
                    <a:pt x="2320729" y="158477"/>
                  </a:lnTo>
                  <a:lnTo>
                    <a:pt x="2237846" y="144678"/>
                  </a:lnTo>
                  <a:lnTo>
                    <a:pt x="2154963" y="130186"/>
                  </a:lnTo>
                  <a:lnTo>
                    <a:pt x="2072080" y="115507"/>
                  </a:lnTo>
                  <a:lnTo>
                    <a:pt x="1989196" y="100884"/>
                  </a:lnTo>
                  <a:lnTo>
                    <a:pt x="1906313" y="86491"/>
                  </a:lnTo>
                  <a:lnTo>
                    <a:pt x="1823430" y="72461"/>
                  </a:lnTo>
                  <a:lnTo>
                    <a:pt x="1740547" y="58954"/>
                  </a:lnTo>
                  <a:lnTo>
                    <a:pt x="1657664" y="46296"/>
                  </a:lnTo>
                  <a:lnTo>
                    <a:pt x="1574780" y="34759"/>
                  </a:lnTo>
                  <a:lnTo>
                    <a:pt x="1491897" y="24572"/>
                  </a:lnTo>
                  <a:lnTo>
                    <a:pt x="1409014" y="15952"/>
                  </a:lnTo>
                  <a:lnTo>
                    <a:pt x="1326131" y="9081"/>
                  </a:lnTo>
                  <a:lnTo>
                    <a:pt x="1243248" y="4088"/>
                  </a:lnTo>
                  <a:lnTo>
                    <a:pt x="1160364" y="1050"/>
                  </a:lnTo>
                  <a:lnTo>
                    <a:pt x="1077481" y="0"/>
                  </a:lnTo>
                  <a:lnTo>
                    <a:pt x="994598" y="930"/>
                  </a:lnTo>
                  <a:lnTo>
                    <a:pt x="911715" y="3811"/>
                  </a:lnTo>
                  <a:lnTo>
                    <a:pt x="828832" y="8598"/>
                  </a:lnTo>
                  <a:lnTo>
                    <a:pt x="745948" y="15241"/>
                  </a:lnTo>
                  <a:lnTo>
                    <a:pt x="663065" y="23685"/>
                  </a:lnTo>
                  <a:lnTo>
                    <a:pt x="580182" y="33879"/>
                  </a:lnTo>
                  <a:lnTo>
                    <a:pt x="497299" y="45770"/>
                  </a:lnTo>
                  <a:lnTo>
                    <a:pt x="414416" y="59314"/>
                  </a:lnTo>
                  <a:lnTo>
                    <a:pt x="331532" y="74467"/>
                  </a:lnTo>
                  <a:lnTo>
                    <a:pt x="248649" y="91187"/>
                  </a:lnTo>
                  <a:lnTo>
                    <a:pt x="165766" y="109440"/>
                  </a:lnTo>
                  <a:lnTo>
                    <a:pt x="82883" y="129190"/>
                  </a:lnTo>
                  <a:lnTo>
                    <a:pt x="0" y="1504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2465" y="4335907"/>
              <a:ext cx="6015395" cy="764917"/>
            </a:xfrm>
            <a:custGeom>
              <a:avLst/>
              <a:pathLst>
                <a:path w="6015395" h="764917">
                  <a:moveTo>
                    <a:pt x="0" y="0"/>
                  </a:moveTo>
                  <a:lnTo>
                    <a:pt x="82883" y="15428"/>
                  </a:lnTo>
                  <a:lnTo>
                    <a:pt x="165766" y="30816"/>
                  </a:lnTo>
                  <a:lnTo>
                    <a:pt x="248649" y="46172"/>
                  </a:lnTo>
                  <a:lnTo>
                    <a:pt x="331532" y="61501"/>
                  </a:lnTo>
                  <a:lnTo>
                    <a:pt x="414416" y="76811"/>
                  </a:lnTo>
                  <a:lnTo>
                    <a:pt x="497299" y="92108"/>
                  </a:lnTo>
                  <a:lnTo>
                    <a:pt x="580182" y="107400"/>
                  </a:lnTo>
                  <a:lnTo>
                    <a:pt x="663065" y="122693"/>
                  </a:lnTo>
                  <a:lnTo>
                    <a:pt x="745948" y="137993"/>
                  </a:lnTo>
                  <a:lnTo>
                    <a:pt x="828832" y="153309"/>
                  </a:lnTo>
                  <a:lnTo>
                    <a:pt x="911715" y="168646"/>
                  </a:lnTo>
                  <a:lnTo>
                    <a:pt x="994598" y="184012"/>
                  </a:lnTo>
                  <a:lnTo>
                    <a:pt x="1077481" y="199413"/>
                  </a:lnTo>
                  <a:lnTo>
                    <a:pt x="1160364" y="214856"/>
                  </a:lnTo>
                  <a:lnTo>
                    <a:pt x="1243248" y="230348"/>
                  </a:lnTo>
                  <a:lnTo>
                    <a:pt x="1326131" y="245896"/>
                  </a:lnTo>
                  <a:lnTo>
                    <a:pt x="1409014" y="261507"/>
                  </a:lnTo>
                  <a:lnTo>
                    <a:pt x="1491897" y="277187"/>
                  </a:lnTo>
                  <a:lnTo>
                    <a:pt x="1574780" y="292943"/>
                  </a:lnTo>
                  <a:lnTo>
                    <a:pt x="1657664" y="308783"/>
                  </a:lnTo>
                  <a:lnTo>
                    <a:pt x="1740547" y="324712"/>
                  </a:lnTo>
                  <a:lnTo>
                    <a:pt x="1823430" y="340763"/>
                  </a:lnTo>
                  <a:lnTo>
                    <a:pt x="1906313" y="356923"/>
                  </a:lnTo>
                  <a:lnTo>
                    <a:pt x="1989196" y="373048"/>
                  </a:lnTo>
                  <a:lnTo>
                    <a:pt x="2072080" y="388986"/>
                  </a:lnTo>
                  <a:lnTo>
                    <a:pt x="2154963" y="404588"/>
                  </a:lnTo>
                  <a:lnTo>
                    <a:pt x="2237846" y="419705"/>
                  </a:lnTo>
                  <a:lnTo>
                    <a:pt x="2320729" y="434130"/>
                  </a:lnTo>
                  <a:lnTo>
                    <a:pt x="2403612" y="447613"/>
                  </a:lnTo>
                  <a:lnTo>
                    <a:pt x="2486496" y="460604"/>
                  </a:lnTo>
                  <a:lnTo>
                    <a:pt x="2569379" y="473649"/>
                  </a:lnTo>
                  <a:lnTo>
                    <a:pt x="2652262" y="487313"/>
                  </a:lnTo>
                  <a:lnTo>
                    <a:pt x="2735145" y="502342"/>
                  </a:lnTo>
                  <a:lnTo>
                    <a:pt x="2818028" y="518262"/>
                  </a:lnTo>
                  <a:lnTo>
                    <a:pt x="2900912" y="534199"/>
                  </a:lnTo>
                  <a:lnTo>
                    <a:pt x="2983795" y="549279"/>
                  </a:lnTo>
                  <a:lnTo>
                    <a:pt x="3066678" y="564824"/>
                  </a:lnTo>
                  <a:lnTo>
                    <a:pt x="3149561" y="581811"/>
                  </a:lnTo>
                  <a:lnTo>
                    <a:pt x="3232444" y="598325"/>
                  </a:lnTo>
                  <a:lnTo>
                    <a:pt x="3315328" y="612455"/>
                  </a:lnTo>
                  <a:lnTo>
                    <a:pt x="3398211" y="624361"/>
                  </a:lnTo>
                  <a:lnTo>
                    <a:pt x="3481094" y="635202"/>
                  </a:lnTo>
                  <a:lnTo>
                    <a:pt x="3563977" y="645178"/>
                  </a:lnTo>
                  <a:lnTo>
                    <a:pt x="3646860" y="654486"/>
                  </a:lnTo>
                  <a:lnTo>
                    <a:pt x="3729744" y="663302"/>
                  </a:lnTo>
                  <a:lnTo>
                    <a:pt x="3812627" y="670916"/>
                  </a:lnTo>
                  <a:lnTo>
                    <a:pt x="3895510" y="677166"/>
                  </a:lnTo>
                  <a:lnTo>
                    <a:pt x="3978393" y="682393"/>
                  </a:lnTo>
                  <a:lnTo>
                    <a:pt x="4061276" y="686935"/>
                  </a:lnTo>
                  <a:lnTo>
                    <a:pt x="4144160" y="691130"/>
                  </a:lnTo>
                  <a:lnTo>
                    <a:pt x="4227043" y="695319"/>
                  </a:lnTo>
                  <a:lnTo>
                    <a:pt x="4309926" y="699835"/>
                  </a:lnTo>
                  <a:lnTo>
                    <a:pt x="4392809" y="704514"/>
                  </a:lnTo>
                  <a:lnTo>
                    <a:pt x="4475692" y="709090"/>
                  </a:lnTo>
                  <a:lnTo>
                    <a:pt x="4558576" y="713556"/>
                  </a:lnTo>
                  <a:lnTo>
                    <a:pt x="4641459" y="717903"/>
                  </a:lnTo>
                  <a:lnTo>
                    <a:pt x="4724342" y="722122"/>
                  </a:lnTo>
                  <a:lnTo>
                    <a:pt x="4807225" y="726205"/>
                  </a:lnTo>
                  <a:lnTo>
                    <a:pt x="4890108" y="730144"/>
                  </a:lnTo>
                  <a:lnTo>
                    <a:pt x="4972992" y="733930"/>
                  </a:lnTo>
                  <a:lnTo>
                    <a:pt x="5055875" y="737554"/>
                  </a:lnTo>
                  <a:lnTo>
                    <a:pt x="5138758" y="741008"/>
                  </a:lnTo>
                  <a:lnTo>
                    <a:pt x="5221641" y="744284"/>
                  </a:lnTo>
                  <a:lnTo>
                    <a:pt x="5304524" y="747372"/>
                  </a:lnTo>
                  <a:lnTo>
                    <a:pt x="5387408" y="750265"/>
                  </a:lnTo>
                  <a:lnTo>
                    <a:pt x="5470291" y="752954"/>
                  </a:lnTo>
                  <a:lnTo>
                    <a:pt x="5553174" y="755431"/>
                  </a:lnTo>
                  <a:lnTo>
                    <a:pt x="5636057" y="757686"/>
                  </a:lnTo>
                  <a:lnTo>
                    <a:pt x="5718940" y="759712"/>
                  </a:lnTo>
                  <a:lnTo>
                    <a:pt x="5801824" y="761500"/>
                  </a:lnTo>
                  <a:lnTo>
                    <a:pt x="5884707" y="763041"/>
                  </a:lnTo>
                  <a:lnTo>
                    <a:pt x="5967590" y="764328"/>
                  </a:lnTo>
                  <a:lnTo>
                    <a:pt x="6015395" y="76491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3429845"/>
              <a:ext cx="6015395" cy="1948614"/>
            </a:xfrm>
            <a:custGeom>
              <a:avLst/>
              <a:pathLst>
                <a:path w="6015395" h="1948614">
                  <a:moveTo>
                    <a:pt x="0" y="0"/>
                  </a:moveTo>
                  <a:lnTo>
                    <a:pt x="82883" y="58009"/>
                  </a:lnTo>
                  <a:lnTo>
                    <a:pt x="165766" y="114317"/>
                  </a:lnTo>
                  <a:lnTo>
                    <a:pt x="248649" y="168909"/>
                  </a:lnTo>
                  <a:lnTo>
                    <a:pt x="331532" y="221764"/>
                  </a:lnTo>
                  <a:lnTo>
                    <a:pt x="414416" y="272862"/>
                  </a:lnTo>
                  <a:lnTo>
                    <a:pt x="497299" y="322175"/>
                  </a:lnTo>
                  <a:lnTo>
                    <a:pt x="580182" y="369674"/>
                  </a:lnTo>
                  <a:lnTo>
                    <a:pt x="663065" y="415323"/>
                  </a:lnTo>
                  <a:lnTo>
                    <a:pt x="745948" y="459085"/>
                  </a:lnTo>
                  <a:lnTo>
                    <a:pt x="828832" y="500916"/>
                  </a:lnTo>
                  <a:lnTo>
                    <a:pt x="911715" y="540776"/>
                  </a:lnTo>
                  <a:lnTo>
                    <a:pt x="994598" y="578622"/>
                  </a:lnTo>
                  <a:lnTo>
                    <a:pt x="1077481" y="614423"/>
                  </a:lnTo>
                  <a:lnTo>
                    <a:pt x="1160364" y="648165"/>
                  </a:lnTo>
                  <a:lnTo>
                    <a:pt x="1243248" y="679866"/>
                  </a:lnTo>
                  <a:lnTo>
                    <a:pt x="1326131" y="709589"/>
                  </a:lnTo>
                  <a:lnTo>
                    <a:pt x="1409014" y="737452"/>
                  </a:lnTo>
                  <a:lnTo>
                    <a:pt x="1491897" y="763644"/>
                  </a:lnTo>
                  <a:lnTo>
                    <a:pt x="1574780" y="788413"/>
                  </a:lnTo>
                  <a:lnTo>
                    <a:pt x="1657664" y="812055"/>
                  </a:lnTo>
                  <a:lnTo>
                    <a:pt x="1740547" y="834881"/>
                  </a:lnTo>
                  <a:lnTo>
                    <a:pt x="1823430" y="857277"/>
                  </a:lnTo>
                  <a:lnTo>
                    <a:pt x="1906313" y="879508"/>
                  </a:lnTo>
                  <a:lnTo>
                    <a:pt x="1989196" y="901367"/>
                  </a:lnTo>
                  <a:lnTo>
                    <a:pt x="2072080" y="922605"/>
                  </a:lnTo>
                  <a:lnTo>
                    <a:pt x="2154963" y="943023"/>
                  </a:lnTo>
                  <a:lnTo>
                    <a:pt x="2237846" y="962509"/>
                  </a:lnTo>
                  <a:lnTo>
                    <a:pt x="2320729" y="981381"/>
                  </a:lnTo>
                  <a:lnTo>
                    <a:pt x="2403612" y="1001054"/>
                  </a:lnTo>
                  <a:lnTo>
                    <a:pt x="2486496" y="1020153"/>
                  </a:lnTo>
                  <a:lnTo>
                    <a:pt x="2569379" y="1037939"/>
                  </a:lnTo>
                  <a:lnTo>
                    <a:pt x="2652262" y="1055249"/>
                  </a:lnTo>
                  <a:lnTo>
                    <a:pt x="2735145" y="1074124"/>
                  </a:lnTo>
                  <a:lnTo>
                    <a:pt x="2818028" y="1092777"/>
                  </a:lnTo>
                  <a:lnTo>
                    <a:pt x="2900912" y="1109554"/>
                  </a:lnTo>
                  <a:lnTo>
                    <a:pt x="2983795" y="1125061"/>
                  </a:lnTo>
                  <a:lnTo>
                    <a:pt x="3066678" y="1140184"/>
                  </a:lnTo>
                  <a:lnTo>
                    <a:pt x="3149561" y="1153364"/>
                  </a:lnTo>
                  <a:lnTo>
                    <a:pt x="3232444" y="1164404"/>
                  </a:lnTo>
                  <a:lnTo>
                    <a:pt x="3315328" y="1175957"/>
                  </a:lnTo>
                  <a:lnTo>
                    <a:pt x="3398211" y="1187612"/>
                  </a:lnTo>
                  <a:lnTo>
                    <a:pt x="3481094" y="1196955"/>
                  </a:lnTo>
                  <a:lnTo>
                    <a:pt x="3563977" y="1204424"/>
                  </a:lnTo>
                  <a:lnTo>
                    <a:pt x="3646860" y="1211736"/>
                  </a:lnTo>
                  <a:lnTo>
                    <a:pt x="3729744" y="1221436"/>
                  </a:lnTo>
                  <a:lnTo>
                    <a:pt x="3812627" y="1231679"/>
                  </a:lnTo>
                  <a:lnTo>
                    <a:pt x="3895510" y="1240632"/>
                  </a:lnTo>
                  <a:lnTo>
                    <a:pt x="3978393" y="1248316"/>
                  </a:lnTo>
                  <a:lnTo>
                    <a:pt x="4061276" y="1254960"/>
                  </a:lnTo>
                  <a:lnTo>
                    <a:pt x="4144160" y="1260994"/>
                  </a:lnTo>
                  <a:lnTo>
                    <a:pt x="4227043" y="1267001"/>
                  </a:lnTo>
                  <a:lnTo>
                    <a:pt x="4309926" y="1273600"/>
                  </a:lnTo>
                  <a:lnTo>
                    <a:pt x="4392809" y="1280447"/>
                  </a:lnTo>
                  <a:lnTo>
                    <a:pt x="4475692" y="1287023"/>
                  </a:lnTo>
                  <a:lnTo>
                    <a:pt x="4558576" y="1293247"/>
                  </a:lnTo>
                  <a:lnTo>
                    <a:pt x="4641459" y="1298987"/>
                  </a:lnTo>
                  <a:lnTo>
                    <a:pt x="4724342" y="1304075"/>
                  </a:lnTo>
                  <a:lnTo>
                    <a:pt x="4807225" y="1308320"/>
                  </a:lnTo>
                  <a:lnTo>
                    <a:pt x="4890108" y="1311525"/>
                  </a:lnTo>
                  <a:lnTo>
                    <a:pt x="4972992" y="1313498"/>
                  </a:lnTo>
                  <a:lnTo>
                    <a:pt x="5055875" y="1314064"/>
                  </a:lnTo>
                  <a:lnTo>
                    <a:pt x="5138758" y="1313079"/>
                  </a:lnTo>
                  <a:lnTo>
                    <a:pt x="5221641" y="1310427"/>
                  </a:lnTo>
                  <a:lnTo>
                    <a:pt x="5304524" y="1306028"/>
                  </a:lnTo>
                  <a:lnTo>
                    <a:pt x="5387408" y="1299830"/>
                  </a:lnTo>
                  <a:lnTo>
                    <a:pt x="5470291" y="1291804"/>
                  </a:lnTo>
                  <a:lnTo>
                    <a:pt x="5553174" y="1281944"/>
                  </a:lnTo>
                  <a:lnTo>
                    <a:pt x="5636057" y="1270255"/>
                  </a:lnTo>
                  <a:lnTo>
                    <a:pt x="5718940" y="1256752"/>
                  </a:lnTo>
                  <a:lnTo>
                    <a:pt x="5801824" y="1241455"/>
                  </a:lnTo>
                  <a:lnTo>
                    <a:pt x="5884707" y="1224388"/>
                  </a:lnTo>
                  <a:lnTo>
                    <a:pt x="5967590" y="1205575"/>
                  </a:lnTo>
                  <a:lnTo>
                    <a:pt x="6015395" y="1193730"/>
                  </a:lnTo>
                  <a:lnTo>
                    <a:pt x="6015395" y="1948614"/>
                  </a:lnTo>
                  <a:lnTo>
                    <a:pt x="5783358" y="1948614"/>
                  </a:lnTo>
                  <a:lnTo>
                    <a:pt x="5718940" y="1919328"/>
                  </a:lnTo>
                  <a:lnTo>
                    <a:pt x="5636057" y="1883483"/>
                  </a:lnTo>
                  <a:lnTo>
                    <a:pt x="5553174" y="1849510"/>
                  </a:lnTo>
                  <a:lnTo>
                    <a:pt x="5470291" y="1817440"/>
                  </a:lnTo>
                  <a:lnTo>
                    <a:pt x="5387408" y="1787296"/>
                  </a:lnTo>
                  <a:lnTo>
                    <a:pt x="5304524" y="1759084"/>
                  </a:lnTo>
                  <a:lnTo>
                    <a:pt x="5221641" y="1732795"/>
                  </a:lnTo>
                  <a:lnTo>
                    <a:pt x="5138758" y="1708392"/>
                  </a:lnTo>
                  <a:lnTo>
                    <a:pt x="5055875" y="1685811"/>
                  </a:lnTo>
                  <a:lnTo>
                    <a:pt x="4972992" y="1664953"/>
                  </a:lnTo>
                  <a:lnTo>
                    <a:pt x="4890108" y="1645689"/>
                  </a:lnTo>
                  <a:lnTo>
                    <a:pt x="4807225" y="1627862"/>
                  </a:lnTo>
                  <a:lnTo>
                    <a:pt x="4724342" y="1611295"/>
                  </a:lnTo>
                  <a:lnTo>
                    <a:pt x="4641459" y="1595808"/>
                  </a:lnTo>
                  <a:lnTo>
                    <a:pt x="4558576" y="1581225"/>
                  </a:lnTo>
                  <a:lnTo>
                    <a:pt x="4475692" y="1567396"/>
                  </a:lnTo>
                  <a:lnTo>
                    <a:pt x="4392809" y="1554204"/>
                  </a:lnTo>
                  <a:lnTo>
                    <a:pt x="4309926" y="1541584"/>
                  </a:lnTo>
                  <a:lnTo>
                    <a:pt x="4227043" y="1529508"/>
                  </a:lnTo>
                  <a:lnTo>
                    <a:pt x="4144160" y="1517929"/>
                  </a:lnTo>
                  <a:lnTo>
                    <a:pt x="4061276" y="1506834"/>
                  </a:lnTo>
                  <a:lnTo>
                    <a:pt x="3978393" y="1496163"/>
                  </a:lnTo>
                  <a:lnTo>
                    <a:pt x="3895510" y="1485705"/>
                  </a:lnTo>
                  <a:lnTo>
                    <a:pt x="3812627" y="1475046"/>
                  </a:lnTo>
                  <a:lnTo>
                    <a:pt x="3729744" y="1463566"/>
                  </a:lnTo>
                  <a:lnTo>
                    <a:pt x="3646860" y="1451355"/>
                  </a:lnTo>
                  <a:lnTo>
                    <a:pt x="3563977" y="1439947"/>
                  </a:lnTo>
                  <a:lnTo>
                    <a:pt x="3481094" y="1429621"/>
                  </a:lnTo>
                  <a:lnTo>
                    <a:pt x="3398211" y="1419685"/>
                  </a:lnTo>
                  <a:lnTo>
                    <a:pt x="3315328" y="1408171"/>
                  </a:lnTo>
                  <a:lnTo>
                    <a:pt x="3232444" y="1393945"/>
                  </a:lnTo>
                  <a:lnTo>
                    <a:pt x="3149561" y="1379578"/>
                  </a:lnTo>
                  <a:lnTo>
                    <a:pt x="3066678" y="1366172"/>
                  </a:lnTo>
                  <a:lnTo>
                    <a:pt x="2983795" y="1351956"/>
                  </a:lnTo>
                  <a:lnTo>
                    <a:pt x="2900912" y="1334655"/>
                  </a:lnTo>
                  <a:lnTo>
                    <a:pt x="2818028" y="1316352"/>
                  </a:lnTo>
                  <a:lnTo>
                    <a:pt x="2735145" y="1299016"/>
                  </a:lnTo>
                  <a:lnTo>
                    <a:pt x="2652262" y="1282355"/>
                  </a:lnTo>
                  <a:lnTo>
                    <a:pt x="2569379" y="1264692"/>
                  </a:lnTo>
                  <a:lnTo>
                    <a:pt x="2486496" y="1246365"/>
                  </a:lnTo>
                  <a:lnTo>
                    <a:pt x="2403612" y="1228793"/>
                  </a:lnTo>
                  <a:lnTo>
                    <a:pt x="2320729" y="1211904"/>
                  </a:lnTo>
                  <a:lnTo>
                    <a:pt x="2237846" y="1194598"/>
                  </a:lnTo>
                  <a:lnTo>
                    <a:pt x="2154963" y="1176671"/>
                  </a:lnTo>
                  <a:lnTo>
                    <a:pt x="2072080" y="1158559"/>
                  </a:lnTo>
                  <a:lnTo>
                    <a:pt x="1989196" y="1140608"/>
                  </a:lnTo>
                  <a:lnTo>
                    <a:pt x="1906313" y="1123073"/>
                  </a:lnTo>
                  <a:lnTo>
                    <a:pt x="1823430" y="1106163"/>
                  </a:lnTo>
                  <a:lnTo>
                    <a:pt x="1740547" y="1090123"/>
                  </a:lnTo>
                  <a:lnTo>
                    <a:pt x="1657664" y="1075472"/>
                  </a:lnTo>
                  <a:lnTo>
                    <a:pt x="1574780" y="1062577"/>
                  </a:lnTo>
                  <a:lnTo>
                    <a:pt x="1491897" y="1051722"/>
                  </a:lnTo>
                  <a:lnTo>
                    <a:pt x="1409014" y="1043170"/>
                  </a:lnTo>
                  <a:lnTo>
                    <a:pt x="1326131" y="1037139"/>
                  </a:lnTo>
                  <a:lnTo>
                    <a:pt x="1243248" y="1033787"/>
                  </a:lnTo>
                  <a:lnTo>
                    <a:pt x="1160364" y="1033201"/>
                  </a:lnTo>
                  <a:lnTo>
                    <a:pt x="1077481" y="1035415"/>
                  </a:lnTo>
                  <a:lnTo>
                    <a:pt x="994598" y="1040414"/>
                  </a:lnTo>
                  <a:lnTo>
                    <a:pt x="911715" y="1048154"/>
                  </a:lnTo>
                  <a:lnTo>
                    <a:pt x="828832" y="1058574"/>
                  </a:lnTo>
                  <a:lnTo>
                    <a:pt x="745948" y="1071600"/>
                  </a:lnTo>
                  <a:lnTo>
                    <a:pt x="663065" y="1087161"/>
                  </a:lnTo>
                  <a:lnTo>
                    <a:pt x="580182" y="1105183"/>
                  </a:lnTo>
                  <a:lnTo>
                    <a:pt x="497299" y="1125598"/>
                  </a:lnTo>
                  <a:lnTo>
                    <a:pt x="414416" y="1148338"/>
                  </a:lnTo>
                  <a:lnTo>
                    <a:pt x="331532" y="1173345"/>
                  </a:lnTo>
                  <a:lnTo>
                    <a:pt x="248649" y="1200560"/>
                  </a:lnTo>
                  <a:lnTo>
                    <a:pt x="165766" y="1229932"/>
                  </a:lnTo>
                  <a:lnTo>
                    <a:pt x="82883" y="1261409"/>
                  </a:lnTo>
                  <a:lnTo>
                    <a:pt x="0" y="129494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72465" y="3429845"/>
              <a:ext cx="6015395" cy="1314064"/>
            </a:xfrm>
            <a:custGeom>
              <a:avLst/>
              <a:pathLst>
                <a:path w="6015395" h="1314064">
                  <a:moveTo>
                    <a:pt x="0" y="0"/>
                  </a:moveTo>
                  <a:lnTo>
                    <a:pt x="82883" y="58009"/>
                  </a:lnTo>
                  <a:lnTo>
                    <a:pt x="165766" y="114317"/>
                  </a:lnTo>
                  <a:lnTo>
                    <a:pt x="248649" y="168909"/>
                  </a:lnTo>
                  <a:lnTo>
                    <a:pt x="331532" y="221764"/>
                  </a:lnTo>
                  <a:lnTo>
                    <a:pt x="414416" y="272862"/>
                  </a:lnTo>
                  <a:lnTo>
                    <a:pt x="497299" y="322175"/>
                  </a:lnTo>
                  <a:lnTo>
                    <a:pt x="580182" y="369674"/>
                  </a:lnTo>
                  <a:lnTo>
                    <a:pt x="663065" y="415323"/>
                  </a:lnTo>
                  <a:lnTo>
                    <a:pt x="745948" y="459085"/>
                  </a:lnTo>
                  <a:lnTo>
                    <a:pt x="828832" y="500916"/>
                  </a:lnTo>
                  <a:lnTo>
                    <a:pt x="911715" y="540776"/>
                  </a:lnTo>
                  <a:lnTo>
                    <a:pt x="994598" y="578622"/>
                  </a:lnTo>
                  <a:lnTo>
                    <a:pt x="1077481" y="614423"/>
                  </a:lnTo>
                  <a:lnTo>
                    <a:pt x="1160364" y="648165"/>
                  </a:lnTo>
                  <a:lnTo>
                    <a:pt x="1243248" y="679866"/>
                  </a:lnTo>
                  <a:lnTo>
                    <a:pt x="1326131" y="709589"/>
                  </a:lnTo>
                  <a:lnTo>
                    <a:pt x="1409014" y="737452"/>
                  </a:lnTo>
                  <a:lnTo>
                    <a:pt x="1491897" y="763644"/>
                  </a:lnTo>
                  <a:lnTo>
                    <a:pt x="1574780" y="788413"/>
                  </a:lnTo>
                  <a:lnTo>
                    <a:pt x="1657664" y="812055"/>
                  </a:lnTo>
                  <a:lnTo>
                    <a:pt x="1740547" y="834881"/>
                  </a:lnTo>
                  <a:lnTo>
                    <a:pt x="1823430" y="857277"/>
                  </a:lnTo>
                  <a:lnTo>
                    <a:pt x="1906313" y="879508"/>
                  </a:lnTo>
                  <a:lnTo>
                    <a:pt x="1989196" y="901367"/>
                  </a:lnTo>
                  <a:lnTo>
                    <a:pt x="2072080" y="922605"/>
                  </a:lnTo>
                  <a:lnTo>
                    <a:pt x="2154963" y="943023"/>
                  </a:lnTo>
                  <a:lnTo>
                    <a:pt x="2237846" y="962509"/>
                  </a:lnTo>
                  <a:lnTo>
                    <a:pt x="2320729" y="981381"/>
                  </a:lnTo>
                  <a:lnTo>
                    <a:pt x="2403612" y="1001054"/>
                  </a:lnTo>
                  <a:lnTo>
                    <a:pt x="2486496" y="1020153"/>
                  </a:lnTo>
                  <a:lnTo>
                    <a:pt x="2569379" y="1037939"/>
                  </a:lnTo>
                  <a:lnTo>
                    <a:pt x="2652262" y="1055249"/>
                  </a:lnTo>
                  <a:lnTo>
                    <a:pt x="2735145" y="1074124"/>
                  </a:lnTo>
                  <a:lnTo>
                    <a:pt x="2818028" y="1092777"/>
                  </a:lnTo>
                  <a:lnTo>
                    <a:pt x="2900912" y="1109554"/>
                  </a:lnTo>
                  <a:lnTo>
                    <a:pt x="2983795" y="1125061"/>
                  </a:lnTo>
                  <a:lnTo>
                    <a:pt x="3066678" y="1140184"/>
                  </a:lnTo>
                  <a:lnTo>
                    <a:pt x="3149561" y="1153364"/>
                  </a:lnTo>
                  <a:lnTo>
                    <a:pt x="3232444" y="1164404"/>
                  </a:lnTo>
                  <a:lnTo>
                    <a:pt x="3315328" y="1175957"/>
                  </a:lnTo>
                  <a:lnTo>
                    <a:pt x="3398211" y="1187612"/>
                  </a:lnTo>
                  <a:lnTo>
                    <a:pt x="3481094" y="1196955"/>
                  </a:lnTo>
                  <a:lnTo>
                    <a:pt x="3563977" y="1204424"/>
                  </a:lnTo>
                  <a:lnTo>
                    <a:pt x="3646860" y="1211736"/>
                  </a:lnTo>
                  <a:lnTo>
                    <a:pt x="3729744" y="1221436"/>
                  </a:lnTo>
                  <a:lnTo>
                    <a:pt x="3812627" y="1231679"/>
                  </a:lnTo>
                  <a:lnTo>
                    <a:pt x="3895510" y="1240632"/>
                  </a:lnTo>
                  <a:lnTo>
                    <a:pt x="3978393" y="1248316"/>
                  </a:lnTo>
                  <a:lnTo>
                    <a:pt x="4061276" y="1254960"/>
                  </a:lnTo>
                  <a:lnTo>
                    <a:pt x="4144160" y="1260994"/>
                  </a:lnTo>
                  <a:lnTo>
                    <a:pt x="4227043" y="1267001"/>
                  </a:lnTo>
                  <a:lnTo>
                    <a:pt x="4309926" y="1273600"/>
                  </a:lnTo>
                  <a:lnTo>
                    <a:pt x="4392809" y="1280447"/>
                  </a:lnTo>
                  <a:lnTo>
                    <a:pt x="4475692" y="1287023"/>
                  </a:lnTo>
                  <a:lnTo>
                    <a:pt x="4558576" y="1293247"/>
                  </a:lnTo>
                  <a:lnTo>
                    <a:pt x="4641459" y="1298987"/>
                  </a:lnTo>
                  <a:lnTo>
                    <a:pt x="4724342" y="1304075"/>
                  </a:lnTo>
                  <a:lnTo>
                    <a:pt x="4807225" y="1308320"/>
                  </a:lnTo>
                  <a:lnTo>
                    <a:pt x="4890108" y="1311525"/>
                  </a:lnTo>
                  <a:lnTo>
                    <a:pt x="4972992" y="1313498"/>
                  </a:lnTo>
                  <a:lnTo>
                    <a:pt x="5055875" y="1314064"/>
                  </a:lnTo>
                  <a:lnTo>
                    <a:pt x="5138758" y="1313079"/>
                  </a:lnTo>
                  <a:lnTo>
                    <a:pt x="5221641" y="1310427"/>
                  </a:lnTo>
                  <a:lnTo>
                    <a:pt x="5304524" y="1306028"/>
                  </a:lnTo>
                  <a:lnTo>
                    <a:pt x="5387408" y="1299830"/>
                  </a:lnTo>
                  <a:lnTo>
                    <a:pt x="5470291" y="1291804"/>
                  </a:lnTo>
                  <a:lnTo>
                    <a:pt x="5553174" y="1281944"/>
                  </a:lnTo>
                  <a:lnTo>
                    <a:pt x="5636057" y="1270255"/>
                  </a:lnTo>
                  <a:lnTo>
                    <a:pt x="5718940" y="1256752"/>
                  </a:lnTo>
                  <a:lnTo>
                    <a:pt x="5801824" y="1241455"/>
                  </a:lnTo>
                  <a:lnTo>
                    <a:pt x="5884707" y="1224388"/>
                  </a:lnTo>
                  <a:lnTo>
                    <a:pt x="5967590" y="1205575"/>
                  </a:lnTo>
                  <a:lnTo>
                    <a:pt x="6015395" y="11937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72465" y="4463047"/>
              <a:ext cx="5783358" cy="915412"/>
            </a:xfrm>
            <a:custGeom>
              <a:avLst/>
              <a:pathLst>
                <a:path w="5783358" h="915412">
                  <a:moveTo>
                    <a:pt x="5783358" y="915412"/>
                  </a:moveTo>
                  <a:lnTo>
                    <a:pt x="5718940" y="886127"/>
                  </a:lnTo>
                  <a:lnTo>
                    <a:pt x="5636057" y="850282"/>
                  </a:lnTo>
                  <a:lnTo>
                    <a:pt x="5553174" y="816309"/>
                  </a:lnTo>
                  <a:lnTo>
                    <a:pt x="5470291" y="784239"/>
                  </a:lnTo>
                  <a:lnTo>
                    <a:pt x="5387408" y="754094"/>
                  </a:lnTo>
                  <a:lnTo>
                    <a:pt x="5304524" y="725882"/>
                  </a:lnTo>
                  <a:lnTo>
                    <a:pt x="5221641" y="699593"/>
                  </a:lnTo>
                  <a:lnTo>
                    <a:pt x="5138758" y="675191"/>
                  </a:lnTo>
                  <a:lnTo>
                    <a:pt x="5055875" y="652609"/>
                  </a:lnTo>
                  <a:lnTo>
                    <a:pt x="4972992" y="631752"/>
                  </a:lnTo>
                  <a:lnTo>
                    <a:pt x="4890108" y="612488"/>
                  </a:lnTo>
                  <a:lnTo>
                    <a:pt x="4807225" y="594660"/>
                  </a:lnTo>
                  <a:lnTo>
                    <a:pt x="4724342" y="578094"/>
                  </a:lnTo>
                  <a:lnTo>
                    <a:pt x="4641459" y="562606"/>
                  </a:lnTo>
                  <a:lnTo>
                    <a:pt x="4558576" y="548023"/>
                  </a:lnTo>
                  <a:lnTo>
                    <a:pt x="4475692" y="534194"/>
                  </a:lnTo>
                  <a:lnTo>
                    <a:pt x="4392809" y="521002"/>
                  </a:lnTo>
                  <a:lnTo>
                    <a:pt x="4309926" y="508382"/>
                  </a:lnTo>
                  <a:lnTo>
                    <a:pt x="4227043" y="496306"/>
                  </a:lnTo>
                  <a:lnTo>
                    <a:pt x="4144160" y="484727"/>
                  </a:lnTo>
                  <a:lnTo>
                    <a:pt x="4061276" y="473633"/>
                  </a:lnTo>
                  <a:lnTo>
                    <a:pt x="3978393" y="462961"/>
                  </a:lnTo>
                  <a:lnTo>
                    <a:pt x="3895510" y="452503"/>
                  </a:lnTo>
                  <a:lnTo>
                    <a:pt x="3812627" y="441844"/>
                  </a:lnTo>
                  <a:lnTo>
                    <a:pt x="3729744" y="430364"/>
                  </a:lnTo>
                  <a:lnTo>
                    <a:pt x="3646860" y="418153"/>
                  </a:lnTo>
                  <a:lnTo>
                    <a:pt x="3563977" y="406746"/>
                  </a:lnTo>
                  <a:lnTo>
                    <a:pt x="3481094" y="396419"/>
                  </a:lnTo>
                  <a:lnTo>
                    <a:pt x="3398211" y="386483"/>
                  </a:lnTo>
                  <a:lnTo>
                    <a:pt x="3315328" y="374970"/>
                  </a:lnTo>
                  <a:lnTo>
                    <a:pt x="3232444" y="360744"/>
                  </a:lnTo>
                  <a:lnTo>
                    <a:pt x="3149561" y="346376"/>
                  </a:lnTo>
                  <a:lnTo>
                    <a:pt x="3066678" y="332970"/>
                  </a:lnTo>
                  <a:lnTo>
                    <a:pt x="2983795" y="318754"/>
                  </a:lnTo>
                  <a:lnTo>
                    <a:pt x="2900912" y="301453"/>
                  </a:lnTo>
                  <a:lnTo>
                    <a:pt x="2818028" y="283151"/>
                  </a:lnTo>
                  <a:lnTo>
                    <a:pt x="2735145" y="265814"/>
                  </a:lnTo>
                  <a:lnTo>
                    <a:pt x="2652262" y="249153"/>
                  </a:lnTo>
                  <a:lnTo>
                    <a:pt x="2569379" y="231491"/>
                  </a:lnTo>
                  <a:lnTo>
                    <a:pt x="2486496" y="213163"/>
                  </a:lnTo>
                  <a:lnTo>
                    <a:pt x="2403612" y="195591"/>
                  </a:lnTo>
                  <a:lnTo>
                    <a:pt x="2320729" y="178702"/>
                  </a:lnTo>
                  <a:lnTo>
                    <a:pt x="2237846" y="161396"/>
                  </a:lnTo>
                  <a:lnTo>
                    <a:pt x="2154963" y="143469"/>
                  </a:lnTo>
                  <a:lnTo>
                    <a:pt x="2072080" y="125357"/>
                  </a:lnTo>
                  <a:lnTo>
                    <a:pt x="1989196" y="107406"/>
                  </a:lnTo>
                  <a:lnTo>
                    <a:pt x="1906313" y="89871"/>
                  </a:lnTo>
                  <a:lnTo>
                    <a:pt x="1823430" y="72962"/>
                  </a:lnTo>
                  <a:lnTo>
                    <a:pt x="1740547" y="56922"/>
                  </a:lnTo>
                  <a:lnTo>
                    <a:pt x="1657664" y="42270"/>
                  </a:lnTo>
                  <a:lnTo>
                    <a:pt x="1574780" y="29376"/>
                  </a:lnTo>
                  <a:lnTo>
                    <a:pt x="1491897" y="18520"/>
                  </a:lnTo>
                  <a:lnTo>
                    <a:pt x="1409014" y="9968"/>
                  </a:lnTo>
                  <a:lnTo>
                    <a:pt x="1326131" y="3938"/>
                  </a:lnTo>
                  <a:lnTo>
                    <a:pt x="1243248" y="585"/>
                  </a:lnTo>
                  <a:lnTo>
                    <a:pt x="1160364" y="0"/>
                  </a:lnTo>
                  <a:lnTo>
                    <a:pt x="1077481" y="2213"/>
                  </a:lnTo>
                  <a:lnTo>
                    <a:pt x="994598" y="7212"/>
                  </a:lnTo>
                  <a:lnTo>
                    <a:pt x="911715" y="14953"/>
                  </a:lnTo>
                  <a:lnTo>
                    <a:pt x="828832" y="25372"/>
                  </a:lnTo>
                  <a:lnTo>
                    <a:pt x="745948" y="38399"/>
                  </a:lnTo>
                  <a:lnTo>
                    <a:pt x="663065" y="53960"/>
                  </a:lnTo>
                  <a:lnTo>
                    <a:pt x="580182" y="71982"/>
                  </a:lnTo>
                  <a:lnTo>
                    <a:pt x="497299" y="92396"/>
                  </a:lnTo>
                  <a:lnTo>
                    <a:pt x="414416" y="115137"/>
                  </a:lnTo>
                  <a:lnTo>
                    <a:pt x="331532" y="140143"/>
                  </a:lnTo>
                  <a:lnTo>
                    <a:pt x="248649" y="167359"/>
                  </a:lnTo>
                  <a:lnTo>
                    <a:pt x="165766" y="196730"/>
                  </a:lnTo>
                  <a:lnTo>
                    <a:pt x="82883" y="228207"/>
                  </a:lnTo>
                  <a:lnTo>
                    <a:pt x="0" y="2617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4077318"/>
              <a:ext cx="6015395" cy="980634"/>
            </a:xfrm>
            <a:custGeom>
              <a:avLst/>
              <a:pathLst>
                <a:path w="6015395" h="980634">
                  <a:moveTo>
                    <a:pt x="0" y="0"/>
                  </a:moveTo>
                  <a:lnTo>
                    <a:pt x="82883" y="12236"/>
                  </a:lnTo>
                  <a:lnTo>
                    <a:pt x="165766" y="24651"/>
                  </a:lnTo>
                  <a:lnTo>
                    <a:pt x="248649" y="37261"/>
                  </a:lnTo>
                  <a:lnTo>
                    <a:pt x="331532" y="50081"/>
                  </a:lnTo>
                  <a:lnTo>
                    <a:pt x="414416" y="63127"/>
                  </a:lnTo>
                  <a:lnTo>
                    <a:pt x="497299" y="76413"/>
                  </a:lnTo>
                  <a:lnTo>
                    <a:pt x="580182" y="89955"/>
                  </a:lnTo>
                  <a:lnTo>
                    <a:pt x="663065" y="103769"/>
                  </a:lnTo>
                  <a:lnTo>
                    <a:pt x="745948" y="117869"/>
                  </a:lnTo>
                  <a:lnTo>
                    <a:pt x="828832" y="132272"/>
                  </a:lnTo>
                  <a:lnTo>
                    <a:pt x="911715" y="146992"/>
                  </a:lnTo>
                  <a:lnTo>
                    <a:pt x="994598" y="162045"/>
                  </a:lnTo>
                  <a:lnTo>
                    <a:pt x="1077481" y="177445"/>
                  </a:lnTo>
                  <a:lnTo>
                    <a:pt x="1160364" y="193210"/>
                  </a:lnTo>
                  <a:lnTo>
                    <a:pt x="1243248" y="209353"/>
                  </a:lnTo>
                  <a:lnTo>
                    <a:pt x="1326131" y="225891"/>
                  </a:lnTo>
                  <a:lnTo>
                    <a:pt x="1409014" y="242838"/>
                  </a:lnTo>
                  <a:lnTo>
                    <a:pt x="1491897" y="260210"/>
                  </a:lnTo>
                  <a:lnTo>
                    <a:pt x="1574780" y="278022"/>
                  </a:lnTo>
                  <a:lnTo>
                    <a:pt x="1657664" y="296290"/>
                  </a:lnTo>
                  <a:lnTo>
                    <a:pt x="1740547" y="315029"/>
                  </a:lnTo>
                  <a:lnTo>
                    <a:pt x="1823430" y="334247"/>
                  </a:lnTo>
                  <a:lnTo>
                    <a:pt x="1906313" y="353817"/>
                  </a:lnTo>
                  <a:lnTo>
                    <a:pt x="1989196" y="373514"/>
                  </a:lnTo>
                  <a:lnTo>
                    <a:pt x="2072080" y="393109"/>
                  </a:lnTo>
                  <a:lnTo>
                    <a:pt x="2154963" y="412373"/>
                  </a:lnTo>
                  <a:lnTo>
                    <a:pt x="2237846" y="431080"/>
                  </a:lnTo>
                  <a:lnTo>
                    <a:pt x="2320729" y="449169"/>
                  </a:lnTo>
                  <a:lnTo>
                    <a:pt x="2403612" y="467450"/>
                  </a:lnTo>
                  <a:lnTo>
                    <a:pt x="2486496" y="485786"/>
                  </a:lnTo>
                  <a:lnTo>
                    <a:pt x="2569379" y="503842"/>
                  </a:lnTo>
                  <a:lnTo>
                    <a:pt x="2652262" y="521329"/>
                  </a:lnTo>
                  <a:lnTo>
                    <a:pt x="2735145" y="539097"/>
                  </a:lnTo>
                  <a:lnTo>
                    <a:pt x="2818028" y="557091"/>
                  </a:lnTo>
                  <a:lnTo>
                    <a:pt x="2900912" y="574631"/>
                  </a:lnTo>
                  <a:lnTo>
                    <a:pt x="2983795" y="591035"/>
                  </a:lnTo>
                  <a:lnTo>
                    <a:pt x="3066678" y="605705"/>
                  </a:lnTo>
                  <a:lnTo>
                    <a:pt x="3149561" y="618998"/>
                  </a:lnTo>
                  <a:lnTo>
                    <a:pt x="3232444" y="631701"/>
                  </a:lnTo>
                  <a:lnTo>
                    <a:pt x="3315328" y="644591"/>
                  </a:lnTo>
                  <a:lnTo>
                    <a:pt x="3398211" y="656175"/>
                  </a:lnTo>
                  <a:lnTo>
                    <a:pt x="3481094" y="665814"/>
                  </a:lnTo>
                  <a:lnTo>
                    <a:pt x="3563977" y="674712"/>
                  </a:lnTo>
                  <a:lnTo>
                    <a:pt x="3646860" y="684072"/>
                  </a:lnTo>
                  <a:lnTo>
                    <a:pt x="3729744" y="695028"/>
                  </a:lnTo>
                  <a:lnTo>
                    <a:pt x="3812627" y="705889"/>
                  </a:lnTo>
                  <a:lnTo>
                    <a:pt x="3895510" y="715695"/>
                  </a:lnTo>
                  <a:lnTo>
                    <a:pt x="3978393" y="724766"/>
                  </a:lnTo>
                  <a:lnTo>
                    <a:pt x="4061276" y="733424"/>
                  </a:lnTo>
                  <a:lnTo>
                    <a:pt x="4144160" y="741988"/>
                  </a:lnTo>
                  <a:lnTo>
                    <a:pt x="4227043" y="750781"/>
                  </a:lnTo>
                  <a:lnTo>
                    <a:pt x="4309926" y="760119"/>
                  </a:lnTo>
                  <a:lnTo>
                    <a:pt x="4392809" y="769852"/>
                  </a:lnTo>
                  <a:lnTo>
                    <a:pt x="4475692" y="779736"/>
                  </a:lnTo>
                  <a:lnTo>
                    <a:pt x="4558576" y="789763"/>
                  </a:lnTo>
                  <a:lnTo>
                    <a:pt x="4641459" y="799924"/>
                  </a:lnTo>
                  <a:lnTo>
                    <a:pt x="4724342" y="810212"/>
                  </a:lnTo>
                  <a:lnTo>
                    <a:pt x="4807225" y="820618"/>
                  </a:lnTo>
                  <a:lnTo>
                    <a:pt x="4890108" y="831134"/>
                  </a:lnTo>
                  <a:lnTo>
                    <a:pt x="4972992" y="841752"/>
                  </a:lnTo>
                  <a:lnTo>
                    <a:pt x="5055875" y="852464"/>
                  </a:lnTo>
                  <a:lnTo>
                    <a:pt x="5138758" y="863262"/>
                  </a:lnTo>
                  <a:lnTo>
                    <a:pt x="5221641" y="874138"/>
                  </a:lnTo>
                  <a:lnTo>
                    <a:pt x="5304524" y="885083"/>
                  </a:lnTo>
                  <a:lnTo>
                    <a:pt x="5387408" y="896089"/>
                  </a:lnTo>
                  <a:lnTo>
                    <a:pt x="5470291" y="907149"/>
                  </a:lnTo>
                  <a:lnTo>
                    <a:pt x="5553174" y="918254"/>
                  </a:lnTo>
                  <a:lnTo>
                    <a:pt x="5636057" y="929396"/>
                  </a:lnTo>
                  <a:lnTo>
                    <a:pt x="5718940" y="940567"/>
                  </a:lnTo>
                  <a:lnTo>
                    <a:pt x="5801824" y="951758"/>
                  </a:lnTo>
                  <a:lnTo>
                    <a:pt x="5884707" y="962963"/>
                  </a:lnTo>
                  <a:lnTo>
                    <a:pt x="5967590" y="974172"/>
                  </a:lnTo>
                  <a:lnTo>
                    <a:pt x="6015395" y="98063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4533513"/>
              <a:ext cx="6015395" cy="844946"/>
            </a:xfrm>
            <a:custGeom>
              <a:avLst/>
              <a:pathLst>
                <a:path w="6015395" h="844946">
                  <a:moveTo>
                    <a:pt x="0" y="16847"/>
                  </a:moveTo>
                  <a:lnTo>
                    <a:pt x="82883" y="41292"/>
                  </a:lnTo>
                  <a:lnTo>
                    <a:pt x="165766" y="64546"/>
                  </a:lnTo>
                  <a:lnTo>
                    <a:pt x="248649" y="86598"/>
                  </a:lnTo>
                  <a:lnTo>
                    <a:pt x="331532" y="107433"/>
                  </a:lnTo>
                  <a:lnTo>
                    <a:pt x="414416" y="127035"/>
                  </a:lnTo>
                  <a:lnTo>
                    <a:pt x="497299" y="145383"/>
                  </a:lnTo>
                  <a:lnTo>
                    <a:pt x="580182" y="162455"/>
                  </a:lnTo>
                  <a:lnTo>
                    <a:pt x="663065" y="178223"/>
                  </a:lnTo>
                  <a:lnTo>
                    <a:pt x="745948" y="192657"/>
                  </a:lnTo>
                  <a:lnTo>
                    <a:pt x="828832" y="205725"/>
                  </a:lnTo>
                  <a:lnTo>
                    <a:pt x="911715" y="217393"/>
                  </a:lnTo>
                  <a:lnTo>
                    <a:pt x="994598" y="227630"/>
                  </a:lnTo>
                  <a:lnTo>
                    <a:pt x="1077481" y="236410"/>
                  </a:lnTo>
                  <a:lnTo>
                    <a:pt x="1160364" y="243725"/>
                  </a:lnTo>
                  <a:lnTo>
                    <a:pt x="1243248" y="249589"/>
                  </a:lnTo>
                  <a:lnTo>
                    <a:pt x="1326131" y="254053"/>
                  </a:lnTo>
                  <a:lnTo>
                    <a:pt x="1409014" y="257217"/>
                  </a:lnTo>
                  <a:lnTo>
                    <a:pt x="1491897" y="259233"/>
                  </a:lnTo>
                  <a:lnTo>
                    <a:pt x="1574780" y="260303"/>
                  </a:lnTo>
                  <a:lnTo>
                    <a:pt x="1657664" y="260668"/>
                  </a:lnTo>
                  <a:lnTo>
                    <a:pt x="1740547" y="260580"/>
                  </a:lnTo>
                  <a:lnTo>
                    <a:pt x="1823430" y="260514"/>
                  </a:lnTo>
                  <a:lnTo>
                    <a:pt x="1906313" y="260993"/>
                  </a:lnTo>
                  <a:lnTo>
                    <a:pt x="1989196" y="261705"/>
                  </a:lnTo>
                  <a:lnTo>
                    <a:pt x="2072080" y="262286"/>
                  </a:lnTo>
                  <a:lnTo>
                    <a:pt x="2154963" y="262410"/>
                  </a:lnTo>
                  <a:lnTo>
                    <a:pt x="2237846" y="261824"/>
                  </a:lnTo>
                  <a:lnTo>
                    <a:pt x="2320729" y="260414"/>
                  </a:lnTo>
                  <a:lnTo>
                    <a:pt x="2403612" y="258243"/>
                  </a:lnTo>
                  <a:lnTo>
                    <a:pt x="2486496" y="254855"/>
                  </a:lnTo>
                  <a:lnTo>
                    <a:pt x="2569379" y="250594"/>
                  </a:lnTo>
                  <a:lnTo>
                    <a:pt x="2652262" y="246990"/>
                  </a:lnTo>
                  <a:lnTo>
                    <a:pt x="2735145" y="244097"/>
                  </a:lnTo>
                  <a:lnTo>
                    <a:pt x="2818028" y="240425"/>
                  </a:lnTo>
                  <a:lnTo>
                    <a:pt x="2900912" y="235826"/>
                  </a:lnTo>
                  <a:lnTo>
                    <a:pt x="2983795" y="231976"/>
                  </a:lnTo>
                  <a:lnTo>
                    <a:pt x="3066678" y="229928"/>
                  </a:lnTo>
                  <a:lnTo>
                    <a:pt x="3149561" y="227507"/>
                  </a:lnTo>
                  <a:lnTo>
                    <a:pt x="3232444" y="223991"/>
                  </a:lnTo>
                  <a:lnTo>
                    <a:pt x="3315328" y="220972"/>
                  </a:lnTo>
                  <a:lnTo>
                    <a:pt x="3398211" y="218857"/>
                  </a:lnTo>
                  <a:lnTo>
                    <a:pt x="3481094" y="216029"/>
                  </a:lnTo>
                  <a:lnTo>
                    <a:pt x="3563977" y="212156"/>
                  </a:lnTo>
                  <a:lnTo>
                    <a:pt x="3646860" y="207946"/>
                  </a:lnTo>
                  <a:lnTo>
                    <a:pt x="3729744" y="204798"/>
                  </a:lnTo>
                  <a:lnTo>
                    <a:pt x="3812627" y="201740"/>
                  </a:lnTo>
                  <a:lnTo>
                    <a:pt x="3895510" y="197759"/>
                  </a:lnTo>
                  <a:lnTo>
                    <a:pt x="3978393" y="192889"/>
                  </a:lnTo>
                  <a:lnTo>
                    <a:pt x="4061276" y="187329"/>
                  </a:lnTo>
                  <a:lnTo>
                    <a:pt x="4144160" y="181446"/>
                  </a:lnTo>
                  <a:lnTo>
                    <a:pt x="4227043" y="175724"/>
                  </a:lnTo>
                  <a:lnTo>
                    <a:pt x="4309926" y="170683"/>
                  </a:lnTo>
                  <a:lnTo>
                    <a:pt x="4392809" y="166244"/>
                  </a:lnTo>
                  <a:lnTo>
                    <a:pt x="4475692" y="162117"/>
                  </a:lnTo>
                  <a:lnTo>
                    <a:pt x="4558576" y="158229"/>
                  </a:lnTo>
                  <a:lnTo>
                    <a:pt x="4641459" y="154468"/>
                  </a:lnTo>
                  <a:lnTo>
                    <a:pt x="4724342" y="150691"/>
                  </a:lnTo>
                  <a:lnTo>
                    <a:pt x="4807225" y="146739"/>
                  </a:lnTo>
                  <a:lnTo>
                    <a:pt x="4890108" y="142445"/>
                  </a:lnTo>
                  <a:lnTo>
                    <a:pt x="4972992" y="137647"/>
                  </a:lnTo>
                  <a:lnTo>
                    <a:pt x="5055875" y="132199"/>
                  </a:lnTo>
                  <a:lnTo>
                    <a:pt x="5138758" y="125977"/>
                  </a:lnTo>
                  <a:lnTo>
                    <a:pt x="5221641" y="118883"/>
                  </a:lnTo>
                  <a:lnTo>
                    <a:pt x="5304524" y="110844"/>
                  </a:lnTo>
                  <a:lnTo>
                    <a:pt x="5387408" y="101813"/>
                  </a:lnTo>
                  <a:lnTo>
                    <a:pt x="5470291" y="91760"/>
                  </a:lnTo>
                  <a:lnTo>
                    <a:pt x="5553174" y="80673"/>
                  </a:lnTo>
                  <a:lnTo>
                    <a:pt x="5636057" y="68552"/>
                  </a:lnTo>
                  <a:lnTo>
                    <a:pt x="5718940" y="55401"/>
                  </a:lnTo>
                  <a:lnTo>
                    <a:pt x="5801824" y="41232"/>
                  </a:lnTo>
                  <a:lnTo>
                    <a:pt x="5884707" y="26057"/>
                  </a:lnTo>
                  <a:lnTo>
                    <a:pt x="5967590" y="9889"/>
                  </a:lnTo>
                  <a:lnTo>
                    <a:pt x="6015395" y="0"/>
                  </a:lnTo>
                  <a:lnTo>
                    <a:pt x="6015395" y="702849"/>
                  </a:lnTo>
                  <a:lnTo>
                    <a:pt x="5967590" y="683117"/>
                  </a:lnTo>
                  <a:lnTo>
                    <a:pt x="5884707" y="650707"/>
                  </a:lnTo>
                  <a:lnTo>
                    <a:pt x="5801824" y="620138"/>
                  </a:lnTo>
                  <a:lnTo>
                    <a:pt x="5718940" y="591447"/>
                  </a:lnTo>
                  <a:lnTo>
                    <a:pt x="5636057" y="564673"/>
                  </a:lnTo>
                  <a:lnTo>
                    <a:pt x="5553174" y="539852"/>
                  </a:lnTo>
                  <a:lnTo>
                    <a:pt x="5470291" y="517016"/>
                  </a:lnTo>
                  <a:lnTo>
                    <a:pt x="5387408" y="496188"/>
                  </a:lnTo>
                  <a:lnTo>
                    <a:pt x="5304524" y="477381"/>
                  </a:lnTo>
                  <a:lnTo>
                    <a:pt x="5221641" y="460592"/>
                  </a:lnTo>
                  <a:lnTo>
                    <a:pt x="5138758" y="445799"/>
                  </a:lnTo>
                  <a:lnTo>
                    <a:pt x="5055875" y="432954"/>
                  </a:lnTo>
                  <a:lnTo>
                    <a:pt x="4972992" y="421986"/>
                  </a:lnTo>
                  <a:lnTo>
                    <a:pt x="4890108" y="412794"/>
                  </a:lnTo>
                  <a:lnTo>
                    <a:pt x="4807225" y="405258"/>
                  </a:lnTo>
                  <a:lnTo>
                    <a:pt x="4724342" y="399242"/>
                  </a:lnTo>
                  <a:lnTo>
                    <a:pt x="4641459" y="394605"/>
                  </a:lnTo>
                  <a:lnTo>
                    <a:pt x="4558576" y="391212"/>
                  </a:lnTo>
                  <a:lnTo>
                    <a:pt x="4475692" y="388947"/>
                  </a:lnTo>
                  <a:lnTo>
                    <a:pt x="4392809" y="387722"/>
                  </a:lnTo>
                  <a:lnTo>
                    <a:pt x="4309926" y="387490"/>
                  </a:lnTo>
                  <a:lnTo>
                    <a:pt x="4227043" y="388100"/>
                  </a:lnTo>
                  <a:lnTo>
                    <a:pt x="4144160" y="389314"/>
                  </a:lnTo>
                  <a:lnTo>
                    <a:pt x="4061276" y="391104"/>
                  </a:lnTo>
                  <a:lnTo>
                    <a:pt x="3978393" y="393404"/>
                  </a:lnTo>
                  <a:lnTo>
                    <a:pt x="3895510" y="396030"/>
                  </a:lnTo>
                  <a:lnTo>
                    <a:pt x="3812627" y="398631"/>
                  </a:lnTo>
                  <a:lnTo>
                    <a:pt x="3729744" y="400689"/>
                  </a:lnTo>
                  <a:lnTo>
                    <a:pt x="3646860" y="401805"/>
                  </a:lnTo>
                  <a:lnTo>
                    <a:pt x="3563977" y="402702"/>
                  </a:lnTo>
                  <a:lnTo>
                    <a:pt x="3481094" y="404263"/>
                  </a:lnTo>
                  <a:lnTo>
                    <a:pt x="3398211" y="406612"/>
                  </a:lnTo>
                  <a:lnTo>
                    <a:pt x="3315328" y="408841"/>
                  </a:lnTo>
                  <a:lnTo>
                    <a:pt x="3232444" y="409697"/>
                  </a:lnTo>
                  <a:lnTo>
                    <a:pt x="3149561" y="410521"/>
                  </a:lnTo>
                  <a:lnTo>
                    <a:pt x="3066678" y="412760"/>
                  </a:lnTo>
                  <a:lnTo>
                    <a:pt x="2983795" y="415541"/>
                  </a:lnTo>
                  <a:lnTo>
                    <a:pt x="2900912" y="417939"/>
                  </a:lnTo>
                  <a:lnTo>
                    <a:pt x="2818028" y="421305"/>
                  </a:lnTo>
                  <a:lnTo>
                    <a:pt x="2735145" y="426041"/>
                  </a:lnTo>
                  <a:lnTo>
                    <a:pt x="2652262" y="430726"/>
                  </a:lnTo>
                  <a:lnTo>
                    <a:pt x="2569379" y="434045"/>
                  </a:lnTo>
                  <a:lnTo>
                    <a:pt x="2486496" y="437868"/>
                  </a:lnTo>
                  <a:lnTo>
                    <a:pt x="2403612" y="442490"/>
                  </a:lnTo>
                  <a:lnTo>
                    <a:pt x="2320729" y="446914"/>
                  </a:lnTo>
                  <a:lnTo>
                    <a:pt x="2237846" y="449591"/>
                  </a:lnTo>
                  <a:lnTo>
                    <a:pt x="2154963" y="451439"/>
                  </a:lnTo>
                  <a:lnTo>
                    <a:pt x="2072080" y="453180"/>
                  </a:lnTo>
                  <a:lnTo>
                    <a:pt x="1989196" y="455258"/>
                  </a:lnTo>
                  <a:lnTo>
                    <a:pt x="1906313" y="458045"/>
                  </a:lnTo>
                  <a:lnTo>
                    <a:pt x="1823430" y="461871"/>
                  </a:lnTo>
                  <a:lnTo>
                    <a:pt x="1740547" y="467080"/>
                  </a:lnTo>
                  <a:lnTo>
                    <a:pt x="1657664" y="473781"/>
                  </a:lnTo>
                  <a:lnTo>
                    <a:pt x="1574780" y="482111"/>
                  </a:lnTo>
                  <a:lnTo>
                    <a:pt x="1491897" y="492297"/>
                  </a:lnTo>
                  <a:lnTo>
                    <a:pt x="1409014" y="504552"/>
                  </a:lnTo>
                  <a:lnTo>
                    <a:pt x="1326131" y="519052"/>
                  </a:lnTo>
                  <a:lnTo>
                    <a:pt x="1243248" y="535921"/>
                  </a:lnTo>
                  <a:lnTo>
                    <a:pt x="1160364" y="555231"/>
                  </a:lnTo>
                  <a:lnTo>
                    <a:pt x="1077481" y="577006"/>
                  </a:lnTo>
                  <a:lnTo>
                    <a:pt x="994598" y="601234"/>
                  </a:lnTo>
                  <a:lnTo>
                    <a:pt x="911715" y="627879"/>
                  </a:lnTo>
                  <a:lnTo>
                    <a:pt x="828832" y="656887"/>
                  </a:lnTo>
                  <a:lnTo>
                    <a:pt x="745948" y="688202"/>
                  </a:lnTo>
                  <a:lnTo>
                    <a:pt x="663065" y="721761"/>
                  </a:lnTo>
                  <a:lnTo>
                    <a:pt x="580182" y="757506"/>
                  </a:lnTo>
                  <a:lnTo>
                    <a:pt x="497299" y="795378"/>
                  </a:lnTo>
                  <a:lnTo>
                    <a:pt x="414416" y="835323"/>
                  </a:lnTo>
                  <a:lnTo>
                    <a:pt x="395411" y="84494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4533513"/>
              <a:ext cx="6015395" cy="262410"/>
            </a:xfrm>
            <a:custGeom>
              <a:avLst/>
              <a:pathLst>
                <a:path w="6015395" h="262410">
                  <a:moveTo>
                    <a:pt x="0" y="16847"/>
                  </a:moveTo>
                  <a:lnTo>
                    <a:pt x="82883" y="41292"/>
                  </a:lnTo>
                  <a:lnTo>
                    <a:pt x="165766" y="64546"/>
                  </a:lnTo>
                  <a:lnTo>
                    <a:pt x="248649" y="86598"/>
                  </a:lnTo>
                  <a:lnTo>
                    <a:pt x="331532" y="107433"/>
                  </a:lnTo>
                  <a:lnTo>
                    <a:pt x="414416" y="127035"/>
                  </a:lnTo>
                  <a:lnTo>
                    <a:pt x="497299" y="145383"/>
                  </a:lnTo>
                  <a:lnTo>
                    <a:pt x="580182" y="162455"/>
                  </a:lnTo>
                  <a:lnTo>
                    <a:pt x="663065" y="178223"/>
                  </a:lnTo>
                  <a:lnTo>
                    <a:pt x="745948" y="192657"/>
                  </a:lnTo>
                  <a:lnTo>
                    <a:pt x="828832" y="205725"/>
                  </a:lnTo>
                  <a:lnTo>
                    <a:pt x="911715" y="217393"/>
                  </a:lnTo>
                  <a:lnTo>
                    <a:pt x="994598" y="227630"/>
                  </a:lnTo>
                  <a:lnTo>
                    <a:pt x="1077481" y="236410"/>
                  </a:lnTo>
                  <a:lnTo>
                    <a:pt x="1160364" y="243725"/>
                  </a:lnTo>
                  <a:lnTo>
                    <a:pt x="1243248" y="249589"/>
                  </a:lnTo>
                  <a:lnTo>
                    <a:pt x="1326131" y="254053"/>
                  </a:lnTo>
                  <a:lnTo>
                    <a:pt x="1409014" y="257217"/>
                  </a:lnTo>
                  <a:lnTo>
                    <a:pt x="1491897" y="259233"/>
                  </a:lnTo>
                  <a:lnTo>
                    <a:pt x="1574780" y="260303"/>
                  </a:lnTo>
                  <a:lnTo>
                    <a:pt x="1657664" y="260668"/>
                  </a:lnTo>
                  <a:lnTo>
                    <a:pt x="1740547" y="260580"/>
                  </a:lnTo>
                  <a:lnTo>
                    <a:pt x="1823430" y="260514"/>
                  </a:lnTo>
                  <a:lnTo>
                    <a:pt x="1906313" y="260993"/>
                  </a:lnTo>
                  <a:lnTo>
                    <a:pt x="1989196" y="261705"/>
                  </a:lnTo>
                  <a:lnTo>
                    <a:pt x="2072080" y="262286"/>
                  </a:lnTo>
                  <a:lnTo>
                    <a:pt x="2154963" y="262410"/>
                  </a:lnTo>
                  <a:lnTo>
                    <a:pt x="2237846" y="261824"/>
                  </a:lnTo>
                  <a:lnTo>
                    <a:pt x="2320729" y="260414"/>
                  </a:lnTo>
                  <a:lnTo>
                    <a:pt x="2403612" y="258243"/>
                  </a:lnTo>
                  <a:lnTo>
                    <a:pt x="2486496" y="254855"/>
                  </a:lnTo>
                  <a:lnTo>
                    <a:pt x="2569379" y="250594"/>
                  </a:lnTo>
                  <a:lnTo>
                    <a:pt x="2652262" y="246990"/>
                  </a:lnTo>
                  <a:lnTo>
                    <a:pt x="2735145" y="244097"/>
                  </a:lnTo>
                  <a:lnTo>
                    <a:pt x="2818028" y="240425"/>
                  </a:lnTo>
                  <a:lnTo>
                    <a:pt x="2900912" y="235826"/>
                  </a:lnTo>
                  <a:lnTo>
                    <a:pt x="2983795" y="231976"/>
                  </a:lnTo>
                  <a:lnTo>
                    <a:pt x="3066678" y="229928"/>
                  </a:lnTo>
                  <a:lnTo>
                    <a:pt x="3149561" y="227507"/>
                  </a:lnTo>
                  <a:lnTo>
                    <a:pt x="3232444" y="223991"/>
                  </a:lnTo>
                  <a:lnTo>
                    <a:pt x="3315328" y="220972"/>
                  </a:lnTo>
                  <a:lnTo>
                    <a:pt x="3398211" y="218857"/>
                  </a:lnTo>
                  <a:lnTo>
                    <a:pt x="3481094" y="216029"/>
                  </a:lnTo>
                  <a:lnTo>
                    <a:pt x="3563977" y="212156"/>
                  </a:lnTo>
                  <a:lnTo>
                    <a:pt x="3646860" y="207946"/>
                  </a:lnTo>
                  <a:lnTo>
                    <a:pt x="3729744" y="204798"/>
                  </a:lnTo>
                  <a:lnTo>
                    <a:pt x="3812627" y="201740"/>
                  </a:lnTo>
                  <a:lnTo>
                    <a:pt x="3895510" y="197759"/>
                  </a:lnTo>
                  <a:lnTo>
                    <a:pt x="3978393" y="192889"/>
                  </a:lnTo>
                  <a:lnTo>
                    <a:pt x="4061276" y="187329"/>
                  </a:lnTo>
                  <a:lnTo>
                    <a:pt x="4144160" y="181446"/>
                  </a:lnTo>
                  <a:lnTo>
                    <a:pt x="4227043" y="175724"/>
                  </a:lnTo>
                  <a:lnTo>
                    <a:pt x="4309926" y="170683"/>
                  </a:lnTo>
                  <a:lnTo>
                    <a:pt x="4392809" y="166244"/>
                  </a:lnTo>
                  <a:lnTo>
                    <a:pt x="4475692" y="162117"/>
                  </a:lnTo>
                  <a:lnTo>
                    <a:pt x="4558576" y="158229"/>
                  </a:lnTo>
                  <a:lnTo>
                    <a:pt x="4641459" y="154468"/>
                  </a:lnTo>
                  <a:lnTo>
                    <a:pt x="4724342" y="150691"/>
                  </a:lnTo>
                  <a:lnTo>
                    <a:pt x="4807225" y="146739"/>
                  </a:lnTo>
                  <a:lnTo>
                    <a:pt x="4890108" y="142445"/>
                  </a:lnTo>
                  <a:lnTo>
                    <a:pt x="4972992" y="137647"/>
                  </a:lnTo>
                  <a:lnTo>
                    <a:pt x="5055875" y="132199"/>
                  </a:lnTo>
                  <a:lnTo>
                    <a:pt x="5138758" y="125977"/>
                  </a:lnTo>
                  <a:lnTo>
                    <a:pt x="5221641" y="118883"/>
                  </a:lnTo>
                  <a:lnTo>
                    <a:pt x="5304524" y="110844"/>
                  </a:lnTo>
                  <a:lnTo>
                    <a:pt x="5387408" y="101813"/>
                  </a:lnTo>
                  <a:lnTo>
                    <a:pt x="5470291" y="91760"/>
                  </a:lnTo>
                  <a:lnTo>
                    <a:pt x="5553174" y="80673"/>
                  </a:lnTo>
                  <a:lnTo>
                    <a:pt x="5636057" y="68552"/>
                  </a:lnTo>
                  <a:lnTo>
                    <a:pt x="5718940" y="55401"/>
                  </a:lnTo>
                  <a:lnTo>
                    <a:pt x="5801824" y="41232"/>
                  </a:lnTo>
                  <a:lnTo>
                    <a:pt x="5884707" y="26057"/>
                  </a:lnTo>
                  <a:lnTo>
                    <a:pt x="5967590" y="9889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67876" y="4921003"/>
              <a:ext cx="5619984" cy="457456"/>
            </a:xfrm>
            <a:custGeom>
              <a:avLst/>
              <a:pathLst>
                <a:path w="5619984" h="457456">
                  <a:moveTo>
                    <a:pt x="5619984" y="315359"/>
                  </a:moveTo>
                  <a:lnTo>
                    <a:pt x="5572179" y="295627"/>
                  </a:lnTo>
                  <a:lnTo>
                    <a:pt x="5489295" y="263217"/>
                  </a:lnTo>
                  <a:lnTo>
                    <a:pt x="5406412" y="232647"/>
                  </a:lnTo>
                  <a:lnTo>
                    <a:pt x="5323529" y="203956"/>
                  </a:lnTo>
                  <a:lnTo>
                    <a:pt x="5240646" y="177183"/>
                  </a:lnTo>
                  <a:lnTo>
                    <a:pt x="5157763" y="152362"/>
                  </a:lnTo>
                  <a:lnTo>
                    <a:pt x="5074879" y="129525"/>
                  </a:lnTo>
                  <a:lnTo>
                    <a:pt x="4991996" y="108697"/>
                  </a:lnTo>
                  <a:lnTo>
                    <a:pt x="4909113" y="89890"/>
                  </a:lnTo>
                  <a:lnTo>
                    <a:pt x="4826230" y="73102"/>
                  </a:lnTo>
                  <a:lnTo>
                    <a:pt x="4743347" y="58308"/>
                  </a:lnTo>
                  <a:lnTo>
                    <a:pt x="4660463" y="45464"/>
                  </a:lnTo>
                  <a:lnTo>
                    <a:pt x="4577580" y="34495"/>
                  </a:lnTo>
                  <a:lnTo>
                    <a:pt x="4494697" y="25303"/>
                  </a:lnTo>
                  <a:lnTo>
                    <a:pt x="4411814" y="17768"/>
                  </a:lnTo>
                  <a:lnTo>
                    <a:pt x="4328931" y="11752"/>
                  </a:lnTo>
                  <a:lnTo>
                    <a:pt x="4246047" y="7115"/>
                  </a:lnTo>
                  <a:lnTo>
                    <a:pt x="4163164" y="3722"/>
                  </a:lnTo>
                  <a:lnTo>
                    <a:pt x="4080281" y="1457"/>
                  </a:lnTo>
                  <a:lnTo>
                    <a:pt x="3997398" y="232"/>
                  </a:lnTo>
                  <a:lnTo>
                    <a:pt x="3914515" y="0"/>
                  </a:lnTo>
                  <a:lnTo>
                    <a:pt x="3831631" y="609"/>
                  </a:lnTo>
                  <a:lnTo>
                    <a:pt x="3748748" y="1824"/>
                  </a:lnTo>
                  <a:lnTo>
                    <a:pt x="3665865" y="3613"/>
                  </a:lnTo>
                  <a:lnTo>
                    <a:pt x="3582982" y="5914"/>
                  </a:lnTo>
                  <a:lnTo>
                    <a:pt x="3500099" y="8540"/>
                  </a:lnTo>
                  <a:lnTo>
                    <a:pt x="3417215" y="11141"/>
                  </a:lnTo>
                  <a:lnTo>
                    <a:pt x="3334332" y="13198"/>
                  </a:lnTo>
                  <a:lnTo>
                    <a:pt x="3251449" y="14314"/>
                  </a:lnTo>
                  <a:lnTo>
                    <a:pt x="3168566" y="15212"/>
                  </a:lnTo>
                  <a:lnTo>
                    <a:pt x="3085683" y="16772"/>
                  </a:lnTo>
                  <a:lnTo>
                    <a:pt x="3002799" y="19121"/>
                  </a:lnTo>
                  <a:lnTo>
                    <a:pt x="2919916" y="21350"/>
                  </a:lnTo>
                  <a:lnTo>
                    <a:pt x="2837033" y="22207"/>
                  </a:lnTo>
                  <a:lnTo>
                    <a:pt x="2754150" y="23031"/>
                  </a:lnTo>
                  <a:lnTo>
                    <a:pt x="2671267" y="25269"/>
                  </a:lnTo>
                  <a:lnTo>
                    <a:pt x="2588383" y="28050"/>
                  </a:lnTo>
                  <a:lnTo>
                    <a:pt x="2505500" y="30449"/>
                  </a:lnTo>
                  <a:lnTo>
                    <a:pt x="2422617" y="33815"/>
                  </a:lnTo>
                  <a:lnTo>
                    <a:pt x="2339734" y="38551"/>
                  </a:lnTo>
                  <a:lnTo>
                    <a:pt x="2256851" y="43235"/>
                  </a:lnTo>
                  <a:lnTo>
                    <a:pt x="2173967" y="46554"/>
                  </a:lnTo>
                  <a:lnTo>
                    <a:pt x="2091084" y="50377"/>
                  </a:lnTo>
                  <a:lnTo>
                    <a:pt x="2008201" y="55000"/>
                  </a:lnTo>
                  <a:lnTo>
                    <a:pt x="1925318" y="59423"/>
                  </a:lnTo>
                  <a:lnTo>
                    <a:pt x="1842435" y="62101"/>
                  </a:lnTo>
                  <a:lnTo>
                    <a:pt x="1759551" y="63948"/>
                  </a:lnTo>
                  <a:lnTo>
                    <a:pt x="1676668" y="65690"/>
                  </a:lnTo>
                  <a:lnTo>
                    <a:pt x="1593785" y="67768"/>
                  </a:lnTo>
                  <a:lnTo>
                    <a:pt x="1510902" y="70554"/>
                  </a:lnTo>
                  <a:lnTo>
                    <a:pt x="1428019" y="74381"/>
                  </a:lnTo>
                  <a:lnTo>
                    <a:pt x="1345135" y="79589"/>
                  </a:lnTo>
                  <a:lnTo>
                    <a:pt x="1262252" y="86290"/>
                  </a:lnTo>
                  <a:lnTo>
                    <a:pt x="1179369" y="94620"/>
                  </a:lnTo>
                  <a:lnTo>
                    <a:pt x="1096486" y="104807"/>
                  </a:lnTo>
                  <a:lnTo>
                    <a:pt x="1013603" y="117062"/>
                  </a:lnTo>
                  <a:lnTo>
                    <a:pt x="930719" y="131562"/>
                  </a:lnTo>
                  <a:lnTo>
                    <a:pt x="847836" y="148431"/>
                  </a:lnTo>
                  <a:lnTo>
                    <a:pt x="764953" y="167741"/>
                  </a:lnTo>
                  <a:lnTo>
                    <a:pt x="682070" y="189516"/>
                  </a:lnTo>
                  <a:lnTo>
                    <a:pt x="599187" y="213744"/>
                  </a:lnTo>
                  <a:lnTo>
                    <a:pt x="516303" y="240388"/>
                  </a:lnTo>
                  <a:lnTo>
                    <a:pt x="433420" y="269397"/>
                  </a:lnTo>
                  <a:lnTo>
                    <a:pt x="350537" y="300712"/>
                  </a:lnTo>
                  <a:lnTo>
                    <a:pt x="267654" y="334271"/>
                  </a:lnTo>
                  <a:lnTo>
                    <a:pt x="184771" y="370015"/>
                  </a:lnTo>
                  <a:lnTo>
                    <a:pt x="101887" y="407887"/>
                  </a:lnTo>
                  <a:lnTo>
                    <a:pt x="19004" y="447833"/>
                  </a:lnTo>
                  <a:lnTo>
                    <a:pt x="0" y="4574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4808050"/>
              <a:ext cx="6015395" cy="266136"/>
            </a:xfrm>
            <a:custGeom>
              <a:avLst/>
              <a:pathLst>
                <a:path w="6015395" h="266136">
                  <a:moveTo>
                    <a:pt x="0" y="266136"/>
                  </a:moveTo>
                  <a:lnTo>
                    <a:pt x="82883" y="253549"/>
                  </a:lnTo>
                  <a:lnTo>
                    <a:pt x="165766" y="241293"/>
                  </a:lnTo>
                  <a:lnTo>
                    <a:pt x="248649" y="229380"/>
                  </a:lnTo>
                  <a:lnTo>
                    <a:pt x="331532" y="217825"/>
                  </a:lnTo>
                  <a:lnTo>
                    <a:pt x="414416" y="206642"/>
                  </a:lnTo>
                  <a:lnTo>
                    <a:pt x="497299" y="195843"/>
                  </a:lnTo>
                  <a:lnTo>
                    <a:pt x="580182" y="185443"/>
                  </a:lnTo>
                  <a:lnTo>
                    <a:pt x="663065" y="175455"/>
                  </a:lnTo>
                  <a:lnTo>
                    <a:pt x="745948" y="165893"/>
                  </a:lnTo>
                  <a:lnTo>
                    <a:pt x="828832" y="156769"/>
                  </a:lnTo>
                  <a:lnTo>
                    <a:pt x="911715" y="148099"/>
                  </a:lnTo>
                  <a:lnTo>
                    <a:pt x="994598" y="139895"/>
                  </a:lnTo>
                  <a:lnTo>
                    <a:pt x="1077481" y="132171"/>
                  </a:lnTo>
                  <a:lnTo>
                    <a:pt x="1160364" y="124941"/>
                  </a:lnTo>
                  <a:lnTo>
                    <a:pt x="1243248" y="118218"/>
                  </a:lnTo>
                  <a:lnTo>
                    <a:pt x="1326131" y="112016"/>
                  </a:lnTo>
                  <a:lnTo>
                    <a:pt x="1409014" y="106348"/>
                  </a:lnTo>
                  <a:lnTo>
                    <a:pt x="1491897" y="101228"/>
                  </a:lnTo>
                  <a:lnTo>
                    <a:pt x="1574780" y="96670"/>
                  </a:lnTo>
                  <a:lnTo>
                    <a:pt x="1657664" y="92687"/>
                  </a:lnTo>
                  <a:lnTo>
                    <a:pt x="1740547" y="89293"/>
                  </a:lnTo>
                  <a:lnTo>
                    <a:pt x="1823430" y="86655"/>
                  </a:lnTo>
                  <a:lnTo>
                    <a:pt x="1906313" y="84981"/>
                  </a:lnTo>
                  <a:lnTo>
                    <a:pt x="1989196" y="83944"/>
                  </a:lnTo>
                  <a:lnTo>
                    <a:pt x="2072080" y="83196"/>
                  </a:lnTo>
                  <a:lnTo>
                    <a:pt x="2154963" y="82387"/>
                  </a:lnTo>
                  <a:lnTo>
                    <a:pt x="2237846" y="81171"/>
                  </a:lnTo>
                  <a:lnTo>
                    <a:pt x="2320729" y="79127"/>
                  </a:lnTo>
                  <a:lnTo>
                    <a:pt x="2403612" y="75830"/>
                  </a:lnTo>
                  <a:lnTo>
                    <a:pt x="2486496" y="71824"/>
                  </a:lnTo>
                  <a:lnTo>
                    <a:pt x="2569379" y="67782"/>
                  </a:lnTo>
                  <a:lnTo>
                    <a:pt x="2652262" y="64321"/>
                  </a:lnTo>
                  <a:lnTo>
                    <a:pt x="2735145" y="60532"/>
                  </a:lnTo>
                  <a:lnTo>
                    <a:pt x="2818028" y="56328"/>
                  </a:lnTo>
                  <a:lnTo>
                    <a:pt x="2900912" y="52345"/>
                  </a:lnTo>
                  <a:lnTo>
                    <a:pt x="2983795" y="49221"/>
                  </a:lnTo>
                  <a:lnTo>
                    <a:pt x="3066678" y="46807"/>
                  </a:lnTo>
                  <a:lnTo>
                    <a:pt x="3149561" y="44477"/>
                  </a:lnTo>
                  <a:lnTo>
                    <a:pt x="3232444" y="42307"/>
                  </a:lnTo>
                  <a:lnTo>
                    <a:pt x="3315328" y="40369"/>
                  </a:lnTo>
                  <a:lnTo>
                    <a:pt x="3398211" y="38197"/>
                  </a:lnTo>
                  <a:lnTo>
                    <a:pt x="3481094" y="35609"/>
                  </a:lnTo>
                  <a:lnTo>
                    <a:pt x="3563977" y="32892"/>
                  </a:lnTo>
                  <a:lnTo>
                    <a:pt x="3646860" y="30338"/>
                  </a:lnTo>
                  <a:lnTo>
                    <a:pt x="3729744" y="28206"/>
                  </a:lnTo>
                  <a:lnTo>
                    <a:pt x="3812627" y="25648"/>
                  </a:lnTo>
                  <a:lnTo>
                    <a:pt x="3895510" y="22358"/>
                  </a:lnTo>
                  <a:lnTo>
                    <a:pt x="3978393" y="18610"/>
                  </a:lnTo>
                  <a:lnTo>
                    <a:pt x="4061276" y="14679"/>
                  </a:lnTo>
                  <a:lnTo>
                    <a:pt x="4144160" y="10843"/>
                  </a:lnTo>
                  <a:lnTo>
                    <a:pt x="4227043" y="7375"/>
                  </a:lnTo>
                  <a:lnTo>
                    <a:pt x="4309926" y="4549"/>
                  </a:lnTo>
                  <a:lnTo>
                    <a:pt x="4392809" y="2446"/>
                  </a:lnTo>
                  <a:lnTo>
                    <a:pt x="4475692" y="995"/>
                  </a:lnTo>
                  <a:lnTo>
                    <a:pt x="4558576" y="184"/>
                  </a:lnTo>
                  <a:lnTo>
                    <a:pt x="4641459" y="0"/>
                  </a:lnTo>
                  <a:lnTo>
                    <a:pt x="4724342" y="430"/>
                  </a:lnTo>
                  <a:lnTo>
                    <a:pt x="4807225" y="1461"/>
                  </a:lnTo>
                  <a:lnTo>
                    <a:pt x="4890108" y="3082"/>
                  </a:lnTo>
                  <a:lnTo>
                    <a:pt x="4972992" y="5279"/>
                  </a:lnTo>
                  <a:lnTo>
                    <a:pt x="5055875" y="8040"/>
                  </a:lnTo>
                  <a:lnTo>
                    <a:pt x="5138758" y="11351"/>
                  </a:lnTo>
                  <a:lnTo>
                    <a:pt x="5221641" y="15200"/>
                  </a:lnTo>
                  <a:lnTo>
                    <a:pt x="5304524" y="19575"/>
                  </a:lnTo>
                  <a:lnTo>
                    <a:pt x="5387408" y="24463"/>
                  </a:lnTo>
                  <a:lnTo>
                    <a:pt x="5470291" y="29851"/>
                  </a:lnTo>
                  <a:lnTo>
                    <a:pt x="5553174" y="35726"/>
                  </a:lnTo>
                  <a:lnTo>
                    <a:pt x="5636057" y="42075"/>
                  </a:lnTo>
                  <a:lnTo>
                    <a:pt x="5718940" y="48887"/>
                  </a:lnTo>
                  <a:lnTo>
                    <a:pt x="5801824" y="56148"/>
                  </a:lnTo>
                  <a:lnTo>
                    <a:pt x="5884707" y="63845"/>
                  </a:lnTo>
                  <a:lnTo>
                    <a:pt x="5967590" y="71966"/>
                  </a:lnTo>
                  <a:lnTo>
                    <a:pt x="6015395" y="7688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4399565"/>
              <a:ext cx="6015395" cy="978894"/>
            </a:xfrm>
            <a:custGeom>
              <a:avLst/>
              <a:pathLst>
                <a:path w="6015395" h="978894">
                  <a:moveTo>
                    <a:pt x="0" y="0"/>
                  </a:moveTo>
                  <a:lnTo>
                    <a:pt x="82883" y="35605"/>
                  </a:lnTo>
                  <a:lnTo>
                    <a:pt x="165766" y="69683"/>
                  </a:lnTo>
                  <a:lnTo>
                    <a:pt x="248649" y="102231"/>
                  </a:lnTo>
                  <a:lnTo>
                    <a:pt x="331532" y="133243"/>
                  </a:lnTo>
                  <a:lnTo>
                    <a:pt x="414416" y="162713"/>
                  </a:lnTo>
                  <a:lnTo>
                    <a:pt x="497299" y="190630"/>
                  </a:lnTo>
                  <a:lnTo>
                    <a:pt x="580182" y="216981"/>
                  </a:lnTo>
                  <a:lnTo>
                    <a:pt x="663065" y="241748"/>
                  </a:lnTo>
                  <a:lnTo>
                    <a:pt x="745948" y="264913"/>
                  </a:lnTo>
                  <a:lnTo>
                    <a:pt x="828832" y="286452"/>
                  </a:lnTo>
                  <a:lnTo>
                    <a:pt x="911715" y="306344"/>
                  </a:lnTo>
                  <a:lnTo>
                    <a:pt x="994598" y="324567"/>
                  </a:lnTo>
                  <a:lnTo>
                    <a:pt x="1077481" y="341106"/>
                  </a:lnTo>
                  <a:lnTo>
                    <a:pt x="1160364" y="355961"/>
                  </a:lnTo>
                  <a:lnTo>
                    <a:pt x="1243248" y="369153"/>
                  </a:lnTo>
                  <a:lnTo>
                    <a:pt x="1326131" y="380739"/>
                  </a:lnTo>
                  <a:lnTo>
                    <a:pt x="1409014" y="390819"/>
                  </a:lnTo>
                  <a:lnTo>
                    <a:pt x="1491897" y="399541"/>
                  </a:lnTo>
                  <a:lnTo>
                    <a:pt x="1574780" y="407103"/>
                  </a:lnTo>
                  <a:lnTo>
                    <a:pt x="1657664" y="413734"/>
                  </a:lnTo>
                  <a:lnTo>
                    <a:pt x="1740547" y="419679"/>
                  </a:lnTo>
                  <a:lnTo>
                    <a:pt x="1823430" y="425397"/>
                  </a:lnTo>
                  <a:lnTo>
                    <a:pt x="1906313" y="431375"/>
                  </a:lnTo>
                  <a:lnTo>
                    <a:pt x="1989196" y="437252"/>
                  </a:lnTo>
                  <a:lnTo>
                    <a:pt x="2072080" y="442614"/>
                  </a:lnTo>
                  <a:lnTo>
                    <a:pt x="2154963" y="447085"/>
                  </a:lnTo>
                  <a:lnTo>
                    <a:pt x="2237846" y="450355"/>
                  </a:lnTo>
                  <a:lnTo>
                    <a:pt x="2320729" y="451988"/>
                  </a:lnTo>
                  <a:lnTo>
                    <a:pt x="2403612" y="450767"/>
                  </a:lnTo>
                  <a:lnTo>
                    <a:pt x="2486496" y="447026"/>
                  </a:lnTo>
                  <a:lnTo>
                    <a:pt x="2569379" y="442181"/>
                  </a:lnTo>
                  <a:lnTo>
                    <a:pt x="2652262" y="438635"/>
                  </a:lnTo>
                  <a:lnTo>
                    <a:pt x="2735145" y="434170"/>
                  </a:lnTo>
                  <a:lnTo>
                    <a:pt x="2818028" y="427401"/>
                  </a:lnTo>
                  <a:lnTo>
                    <a:pt x="2900912" y="419876"/>
                  </a:lnTo>
                  <a:lnTo>
                    <a:pt x="2983795" y="414836"/>
                  </a:lnTo>
                  <a:lnTo>
                    <a:pt x="3066678" y="412979"/>
                  </a:lnTo>
                  <a:lnTo>
                    <a:pt x="3149561" y="410800"/>
                  </a:lnTo>
                  <a:lnTo>
                    <a:pt x="3232444" y="407901"/>
                  </a:lnTo>
                  <a:lnTo>
                    <a:pt x="3315328" y="406031"/>
                  </a:lnTo>
                  <a:lnTo>
                    <a:pt x="3398211" y="405667"/>
                  </a:lnTo>
                  <a:lnTo>
                    <a:pt x="3481094" y="405137"/>
                  </a:lnTo>
                  <a:lnTo>
                    <a:pt x="3563977" y="403966"/>
                  </a:lnTo>
                  <a:lnTo>
                    <a:pt x="3646860" y="402640"/>
                  </a:lnTo>
                  <a:lnTo>
                    <a:pt x="3729744" y="402298"/>
                  </a:lnTo>
                  <a:lnTo>
                    <a:pt x="3812627" y="402180"/>
                  </a:lnTo>
                  <a:lnTo>
                    <a:pt x="3895510" y="401519"/>
                  </a:lnTo>
                  <a:lnTo>
                    <a:pt x="3978393" y="400408"/>
                  </a:lnTo>
                  <a:lnTo>
                    <a:pt x="4061276" y="399093"/>
                  </a:lnTo>
                  <a:lnTo>
                    <a:pt x="4144160" y="397975"/>
                  </a:lnTo>
                  <a:lnTo>
                    <a:pt x="4227043" y="397567"/>
                  </a:lnTo>
                  <a:lnTo>
                    <a:pt x="4309926" y="398409"/>
                  </a:lnTo>
                  <a:lnTo>
                    <a:pt x="4392809" y="400096"/>
                  </a:lnTo>
                  <a:lnTo>
                    <a:pt x="4475692" y="402107"/>
                  </a:lnTo>
                  <a:lnTo>
                    <a:pt x="4558576" y="404380"/>
                  </a:lnTo>
                  <a:lnTo>
                    <a:pt x="4641459" y="406817"/>
                  </a:lnTo>
                  <a:lnTo>
                    <a:pt x="4724342" y="409293"/>
                  </a:lnTo>
                  <a:lnTo>
                    <a:pt x="4807225" y="411665"/>
                  </a:lnTo>
                  <a:lnTo>
                    <a:pt x="4890108" y="413786"/>
                  </a:lnTo>
                  <a:lnTo>
                    <a:pt x="4972992" y="415513"/>
                  </a:lnTo>
                  <a:lnTo>
                    <a:pt x="5055875" y="416715"/>
                  </a:lnTo>
                  <a:lnTo>
                    <a:pt x="5138758" y="417283"/>
                  </a:lnTo>
                  <a:lnTo>
                    <a:pt x="5221641" y="417134"/>
                  </a:lnTo>
                  <a:lnTo>
                    <a:pt x="5304524" y="416206"/>
                  </a:lnTo>
                  <a:lnTo>
                    <a:pt x="5387408" y="414460"/>
                  </a:lnTo>
                  <a:lnTo>
                    <a:pt x="5470291" y="411878"/>
                  </a:lnTo>
                  <a:lnTo>
                    <a:pt x="5553174" y="408453"/>
                  </a:lnTo>
                  <a:lnTo>
                    <a:pt x="5636057" y="404191"/>
                  </a:lnTo>
                  <a:lnTo>
                    <a:pt x="5718940" y="399104"/>
                  </a:lnTo>
                  <a:lnTo>
                    <a:pt x="5801824" y="393207"/>
                  </a:lnTo>
                  <a:lnTo>
                    <a:pt x="5884707" y="386519"/>
                  </a:lnTo>
                  <a:lnTo>
                    <a:pt x="5967590" y="379058"/>
                  </a:lnTo>
                  <a:lnTo>
                    <a:pt x="6015395" y="374320"/>
                  </a:lnTo>
                  <a:lnTo>
                    <a:pt x="6015395" y="978894"/>
                  </a:lnTo>
                  <a:lnTo>
                    <a:pt x="5913331" y="978894"/>
                  </a:lnTo>
                  <a:lnTo>
                    <a:pt x="5884707" y="965910"/>
                  </a:lnTo>
                  <a:lnTo>
                    <a:pt x="5801824" y="930167"/>
                  </a:lnTo>
                  <a:lnTo>
                    <a:pt x="5718940" y="896310"/>
                  </a:lnTo>
                  <a:lnTo>
                    <a:pt x="5636057" y="864366"/>
                  </a:lnTo>
                  <a:lnTo>
                    <a:pt x="5553174" y="834362"/>
                  </a:lnTo>
                  <a:lnTo>
                    <a:pt x="5470291" y="806322"/>
                  </a:lnTo>
                  <a:lnTo>
                    <a:pt x="5387408" y="780261"/>
                  </a:lnTo>
                  <a:lnTo>
                    <a:pt x="5304524" y="756184"/>
                  </a:lnTo>
                  <a:lnTo>
                    <a:pt x="5221641" y="734084"/>
                  </a:lnTo>
                  <a:lnTo>
                    <a:pt x="5138758" y="713932"/>
                  </a:lnTo>
                  <a:lnTo>
                    <a:pt x="5055875" y="695678"/>
                  </a:lnTo>
                  <a:lnTo>
                    <a:pt x="4972992" y="679249"/>
                  </a:lnTo>
                  <a:lnTo>
                    <a:pt x="4890108" y="664547"/>
                  </a:lnTo>
                  <a:lnTo>
                    <a:pt x="4807225" y="651453"/>
                  </a:lnTo>
                  <a:lnTo>
                    <a:pt x="4724342" y="639835"/>
                  </a:lnTo>
                  <a:lnTo>
                    <a:pt x="4641459" y="629555"/>
                  </a:lnTo>
                  <a:lnTo>
                    <a:pt x="4558576" y="620482"/>
                  </a:lnTo>
                  <a:lnTo>
                    <a:pt x="4475692" y="612502"/>
                  </a:lnTo>
                  <a:lnTo>
                    <a:pt x="4392809" y="605527"/>
                  </a:lnTo>
                  <a:lnTo>
                    <a:pt x="4309926" y="599508"/>
                  </a:lnTo>
                  <a:lnTo>
                    <a:pt x="4227043" y="594555"/>
                  </a:lnTo>
                  <a:lnTo>
                    <a:pt x="4144160" y="590782"/>
                  </a:lnTo>
                  <a:lnTo>
                    <a:pt x="4061276" y="588103"/>
                  </a:lnTo>
                  <a:lnTo>
                    <a:pt x="3978393" y="586394"/>
                  </a:lnTo>
                  <a:lnTo>
                    <a:pt x="3895510" y="585424"/>
                  </a:lnTo>
                  <a:lnTo>
                    <a:pt x="3812627" y="584805"/>
                  </a:lnTo>
                  <a:lnTo>
                    <a:pt x="3729744" y="583995"/>
                  </a:lnTo>
                  <a:lnTo>
                    <a:pt x="3646860" y="582453"/>
                  </a:lnTo>
                  <a:lnTo>
                    <a:pt x="3563977" y="580706"/>
                  </a:lnTo>
                  <a:lnTo>
                    <a:pt x="3481094" y="579733"/>
                  </a:lnTo>
                  <a:lnTo>
                    <a:pt x="3398211" y="579818"/>
                  </a:lnTo>
                  <a:lnTo>
                    <a:pt x="3315328" y="580287"/>
                  </a:lnTo>
                  <a:lnTo>
                    <a:pt x="3232444" y="580151"/>
                  </a:lnTo>
                  <a:lnTo>
                    <a:pt x="3149561" y="580553"/>
                  </a:lnTo>
                  <a:lnTo>
                    <a:pt x="3066678" y="582563"/>
                  </a:lnTo>
                  <a:lnTo>
                    <a:pt x="2983795" y="585101"/>
                  </a:lnTo>
                  <a:lnTo>
                    <a:pt x="2900912" y="588794"/>
                  </a:lnTo>
                  <a:lnTo>
                    <a:pt x="2818028" y="595175"/>
                  </a:lnTo>
                  <a:lnTo>
                    <a:pt x="2735145" y="602931"/>
                  </a:lnTo>
                  <a:lnTo>
                    <a:pt x="2652262" y="609058"/>
                  </a:lnTo>
                  <a:lnTo>
                    <a:pt x="2569379" y="612340"/>
                  </a:lnTo>
                  <a:lnTo>
                    <a:pt x="2486496" y="616778"/>
                  </a:lnTo>
                  <a:lnTo>
                    <a:pt x="2403612" y="621665"/>
                  </a:lnTo>
                  <a:lnTo>
                    <a:pt x="2320729" y="624975"/>
                  </a:lnTo>
                  <a:lnTo>
                    <a:pt x="2237846" y="624517"/>
                  </a:lnTo>
                  <a:lnTo>
                    <a:pt x="2154963" y="622417"/>
                  </a:lnTo>
                  <a:lnTo>
                    <a:pt x="2072080" y="619677"/>
                  </a:lnTo>
                  <a:lnTo>
                    <a:pt x="1989196" y="616781"/>
                  </a:lnTo>
                  <a:lnTo>
                    <a:pt x="1906313" y="614150"/>
                  </a:lnTo>
                  <a:lnTo>
                    <a:pt x="1823430" y="612165"/>
                  </a:lnTo>
                  <a:lnTo>
                    <a:pt x="1740547" y="611216"/>
                  </a:lnTo>
                  <a:lnTo>
                    <a:pt x="1657664" y="611406"/>
                  </a:lnTo>
                  <a:lnTo>
                    <a:pt x="1574780" y="612839"/>
                  </a:lnTo>
                  <a:lnTo>
                    <a:pt x="1491897" y="615719"/>
                  </a:lnTo>
                  <a:lnTo>
                    <a:pt x="1409014" y="620233"/>
                  </a:lnTo>
                  <a:lnTo>
                    <a:pt x="1326131" y="626537"/>
                  </a:lnTo>
                  <a:lnTo>
                    <a:pt x="1243248" y="634739"/>
                  </a:lnTo>
                  <a:lnTo>
                    <a:pt x="1160364" y="644896"/>
                  </a:lnTo>
                  <a:lnTo>
                    <a:pt x="1077481" y="657024"/>
                  </a:lnTo>
                  <a:lnTo>
                    <a:pt x="994598" y="671102"/>
                  </a:lnTo>
                  <a:lnTo>
                    <a:pt x="911715" y="687087"/>
                  </a:lnTo>
                  <a:lnTo>
                    <a:pt x="828832" y="704925"/>
                  </a:lnTo>
                  <a:lnTo>
                    <a:pt x="745948" y="724552"/>
                  </a:lnTo>
                  <a:lnTo>
                    <a:pt x="663065" y="745904"/>
                  </a:lnTo>
                  <a:lnTo>
                    <a:pt x="580182" y="768916"/>
                  </a:lnTo>
                  <a:lnTo>
                    <a:pt x="497299" y="793528"/>
                  </a:lnTo>
                  <a:lnTo>
                    <a:pt x="414416" y="819682"/>
                  </a:lnTo>
                  <a:lnTo>
                    <a:pt x="331532" y="847321"/>
                  </a:lnTo>
                  <a:lnTo>
                    <a:pt x="248649" y="876395"/>
                  </a:lnTo>
                  <a:lnTo>
                    <a:pt x="165766" y="906854"/>
                  </a:lnTo>
                  <a:lnTo>
                    <a:pt x="82883" y="938651"/>
                  </a:lnTo>
                  <a:lnTo>
                    <a:pt x="0" y="97174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4399565"/>
              <a:ext cx="6015395" cy="451988"/>
            </a:xfrm>
            <a:custGeom>
              <a:avLst/>
              <a:pathLst>
                <a:path w="6015395" h="451988">
                  <a:moveTo>
                    <a:pt x="0" y="0"/>
                  </a:moveTo>
                  <a:lnTo>
                    <a:pt x="82883" y="35605"/>
                  </a:lnTo>
                  <a:lnTo>
                    <a:pt x="165766" y="69683"/>
                  </a:lnTo>
                  <a:lnTo>
                    <a:pt x="248649" y="102231"/>
                  </a:lnTo>
                  <a:lnTo>
                    <a:pt x="331532" y="133243"/>
                  </a:lnTo>
                  <a:lnTo>
                    <a:pt x="414416" y="162713"/>
                  </a:lnTo>
                  <a:lnTo>
                    <a:pt x="497299" y="190630"/>
                  </a:lnTo>
                  <a:lnTo>
                    <a:pt x="580182" y="216981"/>
                  </a:lnTo>
                  <a:lnTo>
                    <a:pt x="663065" y="241748"/>
                  </a:lnTo>
                  <a:lnTo>
                    <a:pt x="745948" y="264913"/>
                  </a:lnTo>
                  <a:lnTo>
                    <a:pt x="828832" y="286452"/>
                  </a:lnTo>
                  <a:lnTo>
                    <a:pt x="911715" y="306344"/>
                  </a:lnTo>
                  <a:lnTo>
                    <a:pt x="994598" y="324567"/>
                  </a:lnTo>
                  <a:lnTo>
                    <a:pt x="1077481" y="341106"/>
                  </a:lnTo>
                  <a:lnTo>
                    <a:pt x="1160364" y="355961"/>
                  </a:lnTo>
                  <a:lnTo>
                    <a:pt x="1243248" y="369153"/>
                  </a:lnTo>
                  <a:lnTo>
                    <a:pt x="1326131" y="380739"/>
                  </a:lnTo>
                  <a:lnTo>
                    <a:pt x="1409014" y="390819"/>
                  </a:lnTo>
                  <a:lnTo>
                    <a:pt x="1491897" y="399541"/>
                  </a:lnTo>
                  <a:lnTo>
                    <a:pt x="1574780" y="407103"/>
                  </a:lnTo>
                  <a:lnTo>
                    <a:pt x="1657664" y="413734"/>
                  </a:lnTo>
                  <a:lnTo>
                    <a:pt x="1740547" y="419679"/>
                  </a:lnTo>
                  <a:lnTo>
                    <a:pt x="1823430" y="425397"/>
                  </a:lnTo>
                  <a:lnTo>
                    <a:pt x="1906313" y="431375"/>
                  </a:lnTo>
                  <a:lnTo>
                    <a:pt x="1989196" y="437252"/>
                  </a:lnTo>
                  <a:lnTo>
                    <a:pt x="2072080" y="442614"/>
                  </a:lnTo>
                  <a:lnTo>
                    <a:pt x="2154963" y="447085"/>
                  </a:lnTo>
                  <a:lnTo>
                    <a:pt x="2237846" y="450355"/>
                  </a:lnTo>
                  <a:lnTo>
                    <a:pt x="2320729" y="451988"/>
                  </a:lnTo>
                  <a:lnTo>
                    <a:pt x="2403612" y="450767"/>
                  </a:lnTo>
                  <a:lnTo>
                    <a:pt x="2486496" y="447026"/>
                  </a:lnTo>
                  <a:lnTo>
                    <a:pt x="2569379" y="442181"/>
                  </a:lnTo>
                  <a:lnTo>
                    <a:pt x="2652262" y="438635"/>
                  </a:lnTo>
                  <a:lnTo>
                    <a:pt x="2735145" y="434170"/>
                  </a:lnTo>
                  <a:lnTo>
                    <a:pt x="2818028" y="427401"/>
                  </a:lnTo>
                  <a:lnTo>
                    <a:pt x="2900912" y="419876"/>
                  </a:lnTo>
                  <a:lnTo>
                    <a:pt x="2983795" y="414836"/>
                  </a:lnTo>
                  <a:lnTo>
                    <a:pt x="3066678" y="412979"/>
                  </a:lnTo>
                  <a:lnTo>
                    <a:pt x="3149561" y="410800"/>
                  </a:lnTo>
                  <a:lnTo>
                    <a:pt x="3232444" y="407901"/>
                  </a:lnTo>
                  <a:lnTo>
                    <a:pt x="3315328" y="406031"/>
                  </a:lnTo>
                  <a:lnTo>
                    <a:pt x="3398211" y="405667"/>
                  </a:lnTo>
                  <a:lnTo>
                    <a:pt x="3481094" y="405137"/>
                  </a:lnTo>
                  <a:lnTo>
                    <a:pt x="3563977" y="403966"/>
                  </a:lnTo>
                  <a:lnTo>
                    <a:pt x="3646860" y="402640"/>
                  </a:lnTo>
                  <a:lnTo>
                    <a:pt x="3729744" y="402298"/>
                  </a:lnTo>
                  <a:lnTo>
                    <a:pt x="3812627" y="402180"/>
                  </a:lnTo>
                  <a:lnTo>
                    <a:pt x="3895510" y="401519"/>
                  </a:lnTo>
                  <a:lnTo>
                    <a:pt x="3978393" y="400408"/>
                  </a:lnTo>
                  <a:lnTo>
                    <a:pt x="4061276" y="399093"/>
                  </a:lnTo>
                  <a:lnTo>
                    <a:pt x="4144160" y="397975"/>
                  </a:lnTo>
                  <a:lnTo>
                    <a:pt x="4227043" y="397567"/>
                  </a:lnTo>
                  <a:lnTo>
                    <a:pt x="4309926" y="398409"/>
                  </a:lnTo>
                  <a:lnTo>
                    <a:pt x="4392809" y="400096"/>
                  </a:lnTo>
                  <a:lnTo>
                    <a:pt x="4475692" y="402107"/>
                  </a:lnTo>
                  <a:lnTo>
                    <a:pt x="4558576" y="404380"/>
                  </a:lnTo>
                  <a:lnTo>
                    <a:pt x="4641459" y="406817"/>
                  </a:lnTo>
                  <a:lnTo>
                    <a:pt x="4724342" y="409293"/>
                  </a:lnTo>
                  <a:lnTo>
                    <a:pt x="4807225" y="411665"/>
                  </a:lnTo>
                  <a:lnTo>
                    <a:pt x="4890108" y="413786"/>
                  </a:lnTo>
                  <a:lnTo>
                    <a:pt x="4972992" y="415513"/>
                  </a:lnTo>
                  <a:lnTo>
                    <a:pt x="5055875" y="416715"/>
                  </a:lnTo>
                  <a:lnTo>
                    <a:pt x="5138758" y="417283"/>
                  </a:lnTo>
                  <a:lnTo>
                    <a:pt x="5221641" y="417134"/>
                  </a:lnTo>
                  <a:lnTo>
                    <a:pt x="5304524" y="416206"/>
                  </a:lnTo>
                  <a:lnTo>
                    <a:pt x="5387408" y="414460"/>
                  </a:lnTo>
                  <a:lnTo>
                    <a:pt x="5470291" y="411878"/>
                  </a:lnTo>
                  <a:lnTo>
                    <a:pt x="5553174" y="408453"/>
                  </a:lnTo>
                  <a:lnTo>
                    <a:pt x="5636057" y="404191"/>
                  </a:lnTo>
                  <a:lnTo>
                    <a:pt x="5718940" y="399104"/>
                  </a:lnTo>
                  <a:lnTo>
                    <a:pt x="5801824" y="393207"/>
                  </a:lnTo>
                  <a:lnTo>
                    <a:pt x="5884707" y="386519"/>
                  </a:lnTo>
                  <a:lnTo>
                    <a:pt x="5967590" y="379058"/>
                  </a:lnTo>
                  <a:lnTo>
                    <a:pt x="6015395" y="374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72465" y="4979298"/>
              <a:ext cx="5913331" cy="399161"/>
            </a:xfrm>
            <a:custGeom>
              <a:avLst/>
              <a:pathLst>
                <a:path w="5913331" h="399161">
                  <a:moveTo>
                    <a:pt x="5913331" y="399161"/>
                  </a:moveTo>
                  <a:lnTo>
                    <a:pt x="5884707" y="386177"/>
                  </a:lnTo>
                  <a:lnTo>
                    <a:pt x="5801824" y="350434"/>
                  </a:lnTo>
                  <a:lnTo>
                    <a:pt x="5718940" y="316577"/>
                  </a:lnTo>
                  <a:lnTo>
                    <a:pt x="5636057" y="284632"/>
                  </a:lnTo>
                  <a:lnTo>
                    <a:pt x="5553174" y="254629"/>
                  </a:lnTo>
                  <a:lnTo>
                    <a:pt x="5470291" y="226589"/>
                  </a:lnTo>
                  <a:lnTo>
                    <a:pt x="5387408" y="200528"/>
                  </a:lnTo>
                  <a:lnTo>
                    <a:pt x="5304524" y="176451"/>
                  </a:lnTo>
                  <a:lnTo>
                    <a:pt x="5221641" y="154351"/>
                  </a:lnTo>
                  <a:lnTo>
                    <a:pt x="5138758" y="134199"/>
                  </a:lnTo>
                  <a:lnTo>
                    <a:pt x="5055875" y="115945"/>
                  </a:lnTo>
                  <a:lnTo>
                    <a:pt x="4972992" y="99516"/>
                  </a:lnTo>
                  <a:lnTo>
                    <a:pt x="4890108" y="84814"/>
                  </a:lnTo>
                  <a:lnTo>
                    <a:pt x="4807225" y="71720"/>
                  </a:lnTo>
                  <a:lnTo>
                    <a:pt x="4724342" y="60102"/>
                  </a:lnTo>
                  <a:lnTo>
                    <a:pt x="4641459" y="49822"/>
                  </a:lnTo>
                  <a:lnTo>
                    <a:pt x="4558576" y="40749"/>
                  </a:lnTo>
                  <a:lnTo>
                    <a:pt x="4475692" y="32769"/>
                  </a:lnTo>
                  <a:lnTo>
                    <a:pt x="4392809" y="25794"/>
                  </a:lnTo>
                  <a:lnTo>
                    <a:pt x="4309926" y="19775"/>
                  </a:lnTo>
                  <a:lnTo>
                    <a:pt x="4227043" y="14822"/>
                  </a:lnTo>
                  <a:lnTo>
                    <a:pt x="4144160" y="11049"/>
                  </a:lnTo>
                  <a:lnTo>
                    <a:pt x="4061276" y="8370"/>
                  </a:lnTo>
                  <a:lnTo>
                    <a:pt x="3978393" y="6661"/>
                  </a:lnTo>
                  <a:lnTo>
                    <a:pt x="3895510" y="5691"/>
                  </a:lnTo>
                  <a:lnTo>
                    <a:pt x="3812627" y="5072"/>
                  </a:lnTo>
                  <a:lnTo>
                    <a:pt x="3729744" y="4262"/>
                  </a:lnTo>
                  <a:lnTo>
                    <a:pt x="3646860" y="2720"/>
                  </a:lnTo>
                  <a:lnTo>
                    <a:pt x="3563977" y="973"/>
                  </a:lnTo>
                  <a:lnTo>
                    <a:pt x="3481094" y="0"/>
                  </a:lnTo>
                  <a:lnTo>
                    <a:pt x="3398211" y="85"/>
                  </a:lnTo>
                  <a:lnTo>
                    <a:pt x="3315328" y="554"/>
                  </a:lnTo>
                  <a:lnTo>
                    <a:pt x="3232444" y="418"/>
                  </a:lnTo>
                  <a:lnTo>
                    <a:pt x="3149561" y="820"/>
                  </a:lnTo>
                  <a:lnTo>
                    <a:pt x="3066678" y="2830"/>
                  </a:lnTo>
                  <a:lnTo>
                    <a:pt x="2983795" y="5368"/>
                  </a:lnTo>
                  <a:lnTo>
                    <a:pt x="2900912" y="9061"/>
                  </a:lnTo>
                  <a:lnTo>
                    <a:pt x="2818028" y="15442"/>
                  </a:lnTo>
                  <a:lnTo>
                    <a:pt x="2735145" y="23198"/>
                  </a:lnTo>
                  <a:lnTo>
                    <a:pt x="2652262" y="29325"/>
                  </a:lnTo>
                  <a:lnTo>
                    <a:pt x="2569379" y="32607"/>
                  </a:lnTo>
                  <a:lnTo>
                    <a:pt x="2486496" y="37045"/>
                  </a:lnTo>
                  <a:lnTo>
                    <a:pt x="2403612" y="41932"/>
                  </a:lnTo>
                  <a:lnTo>
                    <a:pt x="2320729" y="45242"/>
                  </a:lnTo>
                  <a:lnTo>
                    <a:pt x="2237846" y="44784"/>
                  </a:lnTo>
                  <a:lnTo>
                    <a:pt x="2154963" y="42684"/>
                  </a:lnTo>
                  <a:lnTo>
                    <a:pt x="2072080" y="39944"/>
                  </a:lnTo>
                  <a:lnTo>
                    <a:pt x="1989196" y="37048"/>
                  </a:lnTo>
                  <a:lnTo>
                    <a:pt x="1906313" y="34417"/>
                  </a:lnTo>
                  <a:lnTo>
                    <a:pt x="1823430" y="32432"/>
                  </a:lnTo>
                  <a:lnTo>
                    <a:pt x="1740547" y="31483"/>
                  </a:lnTo>
                  <a:lnTo>
                    <a:pt x="1657664" y="31673"/>
                  </a:lnTo>
                  <a:lnTo>
                    <a:pt x="1574780" y="33106"/>
                  </a:lnTo>
                  <a:lnTo>
                    <a:pt x="1491897" y="35985"/>
                  </a:lnTo>
                  <a:lnTo>
                    <a:pt x="1409014" y="40500"/>
                  </a:lnTo>
                  <a:lnTo>
                    <a:pt x="1326131" y="46804"/>
                  </a:lnTo>
                  <a:lnTo>
                    <a:pt x="1243248" y="55006"/>
                  </a:lnTo>
                  <a:lnTo>
                    <a:pt x="1160364" y="65163"/>
                  </a:lnTo>
                  <a:lnTo>
                    <a:pt x="1077481" y="77291"/>
                  </a:lnTo>
                  <a:lnTo>
                    <a:pt x="994598" y="91368"/>
                  </a:lnTo>
                  <a:lnTo>
                    <a:pt x="911715" y="107354"/>
                  </a:lnTo>
                  <a:lnTo>
                    <a:pt x="828832" y="125192"/>
                  </a:lnTo>
                  <a:lnTo>
                    <a:pt x="745948" y="144819"/>
                  </a:lnTo>
                  <a:lnTo>
                    <a:pt x="663065" y="166171"/>
                  </a:lnTo>
                  <a:lnTo>
                    <a:pt x="580182" y="189183"/>
                  </a:lnTo>
                  <a:lnTo>
                    <a:pt x="497299" y="213795"/>
                  </a:lnTo>
                  <a:lnTo>
                    <a:pt x="414416" y="239949"/>
                  </a:lnTo>
                  <a:lnTo>
                    <a:pt x="331532" y="267588"/>
                  </a:lnTo>
                  <a:lnTo>
                    <a:pt x="248649" y="296662"/>
                  </a:lnTo>
                  <a:lnTo>
                    <a:pt x="165766" y="327121"/>
                  </a:lnTo>
                  <a:lnTo>
                    <a:pt x="82883" y="358918"/>
                  </a:lnTo>
                  <a:lnTo>
                    <a:pt x="0" y="3920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4885437"/>
              <a:ext cx="6015395" cy="214411"/>
            </a:xfrm>
            <a:custGeom>
              <a:avLst/>
              <a:pathLst>
                <a:path w="6015395" h="214411">
                  <a:moveTo>
                    <a:pt x="0" y="0"/>
                  </a:moveTo>
                  <a:lnTo>
                    <a:pt x="82883" y="1256"/>
                  </a:lnTo>
                  <a:lnTo>
                    <a:pt x="165766" y="2396"/>
                  </a:lnTo>
                  <a:lnTo>
                    <a:pt x="248649" y="3441"/>
                  </a:lnTo>
                  <a:lnTo>
                    <a:pt x="331532" y="4410"/>
                  </a:lnTo>
                  <a:lnTo>
                    <a:pt x="414416" y="5325"/>
                  </a:lnTo>
                  <a:lnTo>
                    <a:pt x="497299" y="6207"/>
                  </a:lnTo>
                  <a:lnTo>
                    <a:pt x="580182" y="7077"/>
                  </a:lnTo>
                  <a:lnTo>
                    <a:pt x="663065" y="7954"/>
                  </a:lnTo>
                  <a:lnTo>
                    <a:pt x="745948" y="8861"/>
                  </a:lnTo>
                  <a:lnTo>
                    <a:pt x="828832" y="9817"/>
                  </a:lnTo>
                  <a:lnTo>
                    <a:pt x="911715" y="10844"/>
                  </a:lnTo>
                  <a:lnTo>
                    <a:pt x="994598" y="11962"/>
                  </a:lnTo>
                  <a:lnTo>
                    <a:pt x="1077481" y="13193"/>
                  </a:lnTo>
                  <a:lnTo>
                    <a:pt x="1160364" y="14557"/>
                  </a:lnTo>
                  <a:lnTo>
                    <a:pt x="1243248" y="16074"/>
                  </a:lnTo>
                  <a:lnTo>
                    <a:pt x="1326131" y="17766"/>
                  </a:lnTo>
                  <a:lnTo>
                    <a:pt x="1409014" y="19654"/>
                  </a:lnTo>
                  <a:lnTo>
                    <a:pt x="1491897" y="21758"/>
                  </a:lnTo>
                  <a:lnTo>
                    <a:pt x="1574780" y="24099"/>
                  </a:lnTo>
                  <a:lnTo>
                    <a:pt x="1657664" y="26698"/>
                  </a:lnTo>
                  <a:lnTo>
                    <a:pt x="1740547" y="29576"/>
                  </a:lnTo>
                  <a:lnTo>
                    <a:pt x="1823430" y="32909"/>
                  </a:lnTo>
                  <a:lnTo>
                    <a:pt x="1906313" y="36891"/>
                  </a:lnTo>
                  <a:lnTo>
                    <a:pt x="1989196" y="41145"/>
                  </a:lnTo>
                  <a:lnTo>
                    <a:pt x="2072080" y="45273"/>
                  </a:lnTo>
                  <a:lnTo>
                    <a:pt x="2154963" y="48879"/>
                  </a:lnTo>
                  <a:lnTo>
                    <a:pt x="2237846" y="51564"/>
                  </a:lnTo>
                  <a:lnTo>
                    <a:pt x="2320729" y="52610"/>
                  </a:lnTo>
                  <a:lnTo>
                    <a:pt x="2403612" y="50344"/>
                  </a:lnTo>
                  <a:lnTo>
                    <a:pt x="2486496" y="46030"/>
                  </a:lnTo>
                  <a:lnTo>
                    <a:pt x="2569379" y="41389"/>
                  </a:lnTo>
                  <a:lnTo>
                    <a:pt x="2652262" y="37975"/>
                  </a:lnTo>
                  <a:lnTo>
                    <a:pt x="2735145" y="32679"/>
                  </a:lnTo>
                  <a:lnTo>
                    <a:pt x="2818028" y="25416"/>
                  </a:lnTo>
                  <a:lnTo>
                    <a:pt x="2900912" y="18463"/>
                  </a:lnTo>
                  <a:lnTo>
                    <a:pt x="2983795" y="14097"/>
                  </a:lnTo>
                  <a:lnTo>
                    <a:pt x="3066678" y="11899"/>
                  </a:lnTo>
                  <a:lnTo>
                    <a:pt x="3149561" y="9805"/>
                  </a:lnTo>
                  <a:lnTo>
                    <a:pt x="3232444" y="8154"/>
                  </a:lnTo>
                  <a:lnTo>
                    <a:pt x="3315328" y="7287"/>
                  </a:lnTo>
                  <a:lnTo>
                    <a:pt x="3398211" y="6871"/>
                  </a:lnTo>
                  <a:lnTo>
                    <a:pt x="3481094" y="6563"/>
                  </a:lnTo>
                  <a:lnTo>
                    <a:pt x="3563977" y="6464"/>
                  </a:lnTo>
                  <a:lnTo>
                    <a:pt x="3646860" y="6675"/>
                  </a:lnTo>
                  <a:lnTo>
                    <a:pt x="3729744" y="7274"/>
                  </a:lnTo>
                  <a:lnTo>
                    <a:pt x="3812627" y="7621"/>
                  </a:lnTo>
                  <a:lnTo>
                    <a:pt x="3895510" y="7600"/>
                  </a:lnTo>
                  <a:lnTo>
                    <a:pt x="3978393" y="7529"/>
                  </a:lnTo>
                  <a:lnTo>
                    <a:pt x="4061276" y="7726"/>
                  </a:lnTo>
                  <a:lnTo>
                    <a:pt x="4144160" y="8507"/>
                  </a:lnTo>
                  <a:lnTo>
                    <a:pt x="4227043" y="10189"/>
                  </a:lnTo>
                  <a:lnTo>
                    <a:pt x="4309926" y="13087"/>
                  </a:lnTo>
                  <a:lnTo>
                    <a:pt x="4392809" y="16940"/>
                  </a:lnTo>
                  <a:lnTo>
                    <a:pt x="4475692" y="21433"/>
                  </a:lnTo>
                  <a:lnTo>
                    <a:pt x="4558576" y="26559"/>
                  </a:lnTo>
                  <a:lnTo>
                    <a:pt x="4641459" y="32314"/>
                  </a:lnTo>
                  <a:lnTo>
                    <a:pt x="4724342" y="38692"/>
                  </a:lnTo>
                  <a:lnTo>
                    <a:pt x="4807225" y="45687"/>
                  </a:lnTo>
                  <a:lnTo>
                    <a:pt x="4890108" y="53295"/>
                  </a:lnTo>
                  <a:lnTo>
                    <a:pt x="4972992" y="61509"/>
                  </a:lnTo>
                  <a:lnTo>
                    <a:pt x="5055875" y="70325"/>
                  </a:lnTo>
                  <a:lnTo>
                    <a:pt x="5138758" y="79736"/>
                  </a:lnTo>
                  <a:lnTo>
                    <a:pt x="5221641" y="89737"/>
                  </a:lnTo>
                  <a:lnTo>
                    <a:pt x="5304524" y="100323"/>
                  </a:lnTo>
                  <a:lnTo>
                    <a:pt x="5387408" y="111489"/>
                  </a:lnTo>
                  <a:lnTo>
                    <a:pt x="5470291" y="123228"/>
                  </a:lnTo>
                  <a:lnTo>
                    <a:pt x="5553174" y="135536"/>
                  </a:lnTo>
                  <a:lnTo>
                    <a:pt x="5636057" y="148407"/>
                  </a:lnTo>
                  <a:lnTo>
                    <a:pt x="5718940" y="161835"/>
                  </a:lnTo>
                  <a:lnTo>
                    <a:pt x="5801824" y="175815"/>
                  </a:lnTo>
                  <a:lnTo>
                    <a:pt x="5884707" y="190342"/>
                  </a:lnTo>
                  <a:lnTo>
                    <a:pt x="5967590" y="205411"/>
                  </a:lnTo>
                  <a:lnTo>
                    <a:pt x="6015395" y="21441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4435165"/>
              <a:ext cx="6015395" cy="943294"/>
            </a:xfrm>
            <a:custGeom>
              <a:avLst/>
              <a:pathLst>
                <a:path w="6015395" h="943294">
                  <a:moveTo>
                    <a:pt x="0" y="0"/>
                  </a:moveTo>
                  <a:lnTo>
                    <a:pt x="82883" y="34960"/>
                  </a:lnTo>
                  <a:lnTo>
                    <a:pt x="165766" y="68470"/>
                  </a:lnTo>
                  <a:lnTo>
                    <a:pt x="248649" y="100526"/>
                  </a:lnTo>
                  <a:lnTo>
                    <a:pt x="331532" y="131126"/>
                  </a:lnTo>
                  <a:lnTo>
                    <a:pt x="414416" y="160263"/>
                  </a:lnTo>
                  <a:lnTo>
                    <a:pt x="497299" y="187929"/>
                  </a:lnTo>
                  <a:lnTo>
                    <a:pt x="580182" y="214111"/>
                  </a:lnTo>
                  <a:lnTo>
                    <a:pt x="663065" y="238795"/>
                  </a:lnTo>
                  <a:lnTo>
                    <a:pt x="745948" y="261963"/>
                  </a:lnTo>
                  <a:lnTo>
                    <a:pt x="828832" y="283598"/>
                  </a:lnTo>
                  <a:lnTo>
                    <a:pt x="911715" y="303677"/>
                  </a:lnTo>
                  <a:lnTo>
                    <a:pt x="994598" y="322182"/>
                  </a:lnTo>
                  <a:lnTo>
                    <a:pt x="1077481" y="339102"/>
                  </a:lnTo>
                  <a:lnTo>
                    <a:pt x="1160364" y="354435"/>
                  </a:lnTo>
                  <a:lnTo>
                    <a:pt x="1243248" y="368202"/>
                  </a:lnTo>
                  <a:lnTo>
                    <a:pt x="1326131" y="380455"/>
                  </a:lnTo>
                  <a:lnTo>
                    <a:pt x="1409014" y="391285"/>
                  </a:lnTo>
                  <a:lnTo>
                    <a:pt x="1491897" y="400828"/>
                  </a:lnTo>
                  <a:lnTo>
                    <a:pt x="1574780" y="409261"/>
                  </a:lnTo>
                  <a:lnTo>
                    <a:pt x="1657664" y="416795"/>
                  </a:lnTo>
                  <a:lnTo>
                    <a:pt x="1740547" y="423652"/>
                  </a:lnTo>
                  <a:lnTo>
                    <a:pt x="1823430" y="430224"/>
                  </a:lnTo>
                  <a:lnTo>
                    <a:pt x="1906313" y="436911"/>
                  </a:lnTo>
                  <a:lnTo>
                    <a:pt x="1989196" y="443412"/>
                  </a:lnTo>
                  <a:lnTo>
                    <a:pt x="2072080" y="449386"/>
                  </a:lnTo>
                  <a:lnTo>
                    <a:pt x="2154963" y="454523"/>
                  </a:lnTo>
                  <a:lnTo>
                    <a:pt x="2237846" y="458574"/>
                  </a:lnTo>
                  <a:lnTo>
                    <a:pt x="2320729" y="460969"/>
                  </a:lnTo>
                  <a:lnTo>
                    <a:pt x="2403612" y="459600"/>
                  </a:lnTo>
                  <a:lnTo>
                    <a:pt x="2486496" y="455367"/>
                  </a:lnTo>
                  <a:lnTo>
                    <a:pt x="2569379" y="450424"/>
                  </a:lnTo>
                  <a:lnTo>
                    <a:pt x="2652262" y="447773"/>
                  </a:lnTo>
                  <a:lnTo>
                    <a:pt x="2735145" y="444752"/>
                  </a:lnTo>
                  <a:lnTo>
                    <a:pt x="2818028" y="439769"/>
                  </a:lnTo>
                  <a:lnTo>
                    <a:pt x="2900912" y="434465"/>
                  </a:lnTo>
                  <a:lnTo>
                    <a:pt x="2983795" y="432014"/>
                  </a:lnTo>
                  <a:lnTo>
                    <a:pt x="3066678" y="434099"/>
                  </a:lnTo>
                  <a:lnTo>
                    <a:pt x="3149561" y="437567"/>
                  </a:lnTo>
                  <a:lnTo>
                    <a:pt x="3232444" y="440503"/>
                  </a:lnTo>
                  <a:lnTo>
                    <a:pt x="3315328" y="442950"/>
                  </a:lnTo>
                  <a:lnTo>
                    <a:pt x="3398211" y="446148"/>
                  </a:lnTo>
                  <a:lnTo>
                    <a:pt x="3481094" y="449574"/>
                  </a:lnTo>
                  <a:lnTo>
                    <a:pt x="3563977" y="452321"/>
                  </a:lnTo>
                  <a:lnTo>
                    <a:pt x="3646860" y="454347"/>
                  </a:lnTo>
                  <a:lnTo>
                    <a:pt x="3729744" y="456231"/>
                  </a:lnTo>
                  <a:lnTo>
                    <a:pt x="3812627" y="457804"/>
                  </a:lnTo>
                  <a:lnTo>
                    <a:pt x="3895510" y="458750"/>
                  </a:lnTo>
                  <a:lnTo>
                    <a:pt x="3978393" y="459121"/>
                  </a:lnTo>
                  <a:lnTo>
                    <a:pt x="4061276" y="459106"/>
                  </a:lnTo>
                  <a:lnTo>
                    <a:pt x="4144160" y="459039"/>
                  </a:lnTo>
                  <a:lnTo>
                    <a:pt x="4227043" y="459349"/>
                  </a:lnTo>
                  <a:lnTo>
                    <a:pt x="4309926" y="460497"/>
                  </a:lnTo>
                  <a:lnTo>
                    <a:pt x="4392809" y="462138"/>
                  </a:lnTo>
                  <a:lnTo>
                    <a:pt x="4475692" y="463831"/>
                  </a:lnTo>
                  <a:lnTo>
                    <a:pt x="4558576" y="465520"/>
                  </a:lnTo>
                  <a:lnTo>
                    <a:pt x="4641459" y="467116"/>
                  </a:lnTo>
                  <a:lnTo>
                    <a:pt x="4724342" y="468505"/>
                  </a:lnTo>
                  <a:lnTo>
                    <a:pt x="4807225" y="469558"/>
                  </a:lnTo>
                  <a:lnTo>
                    <a:pt x="4890108" y="470141"/>
                  </a:lnTo>
                  <a:lnTo>
                    <a:pt x="4972992" y="470124"/>
                  </a:lnTo>
                  <a:lnTo>
                    <a:pt x="5055875" y="469388"/>
                  </a:lnTo>
                  <a:lnTo>
                    <a:pt x="5138758" y="467835"/>
                  </a:lnTo>
                  <a:lnTo>
                    <a:pt x="5221641" y="465388"/>
                  </a:lnTo>
                  <a:lnTo>
                    <a:pt x="5304524" y="461991"/>
                  </a:lnTo>
                  <a:lnTo>
                    <a:pt x="5387408" y="457610"/>
                  </a:lnTo>
                  <a:lnTo>
                    <a:pt x="5470291" y="452226"/>
                  </a:lnTo>
                  <a:lnTo>
                    <a:pt x="5553174" y="445834"/>
                  </a:lnTo>
                  <a:lnTo>
                    <a:pt x="5636057" y="438440"/>
                  </a:lnTo>
                  <a:lnTo>
                    <a:pt x="5718940" y="430052"/>
                  </a:lnTo>
                  <a:lnTo>
                    <a:pt x="5801824" y="420686"/>
                  </a:lnTo>
                  <a:lnTo>
                    <a:pt x="5884707" y="410357"/>
                  </a:lnTo>
                  <a:lnTo>
                    <a:pt x="5967590" y="399083"/>
                  </a:lnTo>
                  <a:lnTo>
                    <a:pt x="6015395" y="392045"/>
                  </a:lnTo>
                  <a:lnTo>
                    <a:pt x="6015395" y="943294"/>
                  </a:lnTo>
                  <a:lnTo>
                    <a:pt x="5906282" y="943294"/>
                  </a:lnTo>
                  <a:lnTo>
                    <a:pt x="5884707" y="935596"/>
                  </a:lnTo>
                  <a:lnTo>
                    <a:pt x="5801824" y="907460"/>
                  </a:lnTo>
                  <a:lnTo>
                    <a:pt x="5718940" y="880787"/>
                  </a:lnTo>
                  <a:lnTo>
                    <a:pt x="5636057" y="855604"/>
                  </a:lnTo>
                  <a:lnTo>
                    <a:pt x="5553174" y="831936"/>
                  </a:lnTo>
                  <a:lnTo>
                    <a:pt x="5470291" y="809804"/>
                  </a:lnTo>
                  <a:lnTo>
                    <a:pt x="5387408" y="789221"/>
                  </a:lnTo>
                  <a:lnTo>
                    <a:pt x="5304524" y="770194"/>
                  </a:lnTo>
                  <a:lnTo>
                    <a:pt x="5221641" y="752714"/>
                  </a:lnTo>
                  <a:lnTo>
                    <a:pt x="5138758" y="736757"/>
                  </a:lnTo>
                  <a:lnTo>
                    <a:pt x="5055875" y="722279"/>
                  </a:lnTo>
                  <a:lnTo>
                    <a:pt x="4972992" y="709211"/>
                  </a:lnTo>
                  <a:lnTo>
                    <a:pt x="4890108" y="697465"/>
                  </a:lnTo>
                  <a:lnTo>
                    <a:pt x="4807225" y="686935"/>
                  </a:lnTo>
                  <a:lnTo>
                    <a:pt x="4724342" y="677500"/>
                  </a:lnTo>
                  <a:lnTo>
                    <a:pt x="4641459" y="669036"/>
                  </a:lnTo>
                  <a:lnTo>
                    <a:pt x="4558576" y="661424"/>
                  </a:lnTo>
                  <a:lnTo>
                    <a:pt x="4475692" y="654561"/>
                  </a:lnTo>
                  <a:lnTo>
                    <a:pt x="4392809" y="648368"/>
                  </a:lnTo>
                  <a:lnTo>
                    <a:pt x="4309926" y="642800"/>
                  </a:lnTo>
                  <a:lnTo>
                    <a:pt x="4227043" y="637926"/>
                  </a:lnTo>
                  <a:lnTo>
                    <a:pt x="4144160" y="633825"/>
                  </a:lnTo>
                  <a:lnTo>
                    <a:pt x="4061276" y="630451"/>
                  </a:lnTo>
                  <a:lnTo>
                    <a:pt x="3978393" y="627725"/>
                  </a:lnTo>
                  <a:lnTo>
                    <a:pt x="3895510" y="625468"/>
                  </a:lnTo>
                  <a:lnTo>
                    <a:pt x="3812627" y="623361"/>
                  </a:lnTo>
                  <a:lnTo>
                    <a:pt x="3729744" y="620946"/>
                  </a:lnTo>
                  <a:lnTo>
                    <a:pt x="3646860" y="617354"/>
                  </a:lnTo>
                  <a:lnTo>
                    <a:pt x="3563977" y="612541"/>
                  </a:lnTo>
                  <a:lnTo>
                    <a:pt x="3481094" y="607851"/>
                  </a:lnTo>
                  <a:lnTo>
                    <a:pt x="3398211" y="604021"/>
                  </a:lnTo>
                  <a:lnTo>
                    <a:pt x="3315328" y="600920"/>
                  </a:lnTo>
                  <a:lnTo>
                    <a:pt x="3232444" y="596655"/>
                  </a:lnTo>
                  <a:lnTo>
                    <a:pt x="3149561" y="591455"/>
                  </a:lnTo>
                  <a:lnTo>
                    <a:pt x="3066678" y="587834"/>
                  </a:lnTo>
                  <a:lnTo>
                    <a:pt x="2983795" y="586366"/>
                  </a:lnTo>
                  <a:lnTo>
                    <a:pt x="2900912" y="587596"/>
                  </a:lnTo>
                  <a:lnTo>
                    <a:pt x="2818028" y="591863"/>
                  </a:lnTo>
                  <a:lnTo>
                    <a:pt x="2735145" y="597740"/>
                  </a:lnTo>
                  <a:lnTo>
                    <a:pt x="2652262" y="602268"/>
                  </a:lnTo>
                  <a:lnTo>
                    <a:pt x="2569379" y="604679"/>
                  </a:lnTo>
                  <a:lnTo>
                    <a:pt x="2486496" y="609253"/>
                  </a:lnTo>
                  <a:lnTo>
                    <a:pt x="2403612" y="614525"/>
                  </a:lnTo>
                  <a:lnTo>
                    <a:pt x="2320729" y="617787"/>
                  </a:lnTo>
                  <a:lnTo>
                    <a:pt x="2237846" y="616459"/>
                  </a:lnTo>
                  <a:lnTo>
                    <a:pt x="2154963" y="613468"/>
                  </a:lnTo>
                  <a:lnTo>
                    <a:pt x="2072080" y="609899"/>
                  </a:lnTo>
                  <a:lnTo>
                    <a:pt x="1989196" y="606162"/>
                  </a:lnTo>
                  <a:lnTo>
                    <a:pt x="1906313" y="602602"/>
                  </a:lnTo>
                  <a:lnTo>
                    <a:pt x="1823430" y="599536"/>
                  </a:lnTo>
                  <a:lnTo>
                    <a:pt x="1740547" y="597287"/>
                  </a:lnTo>
                  <a:lnTo>
                    <a:pt x="1657664" y="595992"/>
                  </a:lnTo>
                  <a:lnTo>
                    <a:pt x="1574780" y="595768"/>
                  </a:lnTo>
                  <a:lnTo>
                    <a:pt x="1491897" y="596800"/>
                  </a:lnTo>
                  <a:lnTo>
                    <a:pt x="1409014" y="599258"/>
                  </a:lnTo>
                  <a:lnTo>
                    <a:pt x="1326131" y="603280"/>
                  </a:lnTo>
                  <a:lnTo>
                    <a:pt x="1243248" y="608966"/>
                  </a:lnTo>
                  <a:lnTo>
                    <a:pt x="1160364" y="616366"/>
                  </a:lnTo>
                  <a:lnTo>
                    <a:pt x="1077481" y="625493"/>
                  </a:lnTo>
                  <a:lnTo>
                    <a:pt x="994598" y="636329"/>
                  </a:lnTo>
                  <a:lnTo>
                    <a:pt x="911715" y="648834"/>
                  </a:lnTo>
                  <a:lnTo>
                    <a:pt x="828832" y="662958"/>
                  </a:lnTo>
                  <a:lnTo>
                    <a:pt x="745948" y="678643"/>
                  </a:lnTo>
                  <a:lnTo>
                    <a:pt x="663065" y="695830"/>
                  </a:lnTo>
                  <a:lnTo>
                    <a:pt x="580182" y="714460"/>
                  </a:lnTo>
                  <a:lnTo>
                    <a:pt x="497299" y="734478"/>
                  </a:lnTo>
                  <a:lnTo>
                    <a:pt x="414416" y="755829"/>
                  </a:lnTo>
                  <a:lnTo>
                    <a:pt x="331532" y="778464"/>
                  </a:lnTo>
                  <a:lnTo>
                    <a:pt x="248649" y="802334"/>
                  </a:lnTo>
                  <a:lnTo>
                    <a:pt x="165766" y="827396"/>
                  </a:lnTo>
                  <a:lnTo>
                    <a:pt x="82883" y="853605"/>
                  </a:lnTo>
                  <a:lnTo>
                    <a:pt x="0" y="88092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4435165"/>
              <a:ext cx="6015395" cy="470141"/>
            </a:xfrm>
            <a:custGeom>
              <a:avLst/>
              <a:pathLst>
                <a:path w="6015395" h="470141">
                  <a:moveTo>
                    <a:pt x="0" y="0"/>
                  </a:moveTo>
                  <a:lnTo>
                    <a:pt x="82883" y="34960"/>
                  </a:lnTo>
                  <a:lnTo>
                    <a:pt x="165766" y="68470"/>
                  </a:lnTo>
                  <a:lnTo>
                    <a:pt x="248649" y="100526"/>
                  </a:lnTo>
                  <a:lnTo>
                    <a:pt x="331532" y="131126"/>
                  </a:lnTo>
                  <a:lnTo>
                    <a:pt x="414416" y="160263"/>
                  </a:lnTo>
                  <a:lnTo>
                    <a:pt x="497299" y="187929"/>
                  </a:lnTo>
                  <a:lnTo>
                    <a:pt x="580182" y="214111"/>
                  </a:lnTo>
                  <a:lnTo>
                    <a:pt x="663065" y="238795"/>
                  </a:lnTo>
                  <a:lnTo>
                    <a:pt x="745948" y="261963"/>
                  </a:lnTo>
                  <a:lnTo>
                    <a:pt x="828832" y="283598"/>
                  </a:lnTo>
                  <a:lnTo>
                    <a:pt x="911715" y="303677"/>
                  </a:lnTo>
                  <a:lnTo>
                    <a:pt x="994598" y="322182"/>
                  </a:lnTo>
                  <a:lnTo>
                    <a:pt x="1077481" y="339102"/>
                  </a:lnTo>
                  <a:lnTo>
                    <a:pt x="1160364" y="354435"/>
                  </a:lnTo>
                  <a:lnTo>
                    <a:pt x="1243248" y="368202"/>
                  </a:lnTo>
                  <a:lnTo>
                    <a:pt x="1326131" y="380455"/>
                  </a:lnTo>
                  <a:lnTo>
                    <a:pt x="1409014" y="391285"/>
                  </a:lnTo>
                  <a:lnTo>
                    <a:pt x="1491897" y="400828"/>
                  </a:lnTo>
                  <a:lnTo>
                    <a:pt x="1574780" y="409261"/>
                  </a:lnTo>
                  <a:lnTo>
                    <a:pt x="1657664" y="416795"/>
                  </a:lnTo>
                  <a:lnTo>
                    <a:pt x="1740547" y="423652"/>
                  </a:lnTo>
                  <a:lnTo>
                    <a:pt x="1823430" y="430224"/>
                  </a:lnTo>
                  <a:lnTo>
                    <a:pt x="1906313" y="436911"/>
                  </a:lnTo>
                  <a:lnTo>
                    <a:pt x="1989196" y="443412"/>
                  </a:lnTo>
                  <a:lnTo>
                    <a:pt x="2072080" y="449386"/>
                  </a:lnTo>
                  <a:lnTo>
                    <a:pt x="2154963" y="454523"/>
                  </a:lnTo>
                  <a:lnTo>
                    <a:pt x="2237846" y="458574"/>
                  </a:lnTo>
                  <a:lnTo>
                    <a:pt x="2320729" y="460969"/>
                  </a:lnTo>
                  <a:lnTo>
                    <a:pt x="2403612" y="459600"/>
                  </a:lnTo>
                  <a:lnTo>
                    <a:pt x="2486496" y="455367"/>
                  </a:lnTo>
                  <a:lnTo>
                    <a:pt x="2569379" y="450424"/>
                  </a:lnTo>
                  <a:lnTo>
                    <a:pt x="2652262" y="447773"/>
                  </a:lnTo>
                  <a:lnTo>
                    <a:pt x="2735145" y="444752"/>
                  </a:lnTo>
                  <a:lnTo>
                    <a:pt x="2818028" y="439769"/>
                  </a:lnTo>
                  <a:lnTo>
                    <a:pt x="2900912" y="434465"/>
                  </a:lnTo>
                  <a:lnTo>
                    <a:pt x="2983795" y="432014"/>
                  </a:lnTo>
                  <a:lnTo>
                    <a:pt x="3066678" y="434099"/>
                  </a:lnTo>
                  <a:lnTo>
                    <a:pt x="3149561" y="437567"/>
                  </a:lnTo>
                  <a:lnTo>
                    <a:pt x="3232444" y="440503"/>
                  </a:lnTo>
                  <a:lnTo>
                    <a:pt x="3315328" y="442950"/>
                  </a:lnTo>
                  <a:lnTo>
                    <a:pt x="3398211" y="446148"/>
                  </a:lnTo>
                  <a:lnTo>
                    <a:pt x="3481094" y="449574"/>
                  </a:lnTo>
                  <a:lnTo>
                    <a:pt x="3563977" y="452321"/>
                  </a:lnTo>
                  <a:lnTo>
                    <a:pt x="3646860" y="454347"/>
                  </a:lnTo>
                  <a:lnTo>
                    <a:pt x="3729744" y="456231"/>
                  </a:lnTo>
                  <a:lnTo>
                    <a:pt x="3812627" y="457804"/>
                  </a:lnTo>
                  <a:lnTo>
                    <a:pt x="3895510" y="458750"/>
                  </a:lnTo>
                  <a:lnTo>
                    <a:pt x="3978393" y="459121"/>
                  </a:lnTo>
                  <a:lnTo>
                    <a:pt x="4061276" y="459106"/>
                  </a:lnTo>
                  <a:lnTo>
                    <a:pt x="4144160" y="459039"/>
                  </a:lnTo>
                  <a:lnTo>
                    <a:pt x="4227043" y="459349"/>
                  </a:lnTo>
                  <a:lnTo>
                    <a:pt x="4309926" y="460497"/>
                  </a:lnTo>
                  <a:lnTo>
                    <a:pt x="4392809" y="462138"/>
                  </a:lnTo>
                  <a:lnTo>
                    <a:pt x="4475692" y="463831"/>
                  </a:lnTo>
                  <a:lnTo>
                    <a:pt x="4558576" y="465520"/>
                  </a:lnTo>
                  <a:lnTo>
                    <a:pt x="4641459" y="467116"/>
                  </a:lnTo>
                  <a:lnTo>
                    <a:pt x="4724342" y="468505"/>
                  </a:lnTo>
                  <a:lnTo>
                    <a:pt x="4807225" y="469558"/>
                  </a:lnTo>
                  <a:lnTo>
                    <a:pt x="4890108" y="470141"/>
                  </a:lnTo>
                  <a:lnTo>
                    <a:pt x="4972992" y="470124"/>
                  </a:lnTo>
                  <a:lnTo>
                    <a:pt x="5055875" y="469388"/>
                  </a:lnTo>
                  <a:lnTo>
                    <a:pt x="5138758" y="467835"/>
                  </a:lnTo>
                  <a:lnTo>
                    <a:pt x="5221641" y="465388"/>
                  </a:lnTo>
                  <a:lnTo>
                    <a:pt x="5304524" y="461991"/>
                  </a:lnTo>
                  <a:lnTo>
                    <a:pt x="5387408" y="457610"/>
                  </a:lnTo>
                  <a:lnTo>
                    <a:pt x="5470291" y="452226"/>
                  </a:lnTo>
                  <a:lnTo>
                    <a:pt x="5553174" y="445834"/>
                  </a:lnTo>
                  <a:lnTo>
                    <a:pt x="5636057" y="438440"/>
                  </a:lnTo>
                  <a:lnTo>
                    <a:pt x="5718940" y="430052"/>
                  </a:lnTo>
                  <a:lnTo>
                    <a:pt x="5801824" y="420686"/>
                  </a:lnTo>
                  <a:lnTo>
                    <a:pt x="5884707" y="410357"/>
                  </a:lnTo>
                  <a:lnTo>
                    <a:pt x="5967590" y="399083"/>
                  </a:lnTo>
                  <a:lnTo>
                    <a:pt x="6015395" y="3920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72465" y="5021531"/>
              <a:ext cx="5906282" cy="356928"/>
            </a:xfrm>
            <a:custGeom>
              <a:avLst/>
              <a:pathLst>
                <a:path w="5906282" h="356928">
                  <a:moveTo>
                    <a:pt x="5906282" y="356928"/>
                  </a:moveTo>
                  <a:lnTo>
                    <a:pt x="5884707" y="349230"/>
                  </a:lnTo>
                  <a:lnTo>
                    <a:pt x="5801824" y="321094"/>
                  </a:lnTo>
                  <a:lnTo>
                    <a:pt x="5718940" y="294421"/>
                  </a:lnTo>
                  <a:lnTo>
                    <a:pt x="5636057" y="269238"/>
                  </a:lnTo>
                  <a:lnTo>
                    <a:pt x="5553174" y="245570"/>
                  </a:lnTo>
                  <a:lnTo>
                    <a:pt x="5470291" y="223437"/>
                  </a:lnTo>
                  <a:lnTo>
                    <a:pt x="5387408" y="202855"/>
                  </a:lnTo>
                  <a:lnTo>
                    <a:pt x="5304524" y="183828"/>
                  </a:lnTo>
                  <a:lnTo>
                    <a:pt x="5221641" y="166348"/>
                  </a:lnTo>
                  <a:lnTo>
                    <a:pt x="5138758" y="150391"/>
                  </a:lnTo>
                  <a:lnTo>
                    <a:pt x="5055875" y="135912"/>
                  </a:lnTo>
                  <a:lnTo>
                    <a:pt x="4972992" y="122844"/>
                  </a:lnTo>
                  <a:lnTo>
                    <a:pt x="4890108" y="111099"/>
                  </a:lnTo>
                  <a:lnTo>
                    <a:pt x="4807225" y="100569"/>
                  </a:lnTo>
                  <a:lnTo>
                    <a:pt x="4724342" y="91134"/>
                  </a:lnTo>
                  <a:lnTo>
                    <a:pt x="4641459" y="82670"/>
                  </a:lnTo>
                  <a:lnTo>
                    <a:pt x="4558576" y="75058"/>
                  </a:lnTo>
                  <a:lnTo>
                    <a:pt x="4475692" y="68195"/>
                  </a:lnTo>
                  <a:lnTo>
                    <a:pt x="4392809" y="62002"/>
                  </a:lnTo>
                  <a:lnTo>
                    <a:pt x="4309926" y="56433"/>
                  </a:lnTo>
                  <a:lnTo>
                    <a:pt x="4227043" y="51560"/>
                  </a:lnTo>
                  <a:lnTo>
                    <a:pt x="4144160" y="47459"/>
                  </a:lnTo>
                  <a:lnTo>
                    <a:pt x="4061276" y="44085"/>
                  </a:lnTo>
                  <a:lnTo>
                    <a:pt x="3978393" y="41358"/>
                  </a:lnTo>
                  <a:lnTo>
                    <a:pt x="3895510" y="39101"/>
                  </a:lnTo>
                  <a:lnTo>
                    <a:pt x="3812627" y="36995"/>
                  </a:lnTo>
                  <a:lnTo>
                    <a:pt x="3729744" y="34580"/>
                  </a:lnTo>
                  <a:lnTo>
                    <a:pt x="3646860" y="30988"/>
                  </a:lnTo>
                  <a:lnTo>
                    <a:pt x="3563977" y="26175"/>
                  </a:lnTo>
                  <a:lnTo>
                    <a:pt x="3481094" y="21485"/>
                  </a:lnTo>
                  <a:lnTo>
                    <a:pt x="3398211" y="17655"/>
                  </a:lnTo>
                  <a:lnTo>
                    <a:pt x="3315328" y="14554"/>
                  </a:lnTo>
                  <a:lnTo>
                    <a:pt x="3232444" y="10289"/>
                  </a:lnTo>
                  <a:lnTo>
                    <a:pt x="3149561" y="5089"/>
                  </a:lnTo>
                  <a:lnTo>
                    <a:pt x="3066678" y="1467"/>
                  </a:lnTo>
                  <a:lnTo>
                    <a:pt x="2983795" y="0"/>
                  </a:lnTo>
                  <a:lnTo>
                    <a:pt x="2900912" y="1230"/>
                  </a:lnTo>
                  <a:lnTo>
                    <a:pt x="2818028" y="5496"/>
                  </a:lnTo>
                  <a:lnTo>
                    <a:pt x="2735145" y="11374"/>
                  </a:lnTo>
                  <a:lnTo>
                    <a:pt x="2652262" y="15902"/>
                  </a:lnTo>
                  <a:lnTo>
                    <a:pt x="2569379" y="18313"/>
                  </a:lnTo>
                  <a:lnTo>
                    <a:pt x="2486496" y="22887"/>
                  </a:lnTo>
                  <a:lnTo>
                    <a:pt x="2403612" y="28159"/>
                  </a:lnTo>
                  <a:lnTo>
                    <a:pt x="2320729" y="31421"/>
                  </a:lnTo>
                  <a:lnTo>
                    <a:pt x="2237846" y="30093"/>
                  </a:lnTo>
                  <a:lnTo>
                    <a:pt x="2154963" y="27102"/>
                  </a:lnTo>
                  <a:lnTo>
                    <a:pt x="2072080" y="23533"/>
                  </a:lnTo>
                  <a:lnTo>
                    <a:pt x="1989196" y="19795"/>
                  </a:lnTo>
                  <a:lnTo>
                    <a:pt x="1906313" y="16236"/>
                  </a:lnTo>
                  <a:lnTo>
                    <a:pt x="1823430" y="13170"/>
                  </a:lnTo>
                  <a:lnTo>
                    <a:pt x="1740547" y="10921"/>
                  </a:lnTo>
                  <a:lnTo>
                    <a:pt x="1657664" y="9626"/>
                  </a:lnTo>
                  <a:lnTo>
                    <a:pt x="1574780" y="9402"/>
                  </a:lnTo>
                  <a:lnTo>
                    <a:pt x="1491897" y="10434"/>
                  </a:lnTo>
                  <a:lnTo>
                    <a:pt x="1409014" y="12891"/>
                  </a:lnTo>
                  <a:lnTo>
                    <a:pt x="1326131" y="16914"/>
                  </a:lnTo>
                  <a:lnTo>
                    <a:pt x="1243248" y="22600"/>
                  </a:lnTo>
                  <a:lnTo>
                    <a:pt x="1160364" y="29999"/>
                  </a:lnTo>
                  <a:lnTo>
                    <a:pt x="1077481" y="39127"/>
                  </a:lnTo>
                  <a:lnTo>
                    <a:pt x="994598" y="49962"/>
                  </a:lnTo>
                  <a:lnTo>
                    <a:pt x="911715" y="62468"/>
                  </a:lnTo>
                  <a:lnTo>
                    <a:pt x="828832" y="76592"/>
                  </a:lnTo>
                  <a:lnTo>
                    <a:pt x="745948" y="92277"/>
                  </a:lnTo>
                  <a:lnTo>
                    <a:pt x="663065" y="109464"/>
                  </a:lnTo>
                  <a:lnTo>
                    <a:pt x="580182" y="128094"/>
                  </a:lnTo>
                  <a:lnTo>
                    <a:pt x="497299" y="148112"/>
                  </a:lnTo>
                  <a:lnTo>
                    <a:pt x="414416" y="169463"/>
                  </a:lnTo>
                  <a:lnTo>
                    <a:pt x="331532" y="192098"/>
                  </a:lnTo>
                  <a:lnTo>
                    <a:pt x="248649" y="215968"/>
                  </a:lnTo>
                  <a:lnTo>
                    <a:pt x="165766" y="241029"/>
                  </a:lnTo>
                  <a:lnTo>
                    <a:pt x="82883" y="267238"/>
                  </a:lnTo>
                  <a:lnTo>
                    <a:pt x="0" y="294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4875625"/>
              <a:ext cx="6015395" cy="247081"/>
            </a:xfrm>
            <a:custGeom>
              <a:avLst/>
              <a:pathLst>
                <a:path w="6015395" h="247081">
                  <a:moveTo>
                    <a:pt x="0" y="0"/>
                  </a:moveTo>
                  <a:lnTo>
                    <a:pt x="82883" y="3822"/>
                  </a:lnTo>
                  <a:lnTo>
                    <a:pt x="165766" y="7472"/>
                  </a:lnTo>
                  <a:lnTo>
                    <a:pt x="248649" y="10970"/>
                  </a:lnTo>
                  <a:lnTo>
                    <a:pt x="331532" y="14335"/>
                  </a:lnTo>
                  <a:lnTo>
                    <a:pt x="414416" y="17586"/>
                  </a:lnTo>
                  <a:lnTo>
                    <a:pt x="497299" y="20743"/>
                  </a:lnTo>
                  <a:lnTo>
                    <a:pt x="580182" y="23825"/>
                  </a:lnTo>
                  <a:lnTo>
                    <a:pt x="663065" y="26852"/>
                  </a:lnTo>
                  <a:lnTo>
                    <a:pt x="745948" y="29843"/>
                  </a:lnTo>
                  <a:lnTo>
                    <a:pt x="828832" y="32817"/>
                  </a:lnTo>
                  <a:lnTo>
                    <a:pt x="911715" y="35795"/>
                  </a:lnTo>
                  <a:lnTo>
                    <a:pt x="994598" y="38795"/>
                  </a:lnTo>
                  <a:lnTo>
                    <a:pt x="1077481" y="41837"/>
                  </a:lnTo>
                  <a:lnTo>
                    <a:pt x="1160364" y="44940"/>
                  </a:lnTo>
                  <a:lnTo>
                    <a:pt x="1243248" y="48123"/>
                  </a:lnTo>
                  <a:lnTo>
                    <a:pt x="1326131" y="51407"/>
                  </a:lnTo>
                  <a:lnTo>
                    <a:pt x="1409014" y="54811"/>
                  </a:lnTo>
                  <a:lnTo>
                    <a:pt x="1491897" y="58353"/>
                  </a:lnTo>
                  <a:lnTo>
                    <a:pt x="1574780" y="62054"/>
                  </a:lnTo>
                  <a:lnTo>
                    <a:pt x="1657664" y="65933"/>
                  </a:lnTo>
                  <a:lnTo>
                    <a:pt x="1740547" y="70009"/>
                  </a:lnTo>
                  <a:lnTo>
                    <a:pt x="1823430" y="74420"/>
                  </a:lnTo>
                  <a:lnTo>
                    <a:pt x="1906313" y="79296"/>
                  </a:lnTo>
                  <a:lnTo>
                    <a:pt x="1989196" y="84326"/>
                  </a:lnTo>
                  <a:lnTo>
                    <a:pt x="2072080" y="89182"/>
                  </a:lnTo>
                  <a:lnTo>
                    <a:pt x="2154963" y="93535"/>
                  </a:lnTo>
                  <a:lnTo>
                    <a:pt x="2237846" y="97056"/>
                  </a:lnTo>
                  <a:lnTo>
                    <a:pt x="2320729" y="98917"/>
                  </a:lnTo>
                  <a:lnTo>
                    <a:pt x="2403612" y="96602"/>
                  </a:lnTo>
                  <a:lnTo>
                    <a:pt x="2486496" y="91849"/>
                  </a:lnTo>
                  <a:lnTo>
                    <a:pt x="2569379" y="87091"/>
                  </a:lnTo>
                  <a:lnTo>
                    <a:pt x="2652262" y="84560"/>
                  </a:lnTo>
                  <a:lnTo>
                    <a:pt x="2735145" y="80785"/>
                  </a:lnTo>
                  <a:lnTo>
                    <a:pt x="2818028" y="75355"/>
                  </a:lnTo>
                  <a:lnTo>
                    <a:pt x="2900912" y="70570"/>
                  </a:lnTo>
                  <a:lnTo>
                    <a:pt x="2983795" y="68729"/>
                  </a:lnTo>
                  <a:lnTo>
                    <a:pt x="3066678" y="70506"/>
                  </a:lnTo>
                  <a:lnTo>
                    <a:pt x="3149561" y="74050"/>
                  </a:lnTo>
                  <a:lnTo>
                    <a:pt x="3232444" y="78118"/>
                  </a:lnTo>
                  <a:lnTo>
                    <a:pt x="3315328" y="81475"/>
                  </a:lnTo>
                  <a:lnTo>
                    <a:pt x="3398211" y="84624"/>
                  </a:lnTo>
                  <a:lnTo>
                    <a:pt x="3481094" y="88252"/>
                  </a:lnTo>
                  <a:lnTo>
                    <a:pt x="3563977" y="91970"/>
                  </a:lnTo>
                  <a:lnTo>
                    <a:pt x="3646860" y="95390"/>
                  </a:lnTo>
                  <a:lnTo>
                    <a:pt x="3729744" y="98128"/>
                  </a:lnTo>
                  <a:lnTo>
                    <a:pt x="3812627" y="100122"/>
                  </a:lnTo>
                  <a:lnTo>
                    <a:pt x="3895510" y="101648"/>
                  </a:lnTo>
                  <a:lnTo>
                    <a:pt x="3978393" y="102962"/>
                  </a:lnTo>
                  <a:lnTo>
                    <a:pt x="4061276" y="104318"/>
                  </a:lnTo>
                  <a:lnTo>
                    <a:pt x="4144160" y="105971"/>
                  </a:lnTo>
                  <a:lnTo>
                    <a:pt x="4227043" y="108177"/>
                  </a:lnTo>
                  <a:lnTo>
                    <a:pt x="4309926" y="111188"/>
                  </a:lnTo>
                  <a:lnTo>
                    <a:pt x="4392809" y="114792"/>
                  </a:lnTo>
                  <a:lnTo>
                    <a:pt x="4475692" y="118735"/>
                  </a:lnTo>
                  <a:lnTo>
                    <a:pt x="4558576" y="123011"/>
                  </a:lnTo>
                  <a:lnTo>
                    <a:pt x="4641459" y="127615"/>
                  </a:lnTo>
                  <a:lnTo>
                    <a:pt x="4724342" y="132542"/>
                  </a:lnTo>
                  <a:lnTo>
                    <a:pt x="4807225" y="137786"/>
                  </a:lnTo>
                  <a:lnTo>
                    <a:pt x="4890108" y="143343"/>
                  </a:lnTo>
                  <a:lnTo>
                    <a:pt x="4972992" y="149207"/>
                  </a:lnTo>
                  <a:lnTo>
                    <a:pt x="5055875" y="155373"/>
                  </a:lnTo>
                  <a:lnTo>
                    <a:pt x="5138758" y="161836"/>
                  </a:lnTo>
                  <a:lnTo>
                    <a:pt x="5221641" y="168590"/>
                  </a:lnTo>
                  <a:lnTo>
                    <a:pt x="5304524" y="175632"/>
                  </a:lnTo>
                  <a:lnTo>
                    <a:pt x="5387408" y="182955"/>
                  </a:lnTo>
                  <a:lnTo>
                    <a:pt x="5470291" y="190554"/>
                  </a:lnTo>
                  <a:lnTo>
                    <a:pt x="5553174" y="198425"/>
                  </a:lnTo>
                  <a:lnTo>
                    <a:pt x="5636057" y="206561"/>
                  </a:lnTo>
                  <a:lnTo>
                    <a:pt x="5718940" y="214959"/>
                  </a:lnTo>
                  <a:lnTo>
                    <a:pt x="5801824" y="223612"/>
                  </a:lnTo>
                  <a:lnTo>
                    <a:pt x="5884707" y="232516"/>
                  </a:lnTo>
                  <a:lnTo>
                    <a:pt x="5967590" y="241665"/>
                  </a:lnTo>
                  <a:lnTo>
                    <a:pt x="6015395" y="24708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4090505"/>
              <a:ext cx="6015395" cy="1287954"/>
            </a:xfrm>
            <a:custGeom>
              <a:avLst/>
              <a:pathLst>
                <a:path w="6015395" h="1287954">
                  <a:moveTo>
                    <a:pt x="0" y="559264"/>
                  </a:moveTo>
                  <a:lnTo>
                    <a:pt x="82883" y="601255"/>
                  </a:lnTo>
                  <a:lnTo>
                    <a:pt x="165766" y="641198"/>
                  </a:lnTo>
                  <a:lnTo>
                    <a:pt x="248649" y="679077"/>
                  </a:lnTo>
                  <a:lnTo>
                    <a:pt x="331532" y="714875"/>
                  </a:lnTo>
                  <a:lnTo>
                    <a:pt x="414416" y="748572"/>
                  </a:lnTo>
                  <a:lnTo>
                    <a:pt x="497299" y="780147"/>
                  </a:lnTo>
                  <a:lnTo>
                    <a:pt x="580182" y="809575"/>
                  </a:lnTo>
                  <a:lnTo>
                    <a:pt x="663065" y="836829"/>
                  </a:lnTo>
                  <a:lnTo>
                    <a:pt x="745948" y="861878"/>
                  </a:lnTo>
                  <a:lnTo>
                    <a:pt x="828832" y="884692"/>
                  </a:lnTo>
                  <a:lnTo>
                    <a:pt x="911715" y="905237"/>
                  </a:lnTo>
                  <a:lnTo>
                    <a:pt x="994598" y="923481"/>
                  </a:lnTo>
                  <a:lnTo>
                    <a:pt x="1077481" y="939400"/>
                  </a:lnTo>
                  <a:lnTo>
                    <a:pt x="1160364" y="952980"/>
                  </a:lnTo>
                  <a:lnTo>
                    <a:pt x="1243248" y="964227"/>
                  </a:lnTo>
                  <a:lnTo>
                    <a:pt x="1326131" y="973175"/>
                  </a:lnTo>
                  <a:lnTo>
                    <a:pt x="1409014" y="979900"/>
                  </a:lnTo>
                  <a:lnTo>
                    <a:pt x="1491897" y="984516"/>
                  </a:lnTo>
                  <a:lnTo>
                    <a:pt x="1574780" y="987180"/>
                  </a:lnTo>
                  <a:lnTo>
                    <a:pt x="1657664" y="988078"/>
                  </a:lnTo>
                  <a:lnTo>
                    <a:pt x="1740547" y="987407"/>
                  </a:lnTo>
                  <a:lnTo>
                    <a:pt x="1823430" y="985317"/>
                  </a:lnTo>
                  <a:lnTo>
                    <a:pt x="1906313" y="981857"/>
                  </a:lnTo>
                  <a:lnTo>
                    <a:pt x="1989196" y="977103"/>
                  </a:lnTo>
                  <a:lnTo>
                    <a:pt x="2072080" y="971116"/>
                  </a:lnTo>
                  <a:lnTo>
                    <a:pt x="2154963" y="963990"/>
                  </a:lnTo>
                  <a:lnTo>
                    <a:pt x="2237846" y="955876"/>
                  </a:lnTo>
                  <a:lnTo>
                    <a:pt x="2320729" y="946767"/>
                  </a:lnTo>
                  <a:lnTo>
                    <a:pt x="2403612" y="935471"/>
                  </a:lnTo>
                  <a:lnTo>
                    <a:pt x="2486496" y="922018"/>
                  </a:lnTo>
                  <a:lnTo>
                    <a:pt x="2569379" y="907402"/>
                  </a:lnTo>
                  <a:lnTo>
                    <a:pt x="2652262" y="893423"/>
                  </a:lnTo>
                  <a:lnTo>
                    <a:pt x="2735145" y="877031"/>
                  </a:lnTo>
                  <a:lnTo>
                    <a:pt x="2818028" y="857358"/>
                  </a:lnTo>
                  <a:lnTo>
                    <a:pt x="2900912" y="836769"/>
                  </a:lnTo>
                  <a:lnTo>
                    <a:pt x="2983795" y="819085"/>
                  </a:lnTo>
                  <a:lnTo>
                    <a:pt x="3066678" y="802380"/>
                  </a:lnTo>
                  <a:lnTo>
                    <a:pt x="3149561" y="782150"/>
                  </a:lnTo>
                  <a:lnTo>
                    <a:pt x="3232444" y="761523"/>
                  </a:lnTo>
                  <a:lnTo>
                    <a:pt x="3315328" y="745468"/>
                  </a:lnTo>
                  <a:lnTo>
                    <a:pt x="3398211" y="733214"/>
                  </a:lnTo>
                  <a:lnTo>
                    <a:pt x="3481094" y="721045"/>
                  </a:lnTo>
                  <a:lnTo>
                    <a:pt x="3563977" y="708902"/>
                  </a:lnTo>
                  <a:lnTo>
                    <a:pt x="3646860" y="697555"/>
                  </a:lnTo>
                  <a:lnTo>
                    <a:pt x="3729744" y="688347"/>
                  </a:lnTo>
                  <a:lnTo>
                    <a:pt x="3812627" y="681218"/>
                  </a:lnTo>
                  <a:lnTo>
                    <a:pt x="3895510" y="675139"/>
                  </a:lnTo>
                  <a:lnTo>
                    <a:pt x="3978393" y="669445"/>
                  </a:lnTo>
                  <a:lnTo>
                    <a:pt x="4061276" y="663604"/>
                  </a:lnTo>
                  <a:lnTo>
                    <a:pt x="4144160" y="657217"/>
                  </a:lnTo>
                  <a:lnTo>
                    <a:pt x="4227043" y="649981"/>
                  </a:lnTo>
                  <a:lnTo>
                    <a:pt x="4309926" y="641622"/>
                  </a:lnTo>
                  <a:lnTo>
                    <a:pt x="4392809" y="631655"/>
                  </a:lnTo>
                  <a:lnTo>
                    <a:pt x="4475692" y="619873"/>
                  </a:lnTo>
                  <a:lnTo>
                    <a:pt x="4558576" y="606250"/>
                  </a:lnTo>
                  <a:lnTo>
                    <a:pt x="4641459" y="590732"/>
                  </a:lnTo>
                  <a:lnTo>
                    <a:pt x="4724342" y="573239"/>
                  </a:lnTo>
                  <a:lnTo>
                    <a:pt x="4807225" y="553678"/>
                  </a:lnTo>
                  <a:lnTo>
                    <a:pt x="4890108" y="531951"/>
                  </a:lnTo>
                  <a:lnTo>
                    <a:pt x="4972992" y="507963"/>
                  </a:lnTo>
                  <a:lnTo>
                    <a:pt x="5055875" y="481631"/>
                  </a:lnTo>
                  <a:lnTo>
                    <a:pt x="5138758" y="452892"/>
                  </a:lnTo>
                  <a:lnTo>
                    <a:pt x="5221641" y="421700"/>
                  </a:lnTo>
                  <a:lnTo>
                    <a:pt x="5304524" y="388033"/>
                  </a:lnTo>
                  <a:lnTo>
                    <a:pt x="5387408" y="351887"/>
                  </a:lnTo>
                  <a:lnTo>
                    <a:pt x="5470291" y="313274"/>
                  </a:lnTo>
                  <a:lnTo>
                    <a:pt x="5553174" y="272219"/>
                  </a:lnTo>
                  <a:lnTo>
                    <a:pt x="5636057" y="228755"/>
                  </a:lnTo>
                  <a:lnTo>
                    <a:pt x="5718940" y="182921"/>
                  </a:lnTo>
                  <a:lnTo>
                    <a:pt x="5801824" y="134762"/>
                  </a:lnTo>
                  <a:lnTo>
                    <a:pt x="5884707" y="84321"/>
                  </a:lnTo>
                  <a:lnTo>
                    <a:pt x="5967590" y="31645"/>
                  </a:lnTo>
                  <a:lnTo>
                    <a:pt x="6015395" y="0"/>
                  </a:lnTo>
                  <a:lnTo>
                    <a:pt x="6015395" y="562646"/>
                  </a:lnTo>
                  <a:lnTo>
                    <a:pt x="5967590" y="570579"/>
                  </a:lnTo>
                  <a:lnTo>
                    <a:pt x="5884707" y="584368"/>
                  </a:lnTo>
                  <a:lnTo>
                    <a:pt x="5801824" y="598189"/>
                  </a:lnTo>
                  <a:lnTo>
                    <a:pt x="5718940" y="612038"/>
                  </a:lnTo>
                  <a:lnTo>
                    <a:pt x="5636057" y="625910"/>
                  </a:lnTo>
                  <a:lnTo>
                    <a:pt x="5553174" y="639801"/>
                  </a:lnTo>
                  <a:lnTo>
                    <a:pt x="5470291" y="653701"/>
                  </a:lnTo>
                  <a:lnTo>
                    <a:pt x="5387408" y="667593"/>
                  </a:lnTo>
                  <a:lnTo>
                    <a:pt x="5304524" y="681453"/>
                  </a:lnTo>
                  <a:lnTo>
                    <a:pt x="5221641" y="695245"/>
                  </a:lnTo>
                  <a:lnTo>
                    <a:pt x="5138758" y="708916"/>
                  </a:lnTo>
                  <a:lnTo>
                    <a:pt x="5055875" y="722392"/>
                  </a:lnTo>
                  <a:lnTo>
                    <a:pt x="4972992" y="735582"/>
                  </a:lnTo>
                  <a:lnTo>
                    <a:pt x="4890108" y="748371"/>
                  </a:lnTo>
                  <a:lnTo>
                    <a:pt x="4807225" y="760628"/>
                  </a:lnTo>
                  <a:lnTo>
                    <a:pt x="4724342" y="772209"/>
                  </a:lnTo>
                  <a:lnTo>
                    <a:pt x="4641459" y="782967"/>
                  </a:lnTo>
                  <a:lnTo>
                    <a:pt x="4558576" y="792758"/>
                  </a:lnTo>
                  <a:lnTo>
                    <a:pt x="4475692" y="801455"/>
                  </a:lnTo>
                  <a:lnTo>
                    <a:pt x="4392809" y="808954"/>
                  </a:lnTo>
                  <a:lnTo>
                    <a:pt x="4309926" y="815181"/>
                  </a:lnTo>
                  <a:lnTo>
                    <a:pt x="4227043" y="819993"/>
                  </a:lnTo>
                  <a:lnTo>
                    <a:pt x="4144160" y="823620"/>
                  </a:lnTo>
                  <a:lnTo>
                    <a:pt x="4061276" y="826730"/>
                  </a:lnTo>
                  <a:lnTo>
                    <a:pt x="3978393" y="829962"/>
                  </a:lnTo>
                  <a:lnTo>
                    <a:pt x="3895510" y="833860"/>
                  </a:lnTo>
                  <a:lnTo>
                    <a:pt x="3812627" y="838834"/>
                  </a:lnTo>
                  <a:lnTo>
                    <a:pt x="3729744" y="845162"/>
                  </a:lnTo>
                  <a:lnTo>
                    <a:pt x="3646860" y="852743"/>
                  </a:lnTo>
                  <a:lnTo>
                    <a:pt x="3563977" y="861439"/>
                  </a:lnTo>
                  <a:lnTo>
                    <a:pt x="3481094" y="871730"/>
                  </a:lnTo>
                  <a:lnTo>
                    <a:pt x="3398211" y="883515"/>
                  </a:lnTo>
                  <a:lnTo>
                    <a:pt x="3315328" y="895861"/>
                  </a:lnTo>
                  <a:lnTo>
                    <a:pt x="3232444" y="910185"/>
                  </a:lnTo>
                  <a:lnTo>
                    <a:pt x="3149561" y="928656"/>
                  </a:lnTo>
                  <a:lnTo>
                    <a:pt x="3066678" y="948740"/>
                  </a:lnTo>
                  <a:lnTo>
                    <a:pt x="2983795" y="966033"/>
                  </a:lnTo>
                  <a:lnTo>
                    <a:pt x="2900912" y="982555"/>
                  </a:lnTo>
                  <a:lnTo>
                    <a:pt x="2818028" y="1002157"/>
                  </a:lnTo>
                  <a:lnTo>
                    <a:pt x="2735145" y="1022681"/>
                  </a:lnTo>
                  <a:lnTo>
                    <a:pt x="2652262" y="1040508"/>
                  </a:lnTo>
                  <a:lnTo>
                    <a:pt x="2569379" y="1054259"/>
                  </a:lnTo>
                  <a:lnTo>
                    <a:pt x="2486496" y="1068524"/>
                  </a:lnTo>
                  <a:lnTo>
                    <a:pt x="2403612" y="1082965"/>
                  </a:lnTo>
                  <a:lnTo>
                    <a:pt x="2320729" y="1096064"/>
                  </a:lnTo>
                  <a:lnTo>
                    <a:pt x="2237846" y="1106188"/>
                  </a:lnTo>
                  <a:lnTo>
                    <a:pt x="2154963" y="1115312"/>
                  </a:lnTo>
                  <a:lnTo>
                    <a:pt x="2072080" y="1123931"/>
                  </a:lnTo>
                  <a:lnTo>
                    <a:pt x="1989196" y="1132047"/>
                  </a:lnTo>
                  <a:lnTo>
                    <a:pt x="1906313" y="1139602"/>
                  </a:lnTo>
                  <a:lnTo>
                    <a:pt x="1823430" y="1146508"/>
                  </a:lnTo>
                  <a:lnTo>
                    <a:pt x="1740547" y="1152714"/>
                  </a:lnTo>
                  <a:lnTo>
                    <a:pt x="1657664" y="1158679"/>
                  </a:lnTo>
                  <a:lnTo>
                    <a:pt x="1574780" y="1164742"/>
                  </a:lnTo>
                  <a:lnTo>
                    <a:pt x="1491897" y="1171089"/>
                  </a:lnTo>
                  <a:lnTo>
                    <a:pt x="1409014" y="1177897"/>
                  </a:lnTo>
                  <a:lnTo>
                    <a:pt x="1326131" y="1185313"/>
                  </a:lnTo>
                  <a:lnTo>
                    <a:pt x="1243248" y="1193442"/>
                  </a:lnTo>
                  <a:lnTo>
                    <a:pt x="1160364" y="1202348"/>
                  </a:lnTo>
                  <a:lnTo>
                    <a:pt x="1077481" y="1212055"/>
                  </a:lnTo>
                  <a:lnTo>
                    <a:pt x="994598" y="1222560"/>
                  </a:lnTo>
                  <a:lnTo>
                    <a:pt x="911715" y="1233839"/>
                  </a:lnTo>
                  <a:lnTo>
                    <a:pt x="828832" y="1245857"/>
                  </a:lnTo>
                  <a:lnTo>
                    <a:pt x="745948" y="1258573"/>
                  </a:lnTo>
                  <a:lnTo>
                    <a:pt x="663065" y="1271943"/>
                  </a:lnTo>
                  <a:lnTo>
                    <a:pt x="580182" y="1285926"/>
                  </a:lnTo>
                  <a:lnTo>
                    <a:pt x="568634" y="128795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72465" y="4090505"/>
              <a:ext cx="6015395" cy="988078"/>
            </a:xfrm>
            <a:custGeom>
              <a:avLst/>
              <a:pathLst>
                <a:path w="6015395" h="988078">
                  <a:moveTo>
                    <a:pt x="0" y="559264"/>
                  </a:moveTo>
                  <a:lnTo>
                    <a:pt x="82883" y="601255"/>
                  </a:lnTo>
                  <a:lnTo>
                    <a:pt x="165766" y="641198"/>
                  </a:lnTo>
                  <a:lnTo>
                    <a:pt x="248649" y="679077"/>
                  </a:lnTo>
                  <a:lnTo>
                    <a:pt x="331532" y="714875"/>
                  </a:lnTo>
                  <a:lnTo>
                    <a:pt x="414416" y="748572"/>
                  </a:lnTo>
                  <a:lnTo>
                    <a:pt x="497299" y="780147"/>
                  </a:lnTo>
                  <a:lnTo>
                    <a:pt x="580182" y="809575"/>
                  </a:lnTo>
                  <a:lnTo>
                    <a:pt x="663065" y="836829"/>
                  </a:lnTo>
                  <a:lnTo>
                    <a:pt x="745948" y="861878"/>
                  </a:lnTo>
                  <a:lnTo>
                    <a:pt x="828832" y="884692"/>
                  </a:lnTo>
                  <a:lnTo>
                    <a:pt x="911715" y="905237"/>
                  </a:lnTo>
                  <a:lnTo>
                    <a:pt x="994598" y="923481"/>
                  </a:lnTo>
                  <a:lnTo>
                    <a:pt x="1077481" y="939400"/>
                  </a:lnTo>
                  <a:lnTo>
                    <a:pt x="1160364" y="952980"/>
                  </a:lnTo>
                  <a:lnTo>
                    <a:pt x="1243248" y="964227"/>
                  </a:lnTo>
                  <a:lnTo>
                    <a:pt x="1326131" y="973175"/>
                  </a:lnTo>
                  <a:lnTo>
                    <a:pt x="1409014" y="979900"/>
                  </a:lnTo>
                  <a:lnTo>
                    <a:pt x="1491897" y="984516"/>
                  </a:lnTo>
                  <a:lnTo>
                    <a:pt x="1574780" y="987180"/>
                  </a:lnTo>
                  <a:lnTo>
                    <a:pt x="1657664" y="988078"/>
                  </a:lnTo>
                  <a:lnTo>
                    <a:pt x="1740547" y="987407"/>
                  </a:lnTo>
                  <a:lnTo>
                    <a:pt x="1823430" y="985317"/>
                  </a:lnTo>
                  <a:lnTo>
                    <a:pt x="1906313" y="981857"/>
                  </a:lnTo>
                  <a:lnTo>
                    <a:pt x="1989196" y="977103"/>
                  </a:lnTo>
                  <a:lnTo>
                    <a:pt x="2072080" y="971116"/>
                  </a:lnTo>
                  <a:lnTo>
                    <a:pt x="2154963" y="963990"/>
                  </a:lnTo>
                  <a:lnTo>
                    <a:pt x="2237846" y="955876"/>
                  </a:lnTo>
                  <a:lnTo>
                    <a:pt x="2320729" y="946767"/>
                  </a:lnTo>
                  <a:lnTo>
                    <a:pt x="2403612" y="935471"/>
                  </a:lnTo>
                  <a:lnTo>
                    <a:pt x="2486496" y="922018"/>
                  </a:lnTo>
                  <a:lnTo>
                    <a:pt x="2569379" y="907402"/>
                  </a:lnTo>
                  <a:lnTo>
                    <a:pt x="2652262" y="893423"/>
                  </a:lnTo>
                  <a:lnTo>
                    <a:pt x="2735145" y="877031"/>
                  </a:lnTo>
                  <a:lnTo>
                    <a:pt x="2818028" y="857358"/>
                  </a:lnTo>
                  <a:lnTo>
                    <a:pt x="2900912" y="836769"/>
                  </a:lnTo>
                  <a:lnTo>
                    <a:pt x="2983795" y="819085"/>
                  </a:lnTo>
                  <a:lnTo>
                    <a:pt x="3066678" y="802380"/>
                  </a:lnTo>
                  <a:lnTo>
                    <a:pt x="3149561" y="782150"/>
                  </a:lnTo>
                  <a:lnTo>
                    <a:pt x="3232444" y="761523"/>
                  </a:lnTo>
                  <a:lnTo>
                    <a:pt x="3315328" y="745468"/>
                  </a:lnTo>
                  <a:lnTo>
                    <a:pt x="3398211" y="733214"/>
                  </a:lnTo>
                  <a:lnTo>
                    <a:pt x="3481094" y="721045"/>
                  </a:lnTo>
                  <a:lnTo>
                    <a:pt x="3563977" y="708902"/>
                  </a:lnTo>
                  <a:lnTo>
                    <a:pt x="3646860" y="697555"/>
                  </a:lnTo>
                  <a:lnTo>
                    <a:pt x="3729744" y="688347"/>
                  </a:lnTo>
                  <a:lnTo>
                    <a:pt x="3812627" y="681218"/>
                  </a:lnTo>
                  <a:lnTo>
                    <a:pt x="3895510" y="675139"/>
                  </a:lnTo>
                  <a:lnTo>
                    <a:pt x="3978393" y="669445"/>
                  </a:lnTo>
                  <a:lnTo>
                    <a:pt x="4061276" y="663604"/>
                  </a:lnTo>
                  <a:lnTo>
                    <a:pt x="4144160" y="657217"/>
                  </a:lnTo>
                  <a:lnTo>
                    <a:pt x="4227043" y="649981"/>
                  </a:lnTo>
                  <a:lnTo>
                    <a:pt x="4309926" y="641622"/>
                  </a:lnTo>
                  <a:lnTo>
                    <a:pt x="4392809" y="631655"/>
                  </a:lnTo>
                  <a:lnTo>
                    <a:pt x="4475692" y="619873"/>
                  </a:lnTo>
                  <a:lnTo>
                    <a:pt x="4558576" y="606250"/>
                  </a:lnTo>
                  <a:lnTo>
                    <a:pt x="4641459" y="590732"/>
                  </a:lnTo>
                  <a:lnTo>
                    <a:pt x="4724342" y="573239"/>
                  </a:lnTo>
                  <a:lnTo>
                    <a:pt x="4807225" y="553678"/>
                  </a:lnTo>
                  <a:lnTo>
                    <a:pt x="4890108" y="531951"/>
                  </a:lnTo>
                  <a:lnTo>
                    <a:pt x="4972992" y="507963"/>
                  </a:lnTo>
                  <a:lnTo>
                    <a:pt x="5055875" y="481631"/>
                  </a:lnTo>
                  <a:lnTo>
                    <a:pt x="5138758" y="452892"/>
                  </a:lnTo>
                  <a:lnTo>
                    <a:pt x="5221641" y="421700"/>
                  </a:lnTo>
                  <a:lnTo>
                    <a:pt x="5304524" y="388033"/>
                  </a:lnTo>
                  <a:lnTo>
                    <a:pt x="5387408" y="351887"/>
                  </a:lnTo>
                  <a:lnTo>
                    <a:pt x="5470291" y="313274"/>
                  </a:lnTo>
                  <a:lnTo>
                    <a:pt x="5553174" y="272219"/>
                  </a:lnTo>
                  <a:lnTo>
                    <a:pt x="5636057" y="228755"/>
                  </a:lnTo>
                  <a:lnTo>
                    <a:pt x="5718940" y="182921"/>
                  </a:lnTo>
                  <a:lnTo>
                    <a:pt x="5801824" y="134762"/>
                  </a:lnTo>
                  <a:lnTo>
                    <a:pt x="5884707" y="84321"/>
                  </a:lnTo>
                  <a:lnTo>
                    <a:pt x="5967590" y="31645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41099" y="4653152"/>
              <a:ext cx="5446761" cy="725307"/>
            </a:xfrm>
            <a:custGeom>
              <a:avLst/>
              <a:pathLst>
                <a:path w="5446761" h="725307">
                  <a:moveTo>
                    <a:pt x="5446761" y="0"/>
                  </a:moveTo>
                  <a:lnTo>
                    <a:pt x="5398956" y="7932"/>
                  </a:lnTo>
                  <a:lnTo>
                    <a:pt x="5316073" y="21721"/>
                  </a:lnTo>
                  <a:lnTo>
                    <a:pt x="5233189" y="35542"/>
                  </a:lnTo>
                  <a:lnTo>
                    <a:pt x="5150306" y="49391"/>
                  </a:lnTo>
                  <a:lnTo>
                    <a:pt x="5067423" y="63264"/>
                  </a:lnTo>
                  <a:lnTo>
                    <a:pt x="4984540" y="77154"/>
                  </a:lnTo>
                  <a:lnTo>
                    <a:pt x="4901657" y="91054"/>
                  </a:lnTo>
                  <a:lnTo>
                    <a:pt x="4818773" y="104946"/>
                  </a:lnTo>
                  <a:lnTo>
                    <a:pt x="4735890" y="118806"/>
                  </a:lnTo>
                  <a:lnTo>
                    <a:pt x="4653007" y="132598"/>
                  </a:lnTo>
                  <a:lnTo>
                    <a:pt x="4570124" y="146269"/>
                  </a:lnTo>
                  <a:lnTo>
                    <a:pt x="4487241" y="159746"/>
                  </a:lnTo>
                  <a:lnTo>
                    <a:pt x="4404357" y="172935"/>
                  </a:lnTo>
                  <a:lnTo>
                    <a:pt x="4321474" y="185725"/>
                  </a:lnTo>
                  <a:lnTo>
                    <a:pt x="4238591" y="197981"/>
                  </a:lnTo>
                  <a:lnTo>
                    <a:pt x="4155708" y="209562"/>
                  </a:lnTo>
                  <a:lnTo>
                    <a:pt x="4072825" y="220320"/>
                  </a:lnTo>
                  <a:lnTo>
                    <a:pt x="3989941" y="230111"/>
                  </a:lnTo>
                  <a:lnTo>
                    <a:pt x="3907058" y="238808"/>
                  </a:lnTo>
                  <a:lnTo>
                    <a:pt x="3824175" y="246307"/>
                  </a:lnTo>
                  <a:lnTo>
                    <a:pt x="3741292" y="252534"/>
                  </a:lnTo>
                  <a:lnTo>
                    <a:pt x="3658409" y="257346"/>
                  </a:lnTo>
                  <a:lnTo>
                    <a:pt x="3575525" y="260973"/>
                  </a:lnTo>
                  <a:lnTo>
                    <a:pt x="3492642" y="264083"/>
                  </a:lnTo>
                  <a:lnTo>
                    <a:pt x="3409759" y="267315"/>
                  </a:lnTo>
                  <a:lnTo>
                    <a:pt x="3326876" y="271213"/>
                  </a:lnTo>
                  <a:lnTo>
                    <a:pt x="3243993" y="276187"/>
                  </a:lnTo>
                  <a:lnTo>
                    <a:pt x="3161109" y="282515"/>
                  </a:lnTo>
                  <a:lnTo>
                    <a:pt x="3078226" y="290096"/>
                  </a:lnTo>
                  <a:lnTo>
                    <a:pt x="2995343" y="298792"/>
                  </a:lnTo>
                  <a:lnTo>
                    <a:pt x="2912460" y="309084"/>
                  </a:lnTo>
                  <a:lnTo>
                    <a:pt x="2829577" y="320868"/>
                  </a:lnTo>
                  <a:lnTo>
                    <a:pt x="2746693" y="333214"/>
                  </a:lnTo>
                  <a:lnTo>
                    <a:pt x="2663810" y="347538"/>
                  </a:lnTo>
                  <a:lnTo>
                    <a:pt x="2580927" y="366009"/>
                  </a:lnTo>
                  <a:lnTo>
                    <a:pt x="2498044" y="386093"/>
                  </a:lnTo>
                  <a:lnTo>
                    <a:pt x="2415161" y="403386"/>
                  </a:lnTo>
                  <a:lnTo>
                    <a:pt x="2332277" y="419908"/>
                  </a:lnTo>
                  <a:lnTo>
                    <a:pt x="2249394" y="439510"/>
                  </a:lnTo>
                  <a:lnTo>
                    <a:pt x="2166511" y="460034"/>
                  </a:lnTo>
                  <a:lnTo>
                    <a:pt x="2083628" y="477861"/>
                  </a:lnTo>
                  <a:lnTo>
                    <a:pt x="2000745" y="491612"/>
                  </a:lnTo>
                  <a:lnTo>
                    <a:pt x="1917861" y="505877"/>
                  </a:lnTo>
                  <a:lnTo>
                    <a:pt x="1834978" y="520318"/>
                  </a:lnTo>
                  <a:lnTo>
                    <a:pt x="1752095" y="533417"/>
                  </a:lnTo>
                  <a:lnTo>
                    <a:pt x="1669212" y="543541"/>
                  </a:lnTo>
                  <a:lnTo>
                    <a:pt x="1586329" y="552665"/>
                  </a:lnTo>
                  <a:lnTo>
                    <a:pt x="1503445" y="561284"/>
                  </a:lnTo>
                  <a:lnTo>
                    <a:pt x="1420562" y="569400"/>
                  </a:lnTo>
                  <a:lnTo>
                    <a:pt x="1337679" y="576955"/>
                  </a:lnTo>
                  <a:lnTo>
                    <a:pt x="1254796" y="583861"/>
                  </a:lnTo>
                  <a:lnTo>
                    <a:pt x="1171913" y="590067"/>
                  </a:lnTo>
                  <a:lnTo>
                    <a:pt x="1089029" y="596032"/>
                  </a:lnTo>
                  <a:lnTo>
                    <a:pt x="1006146" y="602095"/>
                  </a:lnTo>
                  <a:lnTo>
                    <a:pt x="923263" y="608442"/>
                  </a:lnTo>
                  <a:lnTo>
                    <a:pt x="840380" y="615250"/>
                  </a:lnTo>
                  <a:lnTo>
                    <a:pt x="757497" y="622666"/>
                  </a:lnTo>
                  <a:lnTo>
                    <a:pt x="674613" y="630795"/>
                  </a:lnTo>
                  <a:lnTo>
                    <a:pt x="591730" y="639701"/>
                  </a:lnTo>
                  <a:lnTo>
                    <a:pt x="508847" y="649408"/>
                  </a:lnTo>
                  <a:lnTo>
                    <a:pt x="425964" y="659913"/>
                  </a:lnTo>
                  <a:lnTo>
                    <a:pt x="343081" y="671192"/>
                  </a:lnTo>
                  <a:lnTo>
                    <a:pt x="260197" y="683210"/>
                  </a:lnTo>
                  <a:lnTo>
                    <a:pt x="177314" y="695926"/>
                  </a:lnTo>
                  <a:lnTo>
                    <a:pt x="94431" y="709296"/>
                  </a:lnTo>
                  <a:lnTo>
                    <a:pt x="11548" y="723279"/>
                  </a:lnTo>
                  <a:lnTo>
                    <a:pt x="0" y="7253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2465" y="4371828"/>
              <a:ext cx="6015395" cy="797921"/>
            </a:xfrm>
            <a:custGeom>
              <a:avLst/>
              <a:pathLst>
                <a:path w="6015395" h="797921">
                  <a:moveTo>
                    <a:pt x="0" y="697275"/>
                  </a:moveTo>
                  <a:lnTo>
                    <a:pt x="82883" y="709622"/>
                  </a:lnTo>
                  <a:lnTo>
                    <a:pt x="165766" y="721137"/>
                  </a:lnTo>
                  <a:lnTo>
                    <a:pt x="248649" y="731827"/>
                  </a:lnTo>
                  <a:lnTo>
                    <a:pt x="331532" y="741696"/>
                  </a:lnTo>
                  <a:lnTo>
                    <a:pt x="414416" y="750749"/>
                  </a:lnTo>
                  <a:lnTo>
                    <a:pt x="497299" y="758991"/>
                  </a:lnTo>
                  <a:lnTo>
                    <a:pt x="580182" y="766427"/>
                  </a:lnTo>
                  <a:lnTo>
                    <a:pt x="663065" y="773062"/>
                  </a:lnTo>
                  <a:lnTo>
                    <a:pt x="745948" y="778902"/>
                  </a:lnTo>
                  <a:lnTo>
                    <a:pt x="828832" y="783951"/>
                  </a:lnTo>
                  <a:lnTo>
                    <a:pt x="911715" y="788214"/>
                  </a:lnTo>
                  <a:lnTo>
                    <a:pt x="994598" y="791697"/>
                  </a:lnTo>
                  <a:lnTo>
                    <a:pt x="1077481" y="794404"/>
                  </a:lnTo>
                  <a:lnTo>
                    <a:pt x="1160364" y="796340"/>
                  </a:lnTo>
                  <a:lnTo>
                    <a:pt x="1243248" y="797511"/>
                  </a:lnTo>
                  <a:lnTo>
                    <a:pt x="1326131" y="797921"/>
                  </a:lnTo>
                  <a:lnTo>
                    <a:pt x="1409014" y="797575"/>
                  </a:lnTo>
                  <a:lnTo>
                    <a:pt x="1491897" y="796479"/>
                  </a:lnTo>
                  <a:lnTo>
                    <a:pt x="1574780" y="794637"/>
                  </a:lnTo>
                  <a:lnTo>
                    <a:pt x="1657664" y="792055"/>
                  </a:lnTo>
                  <a:lnTo>
                    <a:pt x="1740547" y="788737"/>
                  </a:lnTo>
                  <a:lnTo>
                    <a:pt x="1823430" y="784589"/>
                  </a:lnTo>
                  <a:lnTo>
                    <a:pt x="1906313" y="779406"/>
                  </a:lnTo>
                  <a:lnTo>
                    <a:pt x="1989196" y="773251"/>
                  </a:lnTo>
                  <a:lnTo>
                    <a:pt x="2072080" y="766200"/>
                  </a:lnTo>
                  <a:lnTo>
                    <a:pt x="2154963" y="758327"/>
                  </a:lnTo>
                  <a:lnTo>
                    <a:pt x="2237846" y="749709"/>
                  </a:lnTo>
                  <a:lnTo>
                    <a:pt x="2320729" y="740092"/>
                  </a:lnTo>
                  <a:lnTo>
                    <a:pt x="2403612" y="727895"/>
                  </a:lnTo>
                  <a:lnTo>
                    <a:pt x="2486496" y="713948"/>
                  </a:lnTo>
                  <a:lnTo>
                    <a:pt x="2569379" y="699507"/>
                  </a:lnTo>
                  <a:lnTo>
                    <a:pt x="2652262" y="685642"/>
                  </a:lnTo>
                  <a:lnTo>
                    <a:pt x="2735145" y="668532"/>
                  </a:lnTo>
                  <a:lnTo>
                    <a:pt x="2818028" y="648434"/>
                  </a:lnTo>
                  <a:lnTo>
                    <a:pt x="2900912" y="628338"/>
                  </a:lnTo>
                  <a:lnTo>
                    <a:pt x="2983795" y="611235"/>
                  </a:lnTo>
                  <a:lnTo>
                    <a:pt x="3066678" y="594236"/>
                  </a:lnTo>
                  <a:lnTo>
                    <a:pt x="3149561" y="574079"/>
                  </a:lnTo>
                  <a:lnTo>
                    <a:pt x="3232444" y="554530"/>
                  </a:lnTo>
                  <a:lnTo>
                    <a:pt x="3315328" y="539341"/>
                  </a:lnTo>
                  <a:lnTo>
                    <a:pt x="3398211" y="527041"/>
                  </a:lnTo>
                  <a:lnTo>
                    <a:pt x="3481094" y="515064"/>
                  </a:lnTo>
                  <a:lnTo>
                    <a:pt x="3563977" y="503847"/>
                  </a:lnTo>
                  <a:lnTo>
                    <a:pt x="3646860" y="493825"/>
                  </a:lnTo>
                  <a:lnTo>
                    <a:pt x="3729744" y="485431"/>
                  </a:lnTo>
                  <a:lnTo>
                    <a:pt x="3812627" y="478703"/>
                  </a:lnTo>
                  <a:lnTo>
                    <a:pt x="3895510" y="473176"/>
                  </a:lnTo>
                  <a:lnTo>
                    <a:pt x="3978393" y="468380"/>
                  </a:lnTo>
                  <a:lnTo>
                    <a:pt x="4061276" y="463843"/>
                  </a:lnTo>
                  <a:lnTo>
                    <a:pt x="4144160" y="459095"/>
                  </a:lnTo>
                  <a:lnTo>
                    <a:pt x="4227043" y="453663"/>
                  </a:lnTo>
                  <a:lnTo>
                    <a:pt x="4309926" y="447078"/>
                  </a:lnTo>
                  <a:lnTo>
                    <a:pt x="4392809" y="438981"/>
                  </a:lnTo>
                  <a:lnTo>
                    <a:pt x="4475692" y="429340"/>
                  </a:lnTo>
                  <a:lnTo>
                    <a:pt x="4558576" y="418180"/>
                  </a:lnTo>
                  <a:lnTo>
                    <a:pt x="4641459" y="405526"/>
                  </a:lnTo>
                  <a:lnTo>
                    <a:pt x="4724342" y="391401"/>
                  </a:lnTo>
                  <a:lnTo>
                    <a:pt x="4807225" y="375830"/>
                  </a:lnTo>
                  <a:lnTo>
                    <a:pt x="4890108" y="358838"/>
                  </a:lnTo>
                  <a:lnTo>
                    <a:pt x="4972992" y="340449"/>
                  </a:lnTo>
                  <a:lnTo>
                    <a:pt x="5055875" y="320688"/>
                  </a:lnTo>
                  <a:lnTo>
                    <a:pt x="5138758" y="299580"/>
                  </a:lnTo>
                  <a:lnTo>
                    <a:pt x="5221641" y="277149"/>
                  </a:lnTo>
                  <a:lnTo>
                    <a:pt x="5304524" y="253420"/>
                  </a:lnTo>
                  <a:lnTo>
                    <a:pt x="5387408" y="228416"/>
                  </a:lnTo>
                  <a:lnTo>
                    <a:pt x="5470291" y="202164"/>
                  </a:lnTo>
                  <a:lnTo>
                    <a:pt x="5553174" y="174686"/>
                  </a:lnTo>
                  <a:lnTo>
                    <a:pt x="5636057" y="146009"/>
                  </a:lnTo>
                  <a:lnTo>
                    <a:pt x="5718940" y="116156"/>
                  </a:lnTo>
                  <a:lnTo>
                    <a:pt x="5801824" y="85152"/>
                  </a:lnTo>
                  <a:lnTo>
                    <a:pt x="5884707" y="53021"/>
                  </a:lnTo>
                  <a:lnTo>
                    <a:pt x="5967590" y="19789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3679060"/>
              <a:ext cx="6015395" cy="1699399"/>
            </a:xfrm>
            <a:custGeom>
              <a:avLst/>
              <a:pathLst>
                <a:path w="6015395" h="1699399">
                  <a:moveTo>
                    <a:pt x="0" y="894822"/>
                  </a:moveTo>
                  <a:lnTo>
                    <a:pt x="82883" y="942343"/>
                  </a:lnTo>
                  <a:lnTo>
                    <a:pt x="165766" y="987314"/>
                  </a:lnTo>
                  <a:lnTo>
                    <a:pt x="248649" y="1029712"/>
                  </a:lnTo>
                  <a:lnTo>
                    <a:pt x="331532" y="1069507"/>
                  </a:lnTo>
                  <a:lnTo>
                    <a:pt x="414416" y="1106670"/>
                  </a:lnTo>
                  <a:lnTo>
                    <a:pt x="497299" y="1141165"/>
                  </a:lnTo>
                  <a:lnTo>
                    <a:pt x="580182" y="1172955"/>
                  </a:lnTo>
                  <a:lnTo>
                    <a:pt x="663065" y="1201999"/>
                  </a:lnTo>
                  <a:lnTo>
                    <a:pt x="745948" y="1228253"/>
                  </a:lnTo>
                  <a:lnTo>
                    <a:pt x="828832" y="1251668"/>
                  </a:lnTo>
                  <a:lnTo>
                    <a:pt x="911715" y="1272197"/>
                  </a:lnTo>
                  <a:lnTo>
                    <a:pt x="994598" y="1289793"/>
                  </a:lnTo>
                  <a:lnTo>
                    <a:pt x="1077481" y="1304419"/>
                  </a:lnTo>
                  <a:lnTo>
                    <a:pt x="1160364" y="1316049"/>
                  </a:lnTo>
                  <a:lnTo>
                    <a:pt x="1243248" y="1324687"/>
                  </a:lnTo>
                  <a:lnTo>
                    <a:pt x="1326131" y="1330372"/>
                  </a:lnTo>
                  <a:lnTo>
                    <a:pt x="1409014" y="1333192"/>
                  </a:lnTo>
                  <a:lnTo>
                    <a:pt x="1491897" y="1333293"/>
                  </a:lnTo>
                  <a:lnTo>
                    <a:pt x="1574780" y="1330870"/>
                  </a:lnTo>
                  <a:lnTo>
                    <a:pt x="1657664" y="1326158"/>
                  </a:lnTo>
                  <a:lnTo>
                    <a:pt x="1740547" y="1319407"/>
                  </a:lnTo>
                  <a:lnTo>
                    <a:pt x="1823430" y="1310752"/>
                  </a:lnTo>
                  <a:lnTo>
                    <a:pt x="1906313" y="1300198"/>
                  </a:lnTo>
                  <a:lnTo>
                    <a:pt x="1989196" y="1287964"/>
                  </a:lnTo>
                  <a:lnTo>
                    <a:pt x="2072080" y="1274263"/>
                  </a:lnTo>
                  <a:lnTo>
                    <a:pt x="2154963" y="1259347"/>
                  </a:lnTo>
                  <a:lnTo>
                    <a:pt x="2237846" y="1243541"/>
                  </a:lnTo>
                  <a:lnTo>
                    <a:pt x="2320729" y="1226854"/>
                  </a:lnTo>
                  <a:lnTo>
                    <a:pt x="2403612" y="1207243"/>
                  </a:lnTo>
                  <a:lnTo>
                    <a:pt x="2486496" y="1184984"/>
                  </a:lnTo>
                  <a:lnTo>
                    <a:pt x="2569379" y="1161738"/>
                  </a:lnTo>
                  <a:lnTo>
                    <a:pt x="2652262" y="1140240"/>
                  </a:lnTo>
                  <a:lnTo>
                    <a:pt x="2735145" y="1117435"/>
                  </a:lnTo>
                  <a:lnTo>
                    <a:pt x="2818028" y="1091715"/>
                  </a:lnTo>
                  <a:lnTo>
                    <a:pt x="2900912" y="1065106"/>
                  </a:lnTo>
                  <a:lnTo>
                    <a:pt x="2983795" y="1041521"/>
                  </a:lnTo>
                  <a:lnTo>
                    <a:pt x="3066678" y="1021077"/>
                  </a:lnTo>
                  <a:lnTo>
                    <a:pt x="3149561" y="999373"/>
                  </a:lnTo>
                  <a:lnTo>
                    <a:pt x="3232444" y="976743"/>
                  </a:lnTo>
                  <a:lnTo>
                    <a:pt x="3315328" y="955921"/>
                  </a:lnTo>
                  <a:lnTo>
                    <a:pt x="3398211" y="938253"/>
                  </a:lnTo>
                  <a:lnTo>
                    <a:pt x="3481094" y="921378"/>
                  </a:lnTo>
                  <a:lnTo>
                    <a:pt x="3563977" y="903725"/>
                  </a:lnTo>
                  <a:lnTo>
                    <a:pt x="3646860" y="884790"/>
                  </a:lnTo>
                  <a:lnTo>
                    <a:pt x="3729744" y="864870"/>
                  </a:lnTo>
                  <a:lnTo>
                    <a:pt x="3812627" y="844801"/>
                  </a:lnTo>
                  <a:lnTo>
                    <a:pt x="3895510" y="824602"/>
                  </a:lnTo>
                  <a:lnTo>
                    <a:pt x="3978393" y="804002"/>
                  </a:lnTo>
                  <a:lnTo>
                    <a:pt x="4061276" y="782903"/>
                  </a:lnTo>
                  <a:lnTo>
                    <a:pt x="4144160" y="761382"/>
                  </a:lnTo>
                  <a:lnTo>
                    <a:pt x="4227043" y="739635"/>
                  </a:lnTo>
                  <a:lnTo>
                    <a:pt x="4309926" y="717897"/>
                  </a:lnTo>
                  <a:lnTo>
                    <a:pt x="4392809" y="695827"/>
                  </a:lnTo>
                  <a:lnTo>
                    <a:pt x="4475692" y="673082"/>
                  </a:lnTo>
                  <a:lnTo>
                    <a:pt x="4558576" y="649603"/>
                  </a:lnTo>
                  <a:lnTo>
                    <a:pt x="4641459" y="625288"/>
                  </a:lnTo>
                  <a:lnTo>
                    <a:pt x="4724342" y="600007"/>
                  </a:lnTo>
                  <a:lnTo>
                    <a:pt x="4807225" y="573608"/>
                  </a:lnTo>
                  <a:lnTo>
                    <a:pt x="4890108" y="545936"/>
                  </a:lnTo>
                  <a:lnTo>
                    <a:pt x="4972992" y="516838"/>
                  </a:lnTo>
                  <a:lnTo>
                    <a:pt x="5055875" y="486178"/>
                  </a:lnTo>
                  <a:lnTo>
                    <a:pt x="5138758" y="453844"/>
                  </a:lnTo>
                  <a:lnTo>
                    <a:pt x="5221641" y="419749"/>
                  </a:lnTo>
                  <a:lnTo>
                    <a:pt x="5304524" y="383833"/>
                  </a:lnTo>
                  <a:lnTo>
                    <a:pt x="5387408" y="346064"/>
                  </a:lnTo>
                  <a:lnTo>
                    <a:pt x="5470291" y="306426"/>
                  </a:lnTo>
                  <a:lnTo>
                    <a:pt x="5553174" y="264923"/>
                  </a:lnTo>
                  <a:lnTo>
                    <a:pt x="5636057" y="221567"/>
                  </a:lnTo>
                  <a:lnTo>
                    <a:pt x="5718940" y="176382"/>
                  </a:lnTo>
                  <a:lnTo>
                    <a:pt x="5801824" y="129394"/>
                  </a:lnTo>
                  <a:lnTo>
                    <a:pt x="5884707" y="80630"/>
                  </a:lnTo>
                  <a:lnTo>
                    <a:pt x="5967590" y="30122"/>
                  </a:lnTo>
                  <a:lnTo>
                    <a:pt x="6015395" y="0"/>
                  </a:lnTo>
                  <a:lnTo>
                    <a:pt x="6015395" y="727560"/>
                  </a:lnTo>
                  <a:lnTo>
                    <a:pt x="5967590" y="727019"/>
                  </a:lnTo>
                  <a:lnTo>
                    <a:pt x="5884707" y="727242"/>
                  </a:lnTo>
                  <a:lnTo>
                    <a:pt x="5801824" y="728653"/>
                  </a:lnTo>
                  <a:lnTo>
                    <a:pt x="5718940" y="731274"/>
                  </a:lnTo>
                  <a:lnTo>
                    <a:pt x="5636057" y="735131"/>
                  </a:lnTo>
                  <a:lnTo>
                    <a:pt x="5553174" y="740245"/>
                  </a:lnTo>
                  <a:lnTo>
                    <a:pt x="5470291" y="746633"/>
                  </a:lnTo>
                  <a:lnTo>
                    <a:pt x="5387408" y="754304"/>
                  </a:lnTo>
                  <a:lnTo>
                    <a:pt x="5304524" y="763257"/>
                  </a:lnTo>
                  <a:lnTo>
                    <a:pt x="5221641" y="773471"/>
                  </a:lnTo>
                  <a:lnTo>
                    <a:pt x="5138758" y="784909"/>
                  </a:lnTo>
                  <a:lnTo>
                    <a:pt x="5055875" y="797507"/>
                  </a:lnTo>
                  <a:lnTo>
                    <a:pt x="4972992" y="811173"/>
                  </a:lnTo>
                  <a:lnTo>
                    <a:pt x="4890108" y="825790"/>
                  </a:lnTo>
                  <a:lnTo>
                    <a:pt x="4807225" y="841216"/>
                  </a:lnTo>
                  <a:lnTo>
                    <a:pt x="4724342" y="857296"/>
                  </a:lnTo>
                  <a:lnTo>
                    <a:pt x="4641459" y="873868"/>
                  </a:lnTo>
                  <a:lnTo>
                    <a:pt x="4558576" y="890777"/>
                  </a:lnTo>
                  <a:lnTo>
                    <a:pt x="4475692" y="907887"/>
                  </a:lnTo>
                  <a:lnTo>
                    <a:pt x="4392809" y="925092"/>
                  </a:lnTo>
                  <a:lnTo>
                    <a:pt x="4309926" y="942327"/>
                  </a:lnTo>
                  <a:lnTo>
                    <a:pt x="4227043" y="959478"/>
                  </a:lnTo>
                  <a:lnTo>
                    <a:pt x="4144160" y="976558"/>
                  </a:lnTo>
                  <a:lnTo>
                    <a:pt x="4061276" y="993842"/>
                  </a:lnTo>
                  <a:lnTo>
                    <a:pt x="3978393" y="1011567"/>
                  </a:lnTo>
                  <a:lnTo>
                    <a:pt x="3895510" y="1029844"/>
                  </a:lnTo>
                  <a:lnTo>
                    <a:pt x="3812627" y="1048615"/>
                  </a:lnTo>
                  <a:lnTo>
                    <a:pt x="3729744" y="1067647"/>
                  </a:lnTo>
                  <a:lnTo>
                    <a:pt x="3646860" y="1085465"/>
                  </a:lnTo>
                  <a:lnTo>
                    <a:pt x="3563977" y="1100970"/>
                  </a:lnTo>
                  <a:lnTo>
                    <a:pt x="3481094" y="1116231"/>
                  </a:lnTo>
                  <a:lnTo>
                    <a:pt x="3398211" y="1132609"/>
                  </a:lnTo>
                  <a:lnTo>
                    <a:pt x="3315328" y="1150395"/>
                  </a:lnTo>
                  <a:lnTo>
                    <a:pt x="3232444" y="1168978"/>
                  </a:lnTo>
                  <a:lnTo>
                    <a:pt x="3149561" y="1188822"/>
                  </a:lnTo>
                  <a:lnTo>
                    <a:pt x="3066678" y="1210337"/>
                  </a:lnTo>
                  <a:lnTo>
                    <a:pt x="2983795" y="1231540"/>
                  </a:lnTo>
                  <a:lnTo>
                    <a:pt x="2900912" y="1253622"/>
                  </a:lnTo>
                  <a:lnTo>
                    <a:pt x="2818028" y="1278955"/>
                  </a:lnTo>
                  <a:lnTo>
                    <a:pt x="2735145" y="1305776"/>
                  </a:lnTo>
                  <a:lnTo>
                    <a:pt x="2652262" y="1330436"/>
                  </a:lnTo>
                  <a:lnTo>
                    <a:pt x="2569379" y="1351639"/>
                  </a:lnTo>
                  <a:lnTo>
                    <a:pt x="2486496" y="1374430"/>
                  </a:lnTo>
                  <a:lnTo>
                    <a:pt x="2403612" y="1397968"/>
                  </a:lnTo>
                  <a:lnTo>
                    <a:pt x="2320729" y="1419911"/>
                  </a:lnTo>
                  <a:lnTo>
                    <a:pt x="2237846" y="1437909"/>
                  </a:lnTo>
                  <a:lnTo>
                    <a:pt x="2154963" y="1455021"/>
                  </a:lnTo>
                  <a:lnTo>
                    <a:pt x="2072080" y="1471869"/>
                  </a:lnTo>
                  <a:lnTo>
                    <a:pt x="1989196" y="1488323"/>
                  </a:lnTo>
                  <a:lnTo>
                    <a:pt x="1906313" y="1504178"/>
                  </a:lnTo>
                  <a:lnTo>
                    <a:pt x="1823430" y="1519189"/>
                  </a:lnTo>
                  <a:lnTo>
                    <a:pt x="1740547" y="1533166"/>
                  </a:lnTo>
                  <a:lnTo>
                    <a:pt x="1657664" y="1546763"/>
                  </a:lnTo>
                  <a:lnTo>
                    <a:pt x="1574780" y="1560476"/>
                  </a:lnTo>
                  <a:lnTo>
                    <a:pt x="1491897" y="1574551"/>
                  </a:lnTo>
                  <a:lnTo>
                    <a:pt x="1409014" y="1589223"/>
                  </a:lnTo>
                  <a:lnTo>
                    <a:pt x="1326131" y="1604688"/>
                  </a:lnTo>
                  <a:lnTo>
                    <a:pt x="1243248" y="1621086"/>
                  </a:lnTo>
                  <a:lnTo>
                    <a:pt x="1160364" y="1638508"/>
                  </a:lnTo>
                  <a:lnTo>
                    <a:pt x="1077481" y="1656990"/>
                  </a:lnTo>
                  <a:lnTo>
                    <a:pt x="994598" y="1676533"/>
                  </a:lnTo>
                  <a:lnTo>
                    <a:pt x="911715" y="1697114"/>
                  </a:lnTo>
                  <a:lnTo>
                    <a:pt x="902939" y="169939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72465" y="3679060"/>
              <a:ext cx="6015395" cy="1333293"/>
            </a:xfrm>
            <a:custGeom>
              <a:avLst/>
              <a:pathLst>
                <a:path w="6015395" h="1333293">
                  <a:moveTo>
                    <a:pt x="0" y="894822"/>
                  </a:moveTo>
                  <a:lnTo>
                    <a:pt x="82883" y="942343"/>
                  </a:lnTo>
                  <a:lnTo>
                    <a:pt x="165766" y="987314"/>
                  </a:lnTo>
                  <a:lnTo>
                    <a:pt x="248649" y="1029712"/>
                  </a:lnTo>
                  <a:lnTo>
                    <a:pt x="331532" y="1069507"/>
                  </a:lnTo>
                  <a:lnTo>
                    <a:pt x="414416" y="1106670"/>
                  </a:lnTo>
                  <a:lnTo>
                    <a:pt x="497299" y="1141165"/>
                  </a:lnTo>
                  <a:lnTo>
                    <a:pt x="580182" y="1172955"/>
                  </a:lnTo>
                  <a:lnTo>
                    <a:pt x="663065" y="1201999"/>
                  </a:lnTo>
                  <a:lnTo>
                    <a:pt x="745948" y="1228253"/>
                  </a:lnTo>
                  <a:lnTo>
                    <a:pt x="828832" y="1251668"/>
                  </a:lnTo>
                  <a:lnTo>
                    <a:pt x="911715" y="1272197"/>
                  </a:lnTo>
                  <a:lnTo>
                    <a:pt x="994598" y="1289793"/>
                  </a:lnTo>
                  <a:lnTo>
                    <a:pt x="1077481" y="1304419"/>
                  </a:lnTo>
                  <a:lnTo>
                    <a:pt x="1160364" y="1316049"/>
                  </a:lnTo>
                  <a:lnTo>
                    <a:pt x="1243248" y="1324687"/>
                  </a:lnTo>
                  <a:lnTo>
                    <a:pt x="1326131" y="1330372"/>
                  </a:lnTo>
                  <a:lnTo>
                    <a:pt x="1409014" y="1333192"/>
                  </a:lnTo>
                  <a:lnTo>
                    <a:pt x="1491897" y="1333293"/>
                  </a:lnTo>
                  <a:lnTo>
                    <a:pt x="1574780" y="1330870"/>
                  </a:lnTo>
                  <a:lnTo>
                    <a:pt x="1657664" y="1326158"/>
                  </a:lnTo>
                  <a:lnTo>
                    <a:pt x="1740547" y="1319407"/>
                  </a:lnTo>
                  <a:lnTo>
                    <a:pt x="1823430" y="1310752"/>
                  </a:lnTo>
                  <a:lnTo>
                    <a:pt x="1906313" y="1300198"/>
                  </a:lnTo>
                  <a:lnTo>
                    <a:pt x="1989196" y="1287964"/>
                  </a:lnTo>
                  <a:lnTo>
                    <a:pt x="2072080" y="1274263"/>
                  </a:lnTo>
                  <a:lnTo>
                    <a:pt x="2154963" y="1259347"/>
                  </a:lnTo>
                  <a:lnTo>
                    <a:pt x="2237846" y="1243541"/>
                  </a:lnTo>
                  <a:lnTo>
                    <a:pt x="2320729" y="1226854"/>
                  </a:lnTo>
                  <a:lnTo>
                    <a:pt x="2403612" y="1207243"/>
                  </a:lnTo>
                  <a:lnTo>
                    <a:pt x="2486496" y="1184984"/>
                  </a:lnTo>
                  <a:lnTo>
                    <a:pt x="2569379" y="1161738"/>
                  </a:lnTo>
                  <a:lnTo>
                    <a:pt x="2652262" y="1140240"/>
                  </a:lnTo>
                  <a:lnTo>
                    <a:pt x="2735145" y="1117435"/>
                  </a:lnTo>
                  <a:lnTo>
                    <a:pt x="2818028" y="1091715"/>
                  </a:lnTo>
                  <a:lnTo>
                    <a:pt x="2900912" y="1065106"/>
                  </a:lnTo>
                  <a:lnTo>
                    <a:pt x="2983795" y="1041521"/>
                  </a:lnTo>
                  <a:lnTo>
                    <a:pt x="3066678" y="1021077"/>
                  </a:lnTo>
                  <a:lnTo>
                    <a:pt x="3149561" y="999373"/>
                  </a:lnTo>
                  <a:lnTo>
                    <a:pt x="3232444" y="976743"/>
                  </a:lnTo>
                  <a:lnTo>
                    <a:pt x="3315328" y="955921"/>
                  </a:lnTo>
                  <a:lnTo>
                    <a:pt x="3398211" y="938253"/>
                  </a:lnTo>
                  <a:lnTo>
                    <a:pt x="3481094" y="921378"/>
                  </a:lnTo>
                  <a:lnTo>
                    <a:pt x="3563977" y="903725"/>
                  </a:lnTo>
                  <a:lnTo>
                    <a:pt x="3646860" y="884790"/>
                  </a:lnTo>
                  <a:lnTo>
                    <a:pt x="3729744" y="864870"/>
                  </a:lnTo>
                  <a:lnTo>
                    <a:pt x="3812627" y="844801"/>
                  </a:lnTo>
                  <a:lnTo>
                    <a:pt x="3895510" y="824602"/>
                  </a:lnTo>
                  <a:lnTo>
                    <a:pt x="3978393" y="804002"/>
                  </a:lnTo>
                  <a:lnTo>
                    <a:pt x="4061276" y="782903"/>
                  </a:lnTo>
                  <a:lnTo>
                    <a:pt x="4144160" y="761382"/>
                  </a:lnTo>
                  <a:lnTo>
                    <a:pt x="4227043" y="739635"/>
                  </a:lnTo>
                  <a:lnTo>
                    <a:pt x="4309926" y="717897"/>
                  </a:lnTo>
                  <a:lnTo>
                    <a:pt x="4392809" y="695827"/>
                  </a:lnTo>
                  <a:lnTo>
                    <a:pt x="4475692" y="673082"/>
                  </a:lnTo>
                  <a:lnTo>
                    <a:pt x="4558576" y="649603"/>
                  </a:lnTo>
                  <a:lnTo>
                    <a:pt x="4641459" y="625288"/>
                  </a:lnTo>
                  <a:lnTo>
                    <a:pt x="4724342" y="600007"/>
                  </a:lnTo>
                  <a:lnTo>
                    <a:pt x="4807225" y="573608"/>
                  </a:lnTo>
                  <a:lnTo>
                    <a:pt x="4890108" y="545936"/>
                  </a:lnTo>
                  <a:lnTo>
                    <a:pt x="4972992" y="516838"/>
                  </a:lnTo>
                  <a:lnTo>
                    <a:pt x="5055875" y="486178"/>
                  </a:lnTo>
                  <a:lnTo>
                    <a:pt x="5138758" y="453844"/>
                  </a:lnTo>
                  <a:lnTo>
                    <a:pt x="5221641" y="419749"/>
                  </a:lnTo>
                  <a:lnTo>
                    <a:pt x="5304524" y="383833"/>
                  </a:lnTo>
                  <a:lnTo>
                    <a:pt x="5387408" y="346064"/>
                  </a:lnTo>
                  <a:lnTo>
                    <a:pt x="5470291" y="306426"/>
                  </a:lnTo>
                  <a:lnTo>
                    <a:pt x="5553174" y="264923"/>
                  </a:lnTo>
                  <a:lnTo>
                    <a:pt x="5636057" y="221567"/>
                  </a:lnTo>
                  <a:lnTo>
                    <a:pt x="5718940" y="176382"/>
                  </a:lnTo>
                  <a:lnTo>
                    <a:pt x="5801824" y="129394"/>
                  </a:lnTo>
                  <a:lnTo>
                    <a:pt x="5884707" y="80630"/>
                  </a:lnTo>
                  <a:lnTo>
                    <a:pt x="5967590" y="30122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975404" y="4406080"/>
              <a:ext cx="5112456" cy="972379"/>
            </a:xfrm>
            <a:custGeom>
              <a:avLst/>
              <a:pathLst>
                <a:path w="5112456" h="972379">
                  <a:moveTo>
                    <a:pt x="5112456" y="541"/>
                  </a:moveTo>
                  <a:lnTo>
                    <a:pt x="5064650" y="0"/>
                  </a:lnTo>
                  <a:lnTo>
                    <a:pt x="4981767" y="223"/>
                  </a:lnTo>
                  <a:lnTo>
                    <a:pt x="4898884" y="1633"/>
                  </a:lnTo>
                  <a:lnTo>
                    <a:pt x="4816001" y="4255"/>
                  </a:lnTo>
                  <a:lnTo>
                    <a:pt x="4733117" y="8112"/>
                  </a:lnTo>
                  <a:lnTo>
                    <a:pt x="4650234" y="13226"/>
                  </a:lnTo>
                  <a:lnTo>
                    <a:pt x="4567351" y="19614"/>
                  </a:lnTo>
                  <a:lnTo>
                    <a:pt x="4484468" y="27285"/>
                  </a:lnTo>
                  <a:lnTo>
                    <a:pt x="4401585" y="36237"/>
                  </a:lnTo>
                  <a:lnTo>
                    <a:pt x="4318701" y="46452"/>
                  </a:lnTo>
                  <a:lnTo>
                    <a:pt x="4235818" y="57890"/>
                  </a:lnTo>
                  <a:lnTo>
                    <a:pt x="4152935" y="70488"/>
                  </a:lnTo>
                  <a:lnTo>
                    <a:pt x="4070052" y="84154"/>
                  </a:lnTo>
                  <a:lnTo>
                    <a:pt x="3987169" y="98770"/>
                  </a:lnTo>
                  <a:lnTo>
                    <a:pt x="3904285" y="114197"/>
                  </a:lnTo>
                  <a:lnTo>
                    <a:pt x="3821402" y="130277"/>
                  </a:lnTo>
                  <a:lnTo>
                    <a:pt x="3738519" y="146849"/>
                  </a:lnTo>
                  <a:lnTo>
                    <a:pt x="3655636" y="163758"/>
                  </a:lnTo>
                  <a:lnTo>
                    <a:pt x="3572753" y="180868"/>
                  </a:lnTo>
                  <a:lnTo>
                    <a:pt x="3489869" y="198073"/>
                  </a:lnTo>
                  <a:lnTo>
                    <a:pt x="3406986" y="215308"/>
                  </a:lnTo>
                  <a:lnTo>
                    <a:pt x="3324103" y="232459"/>
                  </a:lnTo>
                  <a:lnTo>
                    <a:pt x="3241220" y="249539"/>
                  </a:lnTo>
                  <a:lnTo>
                    <a:pt x="3158337" y="266823"/>
                  </a:lnTo>
                  <a:lnTo>
                    <a:pt x="3075453" y="284548"/>
                  </a:lnTo>
                  <a:lnTo>
                    <a:pt x="2992570" y="302825"/>
                  </a:lnTo>
                  <a:lnTo>
                    <a:pt x="2909687" y="321596"/>
                  </a:lnTo>
                  <a:lnTo>
                    <a:pt x="2826804" y="340628"/>
                  </a:lnTo>
                  <a:lnTo>
                    <a:pt x="2743921" y="358446"/>
                  </a:lnTo>
                  <a:lnTo>
                    <a:pt x="2661037" y="373950"/>
                  </a:lnTo>
                  <a:lnTo>
                    <a:pt x="2578154" y="389211"/>
                  </a:lnTo>
                  <a:lnTo>
                    <a:pt x="2495271" y="405589"/>
                  </a:lnTo>
                  <a:lnTo>
                    <a:pt x="2412388" y="423376"/>
                  </a:lnTo>
                  <a:lnTo>
                    <a:pt x="2329505" y="441959"/>
                  </a:lnTo>
                  <a:lnTo>
                    <a:pt x="2246621" y="461802"/>
                  </a:lnTo>
                  <a:lnTo>
                    <a:pt x="2163738" y="483317"/>
                  </a:lnTo>
                  <a:lnTo>
                    <a:pt x="2080855" y="504521"/>
                  </a:lnTo>
                  <a:lnTo>
                    <a:pt x="1997972" y="526603"/>
                  </a:lnTo>
                  <a:lnTo>
                    <a:pt x="1915089" y="551935"/>
                  </a:lnTo>
                  <a:lnTo>
                    <a:pt x="1832205" y="578757"/>
                  </a:lnTo>
                  <a:lnTo>
                    <a:pt x="1749322" y="603417"/>
                  </a:lnTo>
                  <a:lnTo>
                    <a:pt x="1666439" y="624619"/>
                  </a:lnTo>
                  <a:lnTo>
                    <a:pt x="1583556" y="647411"/>
                  </a:lnTo>
                  <a:lnTo>
                    <a:pt x="1500673" y="670949"/>
                  </a:lnTo>
                  <a:lnTo>
                    <a:pt x="1417789" y="692891"/>
                  </a:lnTo>
                  <a:lnTo>
                    <a:pt x="1334906" y="710890"/>
                  </a:lnTo>
                  <a:lnTo>
                    <a:pt x="1252023" y="728002"/>
                  </a:lnTo>
                  <a:lnTo>
                    <a:pt x="1169140" y="744850"/>
                  </a:lnTo>
                  <a:lnTo>
                    <a:pt x="1086257" y="761303"/>
                  </a:lnTo>
                  <a:lnTo>
                    <a:pt x="1003373" y="777158"/>
                  </a:lnTo>
                  <a:lnTo>
                    <a:pt x="920490" y="792169"/>
                  </a:lnTo>
                  <a:lnTo>
                    <a:pt x="837607" y="806147"/>
                  </a:lnTo>
                  <a:lnTo>
                    <a:pt x="754724" y="819744"/>
                  </a:lnTo>
                  <a:lnTo>
                    <a:pt x="671841" y="833456"/>
                  </a:lnTo>
                  <a:lnTo>
                    <a:pt x="588957" y="847532"/>
                  </a:lnTo>
                  <a:lnTo>
                    <a:pt x="506074" y="862204"/>
                  </a:lnTo>
                  <a:lnTo>
                    <a:pt x="423191" y="877668"/>
                  </a:lnTo>
                  <a:lnTo>
                    <a:pt x="340308" y="894067"/>
                  </a:lnTo>
                  <a:lnTo>
                    <a:pt x="257425" y="911488"/>
                  </a:lnTo>
                  <a:lnTo>
                    <a:pt x="174541" y="929970"/>
                  </a:lnTo>
                  <a:lnTo>
                    <a:pt x="91658" y="949514"/>
                  </a:lnTo>
                  <a:lnTo>
                    <a:pt x="8775" y="970095"/>
                  </a:lnTo>
                  <a:lnTo>
                    <a:pt x="0" y="9723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4042841"/>
              <a:ext cx="6015395" cy="1121400"/>
            </a:xfrm>
            <a:custGeom>
              <a:avLst/>
              <a:pathLst>
                <a:path w="6015395" h="1121400">
                  <a:moveTo>
                    <a:pt x="0" y="1073285"/>
                  </a:moveTo>
                  <a:lnTo>
                    <a:pt x="82883" y="1082471"/>
                  </a:lnTo>
                  <a:lnTo>
                    <a:pt x="165766" y="1090684"/>
                  </a:lnTo>
                  <a:lnTo>
                    <a:pt x="248649" y="1097923"/>
                  </a:lnTo>
                  <a:lnTo>
                    <a:pt x="331532" y="1104190"/>
                  </a:lnTo>
                  <a:lnTo>
                    <a:pt x="414416" y="1109484"/>
                  </a:lnTo>
                  <a:lnTo>
                    <a:pt x="497299" y="1113808"/>
                  </a:lnTo>
                  <a:lnTo>
                    <a:pt x="580182" y="1117160"/>
                  </a:lnTo>
                  <a:lnTo>
                    <a:pt x="663065" y="1119543"/>
                  </a:lnTo>
                  <a:lnTo>
                    <a:pt x="745948" y="1120956"/>
                  </a:lnTo>
                  <a:lnTo>
                    <a:pt x="828832" y="1121400"/>
                  </a:lnTo>
                  <a:lnTo>
                    <a:pt x="911715" y="1120875"/>
                  </a:lnTo>
                  <a:lnTo>
                    <a:pt x="994598" y="1119383"/>
                  </a:lnTo>
                  <a:lnTo>
                    <a:pt x="1077481" y="1116924"/>
                  </a:lnTo>
                  <a:lnTo>
                    <a:pt x="1160364" y="1113498"/>
                  </a:lnTo>
                  <a:lnTo>
                    <a:pt x="1243248" y="1109106"/>
                  </a:lnTo>
                  <a:lnTo>
                    <a:pt x="1326131" y="1103749"/>
                  </a:lnTo>
                  <a:lnTo>
                    <a:pt x="1409014" y="1097428"/>
                  </a:lnTo>
                  <a:lnTo>
                    <a:pt x="1491897" y="1090142"/>
                  </a:lnTo>
                  <a:lnTo>
                    <a:pt x="1574780" y="1081893"/>
                  </a:lnTo>
                  <a:lnTo>
                    <a:pt x="1657664" y="1072680"/>
                  </a:lnTo>
                  <a:lnTo>
                    <a:pt x="1740547" y="1062506"/>
                  </a:lnTo>
                  <a:lnTo>
                    <a:pt x="1823430" y="1051190"/>
                  </a:lnTo>
                  <a:lnTo>
                    <a:pt x="1906313" y="1038407"/>
                  </a:lnTo>
                  <a:lnTo>
                    <a:pt x="1989196" y="1024363"/>
                  </a:lnTo>
                  <a:lnTo>
                    <a:pt x="2072080" y="1009286"/>
                  </a:lnTo>
                  <a:lnTo>
                    <a:pt x="2154963" y="993403"/>
                  </a:lnTo>
                  <a:lnTo>
                    <a:pt x="2237846" y="976945"/>
                  </a:lnTo>
                  <a:lnTo>
                    <a:pt x="2320729" y="959602"/>
                  </a:lnTo>
                  <a:lnTo>
                    <a:pt x="2403612" y="938825"/>
                  </a:lnTo>
                  <a:lnTo>
                    <a:pt x="2486496" y="915927"/>
                  </a:lnTo>
                  <a:lnTo>
                    <a:pt x="2569379" y="892908"/>
                  </a:lnTo>
                  <a:lnTo>
                    <a:pt x="2652262" y="871558"/>
                  </a:lnTo>
                  <a:lnTo>
                    <a:pt x="2735145" y="847825"/>
                  </a:lnTo>
                  <a:lnTo>
                    <a:pt x="2818028" y="821555"/>
                  </a:lnTo>
                  <a:lnTo>
                    <a:pt x="2900912" y="795584"/>
                  </a:lnTo>
                  <a:lnTo>
                    <a:pt x="2983795" y="772751"/>
                  </a:lnTo>
                  <a:lnTo>
                    <a:pt x="3066678" y="751927"/>
                  </a:lnTo>
                  <a:lnTo>
                    <a:pt x="3149561" y="730317"/>
                  </a:lnTo>
                  <a:lnTo>
                    <a:pt x="3232444" y="709080"/>
                  </a:lnTo>
                  <a:lnTo>
                    <a:pt x="3315328" y="689378"/>
                  </a:lnTo>
                  <a:lnTo>
                    <a:pt x="3398211" y="671651"/>
                  </a:lnTo>
                  <a:lnTo>
                    <a:pt x="3481094" y="655024"/>
                  </a:lnTo>
                  <a:lnTo>
                    <a:pt x="3563977" y="638567"/>
                  </a:lnTo>
                  <a:lnTo>
                    <a:pt x="3646860" y="621348"/>
                  </a:lnTo>
                  <a:lnTo>
                    <a:pt x="3729744" y="602478"/>
                  </a:lnTo>
                  <a:lnTo>
                    <a:pt x="3812627" y="582928"/>
                  </a:lnTo>
                  <a:lnTo>
                    <a:pt x="3895510" y="563443"/>
                  </a:lnTo>
                  <a:lnTo>
                    <a:pt x="3978393" y="544004"/>
                  </a:lnTo>
                  <a:lnTo>
                    <a:pt x="4061276" y="524593"/>
                  </a:lnTo>
                  <a:lnTo>
                    <a:pt x="4144160" y="505190"/>
                  </a:lnTo>
                  <a:lnTo>
                    <a:pt x="4227043" y="485776"/>
                  </a:lnTo>
                  <a:lnTo>
                    <a:pt x="4309926" y="466332"/>
                  </a:lnTo>
                  <a:lnTo>
                    <a:pt x="4392809" y="446679"/>
                  </a:lnTo>
                  <a:lnTo>
                    <a:pt x="4475692" y="426704"/>
                  </a:lnTo>
                  <a:lnTo>
                    <a:pt x="4558576" y="406410"/>
                  </a:lnTo>
                  <a:lnTo>
                    <a:pt x="4641459" y="385798"/>
                  </a:lnTo>
                  <a:lnTo>
                    <a:pt x="4724342" y="364871"/>
                  </a:lnTo>
                  <a:lnTo>
                    <a:pt x="4807225" y="343632"/>
                  </a:lnTo>
                  <a:lnTo>
                    <a:pt x="4890108" y="322082"/>
                  </a:lnTo>
                  <a:lnTo>
                    <a:pt x="4972992" y="300225"/>
                  </a:lnTo>
                  <a:lnTo>
                    <a:pt x="5055875" y="278062"/>
                  </a:lnTo>
                  <a:lnTo>
                    <a:pt x="5138758" y="255596"/>
                  </a:lnTo>
                  <a:lnTo>
                    <a:pt x="5221641" y="232830"/>
                  </a:lnTo>
                  <a:lnTo>
                    <a:pt x="5304524" y="209765"/>
                  </a:lnTo>
                  <a:lnTo>
                    <a:pt x="5387408" y="186404"/>
                  </a:lnTo>
                  <a:lnTo>
                    <a:pt x="5470291" y="162749"/>
                  </a:lnTo>
                  <a:lnTo>
                    <a:pt x="5553174" y="138804"/>
                  </a:lnTo>
                  <a:lnTo>
                    <a:pt x="5636057" y="114569"/>
                  </a:lnTo>
                  <a:lnTo>
                    <a:pt x="5718940" y="90048"/>
                  </a:lnTo>
                  <a:lnTo>
                    <a:pt x="5801824" y="65243"/>
                  </a:lnTo>
                  <a:lnTo>
                    <a:pt x="5884707" y="40156"/>
                  </a:lnTo>
                  <a:lnTo>
                    <a:pt x="5967590" y="14790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4182532"/>
              <a:ext cx="6015395" cy="1195927"/>
            </a:xfrm>
            <a:custGeom>
              <a:avLst/>
              <a:pathLst>
                <a:path w="6015395" h="1195927">
                  <a:moveTo>
                    <a:pt x="0" y="657890"/>
                  </a:moveTo>
                  <a:lnTo>
                    <a:pt x="82883" y="682421"/>
                  </a:lnTo>
                  <a:lnTo>
                    <a:pt x="165766" y="705749"/>
                  </a:lnTo>
                  <a:lnTo>
                    <a:pt x="248649" y="727855"/>
                  </a:lnTo>
                  <a:lnTo>
                    <a:pt x="331532" y="748722"/>
                  </a:lnTo>
                  <a:lnTo>
                    <a:pt x="414416" y="768330"/>
                  </a:lnTo>
                  <a:lnTo>
                    <a:pt x="497299" y="786654"/>
                  </a:lnTo>
                  <a:lnTo>
                    <a:pt x="580182" y="803672"/>
                  </a:lnTo>
                  <a:lnTo>
                    <a:pt x="663065" y="819356"/>
                  </a:lnTo>
                  <a:lnTo>
                    <a:pt x="745948" y="833676"/>
                  </a:lnTo>
                  <a:lnTo>
                    <a:pt x="828832" y="846602"/>
                  </a:lnTo>
                  <a:lnTo>
                    <a:pt x="911715" y="858103"/>
                  </a:lnTo>
                  <a:lnTo>
                    <a:pt x="994598" y="868149"/>
                  </a:lnTo>
                  <a:lnTo>
                    <a:pt x="1077481" y="876714"/>
                  </a:lnTo>
                  <a:lnTo>
                    <a:pt x="1160364" y="883782"/>
                  </a:lnTo>
                  <a:lnTo>
                    <a:pt x="1243248" y="889353"/>
                  </a:lnTo>
                  <a:lnTo>
                    <a:pt x="1326131" y="893453"/>
                  </a:lnTo>
                  <a:lnTo>
                    <a:pt x="1409014" y="896135"/>
                  </a:lnTo>
                  <a:lnTo>
                    <a:pt x="1491897" y="897490"/>
                  </a:lnTo>
                  <a:lnTo>
                    <a:pt x="1574780" y="897640"/>
                  </a:lnTo>
                  <a:lnTo>
                    <a:pt x="1657664" y="896732"/>
                  </a:lnTo>
                  <a:lnTo>
                    <a:pt x="1740547" y="894924"/>
                  </a:lnTo>
                  <a:lnTo>
                    <a:pt x="1823430" y="892412"/>
                  </a:lnTo>
                  <a:lnTo>
                    <a:pt x="1906313" y="889411"/>
                  </a:lnTo>
                  <a:lnTo>
                    <a:pt x="1989196" y="885949"/>
                  </a:lnTo>
                  <a:lnTo>
                    <a:pt x="2072080" y="882033"/>
                  </a:lnTo>
                  <a:lnTo>
                    <a:pt x="2154963" y="877695"/>
                  </a:lnTo>
                  <a:lnTo>
                    <a:pt x="2237846" y="873016"/>
                  </a:lnTo>
                  <a:lnTo>
                    <a:pt x="2320729" y="867993"/>
                  </a:lnTo>
                  <a:lnTo>
                    <a:pt x="2403612" y="861912"/>
                  </a:lnTo>
                  <a:lnTo>
                    <a:pt x="2486496" y="854775"/>
                  </a:lnTo>
                  <a:lnTo>
                    <a:pt x="2569379" y="847316"/>
                  </a:lnTo>
                  <a:lnTo>
                    <a:pt x="2652262" y="841009"/>
                  </a:lnTo>
                  <a:lnTo>
                    <a:pt x="2735145" y="835315"/>
                  </a:lnTo>
                  <a:lnTo>
                    <a:pt x="2818028" y="829121"/>
                  </a:lnTo>
                  <a:lnTo>
                    <a:pt x="2900912" y="822650"/>
                  </a:lnTo>
                  <a:lnTo>
                    <a:pt x="2983795" y="817316"/>
                  </a:lnTo>
                  <a:lnTo>
                    <a:pt x="3066678" y="814883"/>
                  </a:lnTo>
                  <a:lnTo>
                    <a:pt x="3149561" y="813919"/>
                  </a:lnTo>
                  <a:lnTo>
                    <a:pt x="3232444" y="812411"/>
                  </a:lnTo>
                  <a:lnTo>
                    <a:pt x="3315328" y="809871"/>
                  </a:lnTo>
                  <a:lnTo>
                    <a:pt x="3398211" y="808449"/>
                  </a:lnTo>
                  <a:lnTo>
                    <a:pt x="3481094" y="808167"/>
                  </a:lnTo>
                  <a:lnTo>
                    <a:pt x="3563977" y="807316"/>
                  </a:lnTo>
                  <a:lnTo>
                    <a:pt x="3646860" y="804857"/>
                  </a:lnTo>
                  <a:lnTo>
                    <a:pt x="3729744" y="800290"/>
                  </a:lnTo>
                  <a:lnTo>
                    <a:pt x="3812627" y="794818"/>
                  </a:lnTo>
                  <a:lnTo>
                    <a:pt x="3895510" y="788705"/>
                  </a:lnTo>
                  <a:lnTo>
                    <a:pt x="3978393" y="781401"/>
                  </a:lnTo>
                  <a:lnTo>
                    <a:pt x="4061276" y="772461"/>
                  </a:lnTo>
                  <a:lnTo>
                    <a:pt x="4144160" y="761549"/>
                  </a:lnTo>
                  <a:lnTo>
                    <a:pt x="4227043" y="748408"/>
                  </a:lnTo>
                  <a:lnTo>
                    <a:pt x="4309926" y="732812"/>
                  </a:lnTo>
                  <a:lnTo>
                    <a:pt x="4392809" y="715320"/>
                  </a:lnTo>
                  <a:lnTo>
                    <a:pt x="4475692" y="696412"/>
                  </a:lnTo>
                  <a:lnTo>
                    <a:pt x="4558576" y="676045"/>
                  </a:lnTo>
                  <a:lnTo>
                    <a:pt x="4641459" y="654149"/>
                  </a:lnTo>
                  <a:lnTo>
                    <a:pt x="4724342" y="630636"/>
                  </a:lnTo>
                  <a:lnTo>
                    <a:pt x="4807225" y="605406"/>
                  </a:lnTo>
                  <a:lnTo>
                    <a:pt x="4890108" y="578354"/>
                  </a:lnTo>
                  <a:lnTo>
                    <a:pt x="4972992" y="549379"/>
                  </a:lnTo>
                  <a:lnTo>
                    <a:pt x="5055875" y="518391"/>
                  </a:lnTo>
                  <a:lnTo>
                    <a:pt x="5138758" y="485311"/>
                  </a:lnTo>
                  <a:lnTo>
                    <a:pt x="5221641" y="450081"/>
                  </a:lnTo>
                  <a:lnTo>
                    <a:pt x="5304524" y="412657"/>
                  </a:lnTo>
                  <a:lnTo>
                    <a:pt x="5387408" y="373012"/>
                  </a:lnTo>
                  <a:lnTo>
                    <a:pt x="5470291" y="331133"/>
                  </a:lnTo>
                  <a:lnTo>
                    <a:pt x="5553174" y="287015"/>
                  </a:lnTo>
                  <a:lnTo>
                    <a:pt x="5636057" y="240661"/>
                  </a:lnTo>
                  <a:lnTo>
                    <a:pt x="5718940" y="192080"/>
                  </a:lnTo>
                  <a:lnTo>
                    <a:pt x="5801824" y="141282"/>
                  </a:lnTo>
                  <a:lnTo>
                    <a:pt x="5884707" y="88281"/>
                  </a:lnTo>
                  <a:lnTo>
                    <a:pt x="5967590" y="33089"/>
                  </a:lnTo>
                  <a:lnTo>
                    <a:pt x="6015395" y="0"/>
                  </a:lnTo>
                  <a:lnTo>
                    <a:pt x="6015395" y="458659"/>
                  </a:lnTo>
                  <a:lnTo>
                    <a:pt x="5967590" y="472418"/>
                  </a:lnTo>
                  <a:lnTo>
                    <a:pt x="5884707" y="495909"/>
                  </a:lnTo>
                  <a:lnTo>
                    <a:pt x="5801824" y="519059"/>
                  </a:lnTo>
                  <a:lnTo>
                    <a:pt x="5718940" y="541887"/>
                  </a:lnTo>
                  <a:lnTo>
                    <a:pt x="5636057" y="564415"/>
                  </a:lnTo>
                  <a:lnTo>
                    <a:pt x="5553174" y="586661"/>
                  </a:lnTo>
                  <a:lnTo>
                    <a:pt x="5470291" y="608643"/>
                  </a:lnTo>
                  <a:lnTo>
                    <a:pt x="5387408" y="630370"/>
                  </a:lnTo>
                  <a:lnTo>
                    <a:pt x="5304524" y="651848"/>
                  </a:lnTo>
                  <a:lnTo>
                    <a:pt x="5221641" y="673070"/>
                  </a:lnTo>
                  <a:lnTo>
                    <a:pt x="5138758" y="694017"/>
                  </a:lnTo>
                  <a:lnTo>
                    <a:pt x="5055875" y="714655"/>
                  </a:lnTo>
                  <a:lnTo>
                    <a:pt x="4972992" y="734930"/>
                  </a:lnTo>
                  <a:lnTo>
                    <a:pt x="4890108" y="754776"/>
                  </a:lnTo>
                  <a:lnTo>
                    <a:pt x="4807225" y="774108"/>
                  </a:lnTo>
                  <a:lnTo>
                    <a:pt x="4724342" y="792833"/>
                  </a:lnTo>
                  <a:lnTo>
                    <a:pt x="4641459" y="810856"/>
                  </a:lnTo>
                  <a:lnTo>
                    <a:pt x="4558576" y="828083"/>
                  </a:lnTo>
                  <a:lnTo>
                    <a:pt x="4475692" y="844435"/>
                  </a:lnTo>
                  <a:lnTo>
                    <a:pt x="4392809" y="859850"/>
                  </a:lnTo>
                  <a:lnTo>
                    <a:pt x="4309926" y="874294"/>
                  </a:lnTo>
                  <a:lnTo>
                    <a:pt x="4227043" y="886998"/>
                  </a:lnTo>
                  <a:lnTo>
                    <a:pt x="4144160" y="897197"/>
                  </a:lnTo>
                  <a:lnTo>
                    <a:pt x="4061276" y="905438"/>
                  </a:lnTo>
                  <a:lnTo>
                    <a:pt x="3978393" y="912252"/>
                  </a:lnTo>
                  <a:lnTo>
                    <a:pt x="3895510" y="918092"/>
                  </a:lnTo>
                  <a:lnTo>
                    <a:pt x="3812627" y="923303"/>
                  </a:lnTo>
                  <a:lnTo>
                    <a:pt x="3729744" y="928123"/>
                  </a:lnTo>
                  <a:lnTo>
                    <a:pt x="3646860" y="931364"/>
                  </a:lnTo>
                  <a:lnTo>
                    <a:pt x="3563977" y="931661"/>
                  </a:lnTo>
                  <a:lnTo>
                    <a:pt x="3481094" y="931004"/>
                  </a:lnTo>
                  <a:lnTo>
                    <a:pt x="3398211" y="930972"/>
                  </a:lnTo>
                  <a:lnTo>
                    <a:pt x="3315328" y="932468"/>
                  </a:lnTo>
                  <a:lnTo>
                    <a:pt x="3232444" y="933597"/>
                  </a:lnTo>
                  <a:lnTo>
                    <a:pt x="3149561" y="933348"/>
                  </a:lnTo>
                  <a:lnTo>
                    <a:pt x="3066678" y="934194"/>
                  </a:lnTo>
                  <a:lnTo>
                    <a:pt x="2983795" y="937106"/>
                  </a:lnTo>
                  <a:lnTo>
                    <a:pt x="2900912" y="941492"/>
                  </a:lnTo>
                  <a:lnTo>
                    <a:pt x="2818028" y="947158"/>
                  </a:lnTo>
                  <a:lnTo>
                    <a:pt x="2735145" y="954046"/>
                  </a:lnTo>
                  <a:lnTo>
                    <a:pt x="2652262" y="960909"/>
                  </a:lnTo>
                  <a:lnTo>
                    <a:pt x="2569379" y="967030"/>
                  </a:lnTo>
                  <a:lnTo>
                    <a:pt x="2486496" y="974203"/>
                  </a:lnTo>
                  <a:lnTo>
                    <a:pt x="2403612" y="982146"/>
                  </a:lnTo>
                  <a:lnTo>
                    <a:pt x="2320729" y="989698"/>
                  </a:lnTo>
                  <a:lnTo>
                    <a:pt x="2237846" y="995547"/>
                  </a:lnTo>
                  <a:lnTo>
                    <a:pt x="2154963" y="1001049"/>
                  </a:lnTo>
                  <a:lnTo>
                    <a:pt x="2072080" y="1006605"/>
                  </a:lnTo>
                  <a:lnTo>
                    <a:pt x="1989196" y="1012256"/>
                  </a:lnTo>
                  <a:lnTo>
                    <a:pt x="1906313" y="1018002"/>
                  </a:lnTo>
                  <a:lnTo>
                    <a:pt x="1823430" y="1023812"/>
                  </a:lnTo>
                  <a:lnTo>
                    <a:pt x="1740547" y="1029679"/>
                  </a:lnTo>
                  <a:lnTo>
                    <a:pt x="1657664" y="1035804"/>
                  </a:lnTo>
                  <a:lnTo>
                    <a:pt x="1574780" y="1042385"/>
                  </a:lnTo>
                  <a:lnTo>
                    <a:pt x="1491897" y="1049580"/>
                  </a:lnTo>
                  <a:lnTo>
                    <a:pt x="1409014" y="1057538"/>
                  </a:lnTo>
                  <a:lnTo>
                    <a:pt x="1326131" y="1066383"/>
                  </a:lnTo>
                  <a:lnTo>
                    <a:pt x="1243248" y="1076205"/>
                  </a:lnTo>
                  <a:lnTo>
                    <a:pt x="1160364" y="1087062"/>
                  </a:lnTo>
                  <a:lnTo>
                    <a:pt x="1077481" y="1098977"/>
                  </a:lnTo>
                  <a:lnTo>
                    <a:pt x="994598" y="1111952"/>
                  </a:lnTo>
                  <a:lnTo>
                    <a:pt x="911715" y="1125974"/>
                  </a:lnTo>
                  <a:lnTo>
                    <a:pt x="828832" y="1141018"/>
                  </a:lnTo>
                  <a:lnTo>
                    <a:pt x="745948" y="1157054"/>
                  </a:lnTo>
                  <a:lnTo>
                    <a:pt x="663065" y="1174053"/>
                  </a:lnTo>
                  <a:lnTo>
                    <a:pt x="580182" y="1191984"/>
                  </a:lnTo>
                  <a:lnTo>
                    <a:pt x="562834" y="119592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4182532"/>
              <a:ext cx="6015395" cy="897640"/>
            </a:xfrm>
            <a:custGeom>
              <a:avLst/>
              <a:pathLst>
                <a:path w="6015395" h="897640">
                  <a:moveTo>
                    <a:pt x="0" y="657890"/>
                  </a:moveTo>
                  <a:lnTo>
                    <a:pt x="82883" y="682421"/>
                  </a:lnTo>
                  <a:lnTo>
                    <a:pt x="165766" y="705749"/>
                  </a:lnTo>
                  <a:lnTo>
                    <a:pt x="248649" y="727855"/>
                  </a:lnTo>
                  <a:lnTo>
                    <a:pt x="331532" y="748722"/>
                  </a:lnTo>
                  <a:lnTo>
                    <a:pt x="414416" y="768330"/>
                  </a:lnTo>
                  <a:lnTo>
                    <a:pt x="497299" y="786654"/>
                  </a:lnTo>
                  <a:lnTo>
                    <a:pt x="580182" y="803672"/>
                  </a:lnTo>
                  <a:lnTo>
                    <a:pt x="663065" y="819356"/>
                  </a:lnTo>
                  <a:lnTo>
                    <a:pt x="745948" y="833676"/>
                  </a:lnTo>
                  <a:lnTo>
                    <a:pt x="828832" y="846602"/>
                  </a:lnTo>
                  <a:lnTo>
                    <a:pt x="911715" y="858103"/>
                  </a:lnTo>
                  <a:lnTo>
                    <a:pt x="994598" y="868149"/>
                  </a:lnTo>
                  <a:lnTo>
                    <a:pt x="1077481" y="876714"/>
                  </a:lnTo>
                  <a:lnTo>
                    <a:pt x="1160364" y="883782"/>
                  </a:lnTo>
                  <a:lnTo>
                    <a:pt x="1243248" y="889353"/>
                  </a:lnTo>
                  <a:lnTo>
                    <a:pt x="1326131" y="893453"/>
                  </a:lnTo>
                  <a:lnTo>
                    <a:pt x="1409014" y="896135"/>
                  </a:lnTo>
                  <a:lnTo>
                    <a:pt x="1491897" y="897490"/>
                  </a:lnTo>
                  <a:lnTo>
                    <a:pt x="1574780" y="897640"/>
                  </a:lnTo>
                  <a:lnTo>
                    <a:pt x="1657664" y="896732"/>
                  </a:lnTo>
                  <a:lnTo>
                    <a:pt x="1740547" y="894924"/>
                  </a:lnTo>
                  <a:lnTo>
                    <a:pt x="1823430" y="892412"/>
                  </a:lnTo>
                  <a:lnTo>
                    <a:pt x="1906313" y="889411"/>
                  </a:lnTo>
                  <a:lnTo>
                    <a:pt x="1989196" y="885949"/>
                  </a:lnTo>
                  <a:lnTo>
                    <a:pt x="2072080" y="882033"/>
                  </a:lnTo>
                  <a:lnTo>
                    <a:pt x="2154963" y="877695"/>
                  </a:lnTo>
                  <a:lnTo>
                    <a:pt x="2237846" y="873016"/>
                  </a:lnTo>
                  <a:lnTo>
                    <a:pt x="2320729" y="867993"/>
                  </a:lnTo>
                  <a:lnTo>
                    <a:pt x="2403612" y="861912"/>
                  </a:lnTo>
                  <a:lnTo>
                    <a:pt x="2486496" y="854775"/>
                  </a:lnTo>
                  <a:lnTo>
                    <a:pt x="2569379" y="847316"/>
                  </a:lnTo>
                  <a:lnTo>
                    <a:pt x="2652262" y="841009"/>
                  </a:lnTo>
                  <a:lnTo>
                    <a:pt x="2735145" y="835315"/>
                  </a:lnTo>
                  <a:lnTo>
                    <a:pt x="2818028" y="829121"/>
                  </a:lnTo>
                  <a:lnTo>
                    <a:pt x="2900912" y="822650"/>
                  </a:lnTo>
                  <a:lnTo>
                    <a:pt x="2983795" y="817316"/>
                  </a:lnTo>
                  <a:lnTo>
                    <a:pt x="3066678" y="814883"/>
                  </a:lnTo>
                  <a:lnTo>
                    <a:pt x="3149561" y="813919"/>
                  </a:lnTo>
                  <a:lnTo>
                    <a:pt x="3232444" y="812411"/>
                  </a:lnTo>
                  <a:lnTo>
                    <a:pt x="3315328" y="809871"/>
                  </a:lnTo>
                  <a:lnTo>
                    <a:pt x="3398211" y="808449"/>
                  </a:lnTo>
                  <a:lnTo>
                    <a:pt x="3481094" y="808167"/>
                  </a:lnTo>
                  <a:lnTo>
                    <a:pt x="3563977" y="807316"/>
                  </a:lnTo>
                  <a:lnTo>
                    <a:pt x="3646860" y="804857"/>
                  </a:lnTo>
                  <a:lnTo>
                    <a:pt x="3729744" y="800290"/>
                  </a:lnTo>
                  <a:lnTo>
                    <a:pt x="3812627" y="794818"/>
                  </a:lnTo>
                  <a:lnTo>
                    <a:pt x="3895510" y="788705"/>
                  </a:lnTo>
                  <a:lnTo>
                    <a:pt x="3978393" y="781401"/>
                  </a:lnTo>
                  <a:lnTo>
                    <a:pt x="4061276" y="772461"/>
                  </a:lnTo>
                  <a:lnTo>
                    <a:pt x="4144160" y="761549"/>
                  </a:lnTo>
                  <a:lnTo>
                    <a:pt x="4227043" y="748408"/>
                  </a:lnTo>
                  <a:lnTo>
                    <a:pt x="4309926" y="732812"/>
                  </a:lnTo>
                  <a:lnTo>
                    <a:pt x="4392809" y="715320"/>
                  </a:lnTo>
                  <a:lnTo>
                    <a:pt x="4475692" y="696412"/>
                  </a:lnTo>
                  <a:lnTo>
                    <a:pt x="4558576" y="676045"/>
                  </a:lnTo>
                  <a:lnTo>
                    <a:pt x="4641459" y="654149"/>
                  </a:lnTo>
                  <a:lnTo>
                    <a:pt x="4724342" y="630636"/>
                  </a:lnTo>
                  <a:lnTo>
                    <a:pt x="4807225" y="605406"/>
                  </a:lnTo>
                  <a:lnTo>
                    <a:pt x="4890108" y="578354"/>
                  </a:lnTo>
                  <a:lnTo>
                    <a:pt x="4972992" y="549379"/>
                  </a:lnTo>
                  <a:lnTo>
                    <a:pt x="5055875" y="518391"/>
                  </a:lnTo>
                  <a:lnTo>
                    <a:pt x="5138758" y="485311"/>
                  </a:lnTo>
                  <a:lnTo>
                    <a:pt x="5221641" y="450081"/>
                  </a:lnTo>
                  <a:lnTo>
                    <a:pt x="5304524" y="412657"/>
                  </a:lnTo>
                  <a:lnTo>
                    <a:pt x="5387408" y="373012"/>
                  </a:lnTo>
                  <a:lnTo>
                    <a:pt x="5470291" y="331133"/>
                  </a:lnTo>
                  <a:lnTo>
                    <a:pt x="5553174" y="287015"/>
                  </a:lnTo>
                  <a:lnTo>
                    <a:pt x="5636057" y="240661"/>
                  </a:lnTo>
                  <a:lnTo>
                    <a:pt x="5718940" y="192080"/>
                  </a:lnTo>
                  <a:lnTo>
                    <a:pt x="5801824" y="141282"/>
                  </a:lnTo>
                  <a:lnTo>
                    <a:pt x="5884707" y="88281"/>
                  </a:lnTo>
                  <a:lnTo>
                    <a:pt x="5967590" y="33089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635299" y="4641191"/>
              <a:ext cx="5452561" cy="737268"/>
            </a:xfrm>
            <a:custGeom>
              <a:avLst/>
              <a:pathLst>
                <a:path w="5452561" h="737268">
                  <a:moveTo>
                    <a:pt x="5452561" y="0"/>
                  </a:moveTo>
                  <a:lnTo>
                    <a:pt x="5404756" y="13759"/>
                  </a:lnTo>
                  <a:lnTo>
                    <a:pt x="5321873" y="37250"/>
                  </a:lnTo>
                  <a:lnTo>
                    <a:pt x="5238989" y="60400"/>
                  </a:lnTo>
                  <a:lnTo>
                    <a:pt x="5156106" y="83228"/>
                  </a:lnTo>
                  <a:lnTo>
                    <a:pt x="5073223" y="105756"/>
                  </a:lnTo>
                  <a:lnTo>
                    <a:pt x="4990340" y="128002"/>
                  </a:lnTo>
                  <a:lnTo>
                    <a:pt x="4907457" y="149983"/>
                  </a:lnTo>
                  <a:lnTo>
                    <a:pt x="4824573" y="171711"/>
                  </a:lnTo>
                  <a:lnTo>
                    <a:pt x="4741690" y="193189"/>
                  </a:lnTo>
                  <a:lnTo>
                    <a:pt x="4658807" y="214411"/>
                  </a:lnTo>
                  <a:lnTo>
                    <a:pt x="4575924" y="235358"/>
                  </a:lnTo>
                  <a:lnTo>
                    <a:pt x="4493041" y="255995"/>
                  </a:lnTo>
                  <a:lnTo>
                    <a:pt x="4410157" y="276271"/>
                  </a:lnTo>
                  <a:lnTo>
                    <a:pt x="4327274" y="296117"/>
                  </a:lnTo>
                  <a:lnTo>
                    <a:pt x="4244391" y="315449"/>
                  </a:lnTo>
                  <a:lnTo>
                    <a:pt x="4161508" y="334174"/>
                  </a:lnTo>
                  <a:lnTo>
                    <a:pt x="4078625" y="352197"/>
                  </a:lnTo>
                  <a:lnTo>
                    <a:pt x="3995741" y="369424"/>
                  </a:lnTo>
                  <a:lnTo>
                    <a:pt x="3912858" y="385776"/>
                  </a:lnTo>
                  <a:lnTo>
                    <a:pt x="3829975" y="401191"/>
                  </a:lnTo>
                  <a:lnTo>
                    <a:pt x="3747092" y="415634"/>
                  </a:lnTo>
                  <a:lnTo>
                    <a:pt x="3664209" y="428339"/>
                  </a:lnTo>
                  <a:lnTo>
                    <a:pt x="3581325" y="438538"/>
                  </a:lnTo>
                  <a:lnTo>
                    <a:pt x="3498442" y="446779"/>
                  </a:lnTo>
                  <a:lnTo>
                    <a:pt x="3415559" y="453592"/>
                  </a:lnTo>
                  <a:lnTo>
                    <a:pt x="3332676" y="459433"/>
                  </a:lnTo>
                  <a:lnTo>
                    <a:pt x="3249793" y="464644"/>
                  </a:lnTo>
                  <a:lnTo>
                    <a:pt x="3166909" y="469464"/>
                  </a:lnTo>
                  <a:lnTo>
                    <a:pt x="3084026" y="472705"/>
                  </a:lnTo>
                  <a:lnTo>
                    <a:pt x="3001143" y="473001"/>
                  </a:lnTo>
                  <a:lnTo>
                    <a:pt x="2918260" y="472344"/>
                  </a:lnTo>
                  <a:lnTo>
                    <a:pt x="2835377" y="472312"/>
                  </a:lnTo>
                  <a:lnTo>
                    <a:pt x="2752493" y="473809"/>
                  </a:lnTo>
                  <a:lnTo>
                    <a:pt x="2669610" y="474938"/>
                  </a:lnTo>
                  <a:lnTo>
                    <a:pt x="2586727" y="474689"/>
                  </a:lnTo>
                  <a:lnTo>
                    <a:pt x="2503844" y="475535"/>
                  </a:lnTo>
                  <a:lnTo>
                    <a:pt x="2420961" y="478447"/>
                  </a:lnTo>
                  <a:lnTo>
                    <a:pt x="2338077" y="482833"/>
                  </a:lnTo>
                  <a:lnTo>
                    <a:pt x="2255194" y="488499"/>
                  </a:lnTo>
                  <a:lnTo>
                    <a:pt x="2172311" y="495387"/>
                  </a:lnTo>
                  <a:lnTo>
                    <a:pt x="2089428" y="502250"/>
                  </a:lnTo>
                  <a:lnTo>
                    <a:pt x="2006545" y="508371"/>
                  </a:lnTo>
                  <a:lnTo>
                    <a:pt x="1923661" y="515544"/>
                  </a:lnTo>
                  <a:lnTo>
                    <a:pt x="1840778" y="523487"/>
                  </a:lnTo>
                  <a:lnTo>
                    <a:pt x="1757895" y="531039"/>
                  </a:lnTo>
                  <a:lnTo>
                    <a:pt x="1675012" y="536888"/>
                  </a:lnTo>
                  <a:lnTo>
                    <a:pt x="1592129" y="542390"/>
                  </a:lnTo>
                  <a:lnTo>
                    <a:pt x="1509245" y="547946"/>
                  </a:lnTo>
                  <a:lnTo>
                    <a:pt x="1426362" y="553597"/>
                  </a:lnTo>
                  <a:lnTo>
                    <a:pt x="1343479" y="559342"/>
                  </a:lnTo>
                  <a:lnTo>
                    <a:pt x="1260596" y="565153"/>
                  </a:lnTo>
                  <a:lnTo>
                    <a:pt x="1177713" y="571020"/>
                  </a:lnTo>
                  <a:lnTo>
                    <a:pt x="1094829" y="577145"/>
                  </a:lnTo>
                  <a:lnTo>
                    <a:pt x="1011946" y="583726"/>
                  </a:lnTo>
                  <a:lnTo>
                    <a:pt x="929063" y="590921"/>
                  </a:lnTo>
                  <a:lnTo>
                    <a:pt x="846180" y="598879"/>
                  </a:lnTo>
                  <a:lnTo>
                    <a:pt x="763297" y="607724"/>
                  </a:lnTo>
                  <a:lnTo>
                    <a:pt x="680413" y="617546"/>
                  </a:lnTo>
                  <a:lnTo>
                    <a:pt x="597530" y="628402"/>
                  </a:lnTo>
                  <a:lnTo>
                    <a:pt x="514647" y="640318"/>
                  </a:lnTo>
                  <a:lnTo>
                    <a:pt x="431764" y="653293"/>
                  </a:lnTo>
                  <a:lnTo>
                    <a:pt x="348881" y="667315"/>
                  </a:lnTo>
                  <a:lnTo>
                    <a:pt x="265997" y="682358"/>
                  </a:lnTo>
                  <a:lnTo>
                    <a:pt x="183114" y="698395"/>
                  </a:lnTo>
                  <a:lnTo>
                    <a:pt x="100231" y="715394"/>
                  </a:lnTo>
                  <a:lnTo>
                    <a:pt x="17348" y="733325"/>
                  </a:lnTo>
                  <a:lnTo>
                    <a:pt x="0" y="7372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4411861"/>
              <a:ext cx="6015395" cy="770913"/>
            </a:xfrm>
            <a:custGeom>
              <a:avLst/>
              <a:pathLst>
                <a:path w="6015395" h="770913">
                  <a:moveTo>
                    <a:pt x="0" y="770394"/>
                  </a:moveTo>
                  <a:lnTo>
                    <a:pt x="82883" y="770759"/>
                  </a:lnTo>
                  <a:lnTo>
                    <a:pt x="165766" y="770913"/>
                  </a:lnTo>
                  <a:lnTo>
                    <a:pt x="248649" y="770856"/>
                  </a:lnTo>
                  <a:lnTo>
                    <a:pt x="331532" y="770586"/>
                  </a:lnTo>
                  <a:lnTo>
                    <a:pt x="414416" y="770104"/>
                  </a:lnTo>
                  <a:lnTo>
                    <a:pt x="497299" y="769408"/>
                  </a:lnTo>
                  <a:lnTo>
                    <a:pt x="580182" y="768499"/>
                  </a:lnTo>
                  <a:lnTo>
                    <a:pt x="663065" y="767375"/>
                  </a:lnTo>
                  <a:lnTo>
                    <a:pt x="745948" y="766035"/>
                  </a:lnTo>
                  <a:lnTo>
                    <a:pt x="828832" y="764480"/>
                  </a:lnTo>
                  <a:lnTo>
                    <a:pt x="911715" y="762709"/>
                  </a:lnTo>
                  <a:lnTo>
                    <a:pt x="994598" y="760721"/>
                  </a:lnTo>
                  <a:lnTo>
                    <a:pt x="1077481" y="758516"/>
                  </a:lnTo>
                  <a:lnTo>
                    <a:pt x="1160364" y="756092"/>
                  </a:lnTo>
                  <a:lnTo>
                    <a:pt x="1243248" y="753450"/>
                  </a:lnTo>
                  <a:lnTo>
                    <a:pt x="1326131" y="750588"/>
                  </a:lnTo>
                  <a:lnTo>
                    <a:pt x="1409014" y="747507"/>
                  </a:lnTo>
                  <a:lnTo>
                    <a:pt x="1491897" y="744205"/>
                  </a:lnTo>
                  <a:lnTo>
                    <a:pt x="1574780" y="740683"/>
                  </a:lnTo>
                  <a:lnTo>
                    <a:pt x="1657664" y="736939"/>
                  </a:lnTo>
                  <a:lnTo>
                    <a:pt x="1740547" y="732972"/>
                  </a:lnTo>
                  <a:lnTo>
                    <a:pt x="1823430" y="728782"/>
                  </a:lnTo>
                  <a:lnTo>
                    <a:pt x="1906313" y="724377"/>
                  </a:lnTo>
                  <a:lnTo>
                    <a:pt x="1989196" y="719773"/>
                  </a:lnTo>
                  <a:lnTo>
                    <a:pt x="2072080" y="714989"/>
                  </a:lnTo>
                  <a:lnTo>
                    <a:pt x="2154963" y="710043"/>
                  </a:lnTo>
                  <a:lnTo>
                    <a:pt x="2237846" y="704952"/>
                  </a:lnTo>
                  <a:lnTo>
                    <a:pt x="2320729" y="699516"/>
                  </a:lnTo>
                  <a:lnTo>
                    <a:pt x="2403612" y="692699"/>
                  </a:lnTo>
                  <a:lnTo>
                    <a:pt x="2486496" y="685159"/>
                  </a:lnTo>
                  <a:lnTo>
                    <a:pt x="2569379" y="677844"/>
                  </a:lnTo>
                  <a:lnTo>
                    <a:pt x="2652262" y="671629"/>
                  </a:lnTo>
                  <a:lnTo>
                    <a:pt x="2735145" y="665351"/>
                  </a:lnTo>
                  <a:lnTo>
                    <a:pt x="2818028" y="658810"/>
                  </a:lnTo>
                  <a:lnTo>
                    <a:pt x="2900912" y="652741"/>
                  </a:lnTo>
                  <a:lnTo>
                    <a:pt x="2983795" y="647881"/>
                  </a:lnTo>
                  <a:lnTo>
                    <a:pt x="3066678" y="645209"/>
                  </a:lnTo>
                  <a:lnTo>
                    <a:pt x="3149561" y="644304"/>
                  </a:lnTo>
                  <a:lnTo>
                    <a:pt x="3232444" y="643674"/>
                  </a:lnTo>
                  <a:lnTo>
                    <a:pt x="3315328" y="641840"/>
                  </a:lnTo>
                  <a:lnTo>
                    <a:pt x="3398211" y="640380"/>
                  </a:lnTo>
                  <a:lnTo>
                    <a:pt x="3481094" y="640256"/>
                  </a:lnTo>
                  <a:lnTo>
                    <a:pt x="3563977" y="640159"/>
                  </a:lnTo>
                  <a:lnTo>
                    <a:pt x="3646860" y="638781"/>
                  </a:lnTo>
                  <a:lnTo>
                    <a:pt x="3729744" y="634877"/>
                  </a:lnTo>
                  <a:lnTo>
                    <a:pt x="3812627" y="629731"/>
                  </a:lnTo>
                  <a:lnTo>
                    <a:pt x="3895510" y="624069"/>
                  </a:lnTo>
                  <a:lnTo>
                    <a:pt x="3978393" y="617497"/>
                  </a:lnTo>
                  <a:lnTo>
                    <a:pt x="4061276" y="609620"/>
                  </a:lnTo>
                  <a:lnTo>
                    <a:pt x="4144160" y="600043"/>
                  </a:lnTo>
                  <a:lnTo>
                    <a:pt x="4227043" y="588373"/>
                  </a:lnTo>
                  <a:lnTo>
                    <a:pt x="4309926" y="574223"/>
                  </a:lnTo>
                  <a:lnTo>
                    <a:pt x="4392809" y="558256"/>
                  </a:lnTo>
                  <a:lnTo>
                    <a:pt x="4475692" y="541094"/>
                  </a:lnTo>
                  <a:lnTo>
                    <a:pt x="4558576" y="522734"/>
                  </a:lnTo>
                  <a:lnTo>
                    <a:pt x="4641459" y="503173"/>
                  </a:lnTo>
                  <a:lnTo>
                    <a:pt x="4724342" y="482405"/>
                  </a:lnTo>
                  <a:lnTo>
                    <a:pt x="4807225" y="460427"/>
                  </a:lnTo>
                  <a:lnTo>
                    <a:pt x="4890108" y="437235"/>
                  </a:lnTo>
                  <a:lnTo>
                    <a:pt x="4972992" y="412825"/>
                  </a:lnTo>
                  <a:lnTo>
                    <a:pt x="5055875" y="387193"/>
                  </a:lnTo>
                  <a:lnTo>
                    <a:pt x="5138758" y="360335"/>
                  </a:lnTo>
                  <a:lnTo>
                    <a:pt x="5221641" y="332246"/>
                  </a:lnTo>
                  <a:lnTo>
                    <a:pt x="5304524" y="302923"/>
                  </a:lnTo>
                  <a:lnTo>
                    <a:pt x="5387408" y="272362"/>
                  </a:lnTo>
                  <a:lnTo>
                    <a:pt x="5470291" y="240558"/>
                  </a:lnTo>
                  <a:lnTo>
                    <a:pt x="5553174" y="207508"/>
                  </a:lnTo>
                  <a:lnTo>
                    <a:pt x="5636057" y="173208"/>
                  </a:lnTo>
                  <a:lnTo>
                    <a:pt x="5718940" y="137654"/>
                  </a:lnTo>
                  <a:lnTo>
                    <a:pt x="5801824" y="100841"/>
                  </a:lnTo>
                  <a:lnTo>
                    <a:pt x="5884707" y="62766"/>
                  </a:lnTo>
                  <a:lnTo>
                    <a:pt x="5967590" y="23424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4350650"/>
              <a:ext cx="6015395" cy="1027809"/>
            </a:xfrm>
            <a:custGeom>
              <a:avLst/>
              <a:pathLst>
                <a:path w="6015395" h="1027809">
                  <a:moveTo>
                    <a:pt x="0" y="501866"/>
                  </a:moveTo>
                  <a:lnTo>
                    <a:pt x="82883" y="524906"/>
                  </a:lnTo>
                  <a:lnTo>
                    <a:pt x="165766" y="546878"/>
                  </a:lnTo>
                  <a:lnTo>
                    <a:pt x="248649" y="567767"/>
                  </a:lnTo>
                  <a:lnTo>
                    <a:pt x="331532" y="587558"/>
                  </a:lnTo>
                  <a:lnTo>
                    <a:pt x="414416" y="606235"/>
                  </a:lnTo>
                  <a:lnTo>
                    <a:pt x="497299" y="623778"/>
                  </a:lnTo>
                  <a:lnTo>
                    <a:pt x="580182" y="640167"/>
                  </a:lnTo>
                  <a:lnTo>
                    <a:pt x="663065" y="655378"/>
                  </a:lnTo>
                  <a:lnTo>
                    <a:pt x="745948" y="669387"/>
                  </a:lnTo>
                  <a:lnTo>
                    <a:pt x="828832" y="682168"/>
                  </a:lnTo>
                  <a:lnTo>
                    <a:pt x="911715" y="693693"/>
                  </a:lnTo>
                  <a:lnTo>
                    <a:pt x="994598" y="703938"/>
                  </a:lnTo>
                  <a:lnTo>
                    <a:pt x="1077481" y="712881"/>
                  </a:lnTo>
                  <a:lnTo>
                    <a:pt x="1160364" y="720509"/>
                  </a:lnTo>
                  <a:lnTo>
                    <a:pt x="1243248" y="726823"/>
                  </a:lnTo>
                  <a:lnTo>
                    <a:pt x="1326131" y="731846"/>
                  </a:lnTo>
                  <a:lnTo>
                    <a:pt x="1409014" y="735628"/>
                  </a:lnTo>
                  <a:lnTo>
                    <a:pt x="1491897" y="738251"/>
                  </a:lnTo>
                  <a:lnTo>
                    <a:pt x="1574780" y="739825"/>
                  </a:lnTo>
                  <a:lnTo>
                    <a:pt x="1657664" y="740483"/>
                  </a:lnTo>
                  <a:lnTo>
                    <a:pt x="1740547" y="740364"/>
                  </a:lnTo>
                  <a:lnTo>
                    <a:pt x="1823430" y="739589"/>
                  </a:lnTo>
                  <a:lnTo>
                    <a:pt x="1906313" y="738237"/>
                  </a:lnTo>
                  <a:lnTo>
                    <a:pt x="1989196" y="736380"/>
                  </a:lnTo>
                  <a:lnTo>
                    <a:pt x="2072080" y="734079"/>
                  </a:lnTo>
                  <a:lnTo>
                    <a:pt x="2154963" y="731419"/>
                  </a:lnTo>
                  <a:lnTo>
                    <a:pt x="2237846" y="728526"/>
                  </a:lnTo>
                  <a:lnTo>
                    <a:pt x="2320729" y="725386"/>
                  </a:lnTo>
                  <a:lnTo>
                    <a:pt x="2403612" y="721039"/>
                  </a:lnTo>
                  <a:lnTo>
                    <a:pt x="2486496" y="715602"/>
                  </a:lnTo>
                  <a:lnTo>
                    <a:pt x="2569379" y="709923"/>
                  </a:lnTo>
                  <a:lnTo>
                    <a:pt x="2652262" y="705489"/>
                  </a:lnTo>
                  <a:lnTo>
                    <a:pt x="2735145" y="701406"/>
                  </a:lnTo>
                  <a:lnTo>
                    <a:pt x="2818028" y="696632"/>
                  </a:lnTo>
                  <a:lnTo>
                    <a:pt x="2900912" y="691608"/>
                  </a:lnTo>
                  <a:lnTo>
                    <a:pt x="2983795" y="687840"/>
                  </a:lnTo>
                  <a:lnTo>
                    <a:pt x="3066678" y="686526"/>
                  </a:lnTo>
                  <a:lnTo>
                    <a:pt x="3149561" y="686035"/>
                  </a:lnTo>
                  <a:lnTo>
                    <a:pt x="3232444" y="684989"/>
                  </a:lnTo>
                  <a:lnTo>
                    <a:pt x="3315328" y="683367"/>
                  </a:lnTo>
                  <a:lnTo>
                    <a:pt x="3398211" y="683181"/>
                  </a:lnTo>
                  <a:lnTo>
                    <a:pt x="3481094" y="684135"/>
                  </a:lnTo>
                  <a:lnTo>
                    <a:pt x="3563977" y="684426"/>
                  </a:lnTo>
                  <a:lnTo>
                    <a:pt x="3646860" y="682850"/>
                  </a:lnTo>
                  <a:lnTo>
                    <a:pt x="3729744" y="678694"/>
                  </a:lnTo>
                  <a:lnTo>
                    <a:pt x="3812627" y="673275"/>
                  </a:lnTo>
                  <a:lnTo>
                    <a:pt x="3895510" y="667142"/>
                  </a:lnTo>
                  <a:lnTo>
                    <a:pt x="3978393" y="659947"/>
                  </a:lnTo>
                  <a:lnTo>
                    <a:pt x="4061276" y="651437"/>
                  </a:lnTo>
                  <a:lnTo>
                    <a:pt x="4144160" y="641454"/>
                  </a:lnTo>
                  <a:lnTo>
                    <a:pt x="4227043" y="629913"/>
                  </a:lnTo>
                  <a:lnTo>
                    <a:pt x="4309926" y="616750"/>
                  </a:lnTo>
                  <a:lnTo>
                    <a:pt x="4392809" y="602208"/>
                  </a:lnTo>
                  <a:lnTo>
                    <a:pt x="4475692" y="586475"/>
                  </a:lnTo>
                  <a:lnTo>
                    <a:pt x="4558576" y="569513"/>
                  </a:lnTo>
                  <a:lnTo>
                    <a:pt x="4641459" y="551260"/>
                  </a:lnTo>
                  <a:lnTo>
                    <a:pt x="4724342" y="531638"/>
                  </a:lnTo>
                  <a:lnTo>
                    <a:pt x="4807225" y="510558"/>
                  </a:lnTo>
                  <a:lnTo>
                    <a:pt x="4890108" y="487927"/>
                  </a:lnTo>
                  <a:lnTo>
                    <a:pt x="4972992" y="463656"/>
                  </a:lnTo>
                  <a:lnTo>
                    <a:pt x="5055875" y="437664"/>
                  </a:lnTo>
                  <a:lnTo>
                    <a:pt x="5138758" y="409883"/>
                  </a:lnTo>
                  <a:lnTo>
                    <a:pt x="5221641" y="380260"/>
                  </a:lnTo>
                  <a:lnTo>
                    <a:pt x="5304524" y="348757"/>
                  </a:lnTo>
                  <a:lnTo>
                    <a:pt x="5387408" y="315350"/>
                  </a:lnTo>
                  <a:lnTo>
                    <a:pt x="5470291" y="280027"/>
                  </a:lnTo>
                  <a:lnTo>
                    <a:pt x="5553174" y="242785"/>
                  </a:lnTo>
                  <a:lnTo>
                    <a:pt x="5636057" y="203627"/>
                  </a:lnTo>
                  <a:lnTo>
                    <a:pt x="5718940" y="162561"/>
                  </a:lnTo>
                  <a:lnTo>
                    <a:pt x="5801824" y="119597"/>
                  </a:lnTo>
                  <a:lnTo>
                    <a:pt x="5884707" y="74747"/>
                  </a:lnTo>
                  <a:lnTo>
                    <a:pt x="5967590" y="28023"/>
                  </a:lnTo>
                  <a:lnTo>
                    <a:pt x="6015395" y="0"/>
                  </a:lnTo>
                  <a:lnTo>
                    <a:pt x="6015395" y="408629"/>
                  </a:lnTo>
                  <a:lnTo>
                    <a:pt x="5967590" y="419431"/>
                  </a:lnTo>
                  <a:lnTo>
                    <a:pt x="5884707" y="437913"/>
                  </a:lnTo>
                  <a:lnTo>
                    <a:pt x="5801824" y="456167"/>
                  </a:lnTo>
                  <a:lnTo>
                    <a:pt x="5718940" y="474213"/>
                  </a:lnTo>
                  <a:lnTo>
                    <a:pt x="5636057" y="492067"/>
                  </a:lnTo>
                  <a:lnTo>
                    <a:pt x="5553174" y="509747"/>
                  </a:lnTo>
                  <a:lnTo>
                    <a:pt x="5470291" y="527266"/>
                  </a:lnTo>
                  <a:lnTo>
                    <a:pt x="5387408" y="544635"/>
                  </a:lnTo>
                  <a:lnTo>
                    <a:pt x="5304524" y="561857"/>
                  </a:lnTo>
                  <a:lnTo>
                    <a:pt x="5221641" y="578926"/>
                  </a:lnTo>
                  <a:lnTo>
                    <a:pt x="5138758" y="595824"/>
                  </a:lnTo>
                  <a:lnTo>
                    <a:pt x="5055875" y="612520"/>
                  </a:lnTo>
                  <a:lnTo>
                    <a:pt x="4972992" y="628968"/>
                  </a:lnTo>
                  <a:lnTo>
                    <a:pt x="4890108" y="645105"/>
                  </a:lnTo>
                  <a:lnTo>
                    <a:pt x="4807225" y="660858"/>
                  </a:lnTo>
                  <a:lnTo>
                    <a:pt x="4724342" y="676143"/>
                  </a:lnTo>
                  <a:lnTo>
                    <a:pt x="4641459" y="690873"/>
                  </a:lnTo>
                  <a:lnTo>
                    <a:pt x="4558576" y="704967"/>
                  </a:lnTo>
                  <a:lnTo>
                    <a:pt x="4475692" y="718352"/>
                  </a:lnTo>
                  <a:lnTo>
                    <a:pt x="4392809" y="730974"/>
                  </a:lnTo>
                  <a:lnTo>
                    <a:pt x="4309926" y="742800"/>
                  </a:lnTo>
                  <a:lnTo>
                    <a:pt x="4227043" y="753386"/>
                  </a:lnTo>
                  <a:lnTo>
                    <a:pt x="4144160" y="762306"/>
                  </a:lnTo>
                  <a:lnTo>
                    <a:pt x="4061276" y="769909"/>
                  </a:lnTo>
                  <a:lnTo>
                    <a:pt x="3978393" y="776525"/>
                  </a:lnTo>
                  <a:lnTo>
                    <a:pt x="3895510" y="782415"/>
                  </a:lnTo>
                  <a:lnTo>
                    <a:pt x="3812627" y="787745"/>
                  </a:lnTo>
                  <a:lnTo>
                    <a:pt x="3729744" y="792583"/>
                  </a:lnTo>
                  <a:lnTo>
                    <a:pt x="3646860" y="795558"/>
                  </a:lnTo>
                  <a:lnTo>
                    <a:pt x="3563977" y="795207"/>
                  </a:lnTo>
                  <a:lnTo>
                    <a:pt x="3481094" y="793573"/>
                  </a:lnTo>
                  <a:lnTo>
                    <a:pt x="3398211" y="792340"/>
                  </a:lnTo>
                  <a:lnTo>
                    <a:pt x="3315328" y="792592"/>
                  </a:lnTo>
                  <a:lnTo>
                    <a:pt x="3232444" y="792957"/>
                  </a:lnTo>
                  <a:lnTo>
                    <a:pt x="3149561" y="792438"/>
                  </a:lnTo>
                  <a:lnTo>
                    <a:pt x="3066678" y="792822"/>
                  </a:lnTo>
                  <a:lnTo>
                    <a:pt x="2983795" y="794563"/>
                  </a:lnTo>
                  <a:lnTo>
                    <a:pt x="2900912" y="797488"/>
                  </a:lnTo>
                  <a:lnTo>
                    <a:pt x="2818028" y="801793"/>
                  </a:lnTo>
                  <a:lnTo>
                    <a:pt x="2735145" y="807187"/>
                  </a:lnTo>
                  <a:lnTo>
                    <a:pt x="2652262" y="812311"/>
                  </a:lnTo>
                  <a:lnTo>
                    <a:pt x="2569379" y="816579"/>
                  </a:lnTo>
                  <a:lnTo>
                    <a:pt x="2486496" y="822003"/>
                  </a:lnTo>
                  <a:lnTo>
                    <a:pt x="2403612" y="828159"/>
                  </a:lnTo>
                  <a:lnTo>
                    <a:pt x="2320729" y="833815"/>
                  </a:lnTo>
                  <a:lnTo>
                    <a:pt x="2237846" y="837692"/>
                  </a:lnTo>
                  <a:lnTo>
                    <a:pt x="2154963" y="841319"/>
                  </a:lnTo>
                  <a:lnTo>
                    <a:pt x="2072080" y="845063"/>
                  </a:lnTo>
                  <a:lnTo>
                    <a:pt x="1989196" y="848910"/>
                  </a:lnTo>
                  <a:lnTo>
                    <a:pt x="1906313" y="852801"/>
                  </a:lnTo>
                  <a:lnTo>
                    <a:pt x="1823430" y="856656"/>
                  </a:lnTo>
                  <a:lnTo>
                    <a:pt x="1740547" y="860421"/>
                  </a:lnTo>
                  <a:lnTo>
                    <a:pt x="1657664" y="864384"/>
                  </a:lnTo>
                  <a:lnTo>
                    <a:pt x="1574780" y="868782"/>
                  </a:lnTo>
                  <a:lnTo>
                    <a:pt x="1491897" y="873752"/>
                  </a:lnTo>
                  <a:lnTo>
                    <a:pt x="1409014" y="879427"/>
                  </a:lnTo>
                  <a:lnTo>
                    <a:pt x="1326131" y="885914"/>
                  </a:lnTo>
                  <a:lnTo>
                    <a:pt x="1243248" y="893294"/>
                  </a:lnTo>
                  <a:lnTo>
                    <a:pt x="1160364" y="901615"/>
                  </a:lnTo>
                  <a:lnTo>
                    <a:pt x="1077481" y="910900"/>
                  </a:lnTo>
                  <a:lnTo>
                    <a:pt x="994598" y="921148"/>
                  </a:lnTo>
                  <a:lnTo>
                    <a:pt x="911715" y="932346"/>
                  </a:lnTo>
                  <a:lnTo>
                    <a:pt x="828832" y="944469"/>
                  </a:lnTo>
                  <a:lnTo>
                    <a:pt x="745948" y="957492"/>
                  </a:lnTo>
                  <a:lnTo>
                    <a:pt x="663065" y="971386"/>
                  </a:lnTo>
                  <a:lnTo>
                    <a:pt x="580182" y="986123"/>
                  </a:lnTo>
                  <a:lnTo>
                    <a:pt x="497299" y="1001678"/>
                  </a:lnTo>
                  <a:lnTo>
                    <a:pt x="414416" y="1018027"/>
                  </a:lnTo>
                  <a:lnTo>
                    <a:pt x="367058" y="102780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4350650"/>
              <a:ext cx="6015395" cy="740483"/>
            </a:xfrm>
            <a:custGeom>
              <a:avLst/>
              <a:pathLst>
                <a:path w="6015395" h="740483">
                  <a:moveTo>
                    <a:pt x="0" y="501866"/>
                  </a:moveTo>
                  <a:lnTo>
                    <a:pt x="82883" y="524906"/>
                  </a:lnTo>
                  <a:lnTo>
                    <a:pt x="165766" y="546878"/>
                  </a:lnTo>
                  <a:lnTo>
                    <a:pt x="248649" y="567767"/>
                  </a:lnTo>
                  <a:lnTo>
                    <a:pt x="331532" y="587558"/>
                  </a:lnTo>
                  <a:lnTo>
                    <a:pt x="414416" y="606235"/>
                  </a:lnTo>
                  <a:lnTo>
                    <a:pt x="497299" y="623778"/>
                  </a:lnTo>
                  <a:lnTo>
                    <a:pt x="580182" y="640167"/>
                  </a:lnTo>
                  <a:lnTo>
                    <a:pt x="663065" y="655378"/>
                  </a:lnTo>
                  <a:lnTo>
                    <a:pt x="745948" y="669387"/>
                  </a:lnTo>
                  <a:lnTo>
                    <a:pt x="828832" y="682168"/>
                  </a:lnTo>
                  <a:lnTo>
                    <a:pt x="911715" y="693693"/>
                  </a:lnTo>
                  <a:lnTo>
                    <a:pt x="994598" y="703938"/>
                  </a:lnTo>
                  <a:lnTo>
                    <a:pt x="1077481" y="712881"/>
                  </a:lnTo>
                  <a:lnTo>
                    <a:pt x="1160364" y="720509"/>
                  </a:lnTo>
                  <a:lnTo>
                    <a:pt x="1243248" y="726823"/>
                  </a:lnTo>
                  <a:lnTo>
                    <a:pt x="1326131" y="731846"/>
                  </a:lnTo>
                  <a:lnTo>
                    <a:pt x="1409014" y="735628"/>
                  </a:lnTo>
                  <a:lnTo>
                    <a:pt x="1491897" y="738251"/>
                  </a:lnTo>
                  <a:lnTo>
                    <a:pt x="1574780" y="739825"/>
                  </a:lnTo>
                  <a:lnTo>
                    <a:pt x="1657664" y="740483"/>
                  </a:lnTo>
                  <a:lnTo>
                    <a:pt x="1740547" y="740364"/>
                  </a:lnTo>
                  <a:lnTo>
                    <a:pt x="1823430" y="739589"/>
                  </a:lnTo>
                  <a:lnTo>
                    <a:pt x="1906313" y="738237"/>
                  </a:lnTo>
                  <a:lnTo>
                    <a:pt x="1989196" y="736380"/>
                  </a:lnTo>
                  <a:lnTo>
                    <a:pt x="2072080" y="734079"/>
                  </a:lnTo>
                  <a:lnTo>
                    <a:pt x="2154963" y="731419"/>
                  </a:lnTo>
                  <a:lnTo>
                    <a:pt x="2237846" y="728526"/>
                  </a:lnTo>
                  <a:lnTo>
                    <a:pt x="2320729" y="725386"/>
                  </a:lnTo>
                  <a:lnTo>
                    <a:pt x="2403612" y="721039"/>
                  </a:lnTo>
                  <a:lnTo>
                    <a:pt x="2486496" y="715602"/>
                  </a:lnTo>
                  <a:lnTo>
                    <a:pt x="2569379" y="709923"/>
                  </a:lnTo>
                  <a:lnTo>
                    <a:pt x="2652262" y="705489"/>
                  </a:lnTo>
                  <a:lnTo>
                    <a:pt x="2735145" y="701406"/>
                  </a:lnTo>
                  <a:lnTo>
                    <a:pt x="2818028" y="696632"/>
                  </a:lnTo>
                  <a:lnTo>
                    <a:pt x="2900912" y="691608"/>
                  </a:lnTo>
                  <a:lnTo>
                    <a:pt x="2983795" y="687840"/>
                  </a:lnTo>
                  <a:lnTo>
                    <a:pt x="3066678" y="686526"/>
                  </a:lnTo>
                  <a:lnTo>
                    <a:pt x="3149561" y="686035"/>
                  </a:lnTo>
                  <a:lnTo>
                    <a:pt x="3232444" y="684989"/>
                  </a:lnTo>
                  <a:lnTo>
                    <a:pt x="3315328" y="683367"/>
                  </a:lnTo>
                  <a:lnTo>
                    <a:pt x="3398211" y="683181"/>
                  </a:lnTo>
                  <a:lnTo>
                    <a:pt x="3481094" y="684135"/>
                  </a:lnTo>
                  <a:lnTo>
                    <a:pt x="3563977" y="684426"/>
                  </a:lnTo>
                  <a:lnTo>
                    <a:pt x="3646860" y="682850"/>
                  </a:lnTo>
                  <a:lnTo>
                    <a:pt x="3729744" y="678694"/>
                  </a:lnTo>
                  <a:lnTo>
                    <a:pt x="3812627" y="673275"/>
                  </a:lnTo>
                  <a:lnTo>
                    <a:pt x="3895510" y="667142"/>
                  </a:lnTo>
                  <a:lnTo>
                    <a:pt x="3978393" y="659947"/>
                  </a:lnTo>
                  <a:lnTo>
                    <a:pt x="4061276" y="651437"/>
                  </a:lnTo>
                  <a:lnTo>
                    <a:pt x="4144160" y="641454"/>
                  </a:lnTo>
                  <a:lnTo>
                    <a:pt x="4227043" y="629913"/>
                  </a:lnTo>
                  <a:lnTo>
                    <a:pt x="4309926" y="616750"/>
                  </a:lnTo>
                  <a:lnTo>
                    <a:pt x="4392809" y="602208"/>
                  </a:lnTo>
                  <a:lnTo>
                    <a:pt x="4475692" y="586475"/>
                  </a:lnTo>
                  <a:lnTo>
                    <a:pt x="4558576" y="569513"/>
                  </a:lnTo>
                  <a:lnTo>
                    <a:pt x="4641459" y="551260"/>
                  </a:lnTo>
                  <a:lnTo>
                    <a:pt x="4724342" y="531638"/>
                  </a:lnTo>
                  <a:lnTo>
                    <a:pt x="4807225" y="510558"/>
                  </a:lnTo>
                  <a:lnTo>
                    <a:pt x="4890108" y="487927"/>
                  </a:lnTo>
                  <a:lnTo>
                    <a:pt x="4972992" y="463656"/>
                  </a:lnTo>
                  <a:lnTo>
                    <a:pt x="5055875" y="437664"/>
                  </a:lnTo>
                  <a:lnTo>
                    <a:pt x="5138758" y="409883"/>
                  </a:lnTo>
                  <a:lnTo>
                    <a:pt x="5221641" y="380260"/>
                  </a:lnTo>
                  <a:lnTo>
                    <a:pt x="5304524" y="348757"/>
                  </a:lnTo>
                  <a:lnTo>
                    <a:pt x="5387408" y="315350"/>
                  </a:lnTo>
                  <a:lnTo>
                    <a:pt x="5470291" y="280027"/>
                  </a:lnTo>
                  <a:lnTo>
                    <a:pt x="5553174" y="242785"/>
                  </a:lnTo>
                  <a:lnTo>
                    <a:pt x="5636057" y="203627"/>
                  </a:lnTo>
                  <a:lnTo>
                    <a:pt x="5718940" y="162561"/>
                  </a:lnTo>
                  <a:lnTo>
                    <a:pt x="5801824" y="119597"/>
                  </a:lnTo>
                  <a:lnTo>
                    <a:pt x="5884707" y="74747"/>
                  </a:lnTo>
                  <a:lnTo>
                    <a:pt x="5967590" y="28023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39523" y="4759280"/>
              <a:ext cx="5648336" cy="619179"/>
            </a:xfrm>
            <a:custGeom>
              <a:avLst/>
              <a:pathLst>
                <a:path w="5648336" h="619179">
                  <a:moveTo>
                    <a:pt x="5648336" y="0"/>
                  </a:moveTo>
                  <a:lnTo>
                    <a:pt x="5600531" y="10801"/>
                  </a:lnTo>
                  <a:lnTo>
                    <a:pt x="5517648" y="29283"/>
                  </a:lnTo>
                  <a:lnTo>
                    <a:pt x="5434765" y="47537"/>
                  </a:lnTo>
                  <a:lnTo>
                    <a:pt x="5351882" y="65583"/>
                  </a:lnTo>
                  <a:lnTo>
                    <a:pt x="5268998" y="83437"/>
                  </a:lnTo>
                  <a:lnTo>
                    <a:pt x="5186115" y="101117"/>
                  </a:lnTo>
                  <a:lnTo>
                    <a:pt x="5103232" y="118636"/>
                  </a:lnTo>
                  <a:lnTo>
                    <a:pt x="5020349" y="136006"/>
                  </a:lnTo>
                  <a:lnTo>
                    <a:pt x="4937466" y="153227"/>
                  </a:lnTo>
                  <a:lnTo>
                    <a:pt x="4854582" y="170296"/>
                  </a:lnTo>
                  <a:lnTo>
                    <a:pt x="4771699" y="187194"/>
                  </a:lnTo>
                  <a:lnTo>
                    <a:pt x="4688816" y="203890"/>
                  </a:lnTo>
                  <a:lnTo>
                    <a:pt x="4605933" y="220338"/>
                  </a:lnTo>
                  <a:lnTo>
                    <a:pt x="4523050" y="236475"/>
                  </a:lnTo>
                  <a:lnTo>
                    <a:pt x="4440166" y="252228"/>
                  </a:lnTo>
                  <a:lnTo>
                    <a:pt x="4357283" y="267513"/>
                  </a:lnTo>
                  <a:lnTo>
                    <a:pt x="4274400" y="282243"/>
                  </a:lnTo>
                  <a:lnTo>
                    <a:pt x="4191517" y="296337"/>
                  </a:lnTo>
                  <a:lnTo>
                    <a:pt x="4108634" y="309722"/>
                  </a:lnTo>
                  <a:lnTo>
                    <a:pt x="4025750" y="322344"/>
                  </a:lnTo>
                  <a:lnTo>
                    <a:pt x="3942867" y="334170"/>
                  </a:lnTo>
                  <a:lnTo>
                    <a:pt x="3859984" y="344756"/>
                  </a:lnTo>
                  <a:lnTo>
                    <a:pt x="3777101" y="353677"/>
                  </a:lnTo>
                  <a:lnTo>
                    <a:pt x="3694218" y="361279"/>
                  </a:lnTo>
                  <a:lnTo>
                    <a:pt x="3611334" y="367895"/>
                  </a:lnTo>
                  <a:lnTo>
                    <a:pt x="3528451" y="373785"/>
                  </a:lnTo>
                  <a:lnTo>
                    <a:pt x="3445568" y="379115"/>
                  </a:lnTo>
                  <a:lnTo>
                    <a:pt x="3362685" y="383953"/>
                  </a:lnTo>
                  <a:lnTo>
                    <a:pt x="3279802" y="386928"/>
                  </a:lnTo>
                  <a:lnTo>
                    <a:pt x="3196918" y="386577"/>
                  </a:lnTo>
                  <a:lnTo>
                    <a:pt x="3114035" y="384943"/>
                  </a:lnTo>
                  <a:lnTo>
                    <a:pt x="3031152" y="383710"/>
                  </a:lnTo>
                  <a:lnTo>
                    <a:pt x="2948269" y="383962"/>
                  </a:lnTo>
                  <a:lnTo>
                    <a:pt x="2865386" y="384327"/>
                  </a:lnTo>
                  <a:lnTo>
                    <a:pt x="2782502" y="383808"/>
                  </a:lnTo>
                  <a:lnTo>
                    <a:pt x="2699619" y="384192"/>
                  </a:lnTo>
                  <a:lnTo>
                    <a:pt x="2616736" y="385934"/>
                  </a:lnTo>
                  <a:lnTo>
                    <a:pt x="2533853" y="388858"/>
                  </a:lnTo>
                  <a:lnTo>
                    <a:pt x="2450970" y="393164"/>
                  </a:lnTo>
                  <a:lnTo>
                    <a:pt x="2368086" y="398557"/>
                  </a:lnTo>
                  <a:lnTo>
                    <a:pt x="2285203" y="403681"/>
                  </a:lnTo>
                  <a:lnTo>
                    <a:pt x="2202320" y="407950"/>
                  </a:lnTo>
                  <a:lnTo>
                    <a:pt x="2119437" y="413374"/>
                  </a:lnTo>
                  <a:lnTo>
                    <a:pt x="2036554" y="419529"/>
                  </a:lnTo>
                  <a:lnTo>
                    <a:pt x="1953670" y="425185"/>
                  </a:lnTo>
                  <a:lnTo>
                    <a:pt x="1870787" y="429062"/>
                  </a:lnTo>
                  <a:lnTo>
                    <a:pt x="1787904" y="432689"/>
                  </a:lnTo>
                  <a:lnTo>
                    <a:pt x="1705021" y="436434"/>
                  </a:lnTo>
                  <a:lnTo>
                    <a:pt x="1622138" y="440280"/>
                  </a:lnTo>
                  <a:lnTo>
                    <a:pt x="1539254" y="444171"/>
                  </a:lnTo>
                  <a:lnTo>
                    <a:pt x="1456371" y="448026"/>
                  </a:lnTo>
                  <a:lnTo>
                    <a:pt x="1373488" y="451791"/>
                  </a:lnTo>
                  <a:lnTo>
                    <a:pt x="1290605" y="455755"/>
                  </a:lnTo>
                  <a:lnTo>
                    <a:pt x="1207722" y="460152"/>
                  </a:lnTo>
                  <a:lnTo>
                    <a:pt x="1124838" y="465123"/>
                  </a:lnTo>
                  <a:lnTo>
                    <a:pt x="1041955" y="470797"/>
                  </a:lnTo>
                  <a:lnTo>
                    <a:pt x="959072" y="477284"/>
                  </a:lnTo>
                  <a:lnTo>
                    <a:pt x="876189" y="484664"/>
                  </a:lnTo>
                  <a:lnTo>
                    <a:pt x="793306" y="492985"/>
                  </a:lnTo>
                  <a:lnTo>
                    <a:pt x="710422" y="502270"/>
                  </a:lnTo>
                  <a:lnTo>
                    <a:pt x="627539" y="512518"/>
                  </a:lnTo>
                  <a:lnTo>
                    <a:pt x="544656" y="523716"/>
                  </a:lnTo>
                  <a:lnTo>
                    <a:pt x="461773" y="535839"/>
                  </a:lnTo>
                  <a:lnTo>
                    <a:pt x="378890" y="548862"/>
                  </a:lnTo>
                  <a:lnTo>
                    <a:pt x="296006" y="562756"/>
                  </a:lnTo>
                  <a:lnTo>
                    <a:pt x="213123" y="577493"/>
                  </a:lnTo>
                  <a:lnTo>
                    <a:pt x="130240" y="593048"/>
                  </a:lnTo>
                  <a:lnTo>
                    <a:pt x="47357" y="609397"/>
                  </a:lnTo>
                  <a:lnTo>
                    <a:pt x="0" y="6191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4554965"/>
              <a:ext cx="6015395" cy="609124"/>
            </a:xfrm>
            <a:custGeom>
              <a:avLst/>
              <a:pathLst>
                <a:path w="6015395" h="609124">
                  <a:moveTo>
                    <a:pt x="0" y="602098"/>
                  </a:moveTo>
                  <a:lnTo>
                    <a:pt x="82883" y="603608"/>
                  </a:lnTo>
                  <a:lnTo>
                    <a:pt x="165766" y="604934"/>
                  </a:lnTo>
                  <a:lnTo>
                    <a:pt x="248649" y="606077"/>
                  </a:lnTo>
                  <a:lnTo>
                    <a:pt x="331532" y="607038"/>
                  </a:lnTo>
                  <a:lnTo>
                    <a:pt x="414416" y="607816"/>
                  </a:lnTo>
                  <a:lnTo>
                    <a:pt x="497299" y="608413"/>
                  </a:lnTo>
                  <a:lnTo>
                    <a:pt x="580182" y="608830"/>
                  </a:lnTo>
                  <a:lnTo>
                    <a:pt x="663065" y="609067"/>
                  </a:lnTo>
                  <a:lnTo>
                    <a:pt x="745948" y="609124"/>
                  </a:lnTo>
                  <a:lnTo>
                    <a:pt x="828832" y="609003"/>
                  </a:lnTo>
                  <a:lnTo>
                    <a:pt x="911715" y="608705"/>
                  </a:lnTo>
                  <a:lnTo>
                    <a:pt x="994598" y="608228"/>
                  </a:lnTo>
                  <a:lnTo>
                    <a:pt x="1077481" y="607576"/>
                  </a:lnTo>
                  <a:lnTo>
                    <a:pt x="1160364" y="606747"/>
                  </a:lnTo>
                  <a:lnTo>
                    <a:pt x="1243248" y="605743"/>
                  </a:lnTo>
                  <a:lnTo>
                    <a:pt x="1326131" y="604565"/>
                  </a:lnTo>
                  <a:lnTo>
                    <a:pt x="1409014" y="603213"/>
                  </a:lnTo>
                  <a:lnTo>
                    <a:pt x="1491897" y="601687"/>
                  </a:lnTo>
                  <a:lnTo>
                    <a:pt x="1574780" y="599989"/>
                  </a:lnTo>
                  <a:lnTo>
                    <a:pt x="1657664" y="598119"/>
                  </a:lnTo>
                  <a:lnTo>
                    <a:pt x="1740547" y="596077"/>
                  </a:lnTo>
                  <a:lnTo>
                    <a:pt x="1823430" y="593808"/>
                  </a:lnTo>
                  <a:lnTo>
                    <a:pt x="1906313" y="591204"/>
                  </a:lnTo>
                  <a:lnTo>
                    <a:pt x="1989196" y="588330"/>
                  </a:lnTo>
                  <a:lnTo>
                    <a:pt x="2072080" y="585257"/>
                  </a:lnTo>
                  <a:lnTo>
                    <a:pt x="2154963" y="582054"/>
                  </a:lnTo>
                  <a:lnTo>
                    <a:pt x="2237846" y="578794"/>
                  </a:lnTo>
                  <a:lnTo>
                    <a:pt x="2320729" y="575285"/>
                  </a:lnTo>
                  <a:lnTo>
                    <a:pt x="2403612" y="570284"/>
                  </a:lnTo>
                  <a:lnTo>
                    <a:pt x="2486496" y="564488"/>
                  </a:lnTo>
                  <a:lnTo>
                    <a:pt x="2569379" y="558936"/>
                  </a:lnTo>
                  <a:lnTo>
                    <a:pt x="2652262" y="554585"/>
                  </a:lnTo>
                  <a:lnTo>
                    <a:pt x="2735145" y="549981"/>
                  </a:lnTo>
                  <a:lnTo>
                    <a:pt x="2818028" y="544898"/>
                  </a:lnTo>
                  <a:lnTo>
                    <a:pt x="2900912" y="540233"/>
                  </a:lnTo>
                  <a:lnTo>
                    <a:pt x="2983795" y="536887"/>
                  </a:lnTo>
                  <a:lnTo>
                    <a:pt x="3066678" y="535359"/>
                  </a:lnTo>
                  <a:lnTo>
                    <a:pt x="3149561" y="534922"/>
                  </a:lnTo>
                  <a:lnTo>
                    <a:pt x="3232444" y="534658"/>
                  </a:lnTo>
                  <a:lnTo>
                    <a:pt x="3315328" y="533665"/>
                  </a:lnTo>
                  <a:lnTo>
                    <a:pt x="3398211" y="533446"/>
                  </a:lnTo>
                  <a:lnTo>
                    <a:pt x="3481094" y="534539"/>
                  </a:lnTo>
                  <a:lnTo>
                    <a:pt x="3563977" y="535501"/>
                  </a:lnTo>
                  <a:lnTo>
                    <a:pt x="3646860" y="534889"/>
                  </a:lnTo>
                  <a:lnTo>
                    <a:pt x="3729744" y="531324"/>
                  </a:lnTo>
                  <a:lnTo>
                    <a:pt x="3812627" y="526195"/>
                  </a:lnTo>
                  <a:lnTo>
                    <a:pt x="3895510" y="520464"/>
                  </a:lnTo>
                  <a:lnTo>
                    <a:pt x="3978393" y="513921"/>
                  </a:lnTo>
                  <a:lnTo>
                    <a:pt x="4061276" y="506358"/>
                  </a:lnTo>
                  <a:lnTo>
                    <a:pt x="4144160" y="497565"/>
                  </a:lnTo>
                  <a:lnTo>
                    <a:pt x="4227043" y="487334"/>
                  </a:lnTo>
                  <a:lnTo>
                    <a:pt x="4309926" y="475460"/>
                  </a:lnTo>
                  <a:lnTo>
                    <a:pt x="4392809" y="462276"/>
                  </a:lnTo>
                  <a:lnTo>
                    <a:pt x="4475692" y="448099"/>
                  </a:lnTo>
                  <a:lnTo>
                    <a:pt x="4558576" y="432925"/>
                  </a:lnTo>
                  <a:lnTo>
                    <a:pt x="4641459" y="416752"/>
                  </a:lnTo>
                  <a:lnTo>
                    <a:pt x="4724342" y="399575"/>
                  </a:lnTo>
                  <a:lnTo>
                    <a:pt x="4807225" y="381393"/>
                  </a:lnTo>
                  <a:lnTo>
                    <a:pt x="4890108" y="362201"/>
                  </a:lnTo>
                  <a:lnTo>
                    <a:pt x="4972992" y="341997"/>
                  </a:lnTo>
                  <a:lnTo>
                    <a:pt x="5055875" y="320777"/>
                  </a:lnTo>
                  <a:lnTo>
                    <a:pt x="5138758" y="298539"/>
                  </a:lnTo>
                  <a:lnTo>
                    <a:pt x="5221641" y="275278"/>
                  </a:lnTo>
                  <a:lnTo>
                    <a:pt x="5304524" y="250992"/>
                  </a:lnTo>
                  <a:lnTo>
                    <a:pt x="5387408" y="225678"/>
                  </a:lnTo>
                  <a:lnTo>
                    <a:pt x="5470291" y="199332"/>
                  </a:lnTo>
                  <a:lnTo>
                    <a:pt x="5553174" y="171951"/>
                  </a:lnTo>
                  <a:lnTo>
                    <a:pt x="5636057" y="143532"/>
                  </a:lnTo>
                  <a:lnTo>
                    <a:pt x="5718940" y="114072"/>
                  </a:lnTo>
                  <a:lnTo>
                    <a:pt x="5801824" y="83567"/>
                  </a:lnTo>
                  <a:lnTo>
                    <a:pt x="5884707" y="52015"/>
                  </a:lnTo>
                  <a:lnTo>
                    <a:pt x="5967590" y="19412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4452099"/>
              <a:ext cx="6015395" cy="926360"/>
            </a:xfrm>
            <a:custGeom>
              <a:avLst/>
              <a:pathLst>
                <a:path w="6015395" h="926360">
                  <a:moveTo>
                    <a:pt x="0" y="420265"/>
                  </a:moveTo>
                  <a:lnTo>
                    <a:pt x="82883" y="442935"/>
                  </a:lnTo>
                  <a:lnTo>
                    <a:pt x="165766" y="464549"/>
                  </a:lnTo>
                  <a:lnTo>
                    <a:pt x="248649" y="485093"/>
                  </a:lnTo>
                  <a:lnTo>
                    <a:pt x="331532" y="504554"/>
                  </a:lnTo>
                  <a:lnTo>
                    <a:pt x="414416" y="522915"/>
                  </a:lnTo>
                  <a:lnTo>
                    <a:pt x="497299" y="540158"/>
                  </a:lnTo>
                  <a:lnTo>
                    <a:pt x="580182" y="556265"/>
                  </a:lnTo>
                  <a:lnTo>
                    <a:pt x="663065" y="571213"/>
                  </a:lnTo>
                  <a:lnTo>
                    <a:pt x="745948" y="584981"/>
                  </a:lnTo>
                  <a:lnTo>
                    <a:pt x="828832" y="597544"/>
                  </a:lnTo>
                  <a:lnTo>
                    <a:pt x="911715" y="608876"/>
                  </a:lnTo>
                  <a:lnTo>
                    <a:pt x="994598" y="618954"/>
                  </a:lnTo>
                  <a:lnTo>
                    <a:pt x="1077481" y="627759"/>
                  </a:lnTo>
                  <a:lnTo>
                    <a:pt x="1160364" y="635278"/>
                  </a:lnTo>
                  <a:lnTo>
                    <a:pt x="1243248" y="641512"/>
                  </a:lnTo>
                  <a:lnTo>
                    <a:pt x="1326131" y="646481"/>
                  </a:lnTo>
                  <a:lnTo>
                    <a:pt x="1409014" y="650232"/>
                  </a:lnTo>
                  <a:lnTo>
                    <a:pt x="1491897" y="652839"/>
                  </a:lnTo>
                  <a:lnTo>
                    <a:pt x="1574780" y="654402"/>
                  </a:lnTo>
                  <a:lnTo>
                    <a:pt x="1657664" y="655042"/>
                  </a:lnTo>
                  <a:lnTo>
                    <a:pt x="1740547" y="654889"/>
                  </a:lnTo>
                  <a:lnTo>
                    <a:pt x="1823430" y="654053"/>
                  </a:lnTo>
                  <a:lnTo>
                    <a:pt x="1906313" y="652614"/>
                  </a:lnTo>
                  <a:lnTo>
                    <a:pt x="1989196" y="650646"/>
                  </a:lnTo>
                  <a:lnTo>
                    <a:pt x="2072080" y="648212"/>
                  </a:lnTo>
                  <a:lnTo>
                    <a:pt x="2154963" y="645396"/>
                  </a:lnTo>
                  <a:lnTo>
                    <a:pt x="2237846" y="642322"/>
                  </a:lnTo>
                  <a:lnTo>
                    <a:pt x="2320729" y="638932"/>
                  </a:lnTo>
                  <a:lnTo>
                    <a:pt x="2403612" y="634088"/>
                  </a:lnTo>
                  <a:lnTo>
                    <a:pt x="2486496" y="628056"/>
                  </a:lnTo>
                  <a:lnTo>
                    <a:pt x="2569379" y="621839"/>
                  </a:lnTo>
                  <a:lnTo>
                    <a:pt x="2652262" y="617014"/>
                  </a:lnTo>
                  <a:lnTo>
                    <a:pt x="2735145" y="612501"/>
                  </a:lnTo>
                  <a:lnTo>
                    <a:pt x="2818028" y="607293"/>
                  </a:lnTo>
                  <a:lnTo>
                    <a:pt x="2900912" y="601955"/>
                  </a:lnTo>
                  <a:lnTo>
                    <a:pt x="2983795" y="598027"/>
                  </a:lnTo>
                  <a:lnTo>
                    <a:pt x="3066678" y="596709"/>
                  </a:lnTo>
                  <a:lnTo>
                    <a:pt x="3149561" y="596417"/>
                  </a:lnTo>
                  <a:lnTo>
                    <a:pt x="3232444" y="595761"/>
                  </a:lnTo>
                  <a:lnTo>
                    <a:pt x="3315328" y="594593"/>
                  </a:lnTo>
                  <a:lnTo>
                    <a:pt x="3398211" y="594461"/>
                  </a:lnTo>
                  <a:lnTo>
                    <a:pt x="3481094" y="595215"/>
                  </a:lnTo>
                  <a:lnTo>
                    <a:pt x="3563977" y="595604"/>
                  </a:lnTo>
                  <a:lnTo>
                    <a:pt x="3646860" y="594926"/>
                  </a:lnTo>
                  <a:lnTo>
                    <a:pt x="3729744" y="592916"/>
                  </a:lnTo>
                  <a:lnTo>
                    <a:pt x="3812627" y="590593"/>
                  </a:lnTo>
                  <a:lnTo>
                    <a:pt x="3895510" y="588121"/>
                  </a:lnTo>
                  <a:lnTo>
                    <a:pt x="3978393" y="585013"/>
                  </a:lnTo>
                  <a:lnTo>
                    <a:pt x="4061276" y="580868"/>
                  </a:lnTo>
                  <a:lnTo>
                    <a:pt x="4144160" y="575376"/>
                  </a:lnTo>
                  <a:lnTo>
                    <a:pt x="4227043" y="568289"/>
                  </a:lnTo>
                  <a:lnTo>
                    <a:pt x="4309926" y="559383"/>
                  </a:lnTo>
                  <a:lnTo>
                    <a:pt x="4392809" y="548854"/>
                  </a:lnTo>
                  <a:lnTo>
                    <a:pt x="4475692" y="536931"/>
                  </a:lnTo>
                  <a:lnTo>
                    <a:pt x="4558576" y="523587"/>
                  </a:lnTo>
                  <a:lnTo>
                    <a:pt x="4641459" y="508772"/>
                  </a:lnTo>
                  <a:lnTo>
                    <a:pt x="4724342" y="492422"/>
                  </a:lnTo>
                  <a:lnTo>
                    <a:pt x="4807225" y="474464"/>
                  </a:lnTo>
                  <a:lnTo>
                    <a:pt x="4890108" y="454819"/>
                  </a:lnTo>
                  <a:lnTo>
                    <a:pt x="4972992" y="433412"/>
                  </a:lnTo>
                  <a:lnTo>
                    <a:pt x="5055875" y="410178"/>
                  </a:lnTo>
                  <a:lnTo>
                    <a:pt x="5138758" y="385060"/>
                  </a:lnTo>
                  <a:lnTo>
                    <a:pt x="5221641" y="358018"/>
                  </a:lnTo>
                  <a:lnTo>
                    <a:pt x="5304524" y="329024"/>
                  </a:lnTo>
                  <a:lnTo>
                    <a:pt x="5387408" y="298064"/>
                  </a:lnTo>
                  <a:lnTo>
                    <a:pt x="5470291" y="265134"/>
                  </a:lnTo>
                  <a:lnTo>
                    <a:pt x="5553174" y="230239"/>
                  </a:lnTo>
                  <a:lnTo>
                    <a:pt x="5636057" y="193388"/>
                  </a:lnTo>
                  <a:lnTo>
                    <a:pt x="5718940" y="154596"/>
                  </a:lnTo>
                  <a:lnTo>
                    <a:pt x="5801824" y="113881"/>
                  </a:lnTo>
                  <a:lnTo>
                    <a:pt x="5884707" y="71259"/>
                  </a:lnTo>
                  <a:lnTo>
                    <a:pt x="5967590" y="26750"/>
                  </a:lnTo>
                  <a:lnTo>
                    <a:pt x="6015395" y="0"/>
                  </a:lnTo>
                  <a:lnTo>
                    <a:pt x="6015395" y="374589"/>
                  </a:lnTo>
                  <a:lnTo>
                    <a:pt x="5967590" y="385552"/>
                  </a:lnTo>
                  <a:lnTo>
                    <a:pt x="5884707" y="404172"/>
                  </a:lnTo>
                  <a:lnTo>
                    <a:pt x="5801824" y="422413"/>
                  </a:lnTo>
                  <a:lnTo>
                    <a:pt x="5718940" y="440286"/>
                  </a:lnTo>
                  <a:lnTo>
                    <a:pt x="5636057" y="457800"/>
                  </a:lnTo>
                  <a:lnTo>
                    <a:pt x="5553174" y="474962"/>
                  </a:lnTo>
                  <a:lnTo>
                    <a:pt x="5470291" y="491778"/>
                  </a:lnTo>
                  <a:lnTo>
                    <a:pt x="5387408" y="508250"/>
                  </a:lnTo>
                  <a:lnTo>
                    <a:pt x="5304524" y="524373"/>
                  </a:lnTo>
                  <a:lnTo>
                    <a:pt x="5221641" y="540135"/>
                  </a:lnTo>
                  <a:lnTo>
                    <a:pt x="5138758" y="555512"/>
                  </a:lnTo>
                  <a:lnTo>
                    <a:pt x="5055875" y="570468"/>
                  </a:lnTo>
                  <a:lnTo>
                    <a:pt x="4972992" y="584953"/>
                  </a:lnTo>
                  <a:lnTo>
                    <a:pt x="4890108" y="598904"/>
                  </a:lnTo>
                  <a:lnTo>
                    <a:pt x="4807225" y="612244"/>
                  </a:lnTo>
                  <a:lnTo>
                    <a:pt x="4724342" y="624890"/>
                  </a:lnTo>
                  <a:lnTo>
                    <a:pt x="4641459" y="636755"/>
                  </a:lnTo>
                  <a:lnTo>
                    <a:pt x="4558576" y="647757"/>
                  </a:lnTo>
                  <a:lnTo>
                    <a:pt x="4475692" y="657822"/>
                  </a:lnTo>
                  <a:lnTo>
                    <a:pt x="4392809" y="666893"/>
                  </a:lnTo>
                  <a:lnTo>
                    <a:pt x="4309926" y="674933"/>
                  </a:lnTo>
                  <a:lnTo>
                    <a:pt x="4227043" y="681476"/>
                  </a:lnTo>
                  <a:lnTo>
                    <a:pt x="4144160" y="686161"/>
                  </a:lnTo>
                  <a:lnTo>
                    <a:pt x="4061276" y="689471"/>
                  </a:lnTo>
                  <a:lnTo>
                    <a:pt x="3978393" y="691879"/>
                  </a:lnTo>
                  <a:lnTo>
                    <a:pt x="3895510" y="693792"/>
                  </a:lnTo>
                  <a:lnTo>
                    <a:pt x="3812627" y="695528"/>
                  </a:lnTo>
                  <a:lnTo>
                    <a:pt x="3729744" y="697318"/>
                  </a:lnTo>
                  <a:lnTo>
                    <a:pt x="3646860" y="698245"/>
                  </a:lnTo>
                  <a:lnTo>
                    <a:pt x="3563977" y="697157"/>
                  </a:lnTo>
                  <a:lnTo>
                    <a:pt x="3481094" y="695536"/>
                  </a:lnTo>
                  <a:lnTo>
                    <a:pt x="3398211" y="694526"/>
                  </a:lnTo>
                  <a:lnTo>
                    <a:pt x="3315328" y="694719"/>
                  </a:lnTo>
                  <a:lnTo>
                    <a:pt x="3232444" y="694735"/>
                  </a:lnTo>
                  <a:lnTo>
                    <a:pt x="3149561" y="693956"/>
                  </a:lnTo>
                  <a:lnTo>
                    <a:pt x="3066678" y="694150"/>
                  </a:lnTo>
                  <a:lnTo>
                    <a:pt x="2983795" y="695859"/>
                  </a:lnTo>
                  <a:lnTo>
                    <a:pt x="2900912" y="699014"/>
                  </a:lnTo>
                  <a:lnTo>
                    <a:pt x="2818028" y="703694"/>
                  </a:lnTo>
                  <a:lnTo>
                    <a:pt x="2735145" y="709470"/>
                  </a:lnTo>
                  <a:lnTo>
                    <a:pt x="2652262" y="714938"/>
                  </a:lnTo>
                  <a:lnTo>
                    <a:pt x="2569379" y="719611"/>
                  </a:lnTo>
                  <a:lnTo>
                    <a:pt x="2486496" y="725594"/>
                  </a:lnTo>
                  <a:lnTo>
                    <a:pt x="2403612" y="732284"/>
                  </a:lnTo>
                  <a:lnTo>
                    <a:pt x="2320729" y="738328"/>
                  </a:lnTo>
                  <a:lnTo>
                    <a:pt x="2237846" y="742394"/>
                  </a:lnTo>
                  <a:lnTo>
                    <a:pt x="2154963" y="746141"/>
                  </a:lnTo>
                  <a:lnTo>
                    <a:pt x="2072080" y="749950"/>
                  </a:lnTo>
                  <a:lnTo>
                    <a:pt x="1989196" y="753802"/>
                  </a:lnTo>
                  <a:lnTo>
                    <a:pt x="1906313" y="757635"/>
                  </a:lnTo>
                  <a:lnTo>
                    <a:pt x="1823430" y="761368"/>
                  </a:lnTo>
                  <a:lnTo>
                    <a:pt x="1740547" y="764945"/>
                  </a:lnTo>
                  <a:lnTo>
                    <a:pt x="1657664" y="768623"/>
                  </a:lnTo>
                  <a:lnTo>
                    <a:pt x="1574780" y="772616"/>
                  </a:lnTo>
                  <a:lnTo>
                    <a:pt x="1491897" y="777052"/>
                  </a:lnTo>
                  <a:lnTo>
                    <a:pt x="1409014" y="782051"/>
                  </a:lnTo>
                  <a:lnTo>
                    <a:pt x="1326131" y="787715"/>
                  </a:lnTo>
                  <a:lnTo>
                    <a:pt x="1243248" y="794115"/>
                  </a:lnTo>
                  <a:lnTo>
                    <a:pt x="1160364" y="801298"/>
                  </a:lnTo>
                  <a:lnTo>
                    <a:pt x="1077481" y="809283"/>
                  </a:lnTo>
                  <a:lnTo>
                    <a:pt x="994598" y="818070"/>
                  </a:lnTo>
                  <a:lnTo>
                    <a:pt x="911715" y="827647"/>
                  </a:lnTo>
                  <a:lnTo>
                    <a:pt x="828832" y="837994"/>
                  </a:lnTo>
                  <a:lnTo>
                    <a:pt x="745948" y="849086"/>
                  </a:lnTo>
                  <a:lnTo>
                    <a:pt x="663065" y="860896"/>
                  </a:lnTo>
                  <a:lnTo>
                    <a:pt x="580182" y="873402"/>
                  </a:lnTo>
                  <a:lnTo>
                    <a:pt x="497299" y="886578"/>
                  </a:lnTo>
                  <a:lnTo>
                    <a:pt x="414416" y="900403"/>
                  </a:lnTo>
                  <a:lnTo>
                    <a:pt x="331532" y="914856"/>
                  </a:lnTo>
                  <a:lnTo>
                    <a:pt x="268242" y="9263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4452099"/>
              <a:ext cx="6015395" cy="655042"/>
            </a:xfrm>
            <a:custGeom>
              <a:avLst/>
              <a:pathLst>
                <a:path w="6015395" h="655042">
                  <a:moveTo>
                    <a:pt x="0" y="420265"/>
                  </a:moveTo>
                  <a:lnTo>
                    <a:pt x="82883" y="442935"/>
                  </a:lnTo>
                  <a:lnTo>
                    <a:pt x="165766" y="464549"/>
                  </a:lnTo>
                  <a:lnTo>
                    <a:pt x="248649" y="485093"/>
                  </a:lnTo>
                  <a:lnTo>
                    <a:pt x="331532" y="504554"/>
                  </a:lnTo>
                  <a:lnTo>
                    <a:pt x="414416" y="522915"/>
                  </a:lnTo>
                  <a:lnTo>
                    <a:pt x="497299" y="540158"/>
                  </a:lnTo>
                  <a:lnTo>
                    <a:pt x="580182" y="556265"/>
                  </a:lnTo>
                  <a:lnTo>
                    <a:pt x="663065" y="571213"/>
                  </a:lnTo>
                  <a:lnTo>
                    <a:pt x="745948" y="584981"/>
                  </a:lnTo>
                  <a:lnTo>
                    <a:pt x="828832" y="597544"/>
                  </a:lnTo>
                  <a:lnTo>
                    <a:pt x="911715" y="608876"/>
                  </a:lnTo>
                  <a:lnTo>
                    <a:pt x="994598" y="618954"/>
                  </a:lnTo>
                  <a:lnTo>
                    <a:pt x="1077481" y="627759"/>
                  </a:lnTo>
                  <a:lnTo>
                    <a:pt x="1160364" y="635278"/>
                  </a:lnTo>
                  <a:lnTo>
                    <a:pt x="1243248" y="641512"/>
                  </a:lnTo>
                  <a:lnTo>
                    <a:pt x="1326131" y="646481"/>
                  </a:lnTo>
                  <a:lnTo>
                    <a:pt x="1409014" y="650232"/>
                  </a:lnTo>
                  <a:lnTo>
                    <a:pt x="1491897" y="652839"/>
                  </a:lnTo>
                  <a:lnTo>
                    <a:pt x="1574780" y="654402"/>
                  </a:lnTo>
                  <a:lnTo>
                    <a:pt x="1657664" y="655042"/>
                  </a:lnTo>
                  <a:lnTo>
                    <a:pt x="1740547" y="654889"/>
                  </a:lnTo>
                  <a:lnTo>
                    <a:pt x="1823430" y="654053"/>
                  </a:lnTo>
                  <a:lnTo>
                    <a:pt x="1906313" y="652614"/>
                  </a:lnTo>
                  <a:lnTo>
                    <a:pt x="1989196" y="650646"/>
                  </a:lnTo>
                  <a:lnTo>
                    <a:pt x="2072080" y="648212"/>
                  </a:lnTo>
                  <a:lnTo>
                    <a:pt x="2154963" y="645396"/>
                  </a:lnTo>
                  <a:lnTo>
                    <a:pt x="2237846" y="642322"/>
                  </a:lnTo>
                  <a:lnTo>
                    <a:pt x="2320729" y="638932"/>
                  </a:lnTo>
                  <a:lnTo>
                    <a:pt x="2403612" y="634088"/>
                  </a:lnTo>
                  <a:lnTo>
                    <a:pt x="2486496" y="628056"/>
                  </a:lnTo>
                  <a:lnTo>
                    <a:pt x="2569379" y="621839"/>
                  </a:lnTo>
                  <a:lnTo>
                    <a:pt x="2652262" y="617014"/>
                  </a:lnTo>
                  <a:lnTo>
                    <a:pt x="2735145" y="612501"/>
                  </a:lnTo>
                  <a:lnTo>
                    <a:pt x="2818028" y="607293"/>
                  </a:lnTo>
                  <a:lnTo>
                    <a:pt x="2900912" y="601955"/>
                  </a:lnTo>
                  <a:lnTo>
                    <a:pt x="2983795" y="598027"/>
                  </a:lnTo>
                  <a:lnTo>
                    <a:pt x="3066678" y="596709"/>
                  </a:lnTo>
                  <a:lnTo>
                    <a:pt x="3149561" y="596417"/>
                  </a:lnTo>
                  <a:lnTo>
                    <a:pt x="3232444" y="595761"/>
                  </a:lnTo>
                  <a:lnTo>
                    <a:pt x="3315328" y="594593"/>
                  </a:lnTo>
                  <a:lnTo>
                    <a:pt x="3398211" y="594461"/>
                  </a:lnTo>
                  <a:lnTo>
                    <a:pt x="3481094" y="595215"/>
                  </a:lnTo>
                  <a:lnTo>
                    <a:pt x="3563977" y="595604"/>
                  </a:lnTo>
                  <a:lnTo>
                    <a:pt x="3646860" y="594926"/>
                  </a:lnTo>
                  <a:lnTo>
                    <a:pt x="3729744" y="592916"/>
                  </a:lnTo>
                  <a:lnTo>
                    <a:pt x="3812627" y="590593"/>
                  </a:lnTo>
                  <a:lnTo>
                    <a:pt x="3895510" y="588121"/>
                  </a:lnTo>
                  <a:lnTo>
                    <a:pt x="3978393" y="585013"/>
                  </a:lnTo>
                  <a:lnTo>
                    <a:pt x="4061276" y="580868"/>
                  </a:lnTo>
                  <a:lnTo>
                    <a:pt x="4144160" y="575376"/>
                  </a:lnTo>
                  <a:lnTo>
                    <a:pt x="4227043" y="568289"/>
                  </a:lnTo>
                  <a:lnTo>
                    <a:pt x="4309926" y="559383"/>
                  </a:lnTo>
                  <a:lnTo>
                    <a:pt x="4392809" y="548854"/>
                  </a:lnTo>
                  <a:lnTo>
                    <a:pt x="4475692" y="536931"/>
                  </a:lnTo>
                  <a:lnTo>
                    <a:pt x="4558576" y="523587"/>
                  </a:lnTo>
                  <a:lnTo>
                    <a:pt x="4641459" y="508772"/>
                  </a:lnTo>
                  <a:lnTo>
                    <a:pt x="4724342" y="492422"/>
                  </a:lnTo>
                  <a:lnTo>
                    <a:pt x="4807225" y="474464"/>
                  </a:lnTo>
                  <a:lnTo>
                    <a:pt x="4890108" y="454819"/>
                  </a:lnTo>
                  <a:lnTo>
                    <a:pt x="4972992" y="433412"/>
                  </a:lnTo>
                  <a:lnTo>
                    <a:pt x="5055875" y="410178"/>
                  </a:lnTo>
                  <a:lnTo>
                    <a:pt x="5138758" y="385060"/>
                  </a:lnTo>
                  <a:lnTo>
                    <a:pt x="5221641" y="358018"/>
                  </a:lnTo>
                  <a:lnTo>
                    <a:pt x="5304524" y="329024"/>
                  </a:lnTo>
                  <a:lnTo>
                    <a:pt x="5387408" y="298064"/>
                  </a:lnTo>
                  <a:lnTo>
                    <a:pt x="5470291" y="265134"/>
                  </a:lnTo>
                  <a:lnTo>
                    <a:pt x="5553174" y="230239"/>
                  </a:lnTo>
                  <a:lnTo>
                    <a:pt x="5636057" y="193388"/>
                  </a:lnTo>
                  <a:lnTo>
                    <a:pt x="5718940" y="154596"/>
                  </a:lnTo>
                  <a:lnTo>
                    <a:pt x="5801824" y="113881"/>
                  </a:lnTo>
                  <a:lnTo>
                    <a:pt x="5884707" y="71259"/>
                  </a:lnTo>
                  <a:lnTo>
                    <a:pt x="5967590" y="26750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340707" y="4826689"/>
              <a:ext cx="5747153" cy="551770"/>
            </a:xfrm>
            <a:custGeom>
              <a:avLst/>
              <a:pathLst>
                <a:path w="5747153" h="551770">
                  <a:moveTo>
                    <a:pt x="5747153" y="0"/>
                  </a:moveTo>
                  <a:lnTo>
                    <a:pt x="5699347" y="10962"/>
                  </a:lnTo>
                  <a:lnTo>
                    <a:pt x="5616464" y="29582"/>
                  </a:lnTo>
                  <a:lnTo>
                    <a:pt x="5533581" y="47824"/>
                  </a:lnTo>
                  <a:lnTo>
                    <a:pt x="5450698" y="65696"/>
                  </a:lnTo>
                  <a:lnTo>
                    <a:pt x="5367815" y="83210"/>
                  </a:lnTo>
                  <a:lnTo>
                    <a:pt x="5284931" y="100372"/>
                  </a:lnTo>
                  <a:lnTo>
                    <a:pt x="5202048" y="117188"/>
                  </a:lnTo>
                  <a:lnTo>
                    <a:pt x="5119165" y="133660"/>
                  </a:lnTo>
                  <a:lnTo>
                    <a:pt x="5036282" y="149783"/>
                  </a:lnTo>
                  <a:lnTo>
                    <a:pt x="4953399" y="165545"/>
                  </a:lnTo>
                  <a:lnTo>
                    <a:pt x="4870515" y="180922"/>
                  </a:lnTo>
                  <a:lnTo>
                    <a:pt x="4787632" y="195878"/>
                  </a:lnTo>
                  <a:lnTo>
                    <a:pt x="4704749" y="210363"/>
                  </a:lnTo>
                  <a:lnTo>
                    <a:pt x="4621866" y="224314"/>
                  </a:lnTo>
                  <a:lnTo>
                    <a:pt x="4538982" y="237654"/>
                  </a:lnTo>
                  <a:lnTo>
                    <a:pt x="4456099" y="250300"/>
                  </a:lnTo>
                  <a:lnTo>
                    <a:pt x="4373216" y="262165"/>
                  </a:lnTo>
                  <a:lnTo>
                    <a:pt x="4290333" y="273167"/>
                  </a:lnTo>
                  <a:lnTo>
                    <a:pt x="4207450" y="283232"/>
                  </a:lnTo>
                  <a:lnTo>
                    <a:pt x="4124566" y="292303"/>
                  </a:lnTo>
                  <a:lnTo>
                    <a:pt x="4041683" y="300343"/>
                  </a:lnTo>
                  <a:lnTo>
                    <a:pt x="3958800" y="306887"/>
                  </a:lnTo>
                  <a:lnTo>
                    <a:pt x="3875917" y="311571"/>
                  </a:lnTo>
                  <a:lnTo>
                    <a:pt x="3793034" y="314882"/>
                  </a:lnTo>
                  <a:lnTo>
                    <a:pt x="3710150" y="317289"/>
                  </a:lnTo>
                  <a:lnTo>
                    <a:pt x="3627267" y="319202"/>
                  </a:lnTo>
                  <a:lnTo>
                    <a:pt x="3544384" y="320938"/>
                  </a:lnTo>
                  <a:lnTo>
                    <a:pt x="3461501" y="322728"/>
                  </a:lnTo>
                  <a:lnTo>
                    <a:pt x="3378618" y="323655"/>
                  </a:lnTo>
                  <a:lnTo>
                    <a:pt x="3295734" y="322567"/>
                  </a:lnTo>
                  <a:lnTo>
                    <a:pt x="3212851" y="320947"/>
                  </a:lnTo>
                  <a:lnTo>
                    <a:pt x="3129968" y="319937"/>
                  </a:lnTo>
                  <a:lnTo>
                    <a:pt x="3047085" y="320129"/>
                  </a:lnTo>
                  <a:lnTo>
                    <a:pt x="2964202" y="320145"/>
                  </a:lnTo>
                  <a:lnTo>
                    <a:pt x="2881318" y="319366"/>
                  </a:lnTo>
                  <a:lnTo>
                    <a:pt x="2798435" y="319560"/>
                  </a:lnTo>
                  <a:lnTo>
                    <a:pt x="2715552" y="321270"/>
                  </a:lnTo>
                  <a:lnTo>
                    <a:pt x="2632669" y="324424"/>
                  </a:lnTo>
                  <a:lnTo>
                    <a:pt x="2549786" y="329105"/>
                  </a:lnTo>
                  <a:lnTo>
                    <a:pt x="2466902" y="334880"/>
                  </a:lnTo>
                  <a:lnTo>
                    <a:pt x="2384019" y="340348"/>
                  </a:lnTo>
                  <a:lnTo>
                    <a:pt x="2301136" y="345021"/>
                  </a:lnTo>
                  <a:lnTo>
                    <a:pt x="2218253" y="351004"/>
                  </a:lnTo>
                  <a:lnTo>
                    <a:pt x="2135370" y="357695"/>
                  </a:lnTo>
                  <a:lnTo>
                    <a:pt x="2052486" y="363739"/>
                  </a:lnTo>
                  <a:lnTo>
                    <a:pt x="1969603" y="367805"/>
                  </a:lnTo>
                  <a:lnTo>
                    <a:pt x="1886720" y="371551"/>
                  </a:lnTo>
                  <a:lnTo>
                    <a:pt x="1803837" y="375361"/>
                  </a:lnTo>
                  <a:lnTo>
                    <a:pt x="1720954" y="379212"/>
                  </a:lnTo>
                  <a:lnTo>
                    <a:pt x="1638070" y="383045"/>
                  </a:lnTo>
                  <a:lnTo>
                    <a:pt x="1555187" y="386778"/>
                  </a:lnTo>
                  <a:lnTo>
                    <a:pt x="1472304" y="390355"/>
                  </a:lnTo>
                  <a:lnTo>
                    <a:pt x="1389421" y="394033"/>
                  </a:lnTo>
                  <a:lnTo>
                    <a:pt x="1306538" y="398026"/>
                  </a:lnTo>
                  <a:lnTo>
                    <a:pt x="1223654" y="402462"/>
                  </a:lnTo>
                  <a:lnTo>
                    <a:pt x="1140771" y="407462"/>
                  </a:lnTo>
                  <a:lnTo>
                    <a:pt x="1057888" y="413125"/>
                  </a:lnTo>
                  <a:lnTo>
                    <a:pt x="975005" y="419525"/>
                  </a:lnTo>
                  <a:lnTo>
                    <a:pt x="892122" y="426708"/>
                  </a:lnTo>
                  <a:lnTo>
                    <a:pt x="809238" y="434693"/>
                  </a:lnTo>
                  <a:lnTo>
                    <a:pt x="726355" y="443480"/>
                  </a:lnTo>
                  <a:lnTo>
                    <a:pt x="643472" y="453058"/>
                  </a:lnTo>
                  <a:lnTo>
                    <a:pt x="560589" y="463404"/>
                  </a:lnTo>
                  <a:lnTo>
                    <a:pt x="477706" y="474496"/>
                  </a:lnTo>
                  <a:lnTo>
                    <a:pt x="394822" y="486307"/>
                  </a:lnTo>
                  <a:lnTo>
                    <a:pt x="311939" y="498812"/>
                  </a:lnTo>
                  <a:lnTo>
                    <a:pt x="229056" y="511988"/>
                  </a:lnTo>
                  <a:lnTo>
                    <a:pt x="146173" y="525813"/>
                  </a:lnTo>
                  <a:lnTo>
                    <a:pt x="63290" y="540267"/>
                  </a:lnTo>
                  <a:lnTo>
                    <a:pt x="0" y="5517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4639394"/>
              <a:ext cx="6015395" cy="531226"/>
            </a:xfrm>
            <a:custGeom>
              <a:avLst/>
              <a:pathLst>
                <a:path w="6015395" h="531226">
                  <a:moveTo>
                    <a:pt x="0" y="512148"/>
                  </a:moveTo>
                  <a:lnTo>
                    <a:pt x="82883" y="515081"/>
                  </a:lnTo>
                  <a:lnTo>
                    <a:pt x="165766" y="517769"/>
                  </a:lnTo>
                  <a:lnTo>
                    <a:pt x="248649" y="520212"/>
                  </a:lnTo>
                  <a:lnTo>
                    <a:pt x="331532" y="522410"/>
                  </a:lnTo>
                  <a:lnTo>
                    <a:pt x="414416" y="524364"/>
                  </a:lnTo>
                  <a:lnTo>
                    <a:pt x="497299" y="526073"/>
                  </a:lnTo>
                  <a:lnTo>
                    <a:pt x="580182" y="527538"/>
                  </a:lnTo>
                  <a:lnTo>
                    <a:pt x="663065" y="528760"/>
                  </a:lnTo>
                  <a:lnTo>
                    <a:pt x="745948" y="529738"/>
                  </a:lnTo>
                  <a:lnTo>
                    <a:pt x="828832" y="530474"/>
                  </a:lnTo>
                  <a:lnTo>
                    <a:pt x="911715" y="530967"/>
                  </a:lnTo>
                  <a:lnTo>
                    <a:pt x="994598" y="531217"/>
                  </a:lnTo>
                  <a:lnTo>
                    <a:pt x="1077481" y="531226"/>
                  </a:lnTo>
                  <a:lnTo>
                    <a:pt x="1160364" y="530993"/>
                  </a:lnTo>
                  <a:lnTo>
                    <a:pt x="1243248" y="530519"/>
                  </a:lnTo>
                  <a:lnTo>
                    <a:pt x="1326131" y="529803"/>
                  </a:lnTo>
                  <a:lnTo>
                    <a:pt x="1409014" y="528847"/>
                  </a:lnTo>
                  <a:lnTo>
                    <a:pt x="1491897" y="527651"/>
                  </a:lnTo>
                  <a:lnTo>
                    <a:pt x="1574780" y="526214"/>
                  </a:lnTo>
                  <a:lnTo>
                    <a:pt x="1657664" y="524538"/>
                  </a:lnTo>
                  <a:lnTo>
                    <a:pt x="1740547" y="522622"/>
                  </a:lnTo>
                  <a:lnTo>
                    <a:pt x="1823430" y="520416"/>
                  </a:lnTo>
                  <a:lnTo>
                    <a:pt x="1906313" y="517830"/>
                  </a:lnTo>
                  <a:lnTo>
                    <a:pt x="1989196" y="514929"/>
                  </a:lnTo>
                  <a:lnTo>
                    <a:pt x="2072080" y="511786"/>
                  </a:lnTo>
                  <a:lnTo>
                    <a:pt x="2154963" y="508474"/>
                  </a:lnTo>
                  <a:lnTo>
                    <a:pt x="2237846" y="505063"/>
                  </a:lnTo>
                  <a:lnTo>
                    <a:pt x="2320729" y="501335"/>
                  </a:lnTo>
                  <a:lnTo>
                    <a:pt x="2403612" y="495891"/>
                  </a:lnTo>
                  <a:lnTo>
                    <a:pt x="2486496" y="489530"/>
                  </a:lnTo>
                  <a:lnTo>
                    <a:pt x="2569379" y="483430"/>
                  </a:lnTo>
                  <a:lnTo>
                    <a:pt x="2652262" y="478681"/>
                  </a:lnTo>
                  <a:lnTo>
                    <a:pt x="2735145" y="473691"/>
                  </a:lnTo>
                  <a:lnTo>
                    <a:pt x="2818028" y="468199"/>
                  </a:lnTo>
                  <a:lnTo>
                    <a:pt x="2900912" y="463190"/>
                  </a:lnTo>
                  <a:lnTo>
                    <a:pt x="2983795" y="459648"/>
                  </a:lnTo>
                  <a:lnTo>
                    <a:pt x="3066678" y="458135"/>
                  </a:lnTo>
                  <a:lnTo>
                    <a:pt x="3149561" y="457892"/>
                  </a:lnTo>
                  <a:lnTo>
                    <a:pt x="3232444" y="457953"/>
                  </a:lnTo>
                  <a:lnTo>
                    <a:pt x="3315328" y="457361"/>
                  </a:lnTo>
                  <a:lnTo>
                    <a:pt x="3398211" y="457199"/>
                  </a:lnTo>
                  <a:lnTo>
                    <a:pt x="3481094" y="458081"/>
                  </a:lnTo>
                  <a:lnTo>
                    <a:pt x="3563977" y="459085"/>
                  </a:lnTo>
                  <a:lnTo>
                    <a:pt x="3646860" y="459290"/>
                  </a:lnTo>
                  <a:lnTo>
                    <a:pt x="3729744" y="457822"/>
                  </a:lnTo>
                  <a:lnTo>
                    <a:pt x="3812627" y="455765"/>
                  </a:lnTo>
                  <a:lnTo>
                    <a:pt x="3895510" y="453661"/>
                  </a:lnTo>
                  <a:lnTo>
                    <a:pt x="3978393" y="451151"/>
                  </a:lnTo>
                  <a:lnTo>
                    <a:pt x="4061276" y="447875"/>
                  </a:lnTo>
                  <a:lnTo>
                    <a:pt x="4144160" y="443473"/>
                  </a:lnTo>
                  <a:lnTo>
                    <a:pt x="4227043" y="437588"/>
                  </a:lnTo>
                  <a:lnTo>
                    <a:pt x="4309926" y="429863"/>
                  </a:lnTo>
                  <a:lnTo>
                    <a:pt x="4392809" y="420579"/>
                  </a:lnTo>
                  <a:lnTo>
                    <a:pt x="4475692" y="410082"/>
                  </a:lnTo>
                  <a:lnTo>
                    <a:pt x="4558576" y="398377"/>
                  </a:lnTo>
                  <a:lnTo>
                    <a:pt x="4641459" y="385469"/>
                  </a:lnTo>
                  <a:lnTo>
                    <a:pt x="4724342" y="371361"/>
                  </a:lnTo>
                  <a:lnTo>
                    <a:pt x="4807225" y="356059"/>
                  </a:lnTo>
                  <a:lnTo>
                    <a:pt x="4890108" y="339566"/>
                  </a:lnTo>
                  <a:lnTo>
                    <a:pt x="4972992" y="321888"/>
                  </a:lnTo>
                  <a:lnTo>
                    <a:pt x="5055875" y="303028"/>
                  </a:lnTo>
                  <a:lnTo>
                    <a:pt x="5138758" y="282991"/>
                  </a:lnTo>
                  <a:lnTo>
                    <a:pt x="5221641" y="261782"/>
                  </a:lnTo>
                  <a:lnTo>
                    <a:pt x="5304524" y="239404"/>
                  </a:lnTo>
                  <a:lnTo>
                    <a:pt x="5387408" y="215862"/>
                  </a:lnTo>
                  <a:lnTo>
                    <a:pt x="5470291" y="191161"/>
                  </a:lnTo>
                  <a:lnTo>
                    <a:pt x="5553174" y="165305"/>
                  </a:lnTo>
                  <a:lnTo>
                    <a:pt x="5636057" y="138299"/>
                  </a:lnTo>
                  <a:lnTo>
                    <a:pt x="5718940" y="110146"/>
                  </a:lnTo>
                  <a:lnTo>
                    <a:pt x="5801824" y="80852"/>
                  </a:lnTo>
                  <a:lnTo>
                    <a:pt x="5884707" y="50421"/>
                  </a:lnTo>
                  <a:lnTo>
                    <a:pt x="5967590" y="18856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4770298"/>
              <a:ext cx="6015395" cy="608161"/>
            </a:xfrm>
            <a:custGeom>
              <a:avLst/>
              <a:pathLst>
                <a:path w="6015395" h="608161">
                  <a:moveTo>
                    <a:pt x="0" y="0"/>
                  </a:moveTo>
                  <a:lnTo>
                    <a:pt x="82883" y="31530"/>
                  </a:lnTo>
                  <a:lnTo>
                    <a:pt x="165766" y="61447"/>
                  </a:lnTo>
                  <a:lnTo>
                    <a:pt x="248649" y="89731"/>
                  </a:lnTo>
                  <a:lnTo>
                    <a:pt x="331532" y="116359"/>
                  </a:lnTo>
                  <a:lnTo>
                    <a:pt x="414416" y="141309"/>
                  </a:lnTo>
                  <a:lnTo>
                    <a:pt x="497299" y="164553"/>
                  </a:lnTo>
                  <a:lnTo>
                    <a:pt x="580182" y="186064"/>
                  </a:lnTo>
                  <a:lnTo>
                    <a:pt x="663065" y="205810"/>
                  </a:lnTo>
                  <a:lnTo>
                    <a:pt x="745948" y="223759"/>
                  </a:lnTo>
                  <a:lnTo>
                    <a:pt x="828832" y="239875"/>
                  </a:lnTo>
                  <a:lnTo>
                    <a:pt x="911715" y="254122"/>
                  </a:lnTo>
                  <a:lnTo>
                    <a:pt x="994598" y="266466"/>
                  </a:lnTo>
                  <a:lnTo>
                    <a:pt x="1077481" y="276877"/>
                  </a:lnTo>
                  <a:lnTo>
                    <a:pt x="1160364" y="285338"/>
                  </a:lnTo>
                  <a:lnTo>
                    <a:pt x="1243248" y="291846"/>
                  </a:lnTo>
                  <a:lnTo>
                    <a:pt x="1326131" y="296428"/>
                  </a:lnTo>
                  <a:lnTo>
                    <a:pt x="1409014" y="299143"/>
                  </a:lnTo>
                  <a:lnTo>
                    <a:pt x="1491897" y="300088"/>
                  </a:lnTo>
                  <a:lnTo>
                    <a:pt x="1574780" y="299397"/>
                  </a:lnTo>
                  <a:lnTo>
                    <a:pt x="1657664" y="297232"/>
                  </a:lnTo>
                  <a:lnTo>
                    <a:pt x="1740547" y="293762"/>
                  </a:lnTo>
                  <a:lnTo>
                    <a:pt x="1823430" y="288988"/>
                  </a:lnTo>
                  <a:lnTo>
                    <a:pt x="1906313" y="282755"/>
                  </a:lnTo>
                  <a:lnTo>
                    <a:pt x="1989196" y="275349"/>
                  </a:lnTo>
                  <a:lnTo>
                    <a:pt x="2072080" y="267060"/>
                  </a:lnTo>
                  <a:lnTo>
                    <a:pt x="2154963" y="258208"/>
                  </a:lnTo>
                  <a:lnTo>
                    <a:pt x="2237846" y="249162"/>
                  </a:lnTo>
                  <a:lnTo>
                    <a:pt x="2320729" y="239836"/>
                  </a:lnTo>
                  <a:lnTo>
                    <a:pt x="2403612" y="227709"/>
                  </a:lnTo>
                  <a:lnTo>
                    <a:pt x="2486496" y="213526"/>
                  </a:lnTo>
                  <a:lnTo>
                    <a:pt x="2569379" y="199297"/>
                  </a:lnTo>
                  <a:lnTo>
                    <a:pt x="2652262" y="187751"/>
                  </a:lnTo>
                  <a:lnTo>
                    <a:pt x="2735145" y="176650"/>
                  </a:lnTo>
                  <a:lnTo>
                    <a:pt x="2818028" y="164375"/>
                  </a:lnTo>
                  <a:lnTo>
                    <a:pt x="2900912" y="152030"/>
                  </a:lnTo>
                  <a:lnTo>
                    <a:pt x="2983795" y="142027"/>
                  </a:lnTo>
                  <a:lnTo>
                    <a:pt x="3066678" y="134663"/>
                  </a:lnTo>
                  <a:lnTo>
                    <a:pt x="3149561" y="127196"/>
                  </a:lnTo>
                  <a:lnTo>
                    <a:pt x="3232444" y="119586"/>
                  </a:lnTo>
                  <a:lnTo>
                    <a:pt x="3315328" y="113456"/>
                  </a:lnTo>
                  <a:lnTo>
                    <a:pt x="3398211" y="108999"/>
                  </a:lnTo>
                  <a:lnTo>
                    <a:pt x="3481094" y="104809"/>
                  </a:lnTo>
                  <a:lnTo>
                    <a:pt x="3563977" y="100721"/>
                  </a:lnTo>
                  <a:lnTo>
                    <a:pt x="3646860" y="97315"/>
                  </a:lnTo>
                  <a:lnTo>
                    <a:pt x="3729744" y="95695"/>
                  </a:lnTo>
                  <a:lnTo>
                    <a:pt x="3812627" y="95997"/>
                  </a:lnTo>
                  <a:lnTo>
                    <a:pt x="3895510" y="97511"/>
                  </a:lnTo>
                  <a:lnTo>
                    <a:pt x="3978393" y="99752"/>
                  </a:lnTo>
                  <a:lnTo>
                    <a:pt x="4061276" y="102355"/>
                  </a:lnTo>
                  <a:lnTo>
                    <a:pt x="4144160" y="105072"/>
                  </a:lnTo>
                  <a:lnTo>
                    <a:pt x="4227043" y="107745"/>
                  </a:lnTo>
                  <a:lnTo>
                    <a:pt x="4309926" y="110240"/>
                  </a:lnTo>
                  <a:lnTo>
                    <a:pt x="4392809" y="112476"/>
                  </a:lnTo>
                  <a:lnTo>
                    <a:pt x="4475692" y="114454"/>
                  </a:lnTo>
                  <a:lnTo>
                    <a:pt x="4558576" y="116139"/>
                  </a:lnTo>
                  <a:lnTo>
                    <a:pt x="4641459" y="117469"/>
                  </a:lnTo>
                  <a:lnTo>
                    <a:pt x="4724342" y="118360"/>
                  </a:lnTo>
                  <a:lnTo>
                    <a:pt x="4807225" y="118715"/>
                  </a:lnTo>
                  <a:lnTo>
                    <a:pt x="4890108" y="118433"/>
                  </a:lnTo>
                  <a:lnTo>
                    <a:pt x="4972992" y="117414"/>
                  </a:lnTo>
                  <a:lnTo>
                    <a:pt x="5055875" y="115573"/>
                  </a:lnTo>
                  <a:lnTo>
                    <a:pt x="5138758" y="112838"/>
                  </a:lnTo>
                  <a:lnTo>
                    <a:pt x="5221641" y="109157"/>
                  </a:lnTo>
                  <a:lnTo>
                    <a:pt x="5304524" y="104495"/>
                  </a:lnTo>
                  <a:lnTo>
                    <a:pt x="5387408" y="98837"/>
                  </a:lnTo>
                  <a:lnTo>
                    <a:pt x="5470291" y="92180"/>
                  </a:lnTo>
                  <a:lnTo>
                    <a:pt x="5553174" y="84532"/>
                  </a:lnTo>
                  <a:lnTo>
                    <a:pt x="5636057" y="75912"/>
                  </a:lnTo>
                  <a:lnTo>
                    <a:pt x="5718940" y="66341"/>
                  </a:lnTo>
                  <a:lnTo>
                    <a:pt x="5801824" y="55845"/>
                  </a:lnTo>
                  <a:lnTo>
                    <a:pt x="5884707" y="44451"/>
                  </a:lnTo>
                  <a:lnTo>
                    <a:pt x="5967590" y="32187"/>
                  </a:lnTo>
                  <a:lnTo>
                    <a:pt x="6015395" y="24628"/>
                  </a:lnTo>
                  <a:lnTo>
                    <a:pt x="6015395" y="529602"/>
                  </a:lnTo>
                  <a:lnTo>
                    <a:pt x="5967590" y="515879"/>
                  </a:lnTo>
                  <a:lnTo>
                    <a:pt x="5884707" y="493242"/>
                  </a:lnTo>
                  <a:lnTo>
                    <a:pt x="5801824" y="471769"/>
                  </a:lnTo>
                  <a:lnTo>
                    <a:pt x="5718940" y="451472"/>
                  </a:lnTo>
                  <a:lnTo>
                    <a:pt x="5636057" y="432359"/>
                  </a:lnTo>
                  <a:lnTo>
                    <a:pt x="5553174" y="414437"/>
                  </a:lnTo>
                  <a:lnTo>
                    <a:pt x="5470291" y="397712"/>
                  </a:lnTo>
                  <a:lnTo>
                    <a:pt x="5387408" y="382183"/>
                  </a:lnTo>
                  <a:lnTo>
                    <a:pt x="5304524" y="367840"/>
                  </a:lnTo>
                  <a:lnTo>
                    <a:pt x="5221641" y="354664"/>
                  </a:lnTo>
                  <a:lnTo>
                    <a:pt x="5138758" y="342620"/>
                  </a:lnTo>
                  <a:lnTo>
                    <a:pt x="5055875" y="331656"/>
                  </a:lnTo>
                  <a:lnTo>
                    <a:pt x="4972992" y="321702"/>
                  </a:lnTo>
                  <a:lnTo>
                    <a:pt x="4890108" y="312670"/>
                  </a:lnTo>
                  <a:lnTo>
                    <a:pt x="4807225" y="304453"/>
                  </a:lnTo>
                  <a:lnTo>
                    <a:pt x="4724342" y="296936"/>
                  </a:lnTo>
                  <a:lnTo>
                    <a:pt x="4641459" y="290000"/>
                  </a:lnTo>
                  <a:lnTo>
                    <a:pt x="4558576" y="283530"/>
                  </a:lnTo>
                  <a:lnTo>
                    <a:pt x="4475692" y="277424"/>
                  </a:lnTo>
                  <a:lnTo>
                    <a:pt x="4392809" y="271601"/>
                  </a:lnTo>
                  <a:lnTo>
                    <a:pt x="4309926" y="266009"/>
                  </a:lnTo>
                  <a:lnTo>
                    <a:pt x="4227043" y="260330"/>
                  </a:lnTo>
                  <a:lnTo>
                    <a:pt x="4144160" y="254419"/>
                  </a:lnTo>
                  <a:lnTo>
                    <a:pt x="4061276" y="248760"/>
                  </a:lnTo>
                  <a:lnTo>
                    <a:pt x="3978393" y="243816"/>
                  </a:lnTo>
                  <a:lnTo>
                    <a:pt x="3895510" y="239963"/>
                  </a:lnTo>
                  <a:lnTo>
                    <a:pt x="3812627" y="237457"/>
                  </a:lnTo>
                  <a:lnTo>
                    <a:pt x="3729744" y="236436"/>
                  </a:lnTo>
                  <a:lnTo>
                    <a:pt x="3646860" y="236596"/>
                  </a:lnTo>
                  <a:lnTo>
                    <a:pt x="3563977" y="237622"/>
                  </a:lnTo>
                  <a:lnTo>
                    <a:pt x="3481094" y="240049"/>
                  </a:lnTo>
                  <a:lnTo>
                    <a:pt x="3398211" y="243895"/>
                  </a:lnTo>
                  <a:lnTo>
                    <a:pt x="3315328" y="248433"/>
                  </a:lnTo>
                  <a:lnTo>
                    <a:pt x="3232444" y="253010"/>
                  </a:lnTo>
                  <a:lnTo>
                    <a:pt x="3149561" y="258686"/>
                  </a:lnTo>
                  <a:lnTo>
                    <a:pt x="3066678" y="266021"/>
                  </a:lnTo>
                  <a:lnTo>
                    <a:pt x="2983795" y="273913"/>
                  </a:lnTo>
                  <a:lnTo>
                    <a:pt x="2900912" y="282872"/>
                  </a:lnTo>
                  <a:lnTo>
                    <a:pt x="2818028" y="294332"/>
                  </a:lnTo>
                  <a:lnTo>
                    <a:pt x="2735145" y="307371"/>
                  </a:lnTo>
                  <a:lnTo>
                    <a:pt x="2652262" y="319759"/>
                  </a:lnTo>
                  <a:lnTo>
                    <a:pt x="2569379" y="331100"/>
                  </a:lnTo>
                  <a:lnTo>
                    <a:pt x="2486496" y="345015"/>
                  </a:lnTo>
                  <a:lnTo>
                    <a:pt x="2403612" y="360085"/>
                  </a:lnTo>
                  <a:lnTo>
                    <a:pt x="2320729" y="373831"/>
                  </a:lnTo>
                  <a:lnTo>
                    <a:pt x="2237846" y="384066"/>
                  </a:lnTo>
                  <a:lnTo>
                    <a:pt x="2154963" y="394019"/>
                  </a:lnTo>
                  <a:lnTo>
                    <a:pt x="2072080" y="404212"/>
                  </a:lnTo>
                  <a:lnTo>
                    <a:pt x="1989196" y="414411"/>
                  </a:lnTo>
                  <a:lnTo>
                    <a:pt x="1906313" y="424330"/>
                  </a:lnTo>
                  <a:lnTo>
                    <a:pt x="1823430" y="433656"/>
                  </a:lnTo>
                  <a:lnTo>
                    <a:pt x="1740547" y="442125"/>
                  </a:lnTo>
                  <a:lnTo>
                    <a:pt x="1657664" y="450346"/>
                  </a:lnTo>
                  <a:lnTo>
                    <a:pt x="1574780" y="458759"/>
                  </a:lnTo>
                  <a:lnTo>
                    <a:pt x="1491897" y="467537"/>
                  </a:lnTo>
                  <a:lnTo>
                    <a:pt x="1409014" y="476845"/>
                  </a:lnTo>
                  <a:lnTo>
                    <a:pt x="1326131" y="486821"/>
                  </a:lnTo>
                  <a:lnTo>
                    <a:pt x="1243248" y="497567"/>
                  </a:lnTo>
                  <a:lnTo>
                    <a:pt x="1160364" y="509145"/>
                  </a:lnTo>
                  <a:lnTo>
                    <a:pt x="1077481" y="521584"/>
                  </a:lnTo>
                  <a:lnTo>
                    <a:pt x="994598" y="534888"/>
                  </a:lnTo>
                  <a:lnTo>
                    <a:pt x="911715" y="549042"/>
                  </a:lnTo>
                  <a:lnTo>
                    <a:pt x="828832" y="564020"/>
                  </a:lnTo>
                  <a:lnTo>
                    <a:pt x="745948" y="579792"/>
                  </a:lnTo>
                  <a:lnTo>
                    <a:pt x="663065" y="596325"/>
                  </a:lnTo>
                  <a:lnTo>
                    <a:pt x="606241" y="60816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72465" y="4770298"/>
              <a:ext cx="6015395" cy="300088"/>
            </a:xfrm>
            <a:custGeom>
              <a:avLst/>
              <a:pathLst>
                <a:path w="6015395" h="300088">
                  <a:moveTo>
                    <a:pt x="0" y="0"/>
                  </a:moveTo>
                  <a:lnTo>
                    <a:pt x="82883" y="31530"/>
                  </a:lnTo>
                  <a:lnTo>
                    <a:pt x="165766" y="61447"/>
                  </a:lnTo>
                  <a:lnTo>
                    <a:pt x="248649" y="89731"/>
                  </a:lnTo>
                  <a:lnTo>
                    <a:pt x="331532" y="116359"/>
                  </a:lnTo>
                  <a:lnTo>
                    <a:pt x="414416" y="141309"/>
                  </a:lnTo>
                  <a:lnTo>
                    <a:pt x="497299" y="164553"/>
                  </a:lnTo>
                  <a:lnTo>
                    <a:pt x="580182" y="186064"/>
                  </a:lnTo>
                  <a:lnTo>
                    <a:pt x="663065" y="205810"/>
                  </a:lnTo>
                  <a:lnTo>
                    <a:pt x="745948" y="223759"/>
                  </a:lnTo>
                  <a:lnTo>
                    <a:pt x="828832" y="239875"/>
                  </a:lnTo>
                  <a:lnTo>
                    <a:pt x="911715" y="254122"/>
                  </a:lnTo>
                  <a:lnTo>
                    <a:pt x="994598" y="266466"/>
                  </a:lnTo>
                  <a:lnTo>
                    <a:pt x="1077481" y="276877"/>
                  </a:lnTo>
                  <a:lnTo>
                    <a:pt x="1160364" y="285338"/>
                  </a:lnTo>
                  <a:lnTo>
                    <a:pt x="1243248" y="291846"/>
                  </a:lnTo>
                  <a:lnTo>
                    <a:pt x="1326131" y="296428"/>
                  </a:lnTo>
                  <a:lnTo>
                    <a:pt x="1409014" y="299143"/>
                  </a:lnTo>
                  <a:lnTo>
                    <a:pt x="1491897" y="300088"/>
                  </a:lnTo>
                  <a:lnTo>
                    <a:pt x="1574780" y="299397"/>
                  </a:lnTo>
                  <a:lnTo>
                    <a:pt x="1657664" y="297232"/>
                  </a:lnTo>
                  <a:lnTo>
                    <a:pt x="1740547" y="293762"/>
                  </a:lnTo>
                  <a:lnTo>
                    <a:pt x="1823430" y="288988"/>
                  </a:lnTo>
                  <a:lnTo>
                    <a:pt x="1906313" y="282755"/>
                  </a:lnTo>
                  <a:lnTo>
                    <a:pt x="1989196" y="275349"/>
                  </a:lnTo>
                  <a:lnTo>
                    <a:pt x="2072080" y="267060"/>
                  </a:lnTo>
                  <a:lnTo>
                    <a:pt x="2154963" y="258208"/>
                  </a:lnTo>
                  <a:lnTo>
                    <a:pt x="2237846" y="249162"/>
                  </a:lnTo>
                  <a:lnTo>
                    <a:pt x="2320729" y="239836"/>
                  </a:lnTo>
                  <a:lnTo>
                    <a:pt x="2403612" y="227709"/>
                  </a:lnTo>
                  <a:lnTo>
                    <a:pt x="2486496" y="213526"/>
                  </a:lnTo>
                  <a:lnTo>
                    <a:pt x="2569379" y="199297"/>
                  </a:lnTo>
                  <a:lnTo>
                    <a:pt x="2652262" y="187751"/>
                  </a:lnTo>
                  <a:lnTo>
                    <a:pt x="2735145" y="176650"/>
                  </a:lnTo>
                  <a:lnTo>
                    <a:pt x="2818028" y="164375"/>
                  </a:lnTo>
                  <a:lnTo>
                    <a:pt x="2900912" y="152030"/>
                  </a:lnTo>
                  <a:lnTo>
                    <a:pt x="2983795" y="142027"/>
                  </a:lnTo>
                  <a:lnTo>
                    <a:pt x="3066678" y="134663"/>
                  </a:lnTo>
                  <a:lnTo>
                    <a:pt x="3149561" y="127196"/>
                  </a:lnTo>
                  <a:lnTo>
                    <a:pt x="3232444" y="119586"/>
                  </a:lnTo>
                  <a:lnTo>
                    <a:pt x="3315328" y="113456"/>
                  </a:lnTo>
                  <a:lnTo>
                    <a:pt x="3398211" y="108999"/>
                  </a:lnTo>
                  <a:lnTo>
                    <a:pt x="3481094" y="104809"/>
                  </a:lnTo>
                  <a:lnTo>
                    <a:pt x="3563977" y="100721"/>
                  </a:lnTo>
                  <a:lnTo>
                    <a:pt x="3646860" y="97315"/>
                  </a:lnTo>
                  <a:lnTo>
                    <a:pt x="3729744" y="95695"/>
                  </a:lnTo>
                  <a:lnTo>
                    <a:pt x="3812627" y="95997"/>
                  </a:lnTo>
                  <a:lnTo>
                    <a:pt x="3895510" y="97511"/>
                  </a:lnTo>
                  <a:lnTo>
                    <a:pt x="3978393" y="99752"/>
                  </a:lnTo>
                  <a:lnTo>
                    <a:pt x="4061276" y="102355"/>
                  </a:lnTo>
                  <a:lnTo>
                    <a:pt x="4144160" y="105072"/>
                  </a:lnTo>
                  <a:lnTo>
                    <a:pt x="4227043" y="107745"/>
                  </a:lnTo>
                  <a:lnTo>
                    <a:pt x="4309926" y="110240"/>
                  </a:lnTo>
                  <a:lnTo>
                    <a:pt x="4392809" y="112476"/>
                  </a:lnTo>
                  <a:lnTo>
                    <a:pt x="4475692" y="114454"/>
                  </a:lnTo>
                  <a:lnTo>
                    <a:pt x="4558576" y="116139"/>
                  </a:lnTo>
                  <a:lnTo>
                    <a:pt x="4641459" y="117469"/>
                  </a:lnTo>
                  <a:lnTo>
                    <a:pt x="4724342" y="118360"/>
                  </a:lnTo>
                  <a:lnTo>
                    <a:pt x="4807225" y="118715"/>
                  </a:lnTo>
                  <a:lnTo>
                    <a:pt x="4890108" y="118433"/>
                  </a:lnTo>
                  <a:lnTo>
                    <a:pt x="4972992" y="117414"/>
                  </a:lnTo>
                  <a:lnTo>
                    <a:pt x="5055875" y="115573"/>
                  </a:lnTo>
                  <a:lnTo>
                    <a:pt x="5138758" y="112838"/>
                  </a:lnTo>
                  <a:lnTo>
                    <a:pt x="5221641" y="109157"/>
                  </a:lnTo>
                  <a:lnTo>
                    <a:pt x="5304524" y="104495"/>
                  </a:lnTo>
                  <a:lnTo>
                    <a:pt x="5387408" y="98837"/>
                  </a:lnTo>
                  <a:lnTo>
                    <a:pt x="5470291" y="92180"/>
                  </a:lnTo>
                  <a:lnTo>
                    <a:pt x="5553174" y="84532"/>
                  </a:lnTo>
                  <a:lnTo>
                    <a:pt x="5636057" y="75912"/>
                  </a:lnTo>
                  <a:lnTo>
                    <a:pt x="5718940" y="66341"/>
                  </a:lnTo>
                  <a:lnTo>
                    <a:pt x="5801824" y="55845"/>
                  </a:lnTo>
                  <a:lnTo>
                    <a:pt x="5884707" y="44451"/>
                  </a:lnTo>
                  <a:lnTo>
                    <a:pt x="5967590" y="32187"/>
                  </a:lnTo>
                  <a:lnTo>
                    <a:pt x="6015395" y="246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78706" y="5006735"/>
              <a:ext cx="5409154" cy="371724"/>
            </a:xfrm>
            <a:custGeom>
              <a:avLst/>
              <a:pathLst>
                <a:path w="5409154" h="371724">
                  <a:moveTo>
                    <a:pt x="5409154" y="293166"/>
                  </a:moveTo>
                  <a:lnTo>
                    <a:pt x="5361348" y="279443"/>
                  </a:lnTo>
                  <a:lnTo>
                    <a:pt x="5278465" y="256805"/>
                  </a:lnTo>
                  <a:lnTo>
                    <a:pt x="5195582" y="235333"/>
                  </a:lnTo>
                  <a:lnTo>
                    <a:pt x="5112699" y="215035"/>
                  </a:lnTo>
                  <a:lnTo>
                    <a:pt x="5029816" y="195922"/>
                  </a:lnTo>
                  <a:lnTo>
                    <a:pt x="4946932" y="178000"/>
                  </a:lnTo>
                  <a:lnTo>
                    <a:pt x="4864049" y="161275"/>
                  </a:lnTo>
                  <a:lnTo>
                    <a:pt x="4781166" y="145746"/>
                  </a:lnTo>
                  <a:lnTo>
                    <a:pt x="4698283" y="131403"/>
                  </a:lnTo>
                  <a:lnTo>
                    <a:pt x="4615400" y="118227"/>
                  </a:lnTo>
                  <a:lnTo>
                    <a:pt x="4532516" y="106183"/>
                  </a:lnTo>
                  <a:lnTo>
                    <a:pt x="4449633" y="95219"/>
                  </a:lnTo>
                  <a:lnTo>
                    <a:pt x="4366750" y="85266"/>
                  </a:lnTo>
                  <a:lnTo>
                    <a:pt x="4283867" y="76233"/>
                  </a:lnTo>
                  <a:lnTo>
                    <a:pt x="4200984" y="68016"/>
                  </a:lnTo>
                  <a:lnTo>
                    <a:pt x="4118100" y="60499"/>
                  </a:lnTo>
                  <a:lnTo>
                    <a:pt x="4035217" y="53563"/>
                  </a:lnTo>
                  <a:lnTo>
                    <a:pt x="3952334" y="47093"/>
                  </a:lnTo>
                  <a:lnTo>
                    <a:pt x="3869451" y="40987"/>
                  </a:lnTo>
                  <a:lnTo>
                    <a:pt x="3786568" y="35164"/>
                  </a:lnTo>
                  <a:lnTo>
                    <a:pt x="3703684" y="29572"/>
                  </a:lnTo>
                  <a:lnTo>
                    <a:pt x="3620801" y="23894"/>
                  </a:lnTo>
                  <a:lnTo>
                    <a:pt x="3537918" y="17982"/>
                  </a:lnTo>
                  <a:lnTo>
                    <a:pt x="3455035" y="12323"/>
                  </a:lnTo>
                  <a:lnTo>
                    <a:pt x="3372152" y="7379"/>
                  </a:lnTo>
                  <a:lnTo>
                    <a:pt x="3289268" y="3526"/>
                  </a:lnTo>
                  <a:lnTo>
                    <a:pt x="3206385" y="1020"/>
                  </a:lnTo>
                  <a:lnTo>
                    <a:pt x="3123502" y="0"/>
                  </a:lnTo>
                  <a:lnTo>
                    <a:pt x="3040619" y="160"/>
                  </a:lnTo>
                  <a:lnTo>
                    <a:pt x="2957736" y="1185"/>
                  </a:lnTo>
                  <a:lnTo>
                    <a:pt x="2874852" y="3612"/>
                  </a:lnTo>
                  <a:lnTo>
                    <a:pt x="2791969" y="7458"/>
                  </a:lnTo>
                  <a:lnTo>
                    <a:pt x="2709086" y="11996"/>
                  </a:lnTo>
                  <a:lnTo>
                    <a:pt x="2626203" y="16574"/>
                  </a:lnTo>
                  <a:lnTo>
                    <a:pt x="2543320" y="22249"/>
                  </a:lnTo>
                  <a:lnTo>
                    <a:pt x="2460436" y="29585"/>
                  </a:lnTo>
                  <a:lnTo>
                    <a:pt x="2377553" y="37476"/>
                  </a:lnTo>
                  <a:lnTo>
                    <a:pt x="2294670" y="46436"/>
                  </a:lnTo>
                  <a:lnTo>
                    <a:pt x="2211787" y="57895"/>
                  </a:lnTo>
                  <a:lnTo>
                    <a:pt x="2128904" y="70934"/>
                  </a:lnTo>
                  <a:lnTo>
                    <a:pt x="2046020" y="83323"/>
                  </a:lnTo>
                  <a:lnTo>
                    <a:pt x="1963137" y="94664"/>
                  </a:lnTo>
                  <a:lnTo>
                    <a:pt x="1880254" y="108578"/>
                  </a:lnTo>
                  <a:lnTo>
                    <a:pt x="1797371" y="123648"/>
                  </a:lnTo>
                  <a:lnTo>
                    <a:pt x="1714488" y="137394"/>
                  </a:lnTo>
                  <a:lnTo>
                    <a:pt x="1631604" y="147629"/>
                  </a:lnTo>
                  <a:lnTo>
                    <a:pt x="1548721" y="157582"/>
                  </a:lnTo>
                  <a:lnTo>
                    <a:pt x="1465838" y="167775"/>
                  </a:lnTo>
                  <a:lnTo>
                    <a:pt x="1382955" y="177974"/>
                  </a:lnTo>
                  <a:lnTo>
                    <a:pt x="1300072" y="187893"/>
                  </a:lnTo>
                  <a:lnTo>
                    <a:pt x="1217188" y="197219"/>
                  </a:lnTo>
                  <a:lnTo>
                    <a:pt x="1134305" y="205688"/>
                  </a:lnTo>
                  <a:lnTo>
                    <a:pt x="1051422" y="213910"/>
                  </a:lnTo>
                  <a:lnTo>
                    <a:pt x="968539" y="222322"/>
                  </a:lnTo>
                  <a:lnTo>
                    <a:pt x="885656" y="231100"/>
                  </a:lnTo>
                  <a:lnTo>
                    <a:pt x="802772" y="240408"/>
                  </a:lnTo>
                  <a:lnTo>
                    <a:pt x="719889" y="250385"/>
                  </a:lnTo>
                  <a:lnTo>
                    <a:pt x="637006" y="261130"/>
                  </a:lnTo>
                  <a:lnTo>
                    <a:pt x="554123" y="272708"/>
                  </a:lnTo>
                  <a:lnTo>
                    <a:pt x="471240" y="285148"/>
                  </a:lnTo>
                  <a:lnTo>
                    <a:pt x="388356" y="298452"/>
                  </a:lnTo>
                  <a:lnTo>
                    <a:pt x="305473" y="312605"/>
                  </a:lnTo>
                  <a:lnTo>
                    <a:pt x="222590" y="327583"/>
                  </a:lnTo>
                  <a:lnTo>
                    <a:pt x="139707" y="343355"/>
                  </a:lnTo>
                  <a:lnTo>
                    <a:pt x="56824" y="359888"/>
                  </a:lnTo>
                  <a:lnTo>
                    <a:pt x="0" y="371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2465" y="4936365"/>
              <a:ext cx="6015395" cy="235881"/>
            </a:xfrm>
            <a:custGeom>
              <a:avLst/>
              <a:pathLst>
                <a:path w="6015395" h="235881">
                  <a:moveTo>
                    <a:pt x="0" y="210285"/>
                  </a:moveTo>
                  <a:lnTo>
                    <a:pt x="82883" y="215210"/>
                  </a:lnTo>
                  <a:lnTo>
                    <a:pt x="165766" y="219613"/>
                  </a:lnTo>
                  <a:lnTo>
                    <a:pt x="248649" y="223495"/>
                  </a:lnTo>
                  <a:lnTo>
                    <a:pt x="331532" y="226852"/>
                  </a:lnTo>
                  <a:lnTo>
                    <a:pt x="414416" y="229684"/>
                  </a:lnTo>
                  <a:lnTo>
                    <a:pt x="497299" y="231987"/>
                  </a:lnTo>
                  <a:lnTo>
                    <a:pt x="580182" y="233760"/>
                  </a:lnTo>
                  <a:lnTo>
                    <a:pt x="663065" y="235001"/>
                  </a:lnTo>
                  <a:lnTo>
                    <a:pt x="745948" y="235709"/>
                  </a:lnTo>
                  <a:lnTo>
                    <a:pt x="828832" y="235881"/>
                  </a:lnTo>
                  <a:lnTo>
                    <a:pt x="911715" y="235516"/>
                  </a:lnTo>
                  <a:lnTo>
                    <a:pt x="994598" y="234611"/>
                  </a:lnTo>
                  <a:lnTo>
                    <a:pt x="1077481" y="233165"/>
                  </a:lnTo>
                  <a:lnTo>
                    <a:pt x="1160364" y="231175"/>
                  </a:lnTo>
                  <a:lnTo>
                    <a:pt x="1243248" y="228640"/>
                  </a:lnTo>
                  <a:lnTo>
                    <a:pt x="1326131" y="225559"/>
                  </a:lnTo>
                  <a:lnTo>
                    <a:pt x="1409014" y="221928"/>
                  </a:lnTo>
                  <a:lnTo>
                    <a:pt x="1491897" y="217746"/>
                  </a:lnTo>
                  <a:lnTo>
                    <a:pt x="1574780" y="213012"/>
                  </a:lnTo>
                  <a:lnTo>
                    <a:pt x="1657664" y="207723"/>
                  </a:lnTo>
                  <a:lnTo>
                    <a:pt x="1740547" y="201877"/>
                  </a:lnTo>
                  <a:lnTo>
                    <a:pt x="1823430" y="195256"/>
                  </a:lnTo>
                  <a:lnTo>
                    <a:pt x="1906313" y="187476"/>
                  </a:lnTo>
                  <a:lnTo>
                    <a:pt x="1989196" y="178814"/>
                  </a:lnTo>
                  <a:lnTo>
                    <a:pt x="2072080" y="169570"/>
                  </a:lnTo>
                  <a:lnTo>
                    <a:pt x="2154963" y="160047"/>
                  </a:lnTo>
                  <a:lnTo>
                    <a:pt x="2237846" y="150548"/>
                  </a:lnTo>
                  <a:lnTo>
                    <a:pt x="2320729" y="140767"/>
                  </a:lnTo>
                  <a:lnTo>
                    <a:pt x="2403612" y="127831"/>
                  </a:lnTo>
                  <a:lnTo>
                    <a:pt x="2486496" y="113204"/>
                  </a:lnTo>
                  <a:lnTo>
                    <a:pt x="2569379" y="99132"/>
                  </a:lnTo>
                  <a:lnTo>
                    <a:pt x="2652262" y="87689"/>
                  </a:lnTo>
                  <a:lnTo>
                    <a:pt x="2735145" y="75944"/>
                  </a:lnTo>
                  <a:lnTo>
                    <a:pt x="2818028" y="63287"/>
                  </a:lnTo>
                  <a:lnTo>
                    <a:pt x="2900912" y="51385"/>
                  </a:lnTo>
                  <a:lnTo>
                    <a:pt x="2983795" y="41903"/>
                  </a:lnTo>
                  <a:lnTo>
                    <a:pt x="3066678" y="34276"/>
                  </a:lnTo>
                  <a:lnTo>
                    <a:pt x="3149561" y="26875"/>
                  </a:lnTo>
                  <a:lnTo>
                    <a:pt x="3232444" y="20232"/>
                  </a:lnTo>
                  <a:lnTo>
                    <a:pt x="3315328" y="14878"/>
                  </a:lnTo>
                  <a:lnTo>
                    <a:pt x="3398211" y="10381"/>
                  </a:lnTo>
                  <a:lnTo>
                    <a:pt x="3481094" y="6362"/>
                  </a:lnTo>
                  <a:lnTo>
                    <a:pt x="3563977" y="3105"/>
                  </a:lnTo>
                  <a:lnTo>
                    <a:pt x="3646860" y="889"/>
                  </a:lnTo>
                  <a:lnTo>
                    <a:pt x="3729744" y="0"/>
                  </a:lnTo>
                  <a:lnTo>
                    <a:pt x="3812627" y="661"/>
                  </a:lnTo>
                  <a:lnTo>
                    <a:pt x="3895510" y="2671"/>
                  </a:lnTo>
                  <a:lnTo>
                    <a:pt x="3978393" y="5718"/>
                  </a:lnTo>
                  <a:lnTo>
                    <a:pt x="4061276" y="9491"/>
                  </a:lnTo>
                  <a:lnTo>
                    <a:pt x="4144160" y="13679"/>
                  </a:lnTo>
                  <a:lnTo>
                    <a:pt x="4227043" y="17971"/>
                  </a:lnTo>
                  <a:lnTo>
                    <a:pt x="4309926" y="22058"/>
                  </a:lnTo>
                  <a:lnTo>
                    <a:pt x="4392809" y="25972"/>
                  </a:lnTo>
                  <a:lnTo>
                    <a:pt x="4475692" y="29872"/>
                  </a:lnTo>
                  <a:lnTo>
                    <a:pt x="4558576" y="33768"/>
                  </a:lnTo>
                  <a:lnTo>
                    <a:pt x="4641459" y="37669"/>
                  </a:lnTo>
                  <a:lnTo>
                    <a:pt x="4724342" y="41582"/>
                  </a:lnTo>
                  <a:lnTo>
                    <a:pt x="4807225" y="45518"/>
                  </a:lnTo>
                  <a:lnTo>
                    <a:pt x="4890108" y="49485"/>
                  </a:lnTo>
                  <a:lnTo>
                    <a:pt x="4972992" y="53492"/>
                  </a:lnTo>
                  <a:lnTo>
                    <a:pt x="5055875" y="57548"/>
                  </a:lnTo>
                  <a:lnTo>
                    <a:pt x="5138758" y="61663"/>
                  </a:lnTo>
                  <a:lnTo>
                    <a:pt x="5221641" y="65844"/>
                  </a:lnTo>
                  <a:lnTo>
                    <a:pt x="5304524" y="70101"/>
                  </a:lnTo>
                  <a:lnTo>
                    <a:pt x="5387408" y="74444"/>
                  </a:lnTo>
                  <a:lnTo>
                    <a:pt x="5470291" y="78880"/>
                  </a:lnTo>
                  <a:lnTo>
                    <a:pt x="5553174" y="83418"/>
                  </a:lnTo>
                  <a:lnTo>
                    <a:pt x="5636057" y="88069"/>
                  </a:lnTo>
                  <a:lnTo>
                    <a:pt x="5718940" y="92840"/>
                  </a:lnTo>
                  <a:lnTo>
                    <a:pt x="5801824" y="97741"/>
                  </a:lnTo>
                  <a:lnTo>
                    <a:pt x="5884707" y="102780"/>
                  </a:lnTo>
                  <a:lnTo>
                    <a:pt x="5967590" y="107967"/>
                  </a:lnTo>
                  <a:lnTo>
                    <a:pt x="6015395" y="11104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4611251"/>
              <a:ext cx="6015395" cy="767208"/>
            </a:xfrm>
            <a:custGeom>
              <a:avLst/>
              <a:pathLst>
                <a:path w="6015395" h="767208">
                  <a:moveTo>
                    <a:pt x="0" y="85174"/>
                  </a:moveTo>
                  <a:lnTo>
                    <a:pt x="82883" y="115125"/>
                  </a:lnTo>
                  <a:lnTo>
                    <a:pt x="165766" y="143401"/>
                  </a:lnTo>
                  <a:lnTo>
                    <a:pt x="248649" y="169977"/>
                  </a:lnTo>
                  <a:lnTo>
                    <a:pt x="331532" y="194826"/>
                  </a:lnTo>
                  <a:lnTo>
                    <a:pt x="414416" y="217920"/>
                  </a:lnTo>
                  <a:lnTo>
                    <a:pt x="497299" y="239226"/>
                  </a:lnTo>
                  <a:lnTo>
                    <a:pt x="580182" y="258709"/>
                  </a:lnTo>
                  <a:lnTo>
                    <a:pt x="663065" y="276331"/>
                  </a:lnTo>
                  <a:lnTo>
                    <a:pt x="745948" y="292051"/>
                  </a:lnTo>
                  <a:lnTo>
                    <a:pt x="828832" y="305823"/>
                  </a:lnTo>
                  <a:lnTo>
                    <a:pt x="911715" y="317604"/>
                  </a:lnTo>
                  <a:lnTo>
                    <a:pt x="994598" y="327351"/>
                  </a:lnTo>
                  <a:lnTo>
                    <a:pt x="1077481" y="335027"/>
                  </a:lnTo>
                  <a:lnTo>
                    <a:pt x="1160364" y="340609"/>
                  </a:lnTo>
                  <a:lnTo>
                    <a:pt x="1243248" y="344099"/>
                  </a:lnTo>
                  <a:lnTo>
                    <a:pt x="1326131" y="345531"/>
                  </a:lnTo>
                  <a:lnTo>
                    <a:pt x="1409014" y="344985"/>
                  </a:lnTo>
                  <a:lnTo>
                    <a:pt x="1491897" y="342590"/>
                  </a:lnTo>
                  <a:lnTo>
                    <a:pt x="1574780" y="338522"/>
                  </a:lnTo>
                  <a:lnTo>
                    <a:pt x="1657664" y="332992"/>
                  </a:lnTo>
                  <a:lnTo>
                    <a:pt x="1740547" y="326226"/>
                  </a:lnTo>
                  <a:lnTo>
                    <a:pt x="1823430" y="318376"/>
                  </a:lnTo>
                  <a:lnTo>
                    <a:pt x="1906313" y="309507"/>
                  </a:lnTo>
                  <a:lnTo>
                    <a:pt x="1989196" y="299795"/>
                  </a:lnTo>
                  <a:lnTo>
                    <a:pt x="2072080" y="289401"/>
                  </a:lnTo>
                  <a:lnTo>
                    <a:pt x="2154963" y="278525"/>
                  </a:lnTo>
                  <a:lnTo>
                    <a:pt x="2237846" y="267435"/>
                  </a:lnTo>
                  <a:lnTo>
                    <a:pt x="2320729" y="256186"/>
                  </a:lnTo>
                  <a:lnTo>
                    <a:pt x="2403612" y="243303"/>
                  </a:lnTo>
                  <a:lnTo>
                    <a:pt x="2486496" y="228843"/>
                  </a:lnTo>
                  <a:lnTo>
                    <a:pt x="2569379" y="214017"/>
                  </a:lnTo>
                  <a:lnTo>
                    <a:pt x="2652262" y="201041"/>
                  </a:lnTo>
                  <a:lnTo>
                    <a:pt x="2735145" y="187861"/>
                  </a:lnTo>
                  <a:lnTo>
                    <a:pt x="2818028" y="173048"/>
                  </a:lnTo>
                  <a:lnTo>
                    <a:pt x="2900912" y="157952"/>
                  </a:lnTo>
                  <a:lnTo>
                    <a:pt x="2983795" y="145631"/>
                  </a:lnTo>
                  <a:lnTo>
                    <a:pt x="3066678" y="135774"/>
                  </a:lnTo>
                  <a:lnTo>
                    <a:pt x="3149561" y="124740"/>
                  </a:lnTo>
                  <a:lnTo>
                    <a:pt x="3232444" y="113517"/>
                  </a:lnTo>
                  <a:lnTo>
                    <a:pt x="3315328" y="105252"/>
                  </a:lnTo>
                  <a:lnTo>
                    <a:pt x="3398211" y="99938"/>
                  </a:lnTo>
                  <a:lnTo>
                    <a:pt x="3481094" y="95065"/>
                  </a:lnTo>
                  <a:lnTo>
                    <a:pt x="3563977" y="90437"/>
                  </a:lnTo>
                  <a:lnTo>
                    <a:pt x="3646860" y="86825"/>
                  </a:lnTo>
                  <a:lnTo>
                    <a:pt x="3729744" y="85675"/>
                  </a:lnTo>
                  <a:lnTo>
                    <a:pt x="3812627" y="86833"/>
                  </a:lnTo>
                  <a:lnTo>
                    <a:pt x="3895510" y="89220"/>
                  </a:lnTo>
                  <a:lnTo>
                    <a:pt x="3978393" y="92226"/>
                  </a:lnTo>
                  <a:lnTo>
                    <a:pt x="4061276" y="95400"/>
                  </a:lnTo>
                  <a:lnTo>
                    <a:pt x="4144160" y="98443"/>
                  </a:lnTo>
                  <a:lnTo>
                    <a:pt x="4227043" y="101173"/>
                  </a:lnTo>
                  <a:lnTo>
                    <a:pt x="4309926" y="103440"/>
                  </a:lnTo>
                  <a:lnTo>
                    <a:pt x="4392809" y="105390"/>
                  </a:lnTo>
                  <a:lnTo>
                    <a:pt x="4475692" y="107181"/>
                  </a:lnTo>
                  <a:lnTo>
                    <a:pt x="4558576" y="108763"/>
                  </a:lnTo>
                  <a:lnTo>
                    <a:pt x="4641459" y="110047"/>
                  </a:lnTo>
                  <a:lnTo>
                    <a:pt x="4724342" y="110918"/>
                  </a:lnTo>
                  <a:lnTo>
                    <a:pt x="4807225" y="111244"/>
                  </a:lnTo>
                  <a:lnTo>
                    <a:pt x="4890108" y="110884"/>
                  </a:lnTo>
                  <a:lnTo>
                    <a:pt x="4972992" y="109706"/>
                  </a:lnTo>
                  <a:lnTo>
                    <a:pt x="5055875" y="107590"/>
                  </a:lnTo>
                  <a:lnTo>
                    <a:pt x="5138758" y="104436"/>
                  </a:lnTo>
                  <a:lnTo>
                    <a:pt x="5221641" y="100169"/>
                  </a:lnTo>
                  <a:lnTo>
                    <a:pt x="5304524" y="94740"/>
                  </a:lnTo>
                  <a:lnTo>
                    <a:pt x="5387408" y="88120"/>
                  </a:lnTo>
                  <a:lnTo>
                    <a:pt x="5470291" y="80300"/>
                  </a:lnTo>
                  <a:lnTo>
                    <a:pt x="5553174" y="71286"/>
                  </a:lnTo>
                  <a:lnTo>
                    <a:pt x="5636057" y="61094"/>
                  </a:lnTo>
                  <a:lnTo>
                    <a:pt x="5718940" y="49745"/>
                  </a:lnTo>
                  <a:lnTo>
                    <a:pt x="5801824" y="37268"/>
                  </a:lnTo>
                  <a:lnTo>
                    <a:pt x="5884707" y="23692"/>
                  </a:lnTo>
                  <a:lnTo>
                    <a:pt x="5967590" y="9047"/>
                  </a:lnTo>
                  <a:lnTo>
                    <a:pt x="6015395" y="0"/>
                  </a:lnTo>
                  <a:lnTo>
                    <a:pt x="6015395" y="658328"/>
                  </a:lnTo>
                  <a:lnTo>
                    <a:pt x="5967590" y="639629"/>
                  </a:lnTo>
                  <a:lnTo>
                    <a:pt x="5884707" y="608775"/>
                  </a:lnTo>
                  <a:lnTo>
                    <a:pt x="5801824" y="579504"/>
                  </a:lnTo>
                  <a:lnTo>
                    <a:pt x="5718940" y="551835"/>
                  </a:lnTo>
                  <a:lnTo>
                    <a:pt x="5636057" y="525788"/>
                  </a:lnTo>
                  <a:lnTo>
                    <a:pt x="5553174" y="501379"/>
                  </a:lnTo>
                  <a:lnTo>
                    <a:pt x="5470291" y="478619"/>
                  </a:lnTo>
                  <a:lnTo>
                    <a:pt x="5387408" y="457514"/>
                  </a:lnTo>
                  <a:lnTo>
                    <a:pt x="5304524" y="438059"/>
                  </a:lnTo>
                  <a:lnTo>
                    <a:pt x="5221641" y="420233"/>
                  </a:lnTo>
                  <a:lnTo>
                    <a:pt x="5138758" y="403998"/>
                  </a:lnTo>
                  <a:lnTo>
                    <a:pt x="5055875" y="389294"/>
                  </a:lnTo>
                  <a:lnTo>
                    <a:pt x="4972992" y="376034"/>
                  </a:lnTo>
                  <a:lnTo>
                    <a:pt x="4890108" y="364108"/>
                  </a:lnTo>
                  <a:lnTo>
                    <a:pt x="4807225" y="353387"/>
                  </a:lnTo>
                  <a:lnTo>
                    <a:pt x="4724342" y="343725"/>
                  </a:lnTo>
                  <a:lnTo>
                    <a:pt x="4641459" y="334973"/>
                  </a:lnTo>
                  <a:lnTo>
                    <a:pt x="4558576" y="326988"/>
                  </a:lnTo>
                  <a:lnTo>
                    <a:pt x="4475692" y="319643"/>
                  </a:lnTo>
                  <a:lnTo>
                    <a:pt x="4392809" y="312839"/>
                  </a:lnTo>
                  <a:lnTo>
                    <a:pt x="4309926" y="306514"/>
                  </a:lnTo>
                  <a:lnTo>
                    <a:pt x="4227043" y="300096"/>
                  </a:lnTo>
                  <a:lnTo>
                    <a:pt x="4144160" y="293145"/>
                  </a:lnTo>
                  <a:lnTo>
                    <a:pt x="4061276" y="286266"/>
                  </a:lnTo>
                  <a:lnTo>
                    <a:pt x="3978393" y="280040"/>
                  </a:lnTo>
                  <a:lnTo>
                    <a:pt x="3895510" y="274932"/>
                  </a:lnTo>
                  <a:lnTo>
                    <a:pt x="3812627" y="271252"/>
                  </a:lnTo>
                  <a:lnTo>
                    <a:pt x="3729744" y="269157"/>
                  </a:lnTo>
                  <a:lnTo>
                    <a:pt x="3646860" y="268404"/>
                  </a:lnTo>
                  <a:lnTo>
                    <a:pt x="3563977" y="268913"/>
                  </a:lnTo>
                  <a:lnTo>
                    <a:pt x="3481094" y="271376"/>
                  </a:lnTo>
                  <a:lnTo>
                    <a:pt x="3398211" y="275799"/>
                  </a:lnTo>
                  <a:lnTo>
                    <a:pt x="3315328" y="281220"/>
                  </a:lnTo>
                  <a:lnTo>
                    <a:pt x="3232444" y="287460"/>
                  </a:lnTo>
                  <a:lnTo>
                    <a:pt x="3149561" y="296161"/>
                  </a:lnTo>
                  <a:lnTo>
                    <a:pt x="3066678" y="307024"/>
                  </a:lnTo>
                  <a:lnTo>
                    <a:pt x="2983795" y="317569"/>
                  </a:lnTo>
                  <a:lnTo>
                    <a:pt x="2900912" y="328530"/>
                  </a:lnTo>
                  <a:lnTo>
                    <a:pt x="2818028" y="342471"/>
                  </a:lnTo>
                  <a:lnTo>
                    <a:pt x="2735145" y="358280"/>
                  </a:lnTo>
                  <a:lnTo>
                    <a:pt x="2652262" y="373138"/>
                  </a:lnTo>
                  <a:lnTo>
                    <a:pt x="2569379" y="385847"/>
                  </a:lnTo>
                  <a:lnTo>
                    <a:pt x="2486496" y="400263"/>
                  </a:lnTo>
                  <a:lnTo>
                    <a:pt x="2403612" y="415880"/>
                  </a:lnTo>
                  <a:lnTo>
                    <a:pt x="2320729" y="430872"/>
                  </a:lnTo>
                  <a:lnTo>
                    <a:pt x="2237846" y="443308"/>
                  </a:lnTo>
                  <a:lnTo>
                    <a:pt x="2154963" y="455580"/>
                  </a:lnTo>
                  <a:lnTo>
                    <a:pt x="2072080" y="468203"/>
                  </a:lnTo>
                  <a:lnTo>
                    <a:pt x="1989196" y="481088"/>
                  </a:lnTo>
                  <a:lnTo>
                    <a:pt x="1906313" y="494077"/>
                  </a:lnTo>
                  <a:lnTo>
                    <a:pt x="1823430" y="506979"/>
                  </a:lnTo>
                  <a:lnTo>
                    <a:pt x="1740547" y="519645"/>
                  </a:lnTo>
                  <a:lnTo>
                    <a:pt x="1657664" y="532606"/>
                  </a:lnTo>
                  <a:lnTo>
                    <a:pt x="1574780" y="546279"/>
                  </a:lnTo>
                  <a:lnTo>
                    <a:pt x="1491897" y="560891"/>
                  </a:lnTo>
                  <a:lnTo>
                    <a:pt x="1409014" y="576653"/>
                  </a:lnTo>
                  <a:lnTo>
                    <a:pt x="1326131" y="593744"/>
                  </a:lnTo>
                  <a:lnTo>
                    <a:pt x="1243248" y="612294"/>
                  </a:lnTo>
                  <a:lnTo>
                    <a:pt x="1160364" y="632383"/>
                  </a:lnTo>
                  <a:lnTo>
                    <a:pt x="1077481" y="654048"/>
                  </a:lnTo>
                  <a:lnTo>
                    <a:pt x="994598" y="677290"/>
                  </a:lnTo>
                  <a:lnTo>
                    <a:pt x="911715" y="702088"/>
                  </a:lnTo>
                  <a:lnTo>
                    <a:pt x="828832" y="728407"/>
                  </a:lnTo>
                  <a:lnTo>
                    <a:pt x="745948" y="756206"/>
                  </a:lnTo>
                  <a:lnTo>
                    <a:pt x="714755" y="76720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72465" y="4611251"/>
              <a:ext cx="6015395" cy="345531"/>
            </a:xfrm>
            <a:custGeom>
              <a:avLst/>
              <a:pathLst>
                <a:path w="6015395" h="345531">
                  <a:moveTo>
                    <a:pt x="0" y="85174"/>
                  </a:moveTo>
                  <a:lnTo>
                    <a:pt x="82883" y="115125"/>
                  </a:lnTo>
                  <a:lnTo>
                    <a:pt x="165766" y="143401"/>
                  </a:lnTo>
                  <a:lnTo>
                    <a:pt x="248649" y="169977"/>
                  </a:lnTo>
                  <a:lnTo>
                    <a:pt x="331532" y="194826"/>
                  </a:lnTo>
                  <a:lnTo>
                    <a:pt x="414416" y="217920"/>
                  </a:lnTo>
                  <a:lnTo>
                    <a:pt x="497299" y="239226"/>
                  </a:lnTo>
                  <a:lnTo>
                    <a:pt x="580182" y="258709"/>
                  </a:lnTo>
                  <a:lnTo>
                    <a:pt x="663065" y="276331"/>
                  </a:lnTo>
                  <a:lnTo>
                    <a:pt x="745948" y="292051"/>
                  </a:lnTo>
                  <a:lnTo>
                    <a:pt x="828832" y="305823"/>
                  </a:lnTo>
                  <a:lnTo>
                    <a:pt x="911715" y="317604"/>
                  </a:lnTo>
                  <a:lnTo>
                    <a:pt x="994598" y="327351"/>
                  </a:lnTo>
                  <a:lnTo>
                    <a:pt x="1077481" y="335027"/>
                  </a:lnTo>
                  <a:lnTo>
                    <a:pt x="1160364" y="340609"/>
                  </a:lnTo>
                  <a:lnTo>
                    <a:pt x="1243248" y="344099"/>
                  </a:lnTo>
                  <a:lnTo>
                    <a:pt x="1326131" y="345531"/>
                  </a:lnTo>
                  <a:lnTo>
                    <a:pt x="1409014" y="344985"/>
                  </a:lnTo>
                  <a:lnTo>
                    <a:pt x="1491897" y="342590"/>
                  </a:lnTo>
                  <a:lnTo>
                    <a:pt x="1574780" y="338522"/>
                  </a:lnTo>
                  <a:lnTo>
                    <a:pt x="1657664" y="332992"/>
                  </a:lnTo>
                  <a:lnTo>
                    <a:pt x="1740547" y="326226"/>
                  </a:lnTo>
                  <a:lnTo>
                    <a:pt x="1823430" y="318376"/>
                  </a:lnTo>
                  <a:lnTo>
                    <a:pt x="1906313" y="309507"/>
                  </a:lnTo>
                  <a:lnTo>
                    <a:pt x="1989196" y="299795"/>
                  </a:lnTo>
                  <a:lnTo>
                    <a:pt x="2072080" y="289401"/>
                  </a:lnTo>
                  <a:lnTo>
                    <a:pt x="2154963" y="278525"/>
                  </a:lnTo>
                  <a:lnTo>
                    <a:pt x="2237846" y="267435"/>
                  </a:lnTo>
                  <a:lnTo>
                    <a:pt x="2320729" y="256186"/>
                  </a:lnTo>
                  <a:lnTo>
                    <a:pt x="2403612" y="243303"/>
                  </a:lnTo>
                  <a:lnTo>
                    <a:pt x="2486496" y="228843"/>
                  </a:lnTo>
                  <a:lnTo>
                    <a:pt x="2569379" y="214017"/>
                  </a:lnTo>
                  <a:lnTo>
                    <a:pt x="2652262" y="201041"/>
                  </a:lnTo>
                  <a:lnTo>
                    <a:pt x="2735145" y="187861"/>
                  </a:lnTo>
                  <a:lnTo>
                    <a:pt x="2818028" y="173048"/>
                  </a:lnTo>
                  <a:lnTo>
                    <a:pt x="2900912" y="157952"/>
                  </a:lnTo>
                  <a:lnTo>
                    <a:pt x="2983795" y="145631"/>
                  </a:lnTo>
                  <a:lnTo>
                    <a:pt x="3066678" y="135774"/>
                  </a:lnTo>
                  <a:lnTo>
                    <a:pt x="3149561" y="124740"/>
                  </a:lnTo>
                  <a:lnTo>
                    <a:pt x="3232444" y="113517"/>
                  </a:lnTo>
                  <a:lnTo>
                    <a:pt x="3315328" y="105252"/>
                  </a:lnTo>
                  <a:lnTo>
                    <a:pt x="3398211" y="99938"/>
                  </a:lnTo>
                  <a:lnTo>
                    <a:pt x="3481094" y="95065"/>
                  </a:lnTo>
                  <a:lnTo>
                    <a:pt x="3563977" y="90437"/>
                  </a:lnTo>
                  <a:lnTo>
                    <a:pt x="3646860" y="86825"/>
                  </a:lnTo>
                  <a:lnTo>
                    <a:pt x="3729744" y="85675"/>
                  </a:lnTo>
                  <a:lnTo>
                    <a:pt x="3812627" y="86833"/>
                  </a:lnTo>
                  <a:lnTo>
                    <a:pt x="3895510" y="89220"/>
                  </a:lnTo>
                  <a:lnTo>
                    <a:pt x="3978393" y="92226"/>
                  </a:lnTo>
                  <a:lnTo>
                    <a:pt x="4061276" y="95400"/>
                  </a:lnTo>
                  <a:lnTo>
                    <a:pt x="4144160" y="98443"/>
                  </a:lnTo>
                  <a:lnTo>
                    <a:pt x="4227043" y="101173"/>
                  </a:lnTo>
                  <a:lnTo>
                    <a:pt x="4309926" y="103440"/>
                  </a:lnTo>
                  <a:lnTo>
                    <a:pt x="4392809" y="105390"/>
                  </a:lnTo>
                  <a:lnTo>
                    <a:pt x="4475692" y="107181"/>
                  </a:lnTo>
                  <a:lnTo>
                    <a:pt x="4558576" y="108763"/>
                  </a:lnTo>
                  <a:lnTo>
                    <a:pt x="4641459" y="110047"/>
                  </a:lnTo>
                  <a:lnTo>
                    <a:pt x="4724342" y="110918"/>
                  </a:lnTo>
                  <a:lnTo>
                    <a:pt x="4807225" y="111244"/>
                  </a:lnTo>
                  <a:lnTo>
                    <a:pt x="4890108" y="110884"/>
                  </a:lnTo>
                  <a:lnTo>
                    <a:pt x="4972992" y="109706"/>
                  </a:lnTo>
                  <a:lnTo>
                    <a:pt x="5055875" y="107590"/>
                  </a:lnTo>
                  <a:lnTo>
                    <a:pt x="5138758" y="104436"/>
                  </a:lnTo>
                  <a:lnTo>
                    <a:pt x="5221641" y="100169"/>
                  </a:lnTo>
                  <a:lnTo>
                    <a:pt x="5304524" y="94740"/>
                  </a:lnTo>
                  <a:lnTo>
                    <a:pt x="5387408" y="88120"/>
                  </a:lnTo>
                  <a:lnTo>
                    <a:pt x="5470291" y="80300"/>
                  </a:lnTo>
                  <a:lnTo>
                    <a:pt x="5553174" y="71286"/>
                  </a:lnTo>
                  <a:lnTo>
                    <a:pt x="5636057" y="61094"/>
                  </a:lnTo>
                  <a:lnTo>
                    <a:pt x="5718940" y="49745"/>
                  </a:lnTo>
                  <a:lnTo>
                    <a:pt x="5801824" y="37268"/>
                  </a:lnTo>
                  <a:lnTo>
                    <a:pt x="5884707" y="23692"/>
                  </a:lnTo>
                  <a:lnTo>
                    <a:pt x="5967590" y="9047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787220" y="4879656"/>
              <a:ext cx="5300640" cy="498803"/>
            </a:xfrm>
            <a:custGeom>
              <a:avLst/>
              <a:pathLst>
                <a:path w="5300640" h="498803">
                  <a:moveTo>
                    <a:pt x="5300640" y="389923"/>
                  </a:moveTo>
                  <a:lnTo>
                    <a:pt x="5252835" y="371225"/>
                  </a:lnTo>
                  <a:lnTo>
                    <a:pt x="5169952" y="340370"/>
                  </a:lnTo>
                  <a:lnTo>
                    <a:pt x="5087068" y="311099"/>
                  </a:lnTo>
                  <a:lnTo>
                    <a:pt x="5004185" y="283431"/>
                  </a:lnTo>
                  <a:lnTo>
                    <a:pt x="4921302" y="257384"/>
                  </a:lnTo>
                  <a:lnTo>
                    <a:pt x="4838419" y="232974"/>
                  </a:lnTo>
                  <a:lnTo>
                    <a:pt x="4755536" y="210214"/>
                  </a:lnTo>
                  <a:lnTo>
                    <a:pt x="4672652" y="189109"/>
                  </a:lnTo>
                  <a:lnTo>
                    <a:pt x="4589769" y="169654"/>
                  </a:lnTo>
                  <a:lnTo>
                    <a:pt x="4506886" y="151828"/>
                  </a:lnTo>
                  <a:lnTo>
                    <a:pt x="4424003" y="135593"/>
                  </a:lnTo>
                  <a:lnTo>
                    <a:pt x="4341120" y="120889"/>
                  </a:lnTo>
                  <a:lnTo>
                    <a:pt x="4258236" y="107629"/>
                  </a:lnTo>
                  <a:lnTo>
                    <a:pt x="4175353" y="95704"/>
                  </a:lnTo>
                  <a:lnTo>
                    <a:pt x="4092470" y="84982"/>
                  </a:lnTo>
                  <a:lnTo>
                    <a:pt x="4009587" y="75320"/>
                  </a:lnTo>
                  <a:lnTo>
                    <a:pt x="3926704" y="66568"/>
                  </a:lnTo>
                  <a:lnTo>
                    <a:pt x="3843820" y="58583"/>
                  </a:lnTo>
                  <a:lnTo>
                    <a:pt x="3760937" y="51238"/>
                  </a:lnTo>
                  <a:lnTo>
                    <a:pt x="3678054" y="44434"/>
                  </a:lnTo>
                  <a:lnTo>
                    <a:pt x="3595171" y="38109"/>
                  </a:lnTo>
                  <a:lnTo>
                    <a:pt x="3512288" y="31691"/>
                  </a:lnTo>
                  <a:lnTo>
                    <a:pt x="3429404" y="24740"/>
                  </a:lnTo>
                  <a:lnTo>
                    <a:pt x="3346521" y="17862"/>
                  </a:lnTo>
                  <a:lnTo>
                    <a:pt x="3263638" y="11635"/>
                  </a:lnTo>
                  <a:lnTo>
                    <a:pt x="3180755" y="6527"/>
                  </a:lnTo>
                  <a:lnTo>
                    <a:pt x="3097872" y="2848"/>
                  </a:lnTo>
                  <a:lnTo>
                    <a:pt x="3014988" y="752"/>
                  </a:lnTo>
                  <a:lnTo>
                    <a:pt x="2932105" y="0"/>
                  </a:lnTo>
                  <a:lnTo>
                    <a:pt x="2849222" y="508"/>
                  </a:lnTo>
                  <a:lnTo>
                    <a:pt x="2766339" y="2971"/>
                  </a:lnTo>
                  <a:lnTo>
                    <a:pt x="2683456" y="7395"/>
                  </a:lnTo>
                  <a:lnTo>
                    <a:pt x="2600572" y="12816"/>
                  </a:lnTo>
                  <a:lnTo>
                    <a:pt x="2517689" y="19055"/>
                  </a:lnTo>
                  <a:lnTo>
                    <a:pt x="2434806" y="27757"/>
                  </a:lnTo>
                  <a:lnTo>
                    <a:pt x="2351923" y="38619"/>
                  </a:lnTo>
                  <a:lnTo>
                    <a:pt x="2269040" y="49164"/>
                  </a:lnTo>
                  <a:lnTo>
                    <a:pt x="2186156" y="60125"/>
                  </a:lnTo>
                  <a:lnTo>
                    <a:pt x="2103273" y="74066"/>
                  </a:lnTo>
                  <a:lnTo>
                    <a:pt x="2020390" y="89875"/>
                  </a:lnTo>
                  <a:lnTo>
                    <a:pt x="1937507" y="104733"/>
                  </a:lnTo>
                  <a:lnTo>
                    <a:pt x="1854624" y="117442"/>
                  </a:lnTo>
                  <a:lnTo>
                    <a:pt x="1771740" y="131858"/>
                  </a:lnTo>
                  <a:lnTo>
                    <a:pt x="1688857" y="147475"/>
                  </a:lnTo>
                  <a:lnTo>
                    <a:pt x="1605974" y="162468"/>
                  </a:lnTo>
                  <a:lnTo>
                    <a:pt x="1523091" y="174903"/>
                  </a:lnTo>
                  <a:lnTo>
                    <a:pt x="1440208" y="187175"/>
                  </a:lnTo>
                  <a:lnTo>
                    <a:pt x="1357324" y="199798"/>
                  </a:lnTo>
                  <a:lnTo>
                    <a:pt x="1274441" y="212683"/>
                  </a:lnTo>
                  <a:lnTo>
                    <a:pt x="1191558" y="225673"/>
                  </a:lnTo>
                  <a:lnTo>
                    <a:pt x="1108675" y="238574"/>
                  </a:lnTo>
                  <a:lnTo>
                    <a:pt x="1025792" y="251240"/>
                  </a:lnTo>
                  <a:lnTo>
                    <a:pt x="942908" y="264201"/>
                  </a:lnTo>
                  <a:lnTo>
                    <a:pt x="860025" y="277874"/>
                  </a:lnTo>
                  <a:lnTo>
                    <a:pt x="777142" y="292486"/>
                  </a:lnTo>
                  <a:lnTo>
                    <a:pt x="694259" y="308249"/>
                  </a:lnTo>
                  <a:lnTo>
                    <a:pt x="611375" y="325340"/>
                  </a:lnTo>
                  <a:lnTo>
                    <a:pt x="528492" y="343889"/>
                  </a:lnTo>
                  <a:lnTo>
                    <a:pt x="445609" y="363979"/>
                  </a:lnTo>
                  <a:lnTo>
                    <a:pt x="362726" y="385643"/>
                  </a:lnTo>
                  <a:lnTo>
                    <a:pt x="279843" y="408885"/>
                  </a:lnTo>
                  <a:lnTo>
                    <a:pt x="196959" y="433683"/>
                  </a:lnTo>
                  <a:lnTo>
                    <a:pt x="114076" y="460002"/>
                  </a:lnTo>
                  <a:lnTo>
                    <a:pt x="31193" y="487801"/>
                  </a:lnTo>
                  <a:lnTo>
                    <a:pt x="0" y="4988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4788667"/>
              <a:ext cx="6015395" cy="398403"/>
            </a:xfrm>
            <a:custGeom>
              <a:avLst/>
              <a:pathLst>
                <a:path w="6015395" h="398403">
                  <a:moveTo>
                    <a:pt x="0" y="398403"/>
                  </a:moveTo>
                  <a:lnTo>
                    <a:pt x="82883" y="393668"/>
                  </a:lnTo>
                  <a:lnTo>
                    <a:pt x="165766" y="388682"/>
                  </a:lnTo>
                  <a:lnTo>
                    <a:pt x="248649" y="383445"/>
                  </a:lnTo>
                  <a:lnTo>
                    <a:pt x="331532" y="377956"/>
                  </a:lnTo>
                  <a:lnTo>
                    <a:pt x="414416" y="372215"/>
                  </a:lnTo>
                  <a:lnTo>
                    <a:pt x="497299" y="366220"/>
                  </a:lnTo>
                  <a:lnTo>
                    <a:pt x="580182" y="359972"/>
                  </a:lnTo>
                  <a:lnTo>
                    <a:pt x="663065" y="353470"/>
                  </a:lnTo>
                  <a:lnTo>
                    <a:pt x="745948" y="346712"/>
                  </a:lnTo>
                  <a:lnTo>
                    <a:pt x="828832" y="339699"/>
                  </a:lnTo>
                  <a:lnTo>
                    <a:pt x="911715" y="332430"/>
                  </a:lnTo>
                  <a:lnTo>
                    <a:pt x="994598" y="324904"/>
                  </a:lnTo>
                  <a:lnTo>
                    <a:pt x="1077481" y="317121"/>
                  </a:lnTo>
                  <a:lnTo>
                    <a:pt x="1160364" y="309080"/>
                  </a:lnTo>
                  <a:lnTo>
                    <a:pt x="1243248" y="300780"/>
                  </a:lnTo>
                  <a:lnTo>
                    <a:pt x="1326131" y="292222"/>
                  </a:lnTo>
                  <a:lnTo>
                    <a:pt x="1409014" y="283403"/>
                  </a:lnTo>
                  <a:lnTo>
                    <a:pt x="1491897" y="274324"/>
                  </a:lnTo>
                  <a:lnTo>
                    <a:pt x="1574780" y="264984"/>
                  </a:lnTo>
                  <a:lnTo>
                    <a:pt x="1657664" y="255383"/>
                  </a:lnTo>
                  <a:lnTo>
                    <a:pt x="1740547" y="245519"/>
                  </a:lnTo>
                  <a:lnTo>
                    <a:pt x="1823430" y="235261"/>
                  </a:lnTo>
                  <a:lnTo>
                    <a:pt x="1906313" y="224376"/>
                  </a:lnTo>
                  <a:lnTo>
                    <a:pt x="1989196" y="213025"/>
                  </a:lnTo>
                  <a:lnTo>
                    <a:pt x="2072080" y="201386"/>
                  </a:lnTo>
                  <a:lnTo>
                    <a:pt x="2154963" y="189636"/>
                  </a:lnTo>
                  <a:lnTo>
                    <a:pt x="2237846" y="177955"/>
                  </a:lnTo>
                  <a:lnTo>
                    <a:pt x="2320729" y="166113"/>
                  </a:lnTo>
                  <a:lnTo>
                    <a:pt x="2403612" y="152175"/>
                  </a:lnTo>
                  <a:lnTo>
                    <a:pt x="2486496" y="137137"/>
                  </a:lnTo>
                  <a:lnTo>
                    <a:pt x="2569379" y="122516"/>
                  </a:lnTo>
                  <a:lnTo>
                    <a:pt x="2652262" y="109673"/>
                  </a:lnTo>
                  <a:lnTo>
                    <a:pt x="2735145" y="95654"/>
                  </a:lnTo>
                  <a:lnTo>
                    <a:pt x="2818028" y="80343"/>
                  </a:lnTo>
                  <a:lnTo>
                    <a:pt x="2900912" y="65825"/>
                  </a:lnTo>
                  <a:lnTo>
                    <a:pt x="2983795" y="54184"/>
                  </a:lnTo>
                  <a:lnTo>
                    <a:pt x="3066678" y="43983"/>
                  </a:lnTo>
                  <a:lnTo>
                    <a:pt x="3149561" y="33035"/>
                  </a:lnTo>
                  <a:lnTo>
                    <a:pt x="3232444" y="23072"/>
                  </a:lnTo>
                  <a:lnTo>
                    <a:pt x="3315328" y="15820"/>
                  </a:lnTo>
                  <a:lnTo>
                    <a:pt x="3398211" y="10452"/>
                  </a:lnTo>
                  <a:lnTo>
                    <a:pt x="3481094" y="5804"/>
                  </a:lnTo>
                  <a:lnTo>
                    <a:pt x="3563977" y="2259"/>
                  </a:lnTo>
                  <a:lnTo>
                    <a:pt x="3646860" y="198"/>
                  </a:lnTo>
                  <a:lnTo>
                    <a:pt x="3729744" y="0"/>
                  </a:lnTo>
                  <a:lnTo>
                    <a:pt x="3812627" y="1627"/>
                  </a:lnTo>
                  <a:lnTo>
                    <a:pt x="3895510" y="4659"/>
                  </a:lnTo>
                  <a:lnTo>
                    <a:pt x="3978393" y="8717"/>
                  </a:lnTo>
                  <a:lnTo>
                    <a:pt x="4061276" y="13417"/>
                  </a:lnTo>
                  <a:lnTo>
                    <a:pt x="4144160" y="18378"/>
                  </a:lnTo>
                  <a:lnTo>
                    <a:pt x="4227043" y="23218"/>
                  </a:lnTo>
                  <a:lnTo>
                    <a:pt x="4309926" y="27561"/>
                  </a:lnTo>
                  <a:lnTo>
                    <a:pt x="4392809" y="31698"/>
                  </a:lnTo>
                  <a:lnTo>
                    <a:pt x="4475692" y="35996"/>
                  </a:lnTo>
                  <a:lnTo>
                    <a:pt x="4558576" y="40459"/>
                  </a:lnTo>
                  <a:lnTo>
                    <a:pt x="4641459" y="45094"/>
                  </a:lnTo>
                  <a:lnTo>
                    <a:pt x="4724342" y="49906"/>
                  </a:lnTo>
                  <a:lnTo>
                    <a:pt x="4807225" y="54899"/>
                  </a:lnTo>
                  <a:lnTo>
                    <a:pt x="4890108" y="60080"/>
                  </a:lnTo>
                  <a:lnTo>
                    <a:pt x="4972992" y="65454"/>
                  </a:lnTo>
                  <a:lnTo>
                    <a:pt x="5055875" y="71026"/>
                  </a:lnTo>
                  <a:lnTo>
                    <a:pt x="5138758" y="76801"/>
                  </a:lnTo>
                  <a:lnTo>
                    <a:pt x="5221641" y="82785"/>
                  </a:lnTo>
                  <a:lnTo>
                    <a:pt x="5304524" y="88983"/>
                  </a:lnTo>
                  <a:lnTo>
                    <a:pt x="5387408" y="95401"/>
                  </a:lnTo>
                  <a:lnTo>
                    <a:pt x="5470291" y="102043"/>
                  </a:lnTo>
                  <a:lnTo>
                    <a:pt x="5553174" y="108916"/>
                  </a:lnTo>
                  <a:lnTo>
                    <a:pt x="5636057" y="116025"/>
                  </a:lnTo>
                  <a:lnTo>
                    <a:pt x="5718940" y="123374"/>
                  </a:lnTo>
                  <a:lnTo>
                    <a:pt x="5801824" y="130970"/>
                  </a:lnTo>
                  <a:lnTo>
                    <a:pt x="5884707" y="138817"/>
                  </a:lnTo>
                  <a:lnTo>
                    <a:pt x="5967590" y="146922"/>
                  </a:lnTo>
                  <a:lnTo>
                    <a:pt x="6015395" y="15174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4191591"/>
              <a:ext cx="6015395" cy="1186868"/>
            </a:xfrm>
            <a:custGeom>
              <a:avLst/>
              <a:pathLst>
                <a:path w="6015395" h="1186868">
                  <a:moveTo>
                    <a:pt x="0" y="643061"/>
                  </a:moveTo>
                  <a:lnTo>
                    <a:pt x="82883" y="666235"/>
                  </a:lnTo>
                  <a:lnTo>
                    <a:pt x="165766" y="688256"/>
                  </a:lnTo>
                  <a:lnTo>
                    <a:pt x="248649" y="709105"/>
                  </a:lnTo>
                  <a:lnTo>
                    <a:pt x="331532" y="728764"/>
                  </a:lnTo>
                  <a:lnTo>
                    <a:pt x="414416" y="747210"/>
                  </a:lnTo>
                  <a:lnTo>
                    <a:pt x="497299" y="764419"/>
                  </a:lnTo>
                  <a:lnTo>
                    <a:pt x="580182" y="780366"/>
                  </a:lnTo>
                  <a:lnTo>
                    <a:pt x="663065" y="795021"/>
                  </a:lnTo>
                  <a:lnTo>
                    <a:pt x="745948" y="808353"/>
                  </a:lnTo>
                  <a:lnTo>
                    <a:pt x="828832" y="820330"/>
                  </a:lnTo>
                  <a:lnTo>
                    <a:pt x="911715" y="830919"/>
                  </a:lnTo>
                  <a:lnTo>
                    <a:pt x="994598" y="840086"/>
                  </a:lnTo>
                  <a:lnTo>
                    <a:pt x="1077481" y="847805"/>
                  </a:lnTo>
                  <a:lnTo>
                    <a:pt x="1160364" y="854060"/>
                  </a:lnTo>
                  <a:lnTo>
                    <a:pt x="1243248" y="858851"/>
                  </a:lnTo>
                  <a:lnTo>
                    <a:pt x="1326131" y="862204"/>
                  </a:lnTo>
                  <a:lnTo>
                    <a:pt x="1409014" y="864178"/>
                  </a:lnTo>
                  <a:lnTo>
                    <a:pt x="1491897" y="864870"/>
                  </a:lnTo>
                  <a:lnTo>
                    <a:pt x="1574780" y="864413"/>
                  </a:lnTo>
                  <a:lnTo>
                    <a:pt x="1657664" y="862963"/>
                  </a:lnTo>
                  <a:lnTo>
                    <a:pt x="1740547" y="860690"/>
                  </a:lnTo>
                  <a:lnTo>
                    <a:pt x="1823430" y="857828"/>
                  </a:lnTo>
                  <a:lnTo>
                    <a:pt x="1906313" y="854643"/>
                  </a:lnTo>
                  <a:lnTo>
                    <a:pt x="1989196" y="851131"/>
                  </a:lnTo>
                  <a:lnTo>
                    <a:pt x="2072080" y="847264"/>
                  </a:lnTo>
                  <a:lnTo>
                    <a:pt x="2154963" y="843039"/>
                  </a:lnTo>
                  <a:lnTo>
                    <a:pt x="2237846" y="838507"/>
                  </a:lnTo>
                  <a:lnTo>
                    <a:pt x="2320729" y="833785"/>
                  </a:lnTo>
                  <a:lnTo>
                    <a:pt x="2403612" y="828845"/>
                  </a:lnTo>
                  <a:lnTo>
                    <a:pt x="2486496" y="823262"/>
                  </a:lnTo>
                  <a:lnTo>
                    <a:pt x="2569379" y="817187"/>
                  </a:lnTo>
                  <a:lnTo>
                    <a:pt x="2652262" y="811618"/>
                  </a:lnTo>
                  <a:lnTo>
                    <a:pt x="2735145" y="806902"/>
                  </a:lnTo>
                  <a:lnTo>
                    <a:pt x="2818028" y="801966"/>
                  </a:lnTo>
                  <a:lnTo>
                    <a:pt x="2900912" y="796466"/>
                  </a:lnTo>
                  <a:lnTo>
                    <a:pt x="2983795" y="791331"/>
                  </a:lnTo>
                  <a:lnTo>
                    <a:pt x="3066678" y="788034"/>
                  </a:lnTo>
                  <a:lnTo>
                    <a:pt x="3149561" y="785437"/>
                  </a:lnTo>
                  <a:lnTo>
                    <a:pt x="3232444" y="782029"/>
                  </a:lnTo>
                  <a:lnTo>
                    <a:pt x="3315328" y="777932"/>
                  </a:lnTo>
                  <a:lnTo>
                    <a:pt x="3398211" y="774853"/>
                  </a:lnTo>
                  <a:lnTo>
                    <a:pt x="3481094" y="772393"/>
                  </a:lnTo>
                  <a:lnTo>
                    <a:pt x="3563977" y="769184"/>
                  </a:lnTo>
                  <a:lnTo>
                    <a:pt x="3646860" y="764581"/>
                  </a:lnTo>
                  <a:lnTo>
                    <a:pt x="3729744" y="758492"/>
                  </a:lnTo>
                  <a:lnTo>
                    <a:pt x="3812627" y="751781"/>
                  </a:lnTo>
                  <a:lnTo>
                    <a:pt x="3895510" y="744477"/>
                  </a:lnTo>
                  <a:lnTo>
                    <a:pt x="3978393" y="736115"/>
                  </a:lnTo>
                  <a:lnTo>
                    <a:pt x="4061276" y="726344"/>
                  </a:lnTo>
                  <a:lnTo>
                    <a:pt x="4144160" y="714931"/>
                  </a:lnTo>
                  <a:lnTo>
                    <a:pt x="4227043" y="701728"/>
                  </a:lnTo>
                  <a:lnTo>
                    <a:pt x="4309926" y="686615"/>
                  </a:lnTo>
                  <a:lnTo>
                    <a:pt x="4392809" y="669953"/>
                  </a:lnTo>
                  <a:lnTo>
                    <a:pt x="4475692" y="652038"/>
                  </a:lnTo>
                  <a:lnTo>
                    <a:pt x="4558576" y="632825"/>
                  </a:lnTo>
                  <a:lnTo>
                    <a:pt x="4641459" y="612242"/>
                  </a:lnTo>
                  <a:lnTo>
                    <a:pt x="4724342" y="590198"/>
                  </a:lnTo>
                  <a:lnTo>
                    <a:pt x="4807225" y="566585"/>
                  </a:lnTo>
                  <a:lnTo>
                    <a:pt x="4890108" y="541295"/>
                  </a:lnTo>
                  <a:lnTo>
                    <a:pt x="4972992" y="514221"/>
                  </a:lnTo>
                  <a:lnTo>
                    <a:pt x="5055875" y="485267"/>
                  </a:lnTo>
                  <a:lnTo>
                    <a:pt x="5138758" y="454353"/>
                  </a:lnTo>
                  <a:lnTo>
                    <a:pt x="5221641" y="421417"/>
                  </a:lnTo>
                  <a:lnTo>
                    <a:pt x="5304524" y="386415"/>
                  </a:lnTo>
                  <a:lnTo>
                    <a:pt x="5387408" y="349320"/>
                  </a:lnTo>
                  <a:lnTo>
                    <a:pt x="5470291" y="310119"/>
                  </a:lnTo>
                  <a:lnTo>
                    <a:pt x="5553174" y="268809"/>
                  </a:lnTo>
                  <a:lnTo>
                    <a:pt x="5636057" y="225398"/>
                  </a:lnTo>
                  <a:lnTo>
                    <a:pt x="5718940" y="179894"/>
                  </a:lnTo>
                  <a:lnTo>
                    <a:pt x="5801824" y="132313"/>
                  </a:lnTo>
                  <a:lnTo>
                    <a:pt x="5884707" y="82671"/>
                  </a:lnTo>
                  <a:lnTo>
                    <a:pt x="5967590" y="30983"/>
                  </a:lnTo>
                  <a:lnTo>
                    <a:pt x="6015395" y="0"/>
                  </a:lnTo>
                  <a:lnTo>
                    <a:pt x="6015395" y="492307"/>
                  </a:lnTo>
                  <a:lnTo>
                    <a:pt x="5967590" y="502541"/>
                  </a:lnTo>
                  <a:lnTo>
                    <a:pt x="5884707" y="520204"/>
                  </a:lnTo>
                  <a:lnTo>
                    <a:pt x="5801824" y="537804"/>
                  </a:lnTo>
                  <a:lnTo>
                    <a:pt x="5718940" y="555364"/>
                  </a:lnTo>
                  <a:lnTo>
                    <a:pt x="5636057" y="572903"/>
                  </a:lnTo>
                  <a:lnTo>
                    <a:pt x="5553174" y="590439"/>
                  </a:lnTo>
                  <a:lnTo>
                    <a:pt x="5470291" y="607987"/>
                  </a:lnTo>
                  <a:lnTo>
                    <a:pt x="5387408" y="625558"/>
                  </a:lnTo>
                  <a:lnTo>
                    <a:pt x="5304524" y="643153"/>
                  </a:lnTo>
                  <a:lnTo>
                    <a:pt x="5221641" y="660765"/>
                  </a:lnTo>
                  <a:lnTo>
                    <a:pt x="5138758" y="678370"/>
                  </a:lnTo>
                  <a:lnTo>
                    <a:pt x="5055875" y="695929"/>
                  </a:lnTo>
                  <a:lnTo>
                    <a:pt x="4972992" y="713384"/>
                  </a:lnTo>
                  <a:lnTo>
                    <a:pt x="4890108" y="730660"/>
                  </a:lnTo>
                  <a:lnTo>
                    <a:pt x="4807225" y="747663"/>
                  </a:lnTo>
                  <a:lnTo>
                    <a:pt x="4724342" y="764294"/>
                  </a:lnTo>
                  <a:lnTo>
                    <a:pt x="4641459" y="780445"/>
                  </a:lnTo>
                  <a:lnTo>
                    <a:pt x="4558576" y="796016"/>
                  </a:lnTo>
                  <a:lnTo>
                    <a:pt x="4475692" y="810919"/>
                  </a:lnTo>
                  <a:lnTo>
                    <a:pt x="4392809" y="825086"/>
                  </a:lnTo>
                  <a:lnTo>
                    <a:pt x="4309926" y="838476"/>
                  </a:lnTo>
                  <a:lnTo>
                    <a:pt x="4227043" y="850486"/>
                  </a:lnTo>
                  <a:lnTo>
                    <a:pt x="4144160" y="860532"/>
                  </a:lnTo>
                  <a:lnTo>
                    <a:pt x="4061276" y="869077"/>
                  </a:lnTo>
                  <a:lnTo>
                    <a:pt x="3978393" y="876565"/>
                  </a:lnTo>
                  <a:lnTo>
                    <a:pt x="3895510" y="883355"/>
                  </a:lnTo>
                  <a:lnTo>
                    <a:pt x="3812627" y="889693"/>
                  </a:lnTo>
                  <a:lnTo>
                    <a:pt x="3729744" y="895703"/>
                  </a:lnTo>
                  <a:lnTo>
                    <a:pt x="3646860" y="900368"/>
                  </a:lnTo>
                  <a:lnTo>
                    <a:pt x="3563977" y="902651"/>
                  </a:lnTo>
                  <a:lnTo>
                    <a:pt x="3481094" y="904240"/>
                  </a:lnTo>
                  <a:lnTo>
                    <a:pt x="3398211" y="906364"/>
                  </a:lnTo>
                  <a:lnTo>
                    <a:pt x="3315328" y="909524"/>
                  </a:lnTo>
                  <a:lnTo>
                    <a:pt x="3232444" y="912106"/>
                  </a:lnTo>
                  <a:lnTo>
                    <a:pt x="3149561" y="913628"/>
                  </a:lnTo>
                  <a:lnTo>
                    <a:pt x="3066678" y="916097"/>
                  </a:lnTo>
                  <a:lnTo>
                    <a:pt x="2983795" y="919908"/>
                  </a:lnTo>
                  <a:lnTo>
                    <a:pt x="2900912" y="924026"/>
                  </a:lnTo>
                  <a:lnTo>
                    <a:pt x="2818028" y="928663"/>
                  </a:lnTo>
                  <a:lnTo>
                    <a:pt x="2735145" y="934343"/>
                  </a:lnTo>
                  <a:lnTo>
                    <a:pt x="2652262" y="940315"/>
                  </a:lnTo>
                  <a:lnTo>
                    <a:pt x="2569379" y="945684"/>
                  </a:lnTo>
                  <a:lnTo>
                    <a:pt x="2486496" y="951452"/>
                  </a:lnTo>
                  <a:lnTo>
                    <a:pt x="2403612" y="957900"/>
                  </a:lnTo>
                  <a:lnTo>
                    <a:pt x="2320729" y="964418"/>
                  </a:lnTo>
                  <a:lnTo>
                    <a:pt x="2237846" y="970027"/>
                  </a:lnTo>
                  <a:lnTo>
                    <a:pt x="2154963" y="975443"/>
                  </a:lnTo>
                  <a:lnTo>
                    <a:pt x="2072080" y="980974"/>
                  </a:lnTo>
                  <a:lnTo>
                    <a:pt x="1989196" y="986704"/>
                  </a:lnTo>
                  <a:lnTo>
                    <a:pt x="1906313" y="992667"/>
                  </a:lnTo>
                  <a:lnTo>
                    <a:pt x="1823430" y="998867"/>
                  </a:lnTo>
                  <a:lnTo>
                    <a:pt x="1740547" y="1005331"/>
                  </a:lnTo>
                  <a:lnTo>
                    <a:pt x="1657664" y="1012237"/>
                  </a:lnTo>
                  <a:lnTo>
                    <a:pt x="1574780" y="1019776"/>
                  </a:lnTo>
                  <a:lnTo>
                    <a:pt x="1491897" y="1028119"/>
                  </a:lnTo>
                  <a:lnTo>
                    <a:pt x="1409014" y="1037422"/>
                  </a:lnTo>
                  <a:lnTo>
                    <a:pt x="1326131" y="1047821"/>
                  </a:lnTo>
                  <a:lnTo>
                    <a:pt x="1243248" y="1059411"/>
                  </a:lnTo>
                  <a:lnTo>
                    <a:pt x="1160364" y="1072253"/>
                  </a:lnTo>
                  <a:lnTo>
                    <a:pt x="1077481" y="1086374"/>
                  </a:lnTo>
                  <a:lnTo>
                    <a:pt x="994598" y="1101775"/>
                  </a:lnTo>
                  <a:lnTo>
                    <a:pt x="911715" y="1118441"/>
                  </a:lnTo>
                  <a:lnTo>
                    <a:pt x="828832" y="1136344"/>
                  </a:lnTo>
                  <a:lnTo>
                    <a:pt x="745948" y="1155455"/>
                  </a:lnTo>
                  <a:lnTo>
                    <a:pt x="663065" y="1175739"/>
                  </a:lnTo>
                  <a:lnTo>
                    <a:pt x="620015" y="118686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4191591"/>
              <a:ext cx="6015395" cy="864870"/>
            </a:xfrm>
            <a:custGeom>
              <a:avLst/>
              <a:pathLst>
                <a:path w="6015395" h="864870">
                  <a:moveTo>
                    <a:pt x="0" y="643061"/>
                  </a:moveTo>
                  <a:lnTo>
                    <a:pt x="82883" y="666235"/>
                  </a:lnTo>
                  <a:lnTo>
                    <a:pt x="165766" y="688256"/>
                  </a:lnTo>
                  <a:lnTo>
                    <a:pt x="248649" y="709105"/>
                  </a:lnTo>
                  <a:lnTo>
                    <a:pt x="331532" y="728764"/>
                  </a:lnTo>
                  <a:lnTo>
                    <a:pt x="414416" y="747210"/>
                  </a:lnTo>
                  <a:lnTo>
                    <a:pt x="497299" y="764419"/>
                  </a:lnTo>
                  <a:lnTo>
                    <a:pt x="580182" y="780366"/>
                  </a:lnTo>
                  <a:lnTo>
                    <a:pt x="663065" y="795021"/>
                  </a:lnTo>
                  <a:lnTo>
                    <a:pt x="745948" y="808353"/>
                  </a:lnTo>
                  <a:lnTo>
                    <a:pt x="828832" y="820330"/>
                  </a:lnTo>
                  <a:lnTo>
                    <a:pt x="911715" y="830919"/>
                  </a:lnTo>
                  <a:lnTo>
                    <a:pt x="994598" y="840086"/>
                  </a:lnTo>
                  <a:lnTo>
                    <a:pt x="1077481" y="847805"/>
                  </a:lnTo>
                  <a:lnTo>
                    <a:pt x="1160364" y="854060"/>
                  </a:lnTo>
                  <a:lnTo>
                    <a:pt x="1243248" y="858851"/>
                  </a:lnTo>
                  <a:lnTo>
                    <a:pt x="1326131" y="862204"/>
                  </a:lnTo>
                  <a:lnTo>
                    <a:pt x="1409014" y="864178"/>
                  </a:lnTo>
                  <a:lnTo>
                    <a:pt x="1491897" y="864870"/>
                  </a:lnTo>
                  <a:lnTo>
                    <a:pt x="1574780" y="864413"/>
                  </a:lnTo>
                  <a:lnTo>
                    <a:pt x="1657664" y="862963"/>
                  </a:lnTo>
                  <a:lnTo>
                    <a:pt x="1740547" y="860690"/>
                  </a:lnTo>
                  <a:lnTo>
                    <a:pt x="1823430" y="857828"/>
                  </a:lnTo>
                  <a:lnTo>
                    <a:pt x="1906313" y="854643"/>
                  </a:lnTo>
                  <a:lnTo>
                    <a:pt x="1989196" y="851131"/>
                  </a:lnTo>
                  <a:lnTo>
                    <a:pt x="2072080" y="847264"/>
                  </a:lnTo>
                  <a:lnTo>
                    <a:pt x="2154963" y="843039"/>
                  </a:lnTo>
                  <a:lnTo>
                    <a:pt x="2237846" y="838507"/>
                  </a:lnTo>
                  <a:lnTo>
                    <a:pt x="2320729" y="833785"/>
                  </a:lnTo>
                  <a:lnTo>
                    <a:pt x="2403612" y="828845"/>
                  </a:lnTo>
                  <a:lnTo>
                    <a:pt x="2486496" y="823262"/>
                  </a:lnTo>
                  <a:lnTo>
                    <a:pt x="2569379" y="817187"/>
                  </a:lnTo>
                  <a:lnTo>
                    <a:pt x="2652262" y="811618"/>
                  </a:lnTo>
                  <a:lnTo>
                    <a:pt x="2735145" y="806902"/>
                  </a:lnTo>
                  <a:lnTo>
                    <a:pt x="2818028" y="801966"/>
                  </a:lnTo>
                  <a:lnTo>
                    <a:pt x="2900912" y="796466"/>
                  </a:lnTo>
                  <a:lnTo>
                    <a:pt x="2983795" y="791331"/>
                  </a:lnTo>
                  <a:lnTo>
                    <a:pt x="3066678" y="788034"/>
                  </a:lnTo>
                  <a:lnTo>
                    <a:pt x="3149561" y="785437"/>
                  </a:lnTo>
                  <a:lnTo>
                    <a:pt x="3232444" y="782029"/>
                  </a:lnTo>
                  <a:lnTo>
                    <a:pt x="3315328" y="777932"/>
                  </a:lnTo>
                  <a:lnTo>
                    <a:pt x="3398211" y="774853"/>
                  </a:lnTo>
                  <a:lnTo>
                    <a:pt x="3481094" y="772393"/>
                  </a:lnTo>
                  <a:lnTo>
                    <a:pt x="3563977" y="769184"/>
                  </a:lnTo>
                  <a:lnTo>
                    <a:pt x="3646860" y="764581"/>
                  </a:lnTo>
                  <a:lnTo>
                    <a:pt x="3729744" y="758492"/>
                  </a:lnTo>
                  <a:lnTo>
                    <a:pt x="3812627" y="751781"/>
                  </a:lnTo>
                  <a:lnTo>
                    <a:pt x="3895510" y="744477"/>
                  </a:lnTo>
                  <a:lnTo>
                    <a:pt x="3978393" y="736115"/>
                  </a:lnTo>
                  <a:lnTo>
                    <a:pt x="4061276" y="726344"/>
                  </a:lnTo>
                  <a:lnTo>
                    <a:pt x="4144160" y="714931"/>
                  </a:lnTo>
                  <a:lnTo>
                    <a:pt x="4227043" y="701728"/>
                  </a:lnTo>
                  <a:lnTo>
                    <a:pt x="4309926" y="686615"/>
                  </a:lnTo>
                  <a:lnTo>
                    <a:pt x="4392809" y="669953"/>
                  </a:lnTo>
                  <a:lnTo>
                    <a:pt x="4475692" y="652038"/>
                  </a:lnTo>
                  <a:lnTo>
                    <a:pt x="4558576" y="632825"/>
                  </a:lnTo>
                  <a:lnTo>
                    <a:pt x="4641459" y="612242"/>
                  </a:lnTo>
                  <a:lnTo>
                    <a:pt x="4724342" y="590198"/>
                  </a:lnTo>
                  <a:lnTo>
                    <a:pt x="4807225" y="566585"/>
                  </a:lnTo>
                  <a:lnTo>
                    <a:pt x="4890108" y="541295"/>
                  </a:lnTo>
                  <a:lnTo>
                    <a:pt x="4972992" y="514221"/>
                  </a:lnTo>
                  <a:lnTo>
                    <a:pt x="5055875" y="485267"/>
                  </a:lnTo>
                  <a:lnTo>
                    <a:pt x="5138758" y="454353"/>
                  </a:lnTo>
                  <a:lnTo>
                    <a:pt x="5221641" y="421417"/>
                  </a:lnTo>
                  <a:lnTo>
                    <a:pt x="5304524" y="386415"/>
                  </a:lnTo>
                  <a:lnTo>
                    <a:pt x="5387408" y="349320"/>
                  </a:lnTo>
                  <a:lnTo>
                    <a:pt x="5470291" y="310119"/>
                  </a:lnTo>
                  <a:lnTo>
                    <a:pt x="5553174" y="268809"/>
                  </a:lnTo>
                  <a:lnTo>
                    <a:pt x="5636057" y="225398"/>
                  </a:lnTo>
                  <a:lnTo>
                    <a:pt x="5718940" y="179894"/>
                  </a:lnTo>
                  <a:lnTo>
                    <a:pt x="5801824" y="132313"/>
                  </a:lnTo>
                  <a:lnTo>
                    <a:pt x="5884707" y="82671"/>
                  </a:lnTo>
                  <a:lnTo>
                    <a:pt x="5967590" y="30983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692481" y="4683898"/>
              <a:ext cx="5395379" cy="694561"/>
            </a:xfrm>
            <a:custGeom>
              <a:avLst/>
              <a:pathLst>
                <a:path w="5395379" h="694561">
                  <a:moveTo>
                    <a:pt x="5395379" y="0"/>
                  </a:moveTo>
                  <a:lnTo>
                    <a:pt x="5347574" y="10234"/>
                  </a:lnTo>
                  <a:lnTo>
                    <a:pt x="5264691" y="27897"/>
                  </a:lnTo>
                  <a:lnTo>
                    <a:pt x="5181808" y="45497"/>
                  </a:lnTo>
                  <a:lnTo>
                    <a:pt x="5098924" y="63057"/>
                  </a:lnTo>
                  <a:lnTo>
                    <a:pt x="5016041" y="80595"/>
                  </a:lnTo>
                  <a:lnTo>
                    <a:pt x="4933158" y="98131"/>
                  </a:lnTo>
                  <a:lnTo>
                    <a:pt x="4850275" y="115680"/>
                  </a:lnTo>
                  <a:lnTo>
                    <a:pt x="4767392" y="133251"/>
                  </a:lnTo>
                  <a:lnTo>
                    <a:pt x="4684508" y="150846"/>
                  </a:lnTo>
                  <a:lnTo>
                    <a:pt x="4601625" y="168458"/>
                  </a:lnTo>
                  <a:lnTo>
                    <a:pt x="4518742" y="186063"/>
                  </a:lnTo>
                  <a:lnTo>
                    <a:pt x="4435859" y="203622"/>
                  </a:lnTo>
                  <a:lnTo>
                    <a:pt x="4352976" y="221077"/>
                  </a:lnTo>
                  <a:lnTo>
                    <a:pt x="4270092" y="238352"/>
                  </a:lnTo>
                  <a:lnTo>
                    <a:pt x="4187209" y="255356"/>
                  </a:lnTo>
                  <a:lnTo>
                    <a:pt x="4104326" y="271987"/>
                  </a:lnTo>
                  <a:lnTo>
                    <a:pt x="4021443" y="288138"/>
                  </a:lnTo>
                  <a:lnTo>
                    <a:pt x="3938560" y="303709"/>
                  </a:lnTo>
                  <a:lnTo>
                    <a:pt x="3855676" y="318612"/>
                  </a:lnTo>
                  <a:lnTo>
                    <a:pt x="3772793" y="332779"/>
                  </a:lnTo>
                  <a:lnTo>
                    <a:pt x="3689910" y="346169"/>
                  </a:lnTo>
                  <a:lnTo>
                    <a:pt x="3607027" y="358179"/>
                  </a:lnTo>
                  <a:lnTo>
                    <a:pt x="3524144" y="368224"/>
                  </a:lnTo>
                  <a:lnTo>
                    <a:pt x="3441260" y="376769"/>
                  </a:lnTo>
                  <a:lnTo>
                    <a:pt x="3358377" y="384257"/>
                  </a:lnTo>
                  <a:lnTo>
                    <a:pt x="3275494" y="391048"/>
                  </a:lnTo>
                  <a:lnTo>
                    <a:pt x="3192611" y="397385"/>
                  </a:lnTo>
                  <a:lnTo>
                    <a:pt x="3109728" y="403396"/>
                  </a:lnTo>
                  <a:lnTo>
                    <a:pt x="3026844" y="408061"/>
                  </a:lnTo>
                  <a:lnTo>
                    <a:pt x="2943961" y="410343"/>
                  </a:lnTo>
                  <a:lnTo>
                    <a:pt x="2861078" y="411933"/>
                  </a:lnTo>
                  <a:lnTo>
                    <a:pt x="2778195" y="414057"/>
                  </a:lnTo>
                  <a:lnTo>
                    <a:pt x="2695312" y="417216"/>
                  </a:lnTo>
                  <a:lnTo>
                    <a:pt x="2612428" y="419799"/>
                  </a:lnTo>
                  <a:lnTo>
                    <a:pt x="2529545" y="421321"/>
                  </a:lnTo>
                  <a:lnTo>
                    <a:pt x="2446662" y="423790"/>
                  </a:lnTo>
                  <a:lnTo>
                    <a:pt x="2363779" y="427601"/>
                  </a:lnTo>
                  <a:lnTo>
                    <a:pt x="2280896" y="431719"/>
                  </a:lnTo>
                  <a:lnTo>
                    <a:pt x="2198012" y="436355"/>
                  </a:lnTo>
                  <a:lnTo>
                    <a:pt x="2115129" y="442036"/>
                  </a:lnTo>
                  <a:lnTo>
                    <a:pt x="2032246" y="448008"/>
                  </a:lnTo>
                  <a:lnTo>
                    <a:pt x="1949363" y="453377"/>
                  </a:lnTo>
                  <a:lnTo>
                    <a:pt x="1866480" y="459145"/>
                  </a:lnTo>
                  <a:lnTo>
                    <a:pt x="1783596" y="465593"/>
                  </a:lnTo>
                  <a:lnTo>
                    <a:pt x="1700713" y="472111"/>
                  </a:lnTo>
                  <a:lnTo>
                    <a:pt x="1617830" y="477720"/>
                  </a:lnTo>
                  <a:lnTo>
                    <a:pt x="1534947" y="483136"/>
                  </a:lnTo>
                  <a:lnTo>
                    <a:pt x="1452064" y="488667"/>
                  </a:lnTo>
                  <a:lnTo>
                    <a:pt x="1369180" y="494397"/>
                  </a:lnTo>
                  <a:lnTo>
                    <a:pt x="1286297" y="500360"/>
                  </a:lnTo>
                  <a:lnTo>
                    <a:pt x="1203414" y="506560"/>
                  </a:lnTo>
                  <a:lnTo>
                    <a:pt x="1120531" y="513024"/>
                  </a:lnTo>
                  <a:lnTo>
                    <a:pt x="1037648" y="519930"/>
                  </a:lnTo>
                  <a:lnTo>
                    <a:pt x="954764" y="527469"/>
                  </a:lnTo>
                  <a:lnTo>
                    <a:pt x="871881" y="535811"/>
                  </a:lnTo>
                  <a:lnTo>
                    <a:pt x="788998" y="545115"/>
                  </a:lnTo>
                  <a:lnTo>
                    <a:pt x="706115" y="555513"/>
                  </a:lnTo>
                  <a:lnTo>
                    <a:pt x="623232" y="567104"/>
                  </a:lnTo>
                  <a:lnTo>
                    <a:pt x="540348" y="579946"/>
                  </a:lnTo>
                  <a:lnTo>
                    <a:pt x="457465" y="594067"/>
                  </a:lnTo>
                  <a:lnTo>
                    <a:pt x="374582" y="609468"/>
                  </a:lnTo>
                  <a:lnTo>
                    <a:pt x="291699" y="626133"/>
                  </a:lnTo>
                  <a:lnTo>
                    <a:pt x="208816" y="644037"/>
                  </a:lnTo>
                  <a:lnTo>
                    <a:pt x="125932" y="663147"/>
                  </a:lnTo>
                  <a:lnTo>
                    <a:pt x="43049" y="683432"/>
                  </a:lnTo>
                  <a:lnTo>
                    <a:pt x="0" y="6945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4437744"/>
              <a:ext cx="6015395" cy="763819"/>
            </a:xfrm>
            <a:custGeom>
              <a:avLst/>
              <a:pathLst>
                <a:path w="6015395" h="763819">
                  <a:moveTo>
                    <a:pt x="0" y="763819"/>
                  </a:moveTo>
                  <a:lnTo>
                    <a:pt x="82883" y="761054"/>
                  </a:lnTo>
                  <a:lnTo>
                    <a:pt x="165766" y="758201"/>
                  </a:lnTo>
                  <a:lnTo>
                    <a:pt x="248649" y="755261"/>
                  </a:lnTo>
                  <a:lnTo>
                    <a:pt x="331532" y="752232"/>
                  </a:lnTo>
                  <a:lnTo>
                    <a:pt x="414416" y="749115"/>
                  </a:lnTo>
                  <a:lnTo>
                    <a:pt x="497299" y="745908"/>
                  </a:lnTo>
                  <a:lnTo>
                    <a:pt x="580182" y="742612"/>
                  </a:lnTo>
                  <a:lnTo>
                    <a:pt x="663065" y="739226"/>
                  </a:lnTo>
                  <a:lnTo>
                    <a:pt x="745948" y="735750"/>
                  </a:lnTo>
                  <a:lnTo>
                    <a:pt x="828832" y="732184"/>
                  </a:lnTo>
                  <a:lnTo>
                    <a:pt x="911715" y="728526"/>
                  </a:lnTo>
                  <a:lnTo>
                    <a:pt x="994598" y="724777"/>
                  </a:lnTo>
                  <a:lnTo>
                    <a:pt x="1077481" y="720936"/>
                  </a:lnTo>
                  <a:lnTo>
                    <a:pt x="1160364" y="717003"/>
                  </a:lnTo>
                  <a:lnTo>
                    <a:pt x="1243248" y="712977"/>
                  </a:lnTo>
                  <a:lnTo>
                    <a:pt x="1326131" y="708859"/>
                  </a:lnTo>
                  <a:lnTo>
                    <a:pt x="1409014" y="704647"/>
                  </a:lnTo>
                  <a:lnTo>
                    <a:pt x="1491897" y="700341"/>
                  </a:lnTo>
                  <a:lnTo>
                    <a:pt x="1574780" y="695941"/>
                  </a:lnTo>
                  <a:lnTo>
                    <a:pt x="1657664" y="691446"/>
                  </a:lnTo>
                  <a:lnTo>
                    <a:pt x="1740547" y="686857"/>
                  </a:lnTo>
                  <a:lnTo>
                    <a:pt x="1823430" y="682194"/>
                  </a:lnTo>
                  <a:lnTo>
                    <a:pt x="1906313" y="677501"/>
                  </a:lnTo>
                  <a:lnTo>
                    <a:pt x="1989196" y="672764"/>
                  </a:lnTo>
                  <a:lnTo>
                    <a:pt x="2072080" y="667965"/>
                  </a:lnTo>
                  <a:lnTo>
                    <a:pt x="2154963" y="663088"/>
                  </a:lnTo>
                  <a:lnTo>
                    <a:pt x="2237846" y="658114"/>
                  </a:lnTo>
                  <a:lnTo>
                    <a:pt x="2320729" y="652948"/>
                  </a:lnTo>
                  <a:lnTo>
                    <a:pt x="2403612" y="647219"/>
                  </a:lnTo>
                  <a:lnTo>
                    <a:pt x="2486496" y="641203"/>
                  </a:lnTo>
                  <a:lnTo>
                    <a:pt x="2569379" y="635282"/>
                  </a:lnTo>
                  <a:lnTo>
                    <a:pt x="2652262" y="629813"/>
                  </a:lnTo>
                  <a:lnTo>
                    <a:pt x="2735145" y="624469"/>
                  </a:lnTo>
                  <a:lnTo>
                    <a:pt x="2818028" y="619161"/>
                  </a:lnTo>
                  <a:lnTo>
                    <a:pt x="2900912" y="614092"/>
                  </a:lnTo>
                  <a:lnTo>
                    <a:pt x="2983795" y="609466"/>
                  </a:lnTo>
                  <a:lnTo>
                    <a:pt x="3066678" y="605912"/>
                  </a:lnTo>
                  <a:lnTo>
                    <a:pt x="3149561" y="603379"/>
                  </a:lnTo>
                  <a:lnTo>
                    <a:pt x="3232444" y="600914"/>
                  </a:lnTo>
                  <a:lnTo>
                    <a:pt x="3315328" y="597574"/>
                  </a:lnTo>
                  <a:lnTo>
                    <a:pt x="3398211" y="594455"/>
                  </a:lnTo>
                  <a:lnTo>
                    <a:pt x="3481094" y="592163"/>
                  </a:lnTo>
                  <a:lnTo>
                    <a:pt x="3563977" y="589764"/>
                  </a:lnTo>
                  <a:lnTo>
                    <a:pt x="3646860" y="586321"/>
                  </a:lnTo>
                  <a:lnTo>
                    <a:pt x="3729744" y="580944"/>
                  </a:lnTo>
                  <a:lnTo>
                    <a:pt x="3812627" y="574583"/>
                  </a:lnTo>
                  <a:lnTo>
                    <a:pt x="3895510" y="567763"/>
                  </a:lnTo>
                  <a:lnTo>
                    <a:pt x="3978393" y="560186"/>
                  </a:lnTo>
                  <a:lnTo>
                    <a:pt x="4061276" y="551557"/>
                  </a:lnTo>
                  <a:lnTo>
                    <a:pt x="4144160" y="541578"/>
                  </a:lnTo>
                  <a:lnTo>
                    <a:pt x="4227043" y="529953"/>
                  </a:lnTo>
                  <a:lnTo>
                    <a:pt x="4309926" y="516392"/>
                  </a:lnTo>
                  <a:lnTo>
                    <a:pt x="4392809" y="501366"/>
                  </a:lnTo>
                  <a:lnTo>
                    <a:pt x="4475692" y="485325"/>
                  </a:lnTo>
                  <a:lnTo>
                    <a:pt x="4558576" y="468267"/>
                  </a:lnTo>
                  <a:lnTo>
                    <a:pt x="4641459" y="450190"/>
                  </a:lnTo>
                  <a:lnTo>
                    <a:pt x="4724342" y="431092"/>
                  </a:lnTo>
                  <a:lnTo>
                    <a:pt x="4807225" y="410971"/>
                  </a:lnTo>
                  <a:lnTo>
                    <a:pt x="4890108" y="389824"/>
                  </a:lnTo>
                  <a:lnTo>
                    <a:pt x="4972992" y="367649"/>
                  </a:lnTo>
                  <a:lnTo>
                    <a:pt x="5055875" y="344445"/>
                  </a:lnTo>
                  <a:lnTo>
                    <a:pt x="5138758" y="320208"/>
                  </a:lnTo>
                  <a:lnTo>
                    <a:pt x="5221641" y="294938"/>
                  </a:lnTo>
                  <a:lnTo>
                    <a:pt x="5304524" y="268631"/>
                  </a:lnTo>
                  <a:lnTo>
                    <a:pt x="5387408" y="241285"/>
                  </a:lnTo>
                  <a:lnTo>
                    <a:pt x="5470291" y="212899"/>
                  </a:lnTo>
                  <a:lnTo>
                    <a:pt x="5553174" y="183470"/>
                  </a:lnTo>
                  <a:lnTo>
                    <a:pt x="5636057" y="152997"/>
                  </a:lnTo>
                  <a:lnTo>
                    <a:pt x="5718940" y="121476"/>
                  </a:lnTo>
                  <a:lnTo>
                    <a:pt x="5801824" y="88905"/>
                  </a:lnTo>
                  <a:lnTo>
                    <a:pt x="5884707" y="55284"/>
                  </a:lnTo>
                  <a:lnTo>
                    <a:pt x="5967590" y="20608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4234830"/>
              <a:ext cx="6015395" cy="1143629"/>
            </a:xfrm>
            <a:custGeom>
              <a:avLst/>
              <a:pathLst>
                <a:path w="6015395" h="1143629">
                  <a:moveTo>
                    <a:pt x="0" y="553145"/>
                  </a:moveTo>
                  <a:lnTo>
                    <a:pt x="82883" y="578060"/>
                  </a:lnTo>
                  <a:lnTo>
                    <a:pt x="165766" y="601819"/>
                  </a:lnTo>
                  <a:lnTo>
                    <a:pt x="248649" y="624409"/>
                  </a:lnTo>
                  <a:lnTo>
                    <a:pt x="331532" y="645815"/>
                  </a:lnTo>
                  <a:lnTo>
                    <a:pt x="414416" y="666021"/>
                  </a:lnTo>
                  <a:lnTo>
                    <a:pt x="497299" y="685007"/>
                  </a:lnTo>
                  <a:lnTo>
                    <a:pt x="580182" y="702752"/>
                  </a:lnTo>
                  <a:lnTo>
                    <a:pt x="663065" y="719233"/>
                  </a:lnTo>
                  <a:lnTo>
                    <a:pt x="745948" y="734425"/>
                  </a:lnTo>
                  <a:lnTo>
                    <a:pt x="828832" y="748301"/>
                  </a:lnTo>
                  <a:lnTo>
                    <a:pt x="911715" y="760832"/>
                  </a:lnTo>
                  <a:lnTo>
                    <a:pt x="994598" y="771991"/>
                  </a:lnTo>
                  <a:lnTo>
                    <a:pt x="1077481" y="781758"/>
                  </a:lnTo>
                  <a:lnTo>
                    <a:pt x="1160364" y="790120"/>
                  </a:lnTo>
                  <a:lnTo>
                    <a:pt x="1243248" y="797082"/>
                  </a:lnTo>
                  <a:lnTo>
                    <a:pt x="1326131" y="802672"/>
                  </a:lnTo>
                  <a:lnTo>
                    <a:pt x="1409014" y="806953"/>
                  </a:lnTo>
                  <a:lnTo>
                    <a:pt x="1491897" y="810019"/>
                  </a:lnTo>
                  <a:lnTo>
                    <a:pt x="1574780" y="812001"/>
                  </a:lnTo>
                  <a:lnTo>
                    <a:pt x="1657664" y="813055"/>
                  </a:lnTo>
                  <a:lnTo>
                    <a:pt x="1740547" y="813344"/>
                  </a:lnTo>
                  <a:lnTo>
                    <a:pt x="1823430" y="813111"/>
                  </a:lnTo>
                  <a:lnTo>
                    <a:pt x="1906313" y="812616"/>
                  </a:lnTo>
                  <a:lnTo>
                    <a:pt x="1989196" y="811798"/>
                  </a:lnTo>
                  <a:lnTo>
                    <a:pt x="2072080" y="810570"/>
                  </a:lnTo>
                  <a:lnTo>
                    <a:pt x="2154963" y="808873"/>
                  </a:lnTo>
                  <a:lnTo>
                    <a:pt x="2237846" y="806692"/>
                  </a:lnTo>
                  <a:lnTo>
                    <a:pt x="2320729" y="804031"/>
                  </a:lnTo>
                  <a:lnTo>
                    <a:pt x="2403612" y="800584"/>
                  </a:lnTo>
                  <a:lnTo>
                    <a:pt x="2486496" y="796131"/>
                  </a:lnTo>
                  <a:lnTo>
                    <a:pt x="2569379" y="791075"/>
                  </a:lnTo>
                  <a:lnTo>
                    <a:pt x="2652262" y="786600"/>
                  </a:lnTo>
                  <a:lnTo>
                    <a:pt x="2735145" y="782479"/>
                  </a:lnTo>
                  <a:lnTo>
                    <a:pt x="2818028" y="777683"/>
                  </a:lnTo>
                  <a:lnTo>
                    <a:pt x="2900912" y="772288"/>
                  </a:lnTo>
                  <a:lnTo>
                    <a:pt x="2983795" y="767592"/>
                  </a:lnTo>
                  <a:lnTo>
                    <a:pt x="3066678" y="764731"/>
                  </a:lnTo>
                  <a:lnTo>
                    <a:pt x="3149561" y="762201"/>
                  </a:lnTo>
                  <a:lnTo>
                    <a:pt x="3232444" y="758893"/>
                  </a:lnTo>
                  <a:lnTo>
                    <a:pt x="3315328" y="755256"/>
                  </a:lnTo>
                  <a:lnTo>
                    <a:pt x="3398211" y="752446"/>
                  </a:lnTo>
                  <a:lnTo>
                    <a:pt x="3481094" y="749834"/>
                  </a:lnTo>
                  <a:lnTo>
                    <a:pt x="3563977" y="746481"/>
                  </a:lnTo>
                  <a:lnTo>
                    <a:pt x="3646860" y="742142"/>
                  </a:lnTo>
                  <a:lnTo>
                    <a:pt x="3729744" y="737083"/>
                  </a:lnTo>
                  <a:lnTo>
                    <a:pt x="3812627" y="731828"/>
                  </a:lnTo>
                  <a:lnTo>
                    <a:pt x="3895510" y="726220"/>
                  </a:lnTo>
                  <a:lnTo>
                    <a:pt x="3978393" y="719904"/>
                  </a:lnTo>
                  <a:lnTo>
                    <a:pt x="4061276" y="712638"/>
                  </a:lnTo>
                  <a:lnTo>
                    <a:pt x="4144160" y="704291"/>
                  </a:lnTo>
                  <a:lnTo>
                    <a:pt x="4227043" y="694811"/>
                  </a:lnTo>
                  <a:lnTo>
                    <a:pt x="4309926" y="684169"/>
                  </a:lnTo>
                  <a:lnTo>
                    <a:pt x="4392809" y="671971"/>
                  </a:lnTo>
                  <a:lnTo>
                    <a:pt x="4475692" y="657960"/>
                  </a:lnTo>
                  <a:lnTo>
                    <a:pt x="4558576" y="642109"/>
                  </a:lnTo>
                  <a:lnTo>
                    <a:pt x="4641459" y="624364"/>
                  </a:lnTo>
                  <a:lnTo>
                    <a:pt x="4724342" y="604652"/>
                  </a:lnTo>
                  <a:lnTo>
                    <a:pt x="4807225" y="582889"/>
                  </a:lnTo>
                  <a:lnTo>
                    <a:pt x="4890108" y="558984"/>
                  </a:lnTo>
                  <a:lnTo>
                    <a:pt x="4972992" y="532853"/>
                  </a:lnTo>
                  <a:lnTo>
                    <a:pt x="5055875" y="504418"/>
                  </a:lnTo>
                  <a:lnTo>
                    <a:pt x="5138758" y="473618"/>
                  </a:lnTo>
                  <a:lnTo>
                    <a:pt x="5221641" y="440411"/>
                  </a:lnTo>
                  <a:lnTo>
                    <a:pt x="5304524" y="404769"/>
                  </a:lnTo>
                  <a:lnTo>
                    <a:pt x="5387408" y="366682"/>
                  </a:lnTo>
                  <a:lnTo>
                    <a:pt x="5470291" y="326153"/>
                  </a:lnTo>
                  <a:lnTo>
                    <a:pt x="5553174" y="283196"/>
                  </a:lnTo>
                  <a:lnTo>
                    <a:pt x="5636057" y="237832"/>
                  </a:lnTo>
                  <a:lnTo>
                    <a:pt x="5718940" y="190086"/>
                  </a:lnTo>
                  <a:lnTo>
                    <a:pt x="5801824" y="139989"/>
                  </a:lnTo>
                  <a:lnTo>
                    <a:pt x="5884707" y="87569"/>
                  </a:lnTo>
                  <a:lnTo>
                    <a:pt x="5967590" y="32859"/>
                  </a:lnTo>
                  <a:lnTo>
                    <a:pt x="6015395" y="0"/>
                  </a:lnTo>
                  <a:lnTo>
                    <a:pt x="6015395" y="470245"/>
                  </a:lnTo>
                  <a:lnTo>
                    <a:pt x="5967590" y="483285"/>
                  </a:lnTo>
                  <a:lnTo>
                    <a:pt x="5884707" y="505495"/>
                  </a:lnTo>
                  <a:lnTo>
                    <a:pt x="5801824" y="527308"/>
                  </a:lnTo>
                  <a:lnTo>
                    <a:pt x="5718940" y="548730"/>
                  </a:lnTo>
                  <a:lnTo>
                    <a:pt x="5636057" y="569764"/>
                  </a:lnTo>
                  <a:lnTo>
                    <a:pt x="5553174" y="590412"/>
                  </a:lnTo>
                  <a:lnTo>
                    <a:pt x="5470291" y="610673"/>
                  </a:lnTo>
                  <a:lnTo>
                    <a:pt x="5387408" y="630540"/>
                  </a:lnTo>
                  <a:lnTo>
                    <a:pt x="5304524" y="650002"/>
                  </a:lnTo>
                  <a:lnTo>
                    <a:pt x="5221641" y="669033"/>
                  </a:lnTo>
                  <a:lnTo>
                    <a:pt x="5138758" y="687597"/>
                  </a:lnTo>
                  <a:lnTo>
                    <a:pt x="5055875" y="705640"/>
                  </a:lnTo>
                  <a:lnTo>
                    <a:pt x="4972992" y="723091"/>
                  </a:lnTo>
                  <a:lnTo>
                    <a:pt x="4890108" y="739863"/>
                  </a:lnTo>
                  <a:lnTo>
                    <a:pt x="4807225" y="755853"/>
                  </a:lnTo>
                  <a:lnTo>
                    <a:pt x="4724342" y="770947"/>
                  </a:lnTo>
                  <a:lnTo>
                    <a:pt x="4641459" y="785029"/>
                  </a:lnTo>
                  <a:lnTo>
                    <a:pt x="4558576" y="797987"/>
                  </a:lnTo>
                  <a:lnTo>
                    <a:pt x="4475692" y="809722"/>
                  </a:lnTo>
                  <a:lnTo>
                    <a:pt x="4392809" y="820152"/>
                  </a:lnTo>
                  <a:lnTo>
                    <a:pt x="4309926" y="829225"/>
                  </a:lnTo>
                  <a:lnTo>
                    <a:pt x="4227043" y="836902"/>
                  </a:lnTo>
                  <a:lnTo>
                    <a:pt x="4144160" y="843366"/>
                  </a:lnTo>
                  <a:lnTo>
                    <a:pt x="4061276" y="848975"/>
                  </a:lnTo>
                  <a:lnTo>
                    <a:pt x="3978393" y="854060"/>
                  </a:lnTo>
                  <a:lnTo>
                    <a:pt x="3895510" y="858875"/>
                  </a:lnTo>
                  <a:lnTo>
                    <a:pt x="3812627" y="863559"/>
                  </a:lnTo>
                  <a:lnTo>
                    <a:pt x="3729744" y="868144"/>
                  </a:lnTo>
                  <a:lnTo>
                    <a:pt x="3646860" y="871844"/>
                  </a:lnTo>
                  <a:lnTo>
                    <a:pt x="3563977" y="873967"/>
                  </a:lnTo>
                  <a:lnTo>
                    <a:pt x="3481094" y="875773"/>
                  </a:lnTo>
                  <a:lnTo>
                    <a:pt x="3398211" y="878064"/>
                  </a:lnTo>
                  <a:lnTo>
                    <a:pt x="3315328" y="880950"/>
                  </a:lnTo>
                  <a:lnTo>
                    <a:pt x="3232444" y="883141"/>
                  </a:lnTo>
                  <a:lnTo>
                    <a:pt x="3149561" y="884647"/>
                  </a:lnTo>
                  <a:lnTo>
                    <a:pt x="3066678" y="887055"/>
                  </a:lnTo>
                  <a:lnTo>
                    <a:pt x="2983795" y="890408"/>
                  </a:lnTo>
                  <a:lnTo>
                    <a:pt x="2900912" y="894132"/>
                  </a:lnTo>
                  <a:lnTo>
                    <a:pt x="2818028" y="898701"/>
                  </a:lnTo>
                  <a:lnTo>
                    <a:pt x="2735145" y="904209"/>
                  </a:lnTo>
                  <a:lnTo>
                    <a:pt x="2652262" y="909530"/>
                  </a:lnTo>
                  <a:lnTo>
                    <a:pt x="2569379" y="913813"/>
                  </a:lnTo>
                  <a:lnTo>
                    <a:pt x="2486496" y="918576"/>
                  </a:lnTo>
                  <a:lnTo>
                    <a:pt x="2403612" y="923856"/>
                  </a:lnTo>
                  <a:lnTo>
                    <a:pt x="2320729" y="928810"/>
                  </a:lnTo>
                  <a:lnTo>
                    <a:pt x="2237846" y="932319"/>
                  </a:lnTo>
                  <a:lnTo>
                    <a:pt x="2154963" y="935343"/>
                  </a:lnTo>
                  <a:lnTo>
                    <a:pt x="2072080" y="938289"/>
                  </a:lnTo>
                  <a:lnTo>
                    <a:pt x="1989196" y="941296"/>
                  </a:lnTo>
                  <a:lnTo>
                    <a:pt x="1906313" y="944455"/>
                  </a:lnTo>
                  <a:lnTo>
                    <a:pt x="1823430" y="947830"/>
                  </a:lnTo>
                  <a:lnTo>
                    <a:pt x="1740547" y="951503"/>
                  </a:lnTo>
                  <a:lnTo>
                    <a:pt x="1657664" y="955639"/>
                  </a:lnTo>
                  <a:lnTo>
                    <a:pt x="1574780" y="960402"/>
                  </a:lnTo>
                  <a:lnTo>
                    <a:pt x="1491897" y="965951"/>
                  </a:lnTo>
                  <a:lnTo>
                    <a:pt x="1409014" y="972433"/>
                  </a:lnTo>
                  <a:lnTo>
                    <a:pt x="1326131" y="979971"/>
                  </a:lnTo>
                  <a:lnTo>
                    <a:pt x="1243248" y="988654"/>
                  </a:lnTo>
                  <a:lnTo>
                    <a:pt x="1160364" y="998535"/>
                  </a:lnTo>
                  <a:lnTo>
                    <a:pt x="1077481" y="1009636"/>
                  </a:lnTo>
                  <a:lnTo>
                    <a:pt x="994598" y="1021953"/>
                  </a:lnTo>
                  <a:lnTo>
                    <a:pt x="911715" y="1035469"/>
                  </a:lnTo>
                  <a:lnTo>
                    <a:pt x="828832" y="1050153"/>
                  </a:lnTo>
                  <a:lnTo>
                    <a:pt x="745948" y="1065972"/>
                  </a:lnTo>
                  <a:lnTo>
                    <a:pt x="663065" y="1082891"/>
                  </a:lnTo>
                  <a:lnTo>
                    <a:pt x="580182" y="1100874"/>
                  </a:lnTo>
                  <a:lnTo>
                    <a:pt x="497299" y="1119889"/>
                  </a:lnTo>
                  <a:lnTo>
                    <a:pt x="414416" y="1139905"/>
                  </a:lnTo>
                  <a:lnTo>
                    <a:pt x="399707" y="114362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4234830"/>
              <a:ext cx="6015395" cy="813344"/>
            </a:xfrm>
            <a:custGeom>
              <a:avLst/>
              <a:pathLst>
                <a:path w="6015395" h="813344">
                  <a:moveTo>
                    <a:pt x="0" y="553145"/>
                  </a:moveTo>
                  <a:lnTo>
                    <a:pt x="82883" y="578060"/>
                  </a:lnTo>
                  <a:lnTo>
                    <a:pt x="165766" y="601819"/>
                  </a:lnTo>
                  <a:lnTo>
                    <a:pt x="248649" y="624409"/>
                  </a:lnTo>
                  <a:lnTo>
                    <a:pt x="331532" y="645815"/>
                  </a:lnTo>
                  <a:lnTo>
                    <a:pt x="414416" y="666021"/>
                  </a:lnTo>
                  <a:lnTo>
                    <a:pt x="497299" y="685007"/>
                  </a:lnTo>
                  <a:lnTo>
                    <a:pt x="580182" y="702752"/>
                  </a:lnTo>
                  <a:lnTo>
                    <a:pt x="663065" y="719233"/>
                  </a:lnTo>
                  <a:lnTo>
                    <a:pt x="745948" y="734425"/>
                  </a:lnTo>
                  <a:lnTo>
                    <a:pt x="828832" y="748301"/>
                  </a:lnTo>
                  <a:lnTo>
                    <a:pt x="911715" y="760832"/>
                  </a:lnTo>
                  <a:lnTo>
                    <a:pt x="994598" y="771991"/>
                  </a:lnTo>
                  <a:lnTo>
                    <a:pt x="1077481" y="781758"/>
                  </a:lnTo>
                  <a:lnTo>
                    <a:pt x="1160364" y="790120"/>
                  </a:lnTo>
                  <a:lnTo>
                    <a:pt x="1243248" y="797082"/>
                  </a:lnTo>
                  <a:lnTo>
                    <a:pt x="1326131" y="802672"/>
                  </a:lnTo>
                  <a:lnTo>
                    <a:pt x="1409014" y="806953"/>
                  </a:lnTo>
                  <a:lnTo>
                    <a:pt x="1491897" y="810019"/>
                  </a:lnTo>
                  <a:lnTo>
                    <a:pt x="1574780" y="812001"/>
                  </a:lnTo>
                  <a:lnTo>
                    <a:pt x="1657664" y="813055"/>
                  </a:lnTo>
                  <a:lnTo>
                    <a:pt x="1740547" y="813344"/>
                  </a:lnTo>
                  <a:lnTo>
                    <a:pt x="1823430" y="813111"/>
                  </a:lnTo>
                  <a:lnTo>
                    <a:pt x="1906313" y="812616"/>
                  </a:lnTo>
                  <a:lnTo>
                    <a:pt x="1989196" y="811798"/>
                  </a:lnTo>
                  <a:lnTo>
                    <a:pt x="2072080" y="810570"/>
                  </a:lnTo>
                  <a:lnTo>
                    <a:pt x="2154963" y="808873"/>
                  </a:lnTo>
                  <a:lnTo>
                    <a:pt x="2237846" y="806692"/>
                  </a:lnTo>
                  <a:lnTo>
                    <a:pt x="2320729" y="804031"/>
                  </a:lnTo>
                  <a:lnTo>
                    <a:pt x="2403612" y="800584"/>
                  </a:lnTo>
                  <a:lnTo>
                    <a:pt x="2486496" y="796131"/>
                  </a:lnTo>
                  <a:lnTo>
                    <a:pt x="2569379" y="791075"/>
                  </a:lnTo>
                  <a:lnTo>
                    <a:pt x="2652262" y="786600"/>
                  </a:lnTo>
                  <a:lnTo>
                    <a:pt x="2735145" y="782479"/>
                  </a:lnTo>
                  <a:lnTo>
                    <a:pt x="2818028" y="777683"/>
                  </a:lnTo>
                  <a:lnTo>
                    <a:pt x="2900912" y="772288"/>
                  </a:lnTo>
                  <a:lnTo>
                    <a:pt x="2983795" y="767592"/>
                  </a:lnTo>
                  <a:lnTo>
                    <a:pt x="3066678" y="764731"/>
                  </a:lnTo>
                  <a:lnTo>
                    <a:pt x="3149561" y="762201"/>
                  </a:lnTo>
                  <a:lnTo>
                    <a:pt x="3232444" y="758893"/>
                  </a:lnTo>
                  <a:lnTo>
                    <a:pt x="3315328" y="755256"/>
                  </a:lnTo>
                  <a:lnTo>
                    <a:pt x="3398211" y="752446"/>
                  </a:lnTo>
                  <a:lnTo>
                    <a:pt x="3481094" y="749834"/>
                  </a:lnTo>
                  <a:lnTo>
                    <a:pt x="3563977" y="746481"/>
                  </a:lnTo>
                  <a:lnTo>
                    <a:pt x="3646860" y="742142"/>
                  </a:lnTo>
                  <a:lnTo>
                    <a:pt x="3729744" y="737083"/>
                  </a:lnTo>
                  <a:lnTo>
                    <a:pt x="3812627" y="731828"/>
                  </a:lnTo>
                  <a:lnTo>
                    <a:pt x="3895510" y="726220"/>
                  </a:lnTo>
                  <a:lnTo>
                    <a:pt x="3978393" y="719904"/>
                  </a:lnTo>
                  <a:lnTo>
                    <a:pt x="4061276" y="712638"/>
                  </a:lnTo>
                  <a:lnTo>
                    <a:pt x="4144160" y="704291"/>
                  </a:lnTo>
                  <a:lnTo>
                    <a:pt x="4227043" y="694811"/>
                  </a:lnTo>
                  <a:lnTo>
                    <a:pt x="4309926" y="684169"/>
                  </a:lnTo>
                  <a:lnTo>
                    <a:pt x="4392809" y="671971"/>
                  </a:lnTo>
                  <a:lnTo>
                    <a:pt x="4475692" y="657960"/>
                  </a:lnTo>
                  <a:lnTo>
                    <a:pt x="4558576" y="642109"/>
                  </a:lnTo>
                  <a:lnTo>
                    <a:pt x="4641459" y="624364"/>
                  </a:lnTo>
                  <a:lnTo>
                    <a:pt x="4724342" y="604652"/>
                  </a:lnTo>
                  <a:lnTo>
                    <a:pt x="4807225" y="582889"/>
                  </a:lnTo>
                  <a:lnTo>
                    <a:pt x="4890108" y="558984"/>
                  </a:lnTo>
                  <a:lnTo>
                    <a:pt x="4972992" y="532853"/>
                  </a:lnTo>
                  <a:lnTo>
                    <a:pt x="5055875" y="504418"/>
                  </a:lnTo>
                  <a:lnTo>
                    <a:pt x="5138758" y="473618"/>
                  </a:lnTo>
                  <a:lnTo>
                    <a:pt x="5221641" y="440411"/>
                  </a:lnTo>
                  <a:lnTo>
                    <a:pt x="5304524" y="404769"/>
                  </a:lnTo>
                  <a:lnTo>
                    <a:pt x="5387408" y="366682"/>
                  </a:lnTo>
                  <a:lnTo>
                    <a:pt x="5470291" y="326153"/>
                  </a:lnTo>
                  <a:lnTo>
                    <a:pt x="5553174" y="283196"/>
                  </a:lnTo>
                  <a:lnTo>
                    <a:pt x="5636057" y="237832"/>
                  </a:lnTo>
                  <a:lnTo>
                    <a:pt x="5718940" y="190086"/>
                  </a:lnTo>
                  <a:lnTo>
                    <a:pt x="5801824" y="139989"/>
                  </a:lnTo>
                  <a:lnTo>
                    <a:pt x="5884707" y="87569"/>
                  </a:lnTo>
                  <a:lnTo>
                    <a:pt x="5967590" y="32859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72172" y="4705075"/>
              <a:ext cx="5615688" cy="673384"/>
            </a:xfrm>
            <a:custGeom>
              <a:avLst/>
              <a:pathLst>
                <a:path w="5615688" h="673384">
                  <a:moveTo>
                    <a:pt x="5615688" y="0"/>
                  </a:moveTo>
                  <a:lnTo>
                    <a:pt x="5567882" y="13040"/>
                  </a:lnTo>
                  <a:lnTo>
                    <a:pt x="5484999" y="35249"/>
                  </a:lnTo>
                  <a:lnTo>
                    <a:pt x="5402116" y="57063"/>
                  </a:lnTo>
                  <a:lnTo>
                    <a:pt x="5319233" y="78485"/>
                  </a:lnTo>
                  <a:lnTo>
                    <a:pt x="5236350" y="99519"/>
                  </a:lnTo>
                  <a:lnTo>
                    <a:pt x="5153466" y="120167"/>
                  </a:lnTo>
                  <a:lnTo>
                    <a:pt x="5070583" y="140427"/>
                  </a:lnTo>
                  <a:lnTo>
                    <a:pt x="4987700" y="160295"/>
                  </a:lnTo>
                  <a:lnTo>
                    <a:pt x="4904817" y="179756"/>
                  </a:lnTo>
                  <a:lnTo>
                    <a:pt x="4821934" y="198787"/>
                  </a:lnTo>
                  <a:lnTo>
                    <a:pt x="4739050" y="217351"/>
                  </a:lnTo>
                  <a:lnTo>
                    <a:pt x="4656167" y="235394"/>
                  </a:lnTo>
                  <a:lnTo>
                    <a:pt x="4573284" y="252846"/>
                  </a:lnTo>
                  <a:lnTo>
                    <a:pt x="4490401" y="269618"/>
                  </a:lnTo>
                  <a:lnTo>
                    <a:pt x="4407518" y="285607"/>
                  </a:lnTo>
                  <a:lnTo>
                    <a:pt x="4324634" y="300701"/>
                  </a:lnTo>
                  <a:lnTo>
                    <a:pt x="4241751" y="314783"/>
                  </a:lnTo>
                  <a:lnTo>
                    <a:pt x="4158868" y="327742"/>
                  </a:lnTo>
                  <a:lnTo>
                    <a:pt x="4075985" y="339476"/>
                  </a:lnTo>
                  <a:lnTo>
                    <a:pt x="3993102" y="349907"/>
                  </a:lnTo>
                  <a:lnTo>
                    <a:pt x="3910218" y="358979"/>
                  </a:lnTo>
                  <a:lnTo>
                    <a:pt x="3827335" y="366657"/>
                  </a:lnTo>
                  <a:lnTo>
                    <a:pt x="3744452" y="373121"/>
                  </a:lnTo>
                  <a:lnTo>
                    <a:pt x="3661569" y="378729"/>
                  </a:lnTo>
                  <a:lnTo>
                    <a:pt x="3578686" y="383815"/>
                  </a:lnTo>
                  <a:lnTo>
                    <a:pt x="3495802" y="388629"/>
                  </a:lnTo>
                  <a:lnTo>
                    <a:pt x="3412919" y="393314"/>
                  </a:lnTo>
                  <a:lnTo>
                    <a:pt x="3330036" y="397899"/>
                  </a:lnTo>
                  <a:lnTo>
                    <a:pt x="3247153" y="401599"/>
                  </a:lnTo>
                  <a:lnTo>
                    <a:pt x="3164270" y="403722"/>
                  </a:lnTo>
                  <a:lnTo>
                    <a:pt x="3081386" y="405527"/>
                  </a:lnTo>
                  <a:lnTo>
                    <a:pt x="2998503" y="407818"/>
                  </a:lnTo>
                  <a:lnTo>
                    <a:pt x="2915620" y="410705"/>
                  </a:lnTo>
                  <a:lnTo>
                    <a:pt x="2832737" y="412896"/>
                  </a:lnTo>
                  <a:lnTo>
                    <a:pt x="2749854" y="414402"/>
                  </a:lnTo>
                  <a:lnTo>
                    <a:pt x="2666970" y="416809"/>
                  </a:lnTo>
                  <a:lnTo>
                    <a:pt x="2584087" y="420162"/>
                  </a:lnTo>
                  <a:lnTo>
                    <a:pt x="2501204" y="423887"/>
                  </a:lnTo>
                  <a:lnTo>
                    <a:pt x="2418321" y="428456"/>
                  </a:lnTo>
                  <a:lnTo>
                    <a:pt x="2335438" y="433964"/>
                  </a:lnTo>
                  <a:lnTo>
                    <a:pt x="2252554" y="439284"/>
                  </a:lnTo>
                  <a:lnTo>
                    <a:pt x="2169671" y="443568"/>
                  </a:lnTo>
                  <a:lnTo>
                    <a:pt x="2086788" y="448331"/>
                  </a:lnTo>
                  <a:lnTo>
                    <a:pt x="2003905" y="453611"/>
                  </a:lnTo>
                  <a:lnTo>
                    <a:pt x="1921022" y="458564"/>
                  </a:lnTo>
                  <a:lnTo>
                    <a:pt x="1838138" y="462073"/>
                  </a:lnTo>
                  <a:lnTo>
                    <a:pt x="1755255" y="465098"/>
                  </a:lnTo>
                  <a:lnTo>
                    <a:pt x="1672372" y="468044"/>
                  </a:lnTo>
                  <a:lnTo>
                    <a:pt x="1589489" y="471051"/>
                  </a:lnTo>
                  <a:lnTo>
                    <a:pt x="1506606" y="474209"/>
                  </a:lnTo>
                  <a:lnTo>
                    <a:pt x="1423722" y="477585"/>
                  </a:lnTo>
                  <a:lnTo>
                    <a:pt x="1340839" y="481258"/>
                  </a:lnTo>
                  <a:lnTo>
                    <a:pt x="1257956" y="485393"/>
                  </a:lnTo>
                  <a:lnTo>
                    <a:pt x="1175073" y="490157"/>
                  </a:lnTo>
                  <a:lnTo>
                    <a:pt x="1092190" y="495706"/>
                  </a:lnTo>
                  <a:lnTo>
                    <a:pt x="1009306" y="502188"/>
                  </a:lnTo>
                  <a:lnTo>
                    <a:pt x="926423" y="509726"/>
                  </a:lnTo>
                  <a:lnTo>
                    <a:pt x="843540" y="518409"/>
                  </a:lnTo>
                  <a:lnTo>
                    <a:pt x="760657" y="528289"/>
                  </a:lnTo>
                  <a:lnTo>
                    <a:pt x="677774" y="539390"/>
                  </a:lnTo>
                  <a:lnTo>
                    <a:pt x="594890" y="551708"/>
                  </a:lnTo>
                  <a:lnTo>
                    <a:pt x="512007" y="565224"/>
                  </a:lnTo>
                  <a:lnTo>
                    <a:pt x="429124" y="579908"/>
                  </a:lnTo>
                  <a:lnTo>
                    <a:pt x="346241" y="595727"/>
                  </a:lnTo>
                  <a:lnTo>
                    <a:pt x="263358" y="612645"/>
                  </a:lnTo>
                  <a:lnTo>
                    <a:pt x="180474" y="630628"/>
                  </a:lnTo>
                  <a:lnTo>
                    <a:pt x="97591" y="649643"/>
                  </a:lnTo>
                  <a:lnTo>
                    <a:pt x="14708" y="669659"/>
                  </a:lnTo>
                  <a:lnTo>
                    <a:pt x="0" y="6733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4469952"/>
              <a:ext cx="6015395" cy="668630"/>
            </a:xfrm>
            <a:custGeom>
              <a:avLst/>
              <a:pathLst>
                <a:path w="6015395" h="668630">
                  <a:moveTo>
                    <a:pt x="0" y="668491"/>
                  </a:moveTo>
                  <a:lnTo>
                    <a:pt x="82883" y="668629"/>
                  </a:lnTo>
                  <a:lnTo>
                    <a:pt x="165766" y="668630"/>
                  </a:lnTo>
                  <a:lnTo>
                    <a:pt x="248649" y="668496"/>
                  </a:lnTo>
                  <a:lnTo>
                    <a:pt x="331532" y="668232"/>
                  </a:lnTo>
                  <a:lnTo>
                    <a:pt x="414416" y="667840"/>
                  </a:lnTo>
                  <a:lnTo>
                    <a:pt x="497299" y="667325"/>
                  </a:lnTo>
                  <a:lnTo>
                    <a:pt x="580182" y="666690"/>
                  </a:lnTo>
                  <a:lnTo>
                    <a:pt x="663065" y="665939"/>
                  </a:lnTo>
                  <a:lnTo>
                    <a:pt x="745948" y="665076"/>
                  </a:lnTo>
                  <a:lnTo>
                    <a:pt x="828832" y="664104"/>
                  </a:lnTo>
                  <a:lnTo>
                    <a:pt x="911715" y="663028"/>
                  </a:lnTo>
                  <a:lnTo>
                    <a:pt x="994598" y="661850"/>
                  </a:lnTo>
                  <a:lnTo>
                    <a:pt x="1077481" y="660574"/>
                  </a:lnTo>
                  <a:lnTo>
                    <a:pt x="1160364" y="659205"/>
                  </a:lnTo>
                  <a:lnTo>
                    <a:pt x="1243248" y="657745"/>
                  </a:lnTo>
                  <a:lnTo>
                    <a:pt x="1326131" y="656199"/>
                  </a:lnTo>
                  <a:lnTo>
                    <a:pt x="1409014" y="654570"/>
                  </a:lnTo>
                  <a:lnTo>
                    <a:pt x="1491897" y="652862"/>
                  </a:lnTo>
                  <a:lnTo>
                    <a:pt x="1574780" y="651079"/>
                  </a:lnTo>
                  <a:lnTo>
                    <a:pt x="1657664" y="649224"/>
                  </a:lnTo>
                  <a:lnTo>
                    <a:pt x="1740547" y="647301"/>
                  </a:lnTo>
                  <a:lnTo>
                    <a:pt x="1823430" y="645348"/>
                  </a:lnTo>
                  <a:lnTo>
                    <a:pt x="1906313" y="643413"/>
                  </a:lnTo>
                  <a:lnTo>
                    <a:pt x="1989196" y="641424"/>
                  </a:lnTo>
                  <a:lnTo>
                    <a:pt x="2072080" y="639307"/>
                  </a:lnTo>
                  <a:lnTo>
                    <a:pt x="2154963" y="636985"/>
                  </a:lnTo>
                  <a:lnTo>
                    <a:pt x="2237846" y="634383"/>
                  </a:lnTo>
                  <a:lnTo>
                    <a:pt x="2320729" y="631298"/>
                  </a:lnTo>
                  <a:lnTo>
                    <a:pt x="2403612" y="627098"/>
                  </a:lnTo>
                  <a:lnTo>
                    <a:pt x="2486496" y="622231"/>
                  </a:lnTo>
                  <a:lnTo>
                    <a:pt x="2569379" y="617321"/>
                  </a:lnTo>
                  <a:lnTo>
                    <a:pt x="2652262" y="612942"/>
                  </a:lnTo>
                  <a:lnTo>
                    <a:pt x="2735145" y="608221"/>
                  </a:lnTo>
                  <a:lnTo>
                    <a:pt x="2818028" y="603069"/>
                  </a:lnTo>
                  <a:lnTo>
                    <a:pt x="2900912" y="598088"/>
                  </a:lnTo>
                  <a:lnTo>
                    <a:pt x="2983795" y="593877"/>
                  </a:lnTo>
                  <a:lnTo>
                    <a:pt x="3066678" y="590770"/>
                  </a:lnTo>
                  <a:lnTo>
                    <a:pt x="3149561" y="588301"/>
                  </a:lnTo>
                  <a:lnTo>
                    <a:pt x="3232444" y="585895"/>
                  </a:lnTo>
                  <a:lnTo>
                    <a:pt x="3315328" y="582980"/>
                  </a:lnTo>
                  <a:lnTo>
                    <a:pt x="3398211" y="580132"/>
                  </a:lnTo>
                  <a:lnTo>
                    <a:pt x="3481094" y="577681"/>
                  </a:lnTo>
                  <a:lnTo>
                    <a:pt x="3563977" y="575101"/>
                  </a:lnTo>
                  <a:lnTo>
                    <a:pt x="3646860" y="571870"/>
                  </a:lnTo>
                  <a:lnTo>
                    <a:pt x="3729744" y="567491"/>
                  </a:lnTo>
                  <a:lnTo>
                    <a:pt x="3812627" y="562571"/>
                  </a:lnTo>
                  <a:lnTo>
                    <a:pt x="3895510" y="557425"/>
                  </a:lnTo>
                  <a:lnTo>
                    <a:pt x="3978393" y="551860"/>
                  </a:lnTo>
                  <a:lnTo>
                    <a:pt x="4061276" y="545684"/>
                  </a:lnTo>
                  <a:lnTo>
                    <a:pt x="4144160" y="538706"/>
                  </a:lnTo>
                  <a:lnTo>
                    <a:pt x="4227043" y="530734"/>
                  </a:lnTo>
                  <a:lnTo>
                    <a:pt x="4309926" y="521574"/>
                  </a:lnTo>
                  <a:lnTo>
                    <a:pt x="4392809" y="510939"/>
                  </a:lnTo>
                  <a:lnTo>
                    <a:pt x="4475692" y="498718"/>
                  </a:lnTo>
                  <a:lnTo>
                    <a:pt x="4558576" y="484925"/>
                  </a:lnTo>
                  <a:lnTo>
                    <a:pt x="4641459" y="469574"/>
                  </a:lnTo>
                  <a:lnTo>
                    <a:pt x="4724342" y="452677"/>
                  </a:lnTo>
                  <a:lnTo>
                    <a:pt x="4807225" y="434248"/>
                  </a:lnTo>
                  <a:lnTo>
                    <a:pt x="4890108" y="414301"/>
                  </a:lnTo>
                  <a:lnTo>
                    <a:pt x="4972992" y="392849"/>
                  </a:lnTo>
                  <a:lnTo>
                    <a:pt x="5055875" y="369906"/>
                  </a:lnTo>
                  <a:lnTo>
                    <a:pt x="5138758" y="345485"/>
                  </a:lnTo>
                  <a:lnTo>
                    <a:pt x="5221641" y="319599"/>
                  </a:lnTo>
                  <a:lnTo>
                    <a:pt x="5304524" y="292262"/>
                  </a:lnTo>
                  <a:lnTo>
                    <a:pt x="5387408" y="263488"/>
                  </a:lnTo>
                  <a:lnTo>
                    <a:pt x="5470291" y="233290"/>
                  </a:lnTo>
                  <a:lnTo>
                    <a:pt x="5553174" y="201681"/>
                  </a:lnTo>
                  <a:lnTo>
                    <a:pt x="5636057" y="168675"/>
                  </a:lnTo>
                  <a:lnTo>
                    <a:pt x="5718940" y="134286"/>
                  </a:lnTo>
                  <a:lnTo>
                    <a:pt x="5801824" y="98526"/>
                  </a:lnTo>
                  <a:lnTo>
                    <a:pt x="5884707" y="61409"/>
                  </a:lnTo>
                  <a:lnTo>
                    <a:pt x="5967590" y="22949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4334266"/>
              <a:ext cx="6015395" cy="1044193"/>
            </a:xfrm>
            <a:custGeom>
              <a:avLst/>
              <a:pathLst>
                <a:path w="6015395" h="1044193">
                  <a:moveTo>
                    <a:pt x="0" y="480146"/>
                  </a:moveTo>
                  <a:lnTo>
                    <a:pt x="82883" y="505128"/>
                  </a:lnTo>
                  <a:lnTo>
                    <a:pt x="165766" y="528959"/>
                  </a:lnTo>
                  <a:lnTo>
                    <a:pt x="248649" y="551627"/>
                  </a:lnTo>
                  <a:lnTo>
                    <a:pt x="331532" y="573118"/>
                  </a:lnTo>
                  <a:lnTo>
                    <a:pt x="414416" y="593418"/>
                  </a:lnTo>
                  <a:lnTo>
                    <a:pt x="497299" y="612508"/>
                  </a:lnTo>
                  <a:lnTo>
                    <a:pt x="580182" y="630369"/>
                  </a:lnTo>
                  <a:lnTo>
                    <a:pt x="663065" y="646982"/>
                  </a:lnTo>
                  <a:lnTo>
                    <a:pt x="745948" y="662322"/>
                  </a:lnTo>
                  <a:lnTo>
                    <a:pt x="828832" y="676366"/>
                  </a:lnTo>
                  <a:lnTo>
                    <a:pt x="911715" y="689088"/>
                  </a:lnTo>
                  <a:lnTo>
                    <a:pt x="994598" y="700464"/>
                  </a:lnTo>
                  <a:lnTo>
                    <a:pt x="1077481" y="710476"/>
                  </a:lnTo>
                  <a:lnTo>
                    <a:pt x="1160364" y="719111"/>
                  </a:lnTo>
                  <a:lnTo>
                    <a:pt x="1243248" y="726373"/>
                  </a:lnTo>
                  <a:lnTo>
                    <a:pt x="1326131" y="732286"/>
                  </a:lnTo>
                  <a:lnTo>
                    <a:pt x="1409014" y="736903"/>
                  </a:lnTo>
                  <a:lnTo>
                    <a:pt x="1491897" y="740307"/>
                  </a:lnTo>
                  <a:lnTo>
                    <a:pt x="1574780" y="742609"/>
                  </a:lnTo>
                  <a:lnTo>
                    <a:pt x="1657664" y="743945"/>
                  </a:lnTo>
                  <a:lnTo>
                    <a:pt x="1740547" y="744456"/>
                  </a:lnTo>
                  <a:lnTo>
                    <a:pt x="1823430" y="744302"/>
                  </a:lnTo>
                  <a:lnTo>
                    <a:pt x="1906313" y="743628"/>
                  </a:lnTo>
                  <a:lnTo>
                    <a:pt x="1989196" y="742460"/>
                  </a:lnTo>
                  <a:lnTo>
                    <a:pt x="2072080" y="740804"/>
                  </a:lnTo>
                  <a:lnTo>
                    <a:pt x="2154963" y="738691"/>
                  </a:lnTo>
                  <a:lnTo>
                    <a:pt x="2237846" y="736194"/>
                  </a:lnTo>
                  <a:lnTo>
                    <a:pt x="2320729" y="733175"/>
                  </a:lnTo>
                  <a:lnTo>
                    <a:pt x="2403612" y="728314"/>
                  </a:lnTo>
                  <a:lnTo>
                    <a:pt x="2486496" y="721987"/>
                  </a:lnTo>
                  <a:lnTo>
                    <a:pt x="2569379" y="715404"/>
                  </a:lnTo>
                  <a:lnTo>
                    <a:pt x="2652262" y="710385"/>
                  </a:lnTo>
                  <a:lnTo>
                    <a:pt x="2735145" y="705634"/>
                  </a:lnTo>
                  <a:lnTo>
                    <a:pt x="2818028" y="700039"/>
                  </a:lnTo>
                  <a:lnTo>
                    <a:pt x="2900912" y="694312"/>
                  </a:lnTo>
                  <a:lnTo>
                    <a:pt x="2983795" y="690224"/>
                  </a:lnTo>
                  <a:lnTo>
                    <a:pt x="3066678" y="689204"/>
                  </a:lnTo>
                  <a:lnTo>
                    <a:pt x="3149561" y="689495"/>
                  </a:lnTo>
                  <a:lnTo>
                    <a:pt x="3232444" y="689437"/>
                  </a:lnTo>
                  <a:lnTo>
                    <a:pt x="3315328" y="688726"/>
                  </a:lnTo>
                  <a:lnTo>
                    <a:pt x="3398211" y="688797"/>
                  </a:lnTo>
                  <a:lnTo>
                    <a:pt x="3481094" y="689576"/>
                  </a:lnTo>
                  <a:lnTo>
                    <a:pt x="3563977" y="690005"/>
                  </a:lnTo>
                  <a:lnTo>
                    <a:pt x="3646860" y="689625"/>
                  </a:lnTo>
                  <a:lnTo>
                    <a:pt x="3729744" y="688444"/>
                  </a:lnTo>
                  <a:lnTo>
                    <a:pt x="3812627" y="687424"/>
                  </a:lnTo>
                  <a:lnTo>
                    <a:pt x="3895510" y="686564"/>
                  </a:lnTo>
                  <a:lnTo>
                    <a:pt x="3978393" y="685301"/>
                  </a:lnTo>
                  <a:lnTo>
                    <a:pt x="4061276" y="683171"/>
                  </a:lnTo>
                  <a:lnTo>
                    <a:pt x="4144160" y="679806"/>
                  </a:lnTo>
                  <a:lnTo>
                    <a:pt x="4227043" y="674906"/>
                  </a:lnTo>
                  <a:lnTo>
                    <a:pt x="4309926" y="668195"/>
                  </a:lnTo>
                  <a:lnTo>
                    <a:pt x="4392809" y="659388"/>
                  </a:lnTo>
                  <a:lnTo>
                    <a:pt x="4475692" y="648411"/>
                  </a:lnTo>
                  <a:lnTo>
                    <a:pt x="4558576" y="635249"/>
                  </a:lnTo>
                  <a:lnTo>
                    <a:pt x="4641459" y="619863"/>
                  </a:lnTo>
                  <a:lnTo>
                    <a:pt x="4724342" y="602195"/>
                  </a:lnTo>
                  <a:lnTo>
                    <a:pt x="4807225" y="582180"/>
                  </a:lnTo>
                  <a:lnTo>
                    <a:pt x="4890108" y="559748"/>
                  </a:lnTo>
                  <a:lnTo>
                    <a:pt x="4972992" y="534830"/>
                  </a:lnTo>
                  <a:lnTo>
                    <a:pt x="5055875" y="507367"/>
                  </a:lnTo>
                  <a:lnTo>
                    <a:pt x="5138758" y="477315"/>
                  </a:lnTo>
                  <a:lnTo>
                    <a:pt x="5221641" y="444642"/>
                  </a:lnTo>
                  <a:lnTo>
                    <a:pt x="5304524" y="409332"/>
                  </a:lnTo>
                  <a:lnTo>
                    <a:pt x="5387408" y="371384"/>
                  </a:lnTo>
                  <a:lnTo>
                    <a:pt x="5470291" y="330808"/>
                  </a:lnTo>
                  <a:lnTo>
                    <a:pt x="5553174" y="287622"/>
                  </a:lnTo>
                  <a:lnTo>
                    <a:pt x="5636057" y="241853"/>
                  </a:lnTo>
                  <a:lnTo>
                    <a:pt x="5718940" y="193531"/>
                  </a:lnTo>
                  <a:lnTo>
                    <a:pt x="5801824" y="142687"/>
                  </a:lnTo>
                  <a:lnTo>
                    <a:pt x="5884707" y="89355"/>
                  </a:lnTo>
                  <a:lnTo>
                    <a:pt x="5967590" y="33570"/>
                  </a:lnTo>
                  <a:lnTo>
                    <a:pt x="6015395" y="0"/>
                  </a:lnTo>
                  <a:lnTo>
                    <a:pt x="6015395" y="408794"/>
                  </a:lnTo>
                  <a:lnTo>
                    <a:pt x="5967590" y="425136"/>
                  </a:lnTo>
                  <a:lnTo>
                    <a:pt x="5884707" y="452667"/>
                  </a:lnTo>
                  <a:lnTo>
                    <a:pt x="5801824" y="479392"/>
                  </a:lnTo>
                  <a:lnTo>
                    <a:pt x="5718940" y="505308"/>
                  </a:lnTo>
                  <a:lnTo>
                    <a:pt x="5636057" y="530410"/>
                  </a:lnTo>
                  <a:lnTo>
                    <a:pt x="5553174" y="554692"/>
                  </a:lnTo>
                  <a:lnTo>
                    <a:pt x="5470291" y="578147"/>
                  </a:lnTo>
                  <a:lnTo>
                    <a:pt x="5387408" y="600762"/>
                  </a:lnTo>
                  <a:lnTo>
                    <a:pt x="5304524" y="622518"/>
                  </a:lnTo>
                  <a:lnTo>
                    <a:pt x="5221641" y="643388"/>
                  </a:lnTo>
                  <a:lnTo>
                    <a:pt x="5138758" y="663331"/>
                  </a:lnTo>
                  <a:lnTo>
                    <a:pt x="5055875" y="682294"/>
                  </a:lnTo>
                  <a:lnTo>
                    <a:pt x="4972992" y="700208"/>
                  </a:lnTo>
                  <a:lnTo>
                    <a:pt x="4890108" y="716990"/>
                  </a:lnTo>
                  <a:lnTo>
                    <a:pt x="4807225" y="732542"/>
                  </a:lnTo>
                  <a:lnTo>
                    <a:pt x="4724342" y="746759"/>
                  </a:lnTo>
                  <a:lnTo>
                    <a:pt x="4641459" y="759532"/>
                  </a:lnTo>
                  <a:lnTo>
                    <a:pt x="4558576" y="770758"/>
                  </a:lnTo>
                  <a:lnTo>
                    <a:pt x="4475692" y="780341"/>
                  </a:lnTo>
                  <a:lnTo>
                    <a:pt x="4392809" y="788205"/>
                  </a:lnTo>
                  <a:lnTo>
                    <a:pt x="4309926" y="794296"/>
                  </a:lnTo>
                  <a:lnTo>
                    <a:pt x="4227043" y="798429"/>
                  </a:lnTo>
                  <a:lnTo>
                    <a:pt x="4144160" y="800707"/>
                  </a:lnTo>
                  <a:lnTo>
                    <a:pt x="4061276" y="801692"/>
                  </a:lnTo>
                  <a:lnTo>
                    <a:pt x="3978393" y="801926"/>
                  </a:lnTo>
                  <a:lnTo>
                    <a:pt x="3895510" y="801884"/>
                  </a:lnTo>
                  <a:lnTo>
                    <a:pt x="3812627" y="801941"/>
                  </a:lnTo>
                  <a:lnTo>
                    <a:pt x="3729744" y="802378"/>
                  </a:lnTo>
                  <a:lnTo>
                    <a:pt x="3646860" y="802379"/>
                  </a:lnTo>
                  <a:lnTo>
                    <a:pt x="3563977" y="800832"/>
                  </a:lnTo>
                  <a:lnTo>
                    <a:pt x="3481094" y="799058"/>
                  </a:lnTo>
                  <a:lnTo>
                    <a:pt x="3398211" y="797999"/>
                  </a:lnTo>
                  <a:lnTo>
                    <a:pt x="3315328" y="797995"/>
                  </a:lnTo>
                  <a:lnTo>
                    <a:pt x="3232444" y="797448"/>
                  </a:lnTo>
                  <a:lnTo>
                    <a:pt x="3149561" y="795941"/>
                  </a:lnTo>
                  <a:lnTo>
                    <a:pt x="3066678" y="795543"/>
                  </a:lnTo>
                  <a:lnTo>
                    <a:pt x="2983795" y="796990"/>
                  </a:lnTo>
                  <a:lnTo>
                    <a:pt x="2900912" y="800234"/>
                  </a:lnTo>
                  <a:lnTo>
                    <a:pt x="2818028" y="805244"/>
                  </a:lnTo>
                  <a:lnTo>
                    <a:pt x="2735145" y="811457"/>
                  </a:lnTo>
                  <a:lnTo>
                    <a:pt x="2652262" y="817250"/>
                  </a:lnTo>
                  <a:lnTo>
                    <a:pt x="2569379" y="822104"/>
                  </a:lnTo>
                  <a:lnTo>
                    <a:pt x="2486496" y="828432"/>
                  </a:lnTo>
                  <a:lnTo>
                    <a:pt x="2403612" y="835477"/>
                  </a:lnTo>
                  <a:lnTo>
                    <a:pt x="2320729" y="841648"/>
                  </a:lnTo>
                  <a:lnTo>
                    <a:pt x="2237846" y="845404"/>
                  </a:lnTo>
                  <a:lnTo>
                    <a:pt x="2154963" y="848635"/>
                  </a:lnTo>
                  <a:lnTo>
                    <a:pt x="2072080" y="851833"/>
                  </a:lnTo>
                  <a:lnTo>
                    <a:pt x="1989196" y="855035"/>
                  </a:lnTo>
                  <a:lnTo>
                    <a:pt x="1906313" y="858239"/>
                  </a:lnTo>
                  <a:lnTo>
                    <a:pt x="1823430" y="861416"/>
                  </a:lnTo>
                  <a:lnTo>
                    <a:pt x="1740547" y="864561"/>
                  </a:lnTo>
                  <a:lnTo>
                    <a:pt x="1657664" y="867897"/>
                  </a:lnTo>
                  <a:lnTo>
                    <a:pt x="1574780" y="871618"/>
                  </a:lnTo>
                  <a:lnTo>
                    <a:pt x="1491897" y="875863"/>
                  </a:lnTo>
                  <a:lnTo>
                    <a:pt x="1409014" y="880760"/>
                  </a:lnTo>
                  <a:lnTo>
                    <a:pt x="1326131" y="886416"/>
                  </a:lnTo>
                  <a:lnTo>
                    <a:pt x="1243248" y="892911"/>
                  </a:lnTo>
                  <a:lnTo>
                    <a:pt x="1160364" y="900291"/>
                  </a:lnTo>
                  <a:lnTo>
                    <a:pt x="1077481" y="908575"/>
                  </a:lnTo>
                  <a:lnTo>
                    <a:pt x="994598" y="917762"/>
                  </a:lnTo>
                  <a:lnTo>
                    <a:pt x="911715" y="927836"/>
                  </a:lnTo>
                  <a:lnTo>
                    <a:pt x="828832" y="938773"/>
                  </a:lnTo>
                  <a:lnTo>
                    <a:pt x="745948" y="950543"/>
                  </a:lnTo>
                  <a:lnTo>
                    <a:pt x="663065" y="963117"/>
                  </a:lnTo>
                  <a:lnTo>
                    <a:pt x="580182" y="976466"/>
                  </a:lnTo>
                  <a:lnTo>
                    <a:pt x="497299" y="990560"/>
                  </a:lnTo>
                  <a:lnTo>
                    <a:pt x="414416" y="1005376"/>
                  </a:lnTo>
                  <a:lnTo>
                    <a:pt x="331532" y="1020888"/>
                  </a:lnTo>
                  <a:lnTo>
                    <a:pt x="248649" y="1037074"/>
                  </a:lnTo>
                  <a:lnTo>
                    <a:pt x="213611" y="104419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4334266"/>
              <a:ext cx="6015395" cy="744456"/>
            </a:xfrm>
            <a:custGeom>
              <a:avLst/>
              <a:pathLst>
                <a:path w="6015395" h="744456">
                  <a:moveTo>
                    <a:pt x="0" y="480146"/>
                  </a:moveTo>
                  <a:lnTo>
                    <a:pt x="82883" y="505128"/>
                  </a:lnTo>
                  <a:lnTo>
                    <a:pt x="165766" y="528959"/>
                  </a:lnTo>
                  <a:lnTo>
                    <a:pt x="248649" y="551627"/>
                  </a:lnTo>
                  <a:lnTo>
                    <a:pt x="331532" y="573118"/>
                  </a:lnTo>
                  <a:lnTo>
                    <a:pt x="414416" y="593418"/>
                  </a:lnTo>
                  <a:lnTo>
                    <a:pt x="497299" y="612508"/>
                  </a:lnTo>
                  <a:lnTo>
                    <a:pt x="580182" y="630369"/>
                  </a:lnTo>
                  <a:lnTo>
                    <a:pt x="663065" y="646982"/>
                  </a:lnTo>
                  <a:lnTo>
                    <a:pt x="745948" y="662322"/>
                  </a:lnTo>
                  <a:lnTo>
                    <a:pt x="828832" y="676366"/>
                  </a:lnTo>
                  <a:lnTo>
                    <a:pt x="911715" y="689088"/>
                  </a:lnTo>
                  <a:lnTo>
                    <a:pt x="994598" y="700464"/>
                  </a:lnTo>
                  <a:lnTo>
                    <a:pt x="1077481" y="710476"/>
                  </a:lnTo>
                  <a:lnTo>
                    <a:pt x="1160364" y="719111"/>
                  </a:lnTo>
                  <a:lnTo>
                    <a:pt x="1243248" y="726373"/>
                  </a:lnTo>
                  <a:lnTo>
                    <a:pt x="1326131" y="732286"/>
                  </a:lnTo>
                  <a:lnTo>
                    <a:pt x="1409014" y="736903"/>
                  </a:lnTo>
                  <a:lnTo>
                    <a:pt x="1491897" y="740307"/>
                  </a:lnTo>
                  <a:lnTo>
                    <a:pt x="1574780" y="742609"/>
                  </a:lnTo>
                  <a:lnTo>
                    <a:pt x="1657664" y="743945"/>
                  </a:lnTo>
                  <a:lnTo>
                    <a:pt x="1740547" y="744456"/>
                  </a:lnTo>
                  <a:lnTo>
                    <a:pt x="1823430" y="744302"/>
                  </a:lnTo>
                  <a:lnTo>
                    <a:pt x="1906313" y="743628"/>
                  </a:lnTo>
                  <a:lnTo>
                    <a:pt x="1989196" y="742460"/>
                  </a:lnTo>
                  <a:lnTo>
                    <a:pt x="2072080" y="740804"/>
                  </a:lnTo>
                  <a:lnTo>
                    <a:pt x="2154963" y="738691"/>
                  </a:lnTo>
                  <a:lnTo>
                    <a:pt x="2237846" y="736194"/>
                  </a:lnTo>
                  <a:lnTo>
                    <a:pt x="2320729" y="733175"/>
                  </a:lnTo>
                  <a:lnTo>
                    <a:pt x="2403612" y="728314"/>
                  </a:lnTo>
                  <a:lnTo>
                    <a:pt x="2486496" y="721987"/>
                  </a:lnTo>
                  <a:lnTo>
                    <a:pt x="2569379" y="715404"/>
                  </a:lnTo>
                  <a:lnTo>
                    <a:pt x="2652262" y="710385"/>
                  </a:lnTo>
                  <a:lnTo>
                    <a:pt x="2735145" y="705634"/>
                  </a:lnTo>
                  <a:lnTo>
                    <a:pt x="2818028" y="700039"/>
                  </a:lnTo>
                  <a:lnTo>
                    <a:pt x="2900912" y="694312"/>
                  </a:lnTo>
                  <a:lnTo>
                    <a:pt x="2983795" y="690224"/>
                  </a:lnTo>
                  <a:lnTo>
                    <a:pt x="3066678" y="689204"/>
                  </a:lnTo>
                  <a:lnTo>
                    <a:pt x="3149561" y="689495"/>
                  </a:lnTo>
                  <a:lnTo>
                    <a:pt x="3232444" y="689437"/>
                  </a:lnTo>
                  <a:lnTo>
                    <a:pt x="3315328" y="688726"/>
                  </a:lnTo>
                  <a:lnTo>
                    <a:pt x="3398211" y="688797"/>
                  </a:lnTo>
                  <a:lnTo>
                    <a:pt x="3481094" y="689576"/>
                  </a:lnTo>
                  <a:lnTo>
                    <a:pt x="3563977" y="690005"/>
                  </a:lnTo>
                  <a:lnTo>
                    <a:pt x="3646860" y="689625"/>
                  </a:lnTo>
                  <a:lnTo>
                    <a:pt x="3729744" y="688444"/>
                  </a:lnTo>
                  <a:lnTo>
                    <a:pt x="3812627" y="687424"/>
                  </a:lnTo>
                  <a:lnTo>
                    <a:pt x="3895510" y="686564"/>
                  </a:lnTo>
                  <a:lnTo>
                    <a:pt x="3978393" y="685301"/>
                  </a:lnTo>
                  <a:lnTo>
                    <a:pt x="4061276" y="683171"/>
                  </a:lnTo>
                  <a:lnTo>
                    <a:pt x="4144160" y="679806"/>
                  </a:lnTo>
                  <a:lnTo>
                    <a:pt x="4227043" y="674906"/>
                  </a:lnTo>
                  <a:lnTo>
                    <a:pt x="4309926" y="668195"/>
                  </a:lnTo>
                  <a:lnTo>
                    <a:pt x="4392809" y="659388"/>
                  </a:lnTo>
                  <a:lnTo>
                    <a:pt x="4475692" y="648411"/>
                  </a:lnTo>
                  <a:lnTo>
                    <a:pt x="4558576" y="635249"/>
                  </a:lnTo>
                  <a:lnTo>
                    <a:pt x="4641459" y="619863"/>
                  </a:lnTo>
                  <a:lnTo>
                    <a:pt x="4724342" y="602195"/>
                  </a:lnTo>
                  <a:lnTo>
                    <a:pt x="4807225" y="582180"/>
                  </a:lnTo>
                  <a:lnTo>
                    <a:pt x="4890108" y="559748"/>
                  </a:lnTo>
                  <a:lnTo>
                    <a:pt x="4972992" y="534830"/>
                  </a:lnTo>
                  <a:lnTo>
                    <a:pt x="5055875" y="507367"/>
                  </a:lnTo>
                  <a:lnTo>
                    <a:pt x="5138758" y="477315"/>
                  </a:lnTo>
                  <a:lnTo>
                    <a:pt x="5221641" y="444642"/>
                  </a:lnTo>
                  <a:lnTo>
                    <a:pt x="5304524" y="409332"/>
                  </a:lnTo>
                  <a:lnTo>
                    <a:pt x="5387408" y="371384"/>
                  </a:lnTo>
                  <a:lnTo>
                    <a:pt x="5470291" y="330808"/>
                  </a:lnTo>
                  <a:lnTo>
                    <a:pt x="5553174" y="287622"/>
                  </a:lnTo>
                  <a:lnTo>
                    <a:pt x="5636057" y="241853"/>
                  </a:lnTo>
                  <a:lnTo>
                    <a:pt x="5718940" y="193531"/>
                  </a:lnTo>
                  <a:lnTo>
                    <a:pt x="5801824" y="142687"/>
                  </a:lnTo>
                  <a:lnTo>
                    <a:pt x="5884707" y="89355"/>
                  </a:lnTo>
                  <a:lnTo>
                    <a:pt x="5967590" y="33570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286076" y="4743061"/>
              <a:ext cx="5801784" cy="635398"/>
            </a:xfrm>
            <a:custGeom>
              <a:avLst/>
              <a:pathLst>
                <a:path w="5801784" h="635398">
                  <a:moveTo>
                    <a:pt x="5801784" y="0"/>
                  </a:moveTo>
                  <a:lnTo>
                    <a:pt x="5753978" y="16341"/>
                  </a:lnTo>
                  <a:lnTo>
                    <a:pt x="5671095" y="43872"/>
                  </a:lnTo>
                  <a:lnTo>
                    <a:pt x="5588212" y="70597"/>
                  </a:lnTo>
                  <a:lnTo>
                    <a:pt x="5505329" y="96513"/>
                  </a:lnTo>
                  <a:lnTo>
                    <a:pt x="5422446" y="121615"/>
                  </a:lnTo>
                  <a:lnTo>
                    <a:pt x="5339562" y="145897"/>
                  </a:lnTo>
                  <a:lnTo>
                    <a:pt x="5256679" y="169352"/>
                  </a:lnTo>
                  <a:lnTo>
                    <a:pt x="5173796" y="191967"/>
                  </a:lnTo>
                  <a:lnTo>
                    <a:pt x="5090913" y="213723"/>
                  </a:lnTo>
                  <a:lnTo>
                    <a:pt x="5008030" y="234593"/>
                  </a:lnTo>
                  <a:lnTo>
                    <a:pt x="4925146" y="254536"/>
                  </a:lnTo>
                  <a:lnTo>
                    <a:pt x="4842263" y="273499"/>
                  </a:lnTo>
                  <a:lnTo>
                    <a:pt x="4759380" y="291413"/>
                  </a:lnTo>
                  <a:lnTo>
                    <a:pt x="4676497" y="308195"/>
                  </a:lnTo>
                  <a:lnTo>
                    <a:pt x="4593614" y="323747"/>
                  </a:lnTo>
                  <a:lnTo>
                    <a:pt x="4510730" y="337964"/>
                  </a:lnTo>
                  <a:lnTo>
                    <a:pt x="4427847" y="350737"/>
                  </a:lnTo>
                  <a:lnTo>
                    <a:pt x="4344964" y="361963"/>
                  </a:lnTo>
                  <a:lnTo>
                    <a:pt x="4262081" y="371546"/>
                  </a:lnTo>
                  <a:lnTo>
                    <a:pt x="4179198" y="379410"/>
                  </a:lnTo>
                  <a:lnTo>
                    <a:pt x="4096314" y="385501"/>
                  </a:lnTo>
                  <a:lnTo>
                    <a:pt x="4013431" y="389634"/>
                  </a:lnTo>
                  <a:lnTo>
                    <a:pt x="3930548" y="391912"/>
                  </a:lnTo>
                  <a:lnTo>
                    <a:pt x="3847665" y="392897"/>
                  </a:lnTo>
                  <a:lnTo>
                    <a:pt x="3764782" y="393131"/>
                  </a:lnTo>
                  <a:lnTo>
                    <a:pt x="3681898" y="393089"/>
                  </a:lnTo>
                  <a:lnTo>
                    <a:pt x="3599015" y="393146"/>
                  </a:lnTo>
                  <a:lnTo>
                    <a:pt x="3516132" y="393583"/>
                  </a:lnTo>
                  <a:lnTo>
                    <a:pt x="3433249" y="393584"/>
                  </a:lnTo>
                  <a:lnTo>
                    <a:pt x="3350366" y="392037"/>
                  </a:lnTo>
                  <a:lnTo>
                    <a:pt x="3267482" y="390263"/>
                  </a:lnTo>
                  <a:lnTo>
                    <a:pt x="3184599" y="389204"/>
                  </a:lnTo>
                  <a:lnTo>
                    <a:pt x="3101716" y="389200"/>
                  </a:lnTo>
                  <a:lnTo>
                    <a:pt x="3018833" y="388653"/>
                  </a:lnTo>
                  <a:lnTo>
                    <a:pt x="2935950" y="387146"/>
                  </a:lnTo>
                  <a:lnTo>
                    <a:pt x="2853066" y="386748"/>
                  </a:lnTo>
                  <a:lnTo>
                    <a:pt x="2770183" y="388195"/>
                  </a:lnTo>
                  <a:lnTo>
                    <a:pt x="2687300" y="391439"/>
                  </a:lnTo>
                  <a:lnTo>
                    <a:pt x="2604417" y="396449"/>
                  </a:lnTo>
                  <a:lnTo>
                    <a:pt x="2521534" y="402662"/>
                  </a:lnTo>
                  <a:lnTo>
                    <a:pt x="2438650" y="408455"/>
                  </a:lnTo>
                  <a:lnTo>
                    <a:pt x="2355767" y="413309"/>
                  </a:lnTo>
                  <a:lnTo>
                    <a:pt x="2272884" y="419637"/>
                  </a:lnTo>
                  <a:lnTo>
                    <a:pt x="2190001" y="426682"/>
                  </a:lnTo>
                  <a:lnTo>
                    <a:pt x="2107118" y="432853"/>
                  </a:lnTo>
                  <a:lnTo>
                    <a:pt x="2024234" y="436609"/>
                  </a:lnTo>
                  <a:lnTo>
                    <a:pt x="1941351" y="439840"/>
                  </a:lnTo>
                  <a:lnTo>
                    <a:pt x="1858468" y="443038"/>
                  </a:lnTo>
                  <a:lnTo>
                    <a:pt x="1775585" y="446240"/>
                  </a:lnTo>
                  <a:lnTo>
                    <a:pt x="1692702" y="449444"/>
                  </a:lnTo>
                  <a:lnTo>
                    <a:pt x="1609818" y="452621"/>
                  </a:lnTo>
                  <a:lnTo>
                    <a:pt x="1526935" y="455766"/>
                  </a:lnTo>
                  <a:lnTo>
                    <a:pt x="1444052" y="459102"/>
                  </a:lnTo>
                  <a:lnTo>
                    <a:pt x="1361169" y="462823"/>
                  </a:lnTo>
                  <a:lnTo>
                    <a:pt x="1278286" y="467068"/>
                  </a:lnTo>
                  <a:lnTo>
                    <a:pt x="1195402" y="471965"/>
                  </a:lnTo>
                  <a:lnTo>
                    <a:pt x="1112519" y="477621"/>
                  </a:lnTo>
                  <a:lnTo>
                    <a:pt x="1029636" y="484116"/>
                  </a:lnTo>
                  <a:lnTo>
                    <a:pt x="946753" y="491496"/>
                  </a:lnTo>
                  <a:lnTo>
                    <a:pt x="863870" y="499780"/>
                  </a:lnTo>
                  <a:lnTo>
                    <a:pt x="780986" y="508967"/>
                  </a:lnTo>
                  <a:lnTo>
                    <a:pt x="698103" y="519041"/>
                  </a:lnTo>
                  <a:lnTo>
                    <a:pt x="615220" y="529978"/>
                  </a:lnTo>
                  <a:lnTo>
                    <a:pt x="532337" y="541748"/>
                  </a:lnTo>
                  <a:lnTo>
                    <a:pt x="449454" y="554322"/>
                  </a:lnTo>
                  <a:lnTo>
                    <a:pt x="366570" y="567671"/>
                  </a:lnTo>
                  <a:lnTo>
                    <a:pt x="283687" y="581765"/>
                  </a:lnTo>
                  <a:lnTo>
                    <a:pt x="200804" y="596581"/>
                  </a:lnTo>
                  <a:lnTo>
                    <a:pt x="117921" y="612093"/>
                  </a:lnTo>
                  <a:lnTo>
                    <a:pt x="35038" y="628279"/>
                  </a:lnTo>
                  <a:lnTo>
                    <a:pt x="0" y="635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4538663"/>
              <a:ext cx="6015395" cy="605303"/>
            </a:xfrm>
            <a:custGeom>
              <a:avLst/>
              <a:pathLst>
                <a:path w="6015395" h="605303">
                  <a:moveTo>
                    <a:pt x="0" y="580419"/>
                  </a:moveTo>
                  <a:lnTo>
                    <a:pt x="82883" y="583862"/>
                  </a:lnTo>
                  <a:lnTo>
                    <a:pt x="165766" y="587040"/>
                  </a:lnTo>
                  <a:lnTo>
                    <a:pt x="248649" y="589953"/>
                  </a:lnTo>
                  <a:lnTo>
                    <a:pt x="331532" y="592606"/>
                  </a:lnTo>
                  <a:lnTo>
                    <a:pt x="414416" y="594999"/>
                  </a:lnTo>
                  <a:lnTo>
                    <a:pt x="497299" y="597136"/>
                  </a:lnTo>
                  <a:lnTo>
                    <a:pt x="580182" y="599020"/>
                  </a:lnTo>
                  <a:lnTo>
                    <a:pt x="663065" y="600652"/>
                  </a:lnTo>
                  <a:lnTo>
                    <a:pt x="745948" y="602035"/>
                  </a:lnTo>
                  <a:lnTo>
                    <a:pt x="828832" y="603172"/>
                  </a:lnTo>
                  <a:lnTo>
                    <a:pt x="911715" y="604065"/>
                  </a:lnTo>
                  <a:lnTo>
                    <a:pt x="994598" y="604716"/>
                  </a:lnTo>
                  <a:lnTo>
                    <a:pt x="1077481" y="605128"/>
                  </a:lnTo>
                  <a:lnTo>
                    <a:pt x="1160364" y="605303"/>
                  </a:lnTo>
                  <a:lnTo>
                    <a:pt x="1243248" y="605244"/>
                  </a:lnTo>
                  <a:lnTo>
                    <a:pt x="1326131" y="604954"/>
                  </a:lnTo>
                  <a:lnTo>
                    <a:pt x="1409014" y="604434"/>
                  </a:lnTo>
                  <a:lnTo>
                    <a:pt x="1491897" y="603687"/>
                  </a:lnTo>
                  <a:lnTo>
                    <a:pt x="1574780" y="602716"/>
                  </a:lnTo>
                  <a:lnTo>
                    <a:pt x="1657664" y="601523"/>
                  </a:lnTo>
                  <a:lnTo>
                    <a:pt x="1740547" y="600111"/>
                  </a:lnTo>
                  <a:lnTo>
                    <a:pt x="1823430" y="598461"/>
                  </a:lnTo>
                  <a:lnTo>
                    <a:pt x="1906313" y="596536"/>
                  </a:lnTo>
                  <a:lnTo>
                    <a:pt x="1989196" y="594350"/>
                  </a:lnTo>
                  <a:lnTo>
                    <a:pt x="2072080" y="591921"/>
                  </a:lnTo>
                  <a:lnTo>
                    <a:pt x="2154963" y="589265"/>
                  </a:lnTo>
                  <a:lnTo>
                    <a:pt x="2237846" y="586401"/>
                  </a:lnTo>
                  <a:lnTo>
                    <a:pt x="2320729" y="583014"/>
                  </a:lnTo>
                  <a:lnTo>
                    <a:pt x="2403612" y="577498"/>
                  </a:lnTo>
                  <a:lnTo>
                    <a:pt x="2486496" y="570812"/>
                  </a:lnTo>
                  <a:lnTo>
                    <a:pt x="2569379" y="564356"/>
                  </a:lnTo>
                  <a:lnTo>
                    <a:pt x="2652262" y="559420"/>
                  </a:lnTo>
                  <a:lnTo>
                    <a:pt x="2735145" y="554148"/>
                  </a:lnTo>
                  <a:lnTo>
                    <a:pt x="2818028" y="548244"/>
                  </a:lnTo>
                  <a:lnTo>
                    <a:pt x="2900912" y="542876"/>
                  </a:lnTo>
                  <a:lnTo>
                    <a:pt x="2983795" y="539210"/>
                  </a:lnTo>
                  <a:lnTo>
                    <a:pt x="3066678" y="537976"/>
                  </a:lnTo>
                  <a:lnTo>
                    <a:pt x="3149561" y="538320"/>
                  </a:lnTo>
                  <a:lnTo>
                    <a:pt x="3232444" y="539045"/>
                  </a:lnTo>
                  <a:lnTo>
                    <a:pt x="3315328" y="538963"/>
                  </a:lnTo>
                  <a:lnTo>
                    <a:pt x="3398211" y="539001"/>
                  </a:lnTo>
                  <a:lnTo>
                    <a:pt x="3481094" y="539920"/>
                  </a:lnTo>
                  <a:lnTo>
                    <a:pt x="3563977" y="541021"/>
                  </a:lnTo>
                  <a:lnTo>
                    <a:pt x="3646860" y="541604"/>
                  </a:lnTo>
                  <a:lnTo>
                    <a:pt x="3729744" y="541013"/>
                  </a:lnTo>
                  <a:lnTo>
                    <a:pt x="3812627" y="540285"/>
                  </a:lnTo>
                  <a:lnTo>
                    <a:pt x="3895510" y="539826"/>
                  </a:lnTo>
                  <a:lnTo>
                    <a:pt x="3978393" y="539216"/>
                  </a:lnTo>
                  <a:lnTo>
                    <a:pt x="4061276" y="538034"/>
                  </a:lnTo>
                  <a:lnTo>
                    <a:pt x="4144160" y="535859"/>
                  </a:lnTo>
                  <a:lnTo>
                    <a:pt x="4227043" y="532270"/>
                  </a:lnTo>
                  <a:lnTo>
                    <a:pt x="4309926" y="526848"/>
                  </a:lnTo>
                  <a:lnTo>
                    <a:pt x="4392809" y="519399"/>
                  </a:lnTo>
                  <a:lnTo>
                    <a:pt x="4475692" y="509979"/>
                  </a:lnTo>
                  <a:lnTo>
                    <a:pt x="4558576" y="498606"/>
                  </a:lnTo>
                  <a:lnTo>
                    <a:pt x="4641459" y="485300"/>
                  </a:lnTo>
                  <a:lnTo>
                    <a:pt x="4724342" y="470079"/>
                  </a:lnTo>
                  <a:lnTo>
                    <a:pt x="4807225" y="452964"/>
                  </a:lnTo>
                  <a:lnTo>
                    <a:pt x="4890108" y="433971"/>
                  </a:lnTo>
                  <a:lnTo>
                    <a:pt x="4972992" y="413121"/>
                  </a:lnTo>
                  <a:lnTo>
                    <a:pt x="5055875" y="390433"/>
                  </a:lnTo>
                  <a:lnTo>
                    <a:pt x="5138758" y="365925"/>
                  </a:lnTo>
                  <a:lnTo>
                    <a:pt x="5221641" y="339617"/>
                  </a:lnTo>
                  <a:lnTo>
                    <a:pt x="5304524" y="311528"/>
                  </a:lnTo>
                  <a:lnTo>
                    <a:pt x="5387408" y="281675"/>
                  </a:lnTo>
                  <a:lnTo>
                    <a:pt x="5470291" y="250080"/>
                  </a:lnTo>
                  <a:lnTo>
                    <a:pt x="5553174" y="216760"/>
                  </a:lnTo>
                  <a:lnTo>
                    <a:pt x="5636057" y="181734"/>
                  </a:lnTo>
                  <a:lnTo>
                    <a:pt x="5718940" y="145022"/>
                  </a:lnTo>
                  <a:lnTo>
                    <a:pt x="5801824" y="106642"/>
                  </a:lnTo>
                  <a:lnTo>
                    <a:pt x="5884707" y="66614"/>
                  </a:lnTo>
                  <a:lnTo>
                    <a:pt x="5967590" y="24956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4058567"/>
              <a:ext cx="6015395" cy="1319892"/>
            </a:xfrm>
            <a:custGeom>
              <a:avLst/>
              <a:pathLst>
                <a:path w="6015395" h="1319892">
                  <a:moveTo>
                    <a:pt x="0" y="229228"/>
                  </a:moveTo>
                  <a:lnTo>
                    <a:pt x="82883" y="282490"/>
                  </a:lnTo>
                  <a:lnTo>
                    <a:pt x="165766" y="333133"/>
                  </a:lnTo>
                  <a:lnTo>
                    <a:pt x="248649" y="381137"/>
                  </a:lnTo>
                  <a:lnTo>
                    <a:pt x="331532" y="426483"/>
                  </a:lnTo>
                  <a:lnTo>
                    <a:pt x="414416" y="469146"/>
                  </a:lnTo>
                  <a:lnTo>
                    <a:pt x="497299" y="509099"/>
                  </a:lnTo>
                  <a:lnTo>
                    <a:pt x="580182" y="546311"/>
                  </a:lnTo>
                  <a:lnTo>
                    <a:pt x="663065" y="580747"/>
                  </a:lnTo>
                  <a:lnTo>
                    <a:pt x="745948" y="612368"/>
                  </a:lnTo>
                  <a:lnTo>
                    <a:pt x="828832" y="641133"/>
                  </a:lnTo>
                  <a:lnTo>
                    <a:pt x="911715" y="666999"/>
                  </a:lnTo>
                  <a:lnTo>
                    <a:pt x="994598" y="689927"/>
                  </a:lnTo>
                  <a:lnTo>
                    <a:pt x="1077481" y="709884"/>
                  </a:lnTo>
                  <a:lnTo>
                    <a:pt x="1160364" y="726854"/>
                  </a:lnTo>
                  <a:lnTo>
                    <a:pt x="1243248" y="740848"/>
                  </a:lnTo>
                  <a:lnTo>
                    <a:pt x="1326131" y="751918"/>
                  </a:lnTo>
                  <a:lnTo>
                    <a:pt x="1409014" y="760167"/>
                  </a:lnTo>
                  <a:lnTo>
                    <a:pt x="1491897" y="765760"/>
                  </a:lnTo>
                  <a:lnTo>
                    <a:pt x="1574780" y="768914"/>
                  </a:lnTo>
                  <a:lnTo>
                    <a:pt x="1657664" y="769889"/>
                  </a:lnTo>
                  <a:lnTo>
                    <a:pt x="1740547" y="768961"/>
                  </a:lnTo>
                  <a:lnTo>
                    <a:pt x="1823430" y="766315"/>
                  </a:lnTo>
                  <a:lnTo>
                    <a:pt x="1906313" y="761965"/>
                  </a:lnTo>
                  <a:lnTo>
                    <a:pt x="1989196" y="756024"/>
                  </a:lnTo>
                  <a:lnTo>
                    <a:pt x="2072080" y="748588"/>
                  </a:lnTo>
                  <a:lnTo>
                    <a:pt x="2154963" y="739796"/>
                  </a:lnTo>
                  <a:lnTo>
                    <a:pt x="2237846" y="729870"/>
                  </a:lnTo>
                  <a:lnTo>
                    <a:pt x="2320729" y="718468"/>
                  </a:lnTo>
                  <a:lnTo>
                    <a:pt x="2403612" y="702323"/>
                  </a:lnTo>
                  <a:lnTo>
                    <a:pt x="2486496" y="682538"/>
                  </a:lnTo>
                  <a:lnTo>
                    <a:pt x="2569379" y="662001"/>
                  </a:lnTo>
                  <a:lnTo>
                    <a:pt x="2652262" y="644676"/>
                  </a:lnTo>
                  <a:lnTo>
                    <a:pt x="2735145" y="626195"/>
                  </a:lnTo>
                  <a:lnTo>
                    <a:pt x="2818028" y="604535"/>
                  </a:lnTo>
                  <a:lnTo>
                    <a:pt x="2900912" y="582472"/>
                  </a:lnTo>
                  <a:lnTo>
                    <a:pt x="2983795" y="564796"/>
                  </a:lnTo>
                  <a:lnTo>
                    <a:pt x="3066678" y="550816"/>
                  </a:lnTo>
                  <a:lnTo>
                    <a:pt x="3149561" y="535177"/>
                  </a:lnTo>
                  <a:lnTo>
                    <a:pt x="3232444" y="519432"/>
                  </a:lnTo>
                  <a:lnTo>
                    <a:pt x="3315328" y="507691"/>
                  </a:lnTo>
                  <a:lnTo>
                    <a:pt x="3398211" y="500506"/>
                  </a:lnTo>
                  <a:lnTo>
                    <a:pt x="3481094" y="494599"/>
                  </a:lnTo>
                  <a:lnTo>
                    <a:pt x="3563977" y="488953"/>
                  </a:lnTo>
                  <a:lnTo>
                    <a:pt x="3646860" y="483693"/>
                  </a:lnTo>
                  <a:lnTo>
                    <a:pt x="3729744" y="479773"/>
                  </a:lnTo>
                  <a:lnTo>
                    <a:pt x="3812627" y="477671"/>
                  </a:lnTo>
                  <a:lnTo>
                    <a:pt x="3895510" y="476545"/>
                  </a:lnTo>
                  <a:lnTo>
                    <a:pt x="3978393" y="475514"/>
                  </a:lnTo>
                  <a:lnTo>
                    <a:pt x="4061276" y="473881"/>
                  </a:lnTo>
                  <a:lnTo>
                    <a:pt x="4144160" y="471130"/>
                  </a:lnTo>
                  <a:lnTo>
                    <a:pt x="4227043" y="466882"/>
                  </a:lnTo>
                  <a:lnTo>
                    <a:pt x="4309926" y="460802"/>
                  </a:lnTo>
                  <a:lnTo>
                    <a:pt x="4392809" y="453387"/>
                  </a:lnTo>
                  <a:lnTo>
                    <a:pt x="4475692" y="445118"/>
                  </a:lnTo>
                  <a:lnTo>
                    <a:pt x="4558576" y="435931"/>
                  </a:lnTo>
                  <a:lnTo>
                    <a:pt x="4641459" y="425720"/>
                  </a:lnTo>
                  <a:lnTo>
                    <a:pt x="4724342" y="414343"/>
                  </a:lnTo>
                  <a:lnTo>
                    <a:pt x="4807225" y="401641"/>
                  </a:lnTo>
                  <a:lnTo>
                    <a:pt x="4890108" y="387446"/>
                  </a:lnTo>
                  <a:lnTo>
                    <a:pt x="4972992" y="371598"/>
                  </a:lnTo>
                  <a:lnTo>
                    <a:pt x="5055875" y="353950"/>
                  </a:lnTo>
                  <a:lnTo>
                    <a:pt x="5138758" y="334383"/>
                  </a:lnTo>
                  <a:lnTo>
                    <a:pt x="5221641" y="312805"/>
                  </a:lnTo>
                  <a:lnTo>
                    <a:pt x="5304524" y="289152"/>
                  </a:lnTo>
                  <a:lnTo>
                    <a:pt x="5387408" y="263388"/>
                  </a:lnTo>
                  <a:lnTo>
                    <a:pt x="5470291" y="235499"/>
                  </a:lnTo>
                  <a:lnTo>
                    <a:pt x="5553174" y="205488"/>
                  </a:lnTo>
                  <a:lnTo>
                    <a:pt x="5636057" y="173371"/>
                  </a:lnTo>
                  <a:lnTo>
                    <a:pt x="5718940" y="139169"/>
                  </a:lnTo>
                  <a:lnTo>
                    <a:pt x="5801824" y="102913"/>
                  </a:lnTo>
                  <a:lnTo>
                    <a:pt x="5884707" y="64632"/>
                  </a:lnTo>
                  <a:lnTo>
                    <a:pt x="5967590" y="24359"/>
                  </a:lnTo>
                  <a:lnTo>
                    <a:pt x="6015395" y="0"/>
                  </a:lnTo>
                  <a:lnTo>
                    <a:pt x="6015395" y="776875"/>
                  </a:lnTo>
                  <a:lnTo>
                    <a:pt x="5967590" y="768493"/>
                  </a:lnTo>
                  <a:lnTo>
                    <a:pt x="5884707" y="755073"/>
                  </a:lnTo>
                  <a:lnTo>
                    <a:pt x="5801824" y="742790"/>
                  </a:lnTo>
                  <a:lnTo>
                    <a:pt x="5718940" y="731672"/>
                  </a:lnTo>
                  <a:lnTo>
                    <a:pt x="5636057" y="721744"/>
                  </a:lnTo>
                  <a:lnTo>
                    <a:pt x="5553174" y="713029"/>
                  </a:lnTo>
                  <a:lnTo>
                    <a:pt x="5470291" y="705545"/>
                  </a:lnTo>
                  <a:lnTo>
                    <a:pt x="5387408" y="699300"/>
                  </a:lnTo>
                  <a:lnTo>
                    <a:pt x="5304524" y="694293"/>
                  </a:lnTo>
                  <a:lnTo>
                    <a:pt x="5221641" y="690503"/>
                  </a:lnTo>
                  <a:lnTo>
                    <a:pt x="5138758" y="687889"/>
                  </a:lnTo>
                  <a:lnTo>
                    <a:pt x="5055875" y="686382"/>
                  </a:lnTo>
                  <a:lnTo>
                    <a:pt x="4972992" y="685884"/>
                  </a:lnTo>
                  <a:lnTo>
                    <a:pt x="4890108" y="686270"/>
                  </a:lnTo>
                  <a:lnTo>
                    <a:pt x="4807225" y="687388"/>
                  </a:lnTo>
                  <a:lnTo>
                    <a:pt x="4724342" y="689072"/>
                  </a:lnTo>
                  <a:lnTo>
                    <a:pt x="4641459" y="691149"/>
                  </a:lnTo>
                  <a:lnTo>
                    <a:pt x="4558576" y="693453"/>
                  </a:lnTo>
                  <a:lnTo>
                    <a:pt x="4475692" y="695838"/>
                  </a:lnTo>
                  <a:lnTo>
                    <a:pt x="4392809" y="698192"/>
                  </a:lnTo>
                  <a:lnTo>
                    <a:pt x="4309926" y="700444"/>
                  </a:lnTo>
                  <a:lnTo>
                    <a:pt x="4227043" y="701626"/>
                  </a:lnTo>
                  <a:lnTo>
                    <a:pt x="4144160" y="700892"/>
                  </a:lnTo>
                  <a:lnTo>
                    <a:pt x="4061276" y="699117"/>
                  </a:lnTo>
                  <a:lnTo>
                    <a:pt x="3978393" y="697149"/>
                  </a:lnTo>
                  <a:lnTo>
                    <a:pt x="3895510" y="695699"/>
                  </a:lnTo>
                  <a:lnTo>
                    <a:pt x="3812627" y="695300"/>
                  </a:lnTo>
                  <a:lnTo>
                    <a:pt x="3729744" y="696296"/>
                  </a:lnTo>
                  <a:lnTo>
                    <a:pt x="3646860" y="697970"/>
                  </a:lnTo>
                  <a:lnTo>
                    <a:pt x="3563977" y="699567"/>
                  </a:lnTo>
                  <a:lnTo>
                    <a:pt x="3481094" y="702658"/>
                  </a:lnTo>
                  <a:lnTo>
                    <a:pt x="3398211" y="708035"/>
                  </a:lnTo>
                  <a:lnTo>
                    <a:pt x="3315328" y="715347"/>
                  </a:lnTo>
                  <a:lnTo>
                    <a:pt x="3232444" y="724698"/>
                  </a:lnTo>
                  <a:lnTo>
                    <a:pt x="3149561" y="737466"/>
                  </a:lnTo>
                  <a:lnTo>
                    <a:pt x="3066678" y="752903"/>
                  </a:lnTo>
                  <a:lnTo>
                    <a:pt x="2983795" y="767695"/>
                  </a:lnTo>
                  <a:lnTo>
                    <a:pt x="2900912" y="783766"/>
                  </a:lnTo>
                  <a:lnTo>
                    <a:pt x="2818028" y="804466"/>
                  </a:lnTo>
                  <a:lnTo>
                    <a:pt x="2735145" y="827302"/>
                  </a:lnTo>
                  <a:lnTo>
                    <a:pt x="2652262" y="847763"/>
                  </a:lnTo>
                  <a:lnTo>
                    <a:pt x="2569379" y="864773"/>
                  </a:lnTo>
                  <a:lnTo>
                    <a:pt x="2486496" y="884826"/>
                  </a:lnTo>
                  <a:lnTo>
                    <a:pt x="2403612" y="905976"/>
                  </a:lnTo>
                  <a:lnTo>
                    <a:pt x="2320729" y="924611"/>
                  </a:lnTo>
                  <a:lnTo>
                    <a:pt x="2237846" y="937413"/>
                  </a:lnTo>
                  <a:lnTo>
                    <a:pt x="2154963" y="948734"/>
                  </a:lnTo>
                  <a:lnTo>
                    <a:pt x="2072080" y="959587"/>
                  </a:lnTo>
                  <a:lnTo>
                    <a:pt x="1989196" y="969963"/>
                  </a:lnTo>
                  <a:lnTo>
                    <a:pt x="1906313" y="979771"/>
                  </a:lnTo>
                  <a:lnTo>
                    <a:pt x="1823430" y="988879"/>
                  </a:lnTo>
                  <a:lnTo>
                    <a:pt x="1740547" y="997210"/>
                  </a:lnTo>
                  <a:lnTo>
                    <a:pt x="1657664" y="1005447"/>
                  </a:lnTo>
                  <a:lnTo>
                    <a:pt x="1574780" y="1014082"/>
                  </a:lnTo>
                  <a:lnTo>
                    <a:pt x="1491897" y="1023371"/>
                  </a:lnTo>
                  <a:lnTo>
                    <a:pt x="1409014" y="1033552"/>
                  </a:lnTo>
                  <a:lnTo>
                    <a:pt x="1326131" y="1044827"/>
                  </a:lnTo>
                  <a:lnTo>
                    <a:pt x="1243248" y="1057338"/>
                  </a:lnTo>
                  <a:lnTo>
                    <a:pt x="1160364" y="1071169"/>
                  </a:lnTo>
                  <a:lnTo>
                    <a:pt x="1077481" y="1086352"/>
                  </a:lnTo>
                  <a:lnTo>
                    <a:pt x="994598" y="1102881"/>
                  </a:lnTo>
                  <a:lnTo>
                    <a:pt x="911715" y="1120718"/>
                  </a:lnTo>
                  <a:lnTo>
                    <a:pt x="828832" y="1139813"/>
                  </a:lnTo>
                  <a:lnTo>
                    <a:pt x="745948" y="1160105"/>
                  </a:lnTo>
                  <a:lnTo>
                    <a:pt x="663065" y="1181532"/>
                  </a:lnTo>
                  <a:lnTo>
                    <a:pt x="580182" y="1204034"/>
                  </a:lnTo>
                  <a:lnTo>
                    <a:pt x="497299" y="1227553"/>
                  </a:lnTo>
                  <a:lnTo>
                    <a:pt x="414416" y="1252033"/>
                  </a:lnTo>
                  <a:lnTo>
                    <a:pt x="331532" y="1277426"/>
                  </a:lnTo>
                  <a:lnTo>
                    <a:pt x="248649" y="1303683"/>
                  </a:lnTo>
                  <a:lnTo>
                    <a:pt x="199034" y="131989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72465" y="4058567"/>
              <a:ext cx="6015395" cy="769889"/>
            </a:xfrm>
            <a:custGeom>
              <a:avLst/>
              <a:pathLst>
                <a:path w="6015395" h="769889">
                  <a:moveTo>
                    <a:pt x="0" y="229228"/>
                  </a:moveTo>
                  <a:lnTo>
                    <a:pt x="82883" y="282490"/>
                  </a:lnTo>
                  <a:lnTo>
                    <a:pt x="165766" y="333133"/>
                  </a:lnTo>
                  <a:lnTo>
                    <a:pt x="248649" y="381137"/>
                  </a:lnTo>
                  <a:lnTo>
                    <a:pt x="331532" y="426483"/>
                  </a:lnTo>
                  <a:lnTo>
                    <a:pt x="414416" y="469146"/>
                  </a:lnTo>
                  <a:lnTo>
                    <a:pt x="497299" y="509099"/>
                  </a:lnTo>
                  <a:lnTo>
                    <a:pt x="580182" y="546311"/>
                  </a:lnTo>
                  <a:lnTo>
                    <a:pt x="663065" y="580747"/>
                  </a:lnTo>
                  <a:lnTo>
                    <a:pt x="745948" y="612368"/>
                  </a:lnTo>
                  <a:lnTo>
                    <a:pt x="828832" y="641133"/>
                  </a:lnTo>
                  <a:lnTo>
                    <a:pt x="911715" y="666999"/>
                  </a:lnTo>
                  <a:lnTo>
                    <a:pt x="994598" y="689927"/>
                  </a:lnTo>
                  <a:lnTo>
                    <a:pt x="1077481" y="709884"/>
                  </a:lnTo>
                  <a:lnTo>
                    <a:pt x="1160364" y="726854"/>
                  </a:lnTo>
                  <a:lnTo>
                    <a:pt x="1243248" y="740848"/>
                  </a:lnTo>
                  <a:lnTo>
                    <a:pt x="1326131" y="751918"/>
                  </a:lnTo>
                  <a:lnTo>
                    <a:pt x="1409014" y="760167"/>
                  </a:lnTo>
                  <a:lnTo>
                    <a:pt x="1491897" y="765760"/>
                  </a:lnTo>
                  <a:lnTo>
                    <a:pt x="1574780" y="768914"/>
                  </a:lnTo>
                  <a:lnTo>
                    <a:pt x="1657664" y="769889"/>
                  </a:lnTo>
                  <a:lnTo>
                    <a:pt x="1740547" y="768961"/>
                  </a:lnTo>
                  <a:lnTo>
                    <a:pt x="1823430" y="766315"/>
                  </a:lnTo>
                  <a:lnTo>
                    <a:pt x="1906313" y="761965"/>
                  </a:lnTo>
                  <a:lnTo>
                    <a:pt x="1989196" y="756024"/>
                  </a:lnTo>
                  <a:lnTo>
                    <a:pt x="2072080" y="748588"/>
                  </a:lnTo>
                  <a:lnTo>
                    <a:pt x="2154963" y="739796"/>
                  </a:lnTo>
                  <a:lnTo>
                    <a:pt x="2237846" y="729870"/>
                  </a:lnTo>
                  <a:lnTo>
                    <a:pt x="2320729" y="718468"/>
                  </a:lnTo>
                  <a:lnTo>
                    <a:pt x="2403612" y="702323"/>
                  </a:lnTo>
                  <a:lnTo>
                    <a:pt x="2486496" y="682538"/>
                  </a:lnTo>
                  <a:lnTo>
                    <a:pt x="2569379" y="662001"/>
                  </a:lnTo>
                  <a:lnTo>
                    <a:pt x="2652262" y="644676"/>
                  </a:lnTo>
                  <a:lnTo>
                    <a:pt x="2735145" y="626195"/>
                  </a:lnTo>
                  <a:lnTo>
                    <a:pt x="2818028" y="604535"/>
                  </a:lnTo>
                  <a:lnTo>
                    <a:pt x="2900912" y="582472"/>
                  </a:lnTo>
                  <a:lnTo>
                    <a:pt x="2983795" y="564796"/>
                  </a:lnTo>
                  <a:lnTo>
                    <a:pt x="3066678" y="550816"/>
                  </a:lnTo>
                  <a:lnTo>
                    <a:pt x="3149561" y="535177"/>
                  </a:lnTo>
                  <a:lnTo>
                    <a:pt x="3232444" y="519432"/>
                  </a:lnTo>
                  <a:lnTo>
                    <a:pt x="3315328" y="507691"/>
                  </a:lnTo>
                  <a:lnTo>
                    <a:pt x="3398211" y="500506"/>
                  </a:lnTo>
                  <a:lnTo>
                    <a:pt x="3481094" y="494599"/>
                  </a:lnTo>
                  <a:lnTo>
                    <a:pt x="3563977" y="488953"/>
                  </a:lnTo>
                  <a:lnTo>
                    <a:pt x="3646860" y="483693"/>
                  </a:lnTo>
                  <a:lnTo>
                    <a:pt x="3729744" y="479773"/>
                  </a:lnTo>
                  <a:lnTo>
                    <a:pt x="3812627" y="477671"/>
                  </a:lnTo>
                  <a:lnTo>
                    <a:pt x="3895510" y="476545"/>
                  </a:lnTo>
                  <a:lnTo>
                    <a:pt x="3978393" y="475514"/>
                  </a:lnTo>
                  <a:lnTo>
                    <a:pt x="4061276" y="473881"/>
                  </a:lnTo>
                  <a:lnTo>
                    <a:pt x="4144160" y="471130"/>
                  </a:lnTo>
                  <a:lnTo>
                    <a:pt x="4227043" y="466882"/>
                  </a:lnTo>
                  <a:lnTo>
                    <a:pt x="4309926" y="460802"/>
                  </a:lnTo>
                  <a:lnTo>
                    <a:pt x="4392809" y="453387"/>
                  </a:lnTo>
                  <a:lnTo>
                    <a:pt x="4475692" y="445118"/>
                  </a:lnTo>
                  <a:lnTo>
                    <a:pt x="4558576" y="435931"/>
                  </a:lnTo>
                  <a:lnTo>
                    <a:pt x="4641459" y="425720"/>
                  </a:lnTo>
                  <a:lnTo>
                    <a:pt x="4724342" y="414343"/>
                  </a:lnTo>
                  <a:lnTo>
                    <a:pt x="4807225" y="401641"/>
                  </a:lnTo>
                  <a:lnTo>
                    <a:pt x="4890108" y="387446"/>
                  </a:lnTo>
                  <a:lnTo>
                    <a:pt x="4972992" y="371598"/>
                  </a:lnTo>
                  <a:lnTo>
                    <a:pt x="5055875" y="353950"/>
                  </a:lnTo>
                  <a:lnTo>
                    <a:pt x="5138758" y="334383"/>
                  </a:lnTo>
                  <a:lnTo>
                    <a:pt x="5221641" y="312805"/>
                  </a:lnTo>
                  <a:lnTo>
                    <a:pt x="5304524" y="289152"/>
                  </a:lnTo>
                  <a:lnTo>
                    <a:pt x="5387408" y="263388"/>
                  </a:lnTo>
                  <a:lnTo>
                    <a:pt x="5470291" y="235499"/>
                  </a:lnTo>
                  <a:lnTo>
                    <a:pt x="5553174" y="205488"/>
                  </a:lnTo>
                  <a:lnTo>
                    <a:pt x="5636057" y="173371"/>
                  </a:lnTo>
                  <a:lnTo>
                    <a:pt x="5718940" y="139169"/>
                  </a:lnTo>
                  <a:lnTo>
                    <a:pt x="5801824" y="102913"/>
                  </a:lnTo>
                  <a:lnTo>
                    <a:pt x="5884707" y="64632"/>
                  </a:lnTo>
                  <a:lnTo>
                    <a:pt x="5967590" y="24359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71499" y="4744451"/>
              <a:ext cx="5816361" cy="634007"/>
            </a:xfrm>
            <a:custGeom>
              <a:avLst/>
              <a:pathLst>
                <a:path w="5816361" h="634007">
                  <a:moveTo>
                    <a:pt x="5816361" y="90991"/>
                  </a:moveTo>
                  <a:lnTo>
                    <a:pt x="5768556" y="82609"/>
                  </a:lnTo>
                  <a:lnTo>
                    <a:pt x="5685672" y="69188"/>
                  </a:lnTo>
                  <a:lnTo>
                    <a:pt x="5602789" y="56906"/>
                  </a:lnTo>
                  <a:lnTo>
                    <a:pt x="5519906" y="45788"/>
                  </a:lnTo>
                  <a:lnTo>
                    <a:pt x="5437023" y="35860"/>
                  </a:lnTo>
                  <a:lnTo>
                    <a:pt x="5354140" y="27145"/>
                  </a:lnTo>
                  <a:lnTo>
                    <a:pt x="5271256" y="19660"/>
                  </a:lnTo>
                  <a:lnTo>
                    <a:pt x="5188373" y="13415"/>
                  </a:lnTo>
                  <a:lnTo>
                    <a:pt x="5105490" y="8408"/>
                  </a:lnTo>
                  <a:lnTo>
                    <a:pt x="5022607" y="4619"/>
                  </a:lnTo>
                  <a:lnTo>
                    <a:pt x="4939724" y="2004"/>
                  </a:lnTo>
                  <a:lnTo>
                    <a:pt x="4856840" y="497"/>
                  </a:lnTo>
                  <a:lnTo>
                    <a:pt x="4773957" y="0"/>
                  </a:lnTo>
                  <a:lnTo>
                    <a:pt x="4691074" y="385"/>
                  </a:lnTo>
                  <a:lnTo>
                    <a:pt x="4608191" y="1504"/>
                  </a:lnTo>
                  <a:lnTo>
                    <a:pt x="4525308" y="3188"/>
                  </a:lnTo>
                  <a:lnTo>
                    <a:pt x="4442424" y="5264"/>
                  </a:lnTo>
                  <a:lnTo>
                    <a:pt x="4359541" y="7568"/>
                  </a:lnTo>
                  <a:lnTo>
                    <a:pt x="4276658" y="9954"/>
                  </a:lnTo>
                  <a:lnTo>
                    <a:pt x="4193775" y="12307"/>
                  </a:lnTo>
                  <a:lnTo>
                    <a:pt x="4110892" y="14560"/>
                  </a:lnTo>
                  <a:lnTo>
                    <a:pt x="4028008" y="15742"/>
                  </a:lnTo>
                  <a:lnTo>
                    <a:pt x="3945125" y="15008"/>
                  </a:lnTo>
                  <a:lnTo>
                    <a:pt x="3862242" y="13233"/>
                  </a:lnTo>
                  <a:lnTo>
                    <a:pt x="3779359" y="11264"/>
                  </a:lnTo>
                  <a:lnTo>
                    <a:pt x="3696476" y="9815"/>
                  </a:lnTo>
                  <a:lnTo>
                    <a:pt x="3613592" y="9415"/>
                  </a:lnTo>
                  <a:lnTo>
                    <a:pt x="3530709" y="10411"/>
                  </a:lnTo>
                  <a:lnTo>
                    <a:pt x="3447826" y="12085"/>
                  </a:lnTo>
                  <a:lnTo>
                    <a:pt x="3364943" y="13683"/>
                  </a:lnTo>
                  <a:lnTo>
                    <a:pt x="3282060" y="16774"/>
                  </a:lnTo>
                  <a:lnTo>
                    <a:pt x="3199176" y="22150"/>
                  </a:lnTo>
                  <a:lnTo>
                    <a:pt x="3116293" y="29462"/>
                  </a:lnTo>
                  <a:lnTo>
                    <a:pt x="3033410" y="38813"/>
                  </a:lnTo>
                  <a:lnTo>
                    <a:pt x="2950527" y="51582"/>
                  </a:lnTo>
                  <a:lnTo>
                    <a:pt x="2867644" y="67019"/>
                  </a:lnTo>
                  <a:lnTo>
                    <a:pt x="2784760" y="81811"/>
                  </a:lnTo>
                  <a:lnTo>
                    <a:pt x="2701877" y="97882"/>
                  </a:lnTo>
                  <a:lnTo>
                    <a:pt x="2618994" y="118582"/>
                  </a:lnTo>
                  <a:lnTo>
                    <a:pt x="2536111" y="141417"/>
                  </a:lnTo>
                  <a:lnTo>
                    <a:pt x="2453228" y="161879"/>
                  </a:lnTo>
                  <a:lnTo>
                    <a:pt x="2370344" y="178889"/>
                  </a:lnTo>
                  <a:lnTo>
                    <a:pt x="2287461" y="198941"/>
                  </a:lnTo>
                  <a:lnTo>
                    <a:pt x="2204578" y="220092"/>
                  </a:lnTo>
                  <a:lnTo>
                    <a:pt x="2121695" y="238726"/>
                  </a:lnTo>
                  <a:lnTo>
                    <a:pt x="2038812" y="251529"/>
                  </a:lnTo>
                  <a:lnTo>
                    <a:pt x="1955928" y="262850"/>
                  </a:lnTo>
                  <a:lnTo>
                    <a:pt x="1873045" y="273703"/>
                  </a:lnTo>
                  <a:lnTo>
                    <a:pt x="1790162" y="284078"/>
                  </a:lnTo>
                  <a:lnTo>
                    <a:pt x="1707279" y="293886"/>
                  </a:lnTo>
                  <a:lnTo>
                    <a:pt x="1624396" y="302995"/>
                  </a:lnTo>
                  <a:lnTo>
                    <a:pt x="1541512" y="311325"/>
                  </a:lnTo>
                  <a:lnTo>
                    <a:pt x="1458629" y="319563"/>
                  </a:lnTo>
                  <a:lnTo>
                    <a:pt x="1375746" y="328198"/>
                  </a:lnTo>
                  <a:lnTo>
                    <a:pt x="1292863" y="337486"/>
                  </a:lnTo>
                  <a:lnTo>
                    <a:pt x="1209980" y="347668"/>
                  </a:lnTo>
                  <a:lnTo>
                    <a:pt x="1127096" y="358942"/>
                  </a:lnTo>
                  <a:lnTo>
                    <a:pt x="1044213" y="371453"/>
                  </a:lnTo>
                  <a:lnTo>
                    <a:pt x="961330" y="385284"/>
                  </a:lnTo>
                  <a:lnTo>
                    <a:pt x="878447" y="400468"/>
                  </a:lnTo>
                  <a:lnTo>
                    <a:pt x="795564" y="416996"/>
                  </a:lnTo>
                  <a:lnTo>
                    <a:pt x="712680" y="434834"/>
                  </a:lnTo>
                  <a:lnTo>
                    <a:pt x="629797" y="453928"/>
                  </a:lnTo>
                  <a:lnTo>
                    <a:pt x="546914" y="474220"/>
                  </a:lnTo>
                  <a:lnTo>
                    <a:pt x="464031" y="495647"/>
                  </a:lnTo>
                  <a:lnTo>
                    <a:pt x="381148" y="518150"/>
                  </a:lnTo>
                  <a:lnTo>
                    <a:pt x="298264" y="541668"/>
                  </a:lnTo>
                  <a:lnTo>
                    <a:pt x="215381" y="566149"/>
                  </a:lnTo>
                  <a:lnTo>
                    <a:pt x="132498" y="591541"/>
                  </a:lnTo>
                  <a:lnTo>
                    <a:pt x="49615" y="617798"/>
                  </a:lnTo>
                  <a:lnTo>
                    <a:pt x="0" y="634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2465" y="4447005"/>
              <a:ext cx="6015395" cy="510655"/>
            </a:xfrm>
            <a:custGeom>
              <a:avLst/>
              <a:pathLst>
                <a:path w="6015395" h="510655">
                  <a:moveTo>
                    <a:pt x="0" y="419787"/>
                  </a:moveTo>
                  <a:lnTo>
                    <a:pt x="82883" y="432117"/>
                  </a:lnTo>
                  <a:lnTo>
                    <a:pt x="165766" y="443509"/>
                  </a:lnTo>
                  <a:lnTo>
                    <a:pt x="248649" y="453972"/>
                  </a:lnTo>
                  <a:lnTo>
                    <a:pt x="331532" y="463516"/>
                  </a:lnTo>
                  <a:lnTo>
                    <a:pt x="414416" y="472152"/>
                  </a:lnTo>
                  <a:lnTo>
                    <a:pt x="497299" y="479888"/>
                  </a:lnTo>
                  <a:lnTo>
                    <a:pt x="580182" y="486735"/>
                  </a:lnTo>
                  <a:lnTo>
                    <a:pt x="663065" y="492701"/>
                  </a:lnTo>
                  <a:lnTo>
                    <a:pt x="745948" y="497798"/>
                  </a:lnTo>
                  <a:lnTo>
                    <a:pt x="828832" y="502035"/>
                  </a:lnTo>
                  <a:lnTo>
                    <a:pt x="911715" y="505421"/>
                  </a:lnTo>
                  <a:lnTo>
                    <a:pt x="994598" y="507966"/>
                  </a:lnTo>
                  <a:lnTo>
                    <a:pt x="1077481" y="509680"/>
                  </a:lnTo>
                  <a:lnTo>
                    <a:pt x="1160364" y="510573"/>
                  </a:lnTo>
                  <a:lnTo>
                    <a:pt x="1243248" y="510655"/>
                  </a:lnTo>
                  <a:lnTo>
                    <a:pt x="1326131" y="509934"/>
                  </a:lnTo>
                  <a:lnTo>
                    <a:pt x="1409014" y="508422"/>
                  </a:lnTo>
                  <a:lnTo>
                    <a:pt x="1491897" y="506127"/>
                  </a:lnTo>
                  <a:lnTo>
                    <a:pt x="1574780" y="503060"/>
                  </a:lnTo>
                  <a:lnTo>
                    <a:pt x="1657664" y="499230"/>
                  </a:lnTo>
                  <a:lnTo>
                    <a:pt x="1740547" y="494647"/>
                  </a:lnTo>
                  <a:lnTo>
                    <a:pt x="1823430" y="489159"/>
                  </a:lnTo>
                  <a:lnTo>
                    <a:pt x="1906313" y="482430"/>
                  </a:lnTo>
                  <a:lnTo>
                    <a:pt x="1989196" y="474555"/>
                  </a:lnTo>
                  <a:lnTo>
                    <a:pt x="2072080" y="465649"/>
                  </a:lnTo>
                  <a:lnTo>
                    <a:pt x="2154963" y="455827"/>
                  </a:lnTo>
                  <a:lnTo>
                    <a:pt x="2237846" y="445204"/>
                  </a:lnTo>
                  <a:lnTo>
                    <a:pt x="2320729" y="433101"/>
                  </a:lnTo>
                  <a:lnTo>
                    <a:pt x="2403612" y="415712"/>
                  </a:lnTo>
                  <a:lnTo>
                    <a:pt x="2486496" y="395244"/>
                  </a:lnTo>
                  <a:lnTo>
                    <a:pt x="2569379" y="374949"/>
                  </a:lnTo>
                  <a:lnTo>
                    <a:pt x="2652262" y="357781"/>
                  </a:lnTo>
                  <a:lnTo>
                    <a:pt x="2735145" y="338310"/>
                  </a:lnTo>
                  <a:lnTo>
                    <a:pt x="2818028" y="316063"/>
                  </a:lnTo>
                  <a:lnTo>
                    <a:pt x="2900912" y="294681"/>
                  </a:lnTo>
                  <a:lnTo>
                    <a:pt x="2983795" y="277808"/>
                  </a:lnTo>
                  <a:lnTo>
                    <a:pt x="3066678" y="263421"/>
                  </a:lnTo>
                  <a:lnTo>
                    <a:pt x="3149561" y="247884"/>
                  </a:lnTo>
                  <a:lnTo>
                    <a:pt x="3232444" y="233627"/>
                  </a:lnTo>
                  <a:lnTo>
                    <a:pt x="3315328" y="223081"/>
                  </a:lnTo>
                  <a:lnTo>
                    <a:pt x="3398211" y="215832"/>
                  </a:lnTo>
                  <a:lnTo>
                    <a:pt x="3481094" y="210191"/>
                  </a:lnTo>
                  <a:lnTo>
                    <a:pt x="3563977" y="205822"/>
                  </a:lnTo>
                  <a:lnTo>
                    <a:pt x="3646860" y="202393"/>
                  </a:lnTo>
                  <a:lnTo>
                    <a:pt x="3729744" y="199596"/>
                  </a:lnTo>
                  <a:lnTo>
                    <a:pt x="3812627" y="198047"/>
                  </a:lnTo>
                  <a:lnTo>
                    <a:pt x="3895510" y="197684"/>
                  </a:lnTo>
                  <a:lnTo>
                    <a:pt x="3978393" y="197894"/>
                  </a:lnTo>
                  <a:lnTo>
                    <a:pt x="4061276" y="198061"/>
                  </a:lnTo>
                  <a:lnTo>
                    <a:pt x="4144160" y="197573"/>
                  </a:lnTo>
                  <a:lnTo>
                    <a:pt x="4227043" y="195816"/>
                  </a:lnTo>
                  <a:lnTo>
                    <a:pt x="4309926" y="192185"/>
                  </a:lnTo>
                  <a:lnTo>
                    <a:pt x="4392809" y="187351"/>
                  </a:lnTo>
                  <a:lnTo>
                    <a:pt x="4475692" y="182040"/>
                  </a:lnTo>
                  <a:lnTo>
                    <a:pt x="4558576" y="176254"/>
                  </a:lnTo>
                  <a:lnTo>
                    <a:pt x="4641459" y="169996"/>
                  </a:lnTo>
                  <a:lnTo>
                    <a:pt x="4724342" y="163270"/>
                  </a:lnTo>
                  <a:lnTo>
                    <a:pt x="4807225" y="156077"/>
                  </a:lnTo>
                  <a:lnTo>
                    <a:pt x="4890108" y="148420"/>
                  </a:lnTo>
                  <a:lnTo>
                    <a:pt x="4972992" y="140303"/>
                  </a:lnTo>
                  <a:lnTo>
                    <a:pt x="5055875" y="131728"/>
                  </a:lnTo>
                  <a:lnTo>
                    <a:pt x="5138758" y="122698"/>
                  </a:lnTo>
                  <a:lnTo>
                    <a:pt x="5221641" y="113216"/>
                  </a:lnTo>
                  <a:lnTo>
                    <a:pt x="5304524" y="103284"/>
                  </a:lnTo>
                  <a:lnTo>
                    <a:pt x="5387408" y="92906"/>
                  </a:lnTo>
                  <a:lnTo>
                    <a:pt x="5470291" y="82084"/>
                  </a:lnTo>
                  <a:lnTo>
                    <a:pt x="5553174" y="70821"/>
                  </a:lnTo>
                  <a:lnTo>
                    <a:pt x="5636057" y="59120"/>
                  </a:lnTo>
                  <a:lnTo>
                    <a:pt x="5718940" y="46983"/>
                  </a:lnTo>
                  <a:lnTo>
                    <a:pt x="5801824" y="34413"/>
                  </a:lnTo>
                  <a:lnTo>
                    <a:pt x="5884707" y="21414"/>
                  </a:lnTo>
                  <a:lnTo>
                    <a:pt x="5967590" y="7988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3189213"/>
              <a:ext cx="6015395" cy="2189246"/>
            </a:xfrm>
            <a:custGeom>
              <a:avLst/>
              <a:pathLst>
                <a:path w="6015395" h="2189246">
                  <a:moveTo>
                    <a:pt x="0" y="969026"/>
                  </a:moveTo>
                  <a:lnTo>
                    <a:pt x="82883" y="1024539"/>
                  </a:lnTo>
                  <a:lnTo>
                    <a:pt x="165766" y="1076997"/>
                  </a:lnTo>
                  <a:lnTo>
                    <a:pt x="248649" y="1126369"/>
                  </a:lnTo>
                  <a:lnTo>
                    <a:pt x="331532" y="1172621"/>
                  </a:lnTo>
                  <a:lnTo>
                    <a:pt x="414416" y="1215713"/>
                  </a:lnTo>
                  <a:lnTo>
                    <a:pt x="497299" y="1255605"/>
                  </a:lnTo>
                  <a:lnTo>
                    <a:pt x="580182" y="1292247"/>
                  </a:lnTo>
                  <a:lnTo>
                    <a:pt x="663065" y="1325589"/>
                  </a:lnTo>
                  <a:lnTo>
                    <a:pt x="745948" y="1355574"/>
                  </a:lnTo>
                  <a:lnTo>
                    <a:pt x="828832" y="1382142"/>
                  </a:lnTo>
                  <a:lnTo>
                    <a:pt x="911715" y="1405233"/>
                  </a:lnTo>
                  <a:lnTo>
                    <a:pt x="994598" y="1424787"/>
                  </a:lnTo>
                  <a:lnTo>
                    <a:pt x="1077481" y="1440757"/>
                  </a:lnTo>
                  <a:lnTo>
                    <a:pt x="1160364" y="1453114"/>
                  </a:lnTo>
                  <a:lnTo>
                    <a:pt x="1243248" y="1461861"/>
                  </a:lnTo>
                  <a:lnTo>
                    <a:pt x="1326131" y="1467055"/>
                  </a:lnTo>
                  <a:lnTo>
                    <a:pt x="1409014" y="1468812"/>
                  </a:lnTo>
                  <a:lnTo>
                    <a:pt x="1491897" y="1467324"/>
                  </a:lnTo>
                  <a:lnTo>
                    <a:pt x="1574780" y="1462849"/>
                  </a:lnTo>
                  <a:lnTo>
                    <a:pt x="1657664" y="1455697"/>
                  </a:lnTo>
                  <a:lnTo>
                    <a:pt x="1740547" y="1446197"/>
                  </a:lnTo>
                  <a:lnTo>
                    <a:pt x="1823430" y="1434538"/>
                  </a:lnTo>
                  <a:lnTo>
                    <a:pt x="1906313" y="1420733"/>
                  </a:lnTo>
                  <a:lnTo>
                    <a:pt x="1989196" y="1405043"/>
                  </a:lnTo>
                  <a:lnTo>
                    <a:pt x="2072080" y="1387721"/>
                  </a:lnTo>
                  <a:lnTo>
                    <a:pt x="2154963" y="1369067"/>
                  </a:lnTo>
                  <a:lnTo>
                    <a:pt x="2237846" y="1349482"/>
                  </a:lnTo>
                  <a:lnTo>
                    <a:pt x="2320729" y="1328757"/>
                  </a:lnTo>
                  <a:lnTo>
                    <a:pt x="2403612" y="1303321"/>
                  </a:lnTo>
                  <a:lnTo>
                    <a:pt x="2486496" y="1274257"/>
                  </a:lnTo>
                  <a:lnTo>
                    <a:pt x="2569379" y="1244724"/>
                  </a:lnTo>
                  <a:lnTo>
                    <a:pt x="2652262" y="1219313"/>
                  </a:lnTo>
                  <a:lnTo>
                    <a:pt x="2735145" y="1195143"/>
                  </a:lnTo>
                  <a:lnTo>
                    <a:pt x="2818028" y="1169291"/>
                  </a:lnTo>
                  <a:lnTo>
                    <a:pt x="2900912" y="1143002"/>
                  </a:lnTo>
                  <a:lnTo>
                    <a:pt x="2983795" y="1119995"/>
                  </a:lnTo>
                  <a:lnTo>
                    <a:pt x="3066678" y="1101949"/>
                  </a:lnTo>
                  <a:lnTo>
                    <a:pt x="3149561" y="1084788"/>
                  </a:lnTo>
                  <a:lnTo>
                    <a:pt x="3232444" y="1067120"/>
                  </a:lnTo>
                  <a:lnTo>
                    <a:pt x="3315328" y="1050702"/>
                  </a:lnTo>
                  <a:lnTo>
                    <a:pt x="3398211" y="1038119"/>
                  </a:lnTo>
                  <a:lnTo>
                    <a:pt x="3481094" y="1027606"/>
                  </a:lnTo>
                  <a:lnTo>
                    <a:pt x="3563977" y="1016890"/>
                  </a:lnTo>
                  <a:lnTo>
                    <a:pt x="3646860" y="1005095"/>
                  </a:lnTo>
                  <a:lnTo>
                    <a:pt x="3729744" y="992410"/>
                  </a:lnTo>
                  <a:lnTo>
                    <a:pt x="3812627" y="980371"/>
                  </a:lnTo>
                  <a:lnTo>
                    <a:pt x="3895510" y="968853"/>
                  </a:lnTo>
                  <a:lnTo>
                    <a:pt x="3978393" y="956940"/>
                  </a:lnTo>
                  <a:lnTo>
                    <a:pt x="4061276" y="943942"/>
                  </a:lnTo>
                  <a:lnTo>
                    <a:pt x="4144160" y="929391"/>
                  </a:lnTo>
                  <a:lnTo>
                    <a:pt x="4227043" y="912987"/>
                  </a:lnTo>
                  <a:lnTo>
                    <a:pt x="4309926" y="894479"/>
                  </a:lnTo>
                  <a:lnTo>
                    <a:pt x="4392809" y="874131"/>
                  </a:lnTo>
                  <a:lnTo>
                    <a:pt x="4475692" y="852227"/>
                  </a:lnTo>
                  <a:lnTo>
                    <a:pt x="4558576" y="828693"/>
                  </a:lnTo>
                  <a:lnTo>
                    <a:pt x="4641459" y="803399"/>
                  </a:lnTo>
                  <a:lnTo>
                    <a:pt x="4724342" y="776178"/>
                  </a:lnTo>
                  <a:lnTo>
                    <a:pt x="4807225" y="746839"/>
                  </a:lnTo>
                  <a:lnTo>
                    <a:pt x="4890108" y="715179"/>
                  </a:lnTo>
                  <a:lnTo>
                    <a:pt x="4972992" y="681006"/>
                  </a:lnTo>
                  <a:lnTo>
                    <a:pt x="5055875" y="644143"/>
                  </a:lnTo>
                  <a:lnTo>
                    <a:pt x="5138758" y="604449"/>
                  </a:lnTo>
                  <a:lnTo>
                    <a:pt x="5221641" y="561813"/>
                  </a:lnTo>
                  <a:lnTo>
                    <a:pt x="5304524" y="516164"/>
                  </a:lnTo>
                  <a:lnTo>
                    <a:pt x="5387408" y="467459"/>
                  </a:lnTo>
                  <a:lnTo>
                    <a:pt x="5470291" y="415685"/>
                  </a:lnTo>
                  <a:lnTo>
                    <a:pt x="5553174" y="360850"/>
                  </a:lnTo>
                  <a:lnTo>
                    <a:pt x="5636057" y="302976"/>
                  </a:lnTo>
                  <a:lnTo>
                    <a:pt x="5718940" y="242096"/>
                  </a:lnTo>
                  <a:lnTo>
                    <a:pt x="5801824" y="178247"/>
                  </a:lnTo>
                  <a:lnTo>
                    <a:pt x="5884707" y="111473"/>
                  </a:lnTo>
                  <a:lnTo>
                    <a:pt x="5967590" y="41815"/>
                  </a:lnTo>
                  <a:lnTo>
                    <a:pt x="6015395" y="0"/>
                  </a:lnTo>
                  <a:lnTo>
                    <a:pt x="6015395" y="952193"/>
                  </a:lnTo>
                  <a:lnTo>
                    <a:pt x="5967590" y="953878"/>
                  </a:lnTo>
                  <a:lnTo>
                    <a:pt x="5884707" y="957725"/>
                  </a:lnTo>
                  <a:lnTo>
                    <a:pt x="5801824" y="962526"/>
                  </a:lnTo>
                  <a:lnTo>
                    <a:pt x="5718940" y="968309"/>
                  </a:lnTo>
                  <a:lnTo>
                    <a:pt x="5636057" y="975102"/>
                  </a:lnTo>
                  <a:lnTo>
                    <a:pt x="5553174" y="982928"/>
                  </a:lnTo>
                  <a:lnTo>
                    <a:pt x="5470291" y="991806"/>
                  </a:lnTo>
                  <a:lnTo>
                    <a:pt x="5387408" y="1001743"/>
                  </a:lnTo>
                  <a:lnTo>
                    <a:pt x="5304524" y="1012733"/>
                  </a:lnTo>
                  <a:lnTo>
                    <a:pt x="5221641" y="1024747"/>
                  </a:lnTo>
                  <a:lnTo>
                    <a:pt x="5138758" y="1037730"/>
                  </a:lnTo>
                  <a:lnTo>
                    <a:pt x="5055875" y="1051595"/>
                  </a:lnTo>
                  <a:lnTo>
                    <a:pt x="4972992" y="1066217"/>
                  </a:lnTo>
                  <a:lnTo>
                    <a:pt x="4890108" y="1081438"/>
                  </a:lnTo>
                  <a:lnTo>
                    <a:pt x="4807225" y="1097071"/>
                  </a:lnTo>
                  <a:lnTo>
                    <a:pt x="4724342" y="1112906"/>
                  </a:lnTo>
                  <a:lnTo>
                    <a:pt x="4641459" y="1128727"/>
                  </a:lnTo>
                  <a:lnTo>
                    <a:pt x="4558576" y="1144329"/>
                  </a:lnTo>
                  <a:lnTo>
                    <a:pt x="4475692" y="1159528"/>
                  </a:lnTo>
                  <a:lnTo>
                    <a:pt x="4392809" y="1174182"/>
                  </a:lnTo>
                  <a:lnTo>
                    <a:pt x="4309926" y="1188201"/>
                  </a:lnTo>
                  <a:lnTo>
                    <a:pt x="4227043" y="1200706"/>
                  </a:lnTo>
                  <a:lnTo>
                    <a:pt x="4144160" y="1211003"/>
                  </a:lnTo>
                  <a:lnTo>
                    <a:pt x="4061276" y="1220008"/>
                  </a:lnTo>
                  <a:lnTo>
                    <a:pt x="3978393" y="1228591"/>
                  </a:lnTo>
                  <a:lnTo>
                    <a:pt x="3895510" y="1237464"/>
                  </a:lnTo>
                  <a:lnTo>
                    <a:pt x="3812627" y="1247112"/>
                  </a:lnTo>
                  <a:lnTo>
                    <a:pt x="3729744" y="1257795"/>
                  </a:lnTo>
                  <a:lnTo>
                    <a:pt x="3646860" y="1267728"/>
                  </a:lnTo>
                  <a:lnTo>
                    <a:pt x="3563977" y="1275034"/>
                  </a:lnTo>
                  <a:lnTo>
                    <a:pt x="3481094" y="1282619"/>
                  </a:lnTo>
                  <a:lnTo>
                    <a:pt x="3398211" y="1292481"/>
                  </a:lnTo>
                  <a:lnTo>
                    <a:pt x="3315328" y="1305219"/>
                  </a:lnTo>
                  <a:lnTo>
                    <a:pt x="3232444" y="1318707"/>
                  </a:lnTo>
                  <a:lnTo>
                    <a:pt x="3149561" y="1332728"/>
                  </a:lnTo>
                  <a:lnTo>
                    <a:pt x="3066678" y="1349642"/>
                  </a:lnTo>
                  <a:lnTo>
                    <a:pt x="2983795" y="1368683"/>
                  </a:lnTo>
                  <a:lnTo>
                    <a:pt x="2900912" y="1389722"/>
                  </a:lnTo>
                  <a:lnTo>
                    <a:pt x="2818028" y="1414340"/>
                  </a:lnTo>
                  <a:lnTo>
                    <a:pt x="2735145" y="1441634"/>
                  </a:lnTo>
                  <a:lnTo>
                    <a:pt x="2652262" y="1468231"/>
                  </a:lnTo>
                  <a:lnTo>
                    <a:pt x="2569379" y="1493256"/>
                  </a:lnTo>
                  <a:lnTo>
                    <a:pt x="2486496" y="1522195"/>
                  </a:lnTo>
                  <a:lnTo>
                    <a:pt x="2403612" y="1552932"/>
                  </a:lnTo>
                  <a:lnTo>
                    <a:pt x="2320729" y="1581420"/>
                  </a:lnTo>
                  <a:lnTo>
                    <a:pt x="2237846" y="1603862"/>
                  </a:lnTo>
                  <a:lnTo>
                    <a:pt x="2154963" y="1625156"/>
                  </a:lnTo>
                  <a:lnTo>
                    <a:pt x="2072080" y="1646337"/>
                  </a:lnTo>
                  <a:lnTo>
                    <a:pt x="1989196" y="1667262"/>
                  </a:lnTo>
                  <a:lnTo>
                    <a:pt x="1906313" y="1687691"/>
                  </a:lnTo>
                  <a:lnTo>
                    <a:pt x="1823430" y="1707329"/>
                  </a:lnTo>
                  <a:lnTo>
                    <a:pt x="1740547" y="1725955"/>
                  </a:lnTo>
                  <a:lnTo>
                    <a:pt x="1657664" y="1744414"/>
                  </a:lnTo>
                  <a:lnTo>
                    <a:pt x="1574780" y="1763345"/>
                  </a:lnTo>
                  <a:lnTo>
                    <a:pt x="1491897" y="1783070"/>
                  </a:lnTo>
                  <a:lnTo>
                    <a:pt x="1409014" y="1803892"/>
                  </a:lnTo>
                  <a:lnTo>
                    <a:pt x="1326131" y="1826065"/>
                  </a:lnTo>
                  <a:lnTo>
                    <a:pt x="1243248" y="1849774"/>
                  </a:lnTo>
                  <a:lnTo>
                    <a:pt x="1160364" y="1875130"/>
                  </a:lnTo>
                  <a:lnTo>
                    <a:pt x="1077481" y="1902184"/>
                  </a:lnTo>
                  <a:lnTo>
                    <a:pt x="994598" y="1930933"/>
                  </a:lnTo>
                  <a:lnTo>
                    <a:pt x="911715" y="1961343"/>
                  </a:lnTo>
                  <a:lnTo>
                    <a:pt x="828832" y="1993359"/>
                  </a:lnTo>
                  <a:lnTo>
                    <a:pt x="745948" y="2026919"/>
                  </a:lnTo>
                  <a:lnTo>
                    <a:pt x="663065" y="2061954"/>
                  </a:lnTo>
                  <a:lnTo>
                    <a:pt x="580182" y="2098399"/>
                  </a:lnTo>
                  <a:lnTo>
                    <a:pt x="497299" y="2136192"/>
                  </a:lnTo>
                  <a:lnTo>
                    <a:pt x="414416" y="2175275"/>
                  </a:lnTo>
                  <a:lnTo>
                    <a:pt x="385697" y="218924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72465" y="3189213"/>
              <a:ext cx="6015395" cy="1468812"/>
            </a:xfrm>
            <a:custGeom>
              <a:avLst/>
              <a:pathLst>
                <a:path w="6015395" h="1468812">
                  <a:moveTo>
                    <a:pt x="0" y="969026"/>
                  </a:moveTo>
                  <a:lnTo>
                    <a:pt x="82883" y="1024539"/>
                  </a:lnTo>
                  <a:lnTo>
                    <a:pt x="165766" y="1076997"/>
                  </a:lnTo>
                  <a:lnTo>
                    <a:pt x="248649" y="1126369"/>
                  </a:lnTo>
                  <a:lnTo>
                    <a:pt x="331532" y="1172621"/>
                  </a:lnTo>
                  <a:lnTo>
                    <a:pt x="414416" y="1215713"/>
                  </a:lnTo>
                  <a:lnTo>
                    <a:pt x="497299" y="1255605"/>
                  </a:lnTo>
                  <a:lnTo>
                    <a:pt x="580182" y="1292247"/>
                  </a:lnTo>
                  <a:lnTo>
                    <a:pt x="663065" y="1325589"/>
                  </a:lnTo>
                  <a:lnTo>
                    <a:pt x="745948" y="1355574"/>
                  </a:lnTo>
                  <a:lnTo>
                    <a:pt x="828832" y="1382142"/>
                  </a:lnTo>
                  <a:lnTo>
                    <a:pt x="911715" y="1405233"/>
                  </a:lnTo>
                  <a:lnTo>
                    <a:pt x="994598" y="1424787"/>
                  </a:lnTo>
                  <a:lnTo>
                    <a:pt x="1077481" y="1440757"/>
                  </a:lnTo>
                  <a:lnTo>
                    <a:pt x="1160364" y="1453114"/>
                  </a:lnTo>
                  <a:lnTo>
                    <a:pt x="1243248" y="1461861"/>
                  </a:lnTo>
                  <a:lnTo>
                    <a:pt x="1326131" y="1467055"/>
                  </a:lnTo>
                  <a:lnTo>
                    <a:pt x="1409014" y="1468812"/>
                  </a:lnTo>
                  <a:lnTo>
                    <a:pt x="1491897" y="1467324"/>
                  </a:lnTo>
                  <a:lnTo>
                    <a:pt x="1574780" y="1462849"/>
                  </a:lnTo>
                  <a:lnTo>
                    <a:pt x="1657664" y="1455697"/>
                  </a:lnTo>
                  <a:lnTo>
                    <a:pt x="1740547" y="1446197"/>
                  </a:lnTo>
                  <a:lnTo>
                    <a:pt x="1823430" y="1434538"/>
                  </a:lnTo>
                  <a:lnTo>
                    <a:pt x="1906313" y="1420733"/>
                  </a:lnTo>
                  <a:lnTo>
                    <a:pt x="1989196" y="1405043"/>
                  </a:lnTo>
                  <a:lnTo>
                    <a:pt x="2072080" y="1387721"/>
                  </a:lnTo>
                  <a:lnTo>
                    <a:pt x="2154963" y="1369067"/>
                  </a:lnTo>
                  <a:lnTo>
                    <a:pt x="2237846" y="1349482"/>
                  </a:lnTo>
                  <a:lnTo>
                    <a:pt x="2320729" y="1328757"/>
                  </a:lnTo>
                  <a:lnTo>
                    <a:pt x="2403612" y="1303321"/>
                  </a:lnTo>
                  <a:lnTo>
                    <a:pt x="2486496" y="1274257"/>
                  </a:lnTo>
                  <a:lnTo>
                    <a:pt x="2569379" y="1244724"/>
                  </a:lnTo>
                  <a:lnTo>
                    <a:pt x="2652262" y="1219313"/>
                  </a:lnTo>
                  <a:lnTo>
                    <a:pt x="2735145" y="1195143"/>
                  </a:lnTo>
                  <a:lnTo>
                    <a:pt x="2818028" y="1169291"/>
                  </a:lnTo>
                  <a:lnTo>
                    <a:pt x="2900912" y="1143002"/>
                  </a:lnTo>
                  <a:lnTo>
                    <a:pt x="2983795" y="1119995"/>
                  </a:lnTo>
                  <a:lnTo>
                    <a:pt x="3066678" y="1101949"/>
                  </a:lnTo>
                  <a:lnTo>
                    <a:pt x="3149561" y="1084788"/>
                  </a:lnTo>
                  <a:lnTo>
                    <a:pt x="3232444" y="1067120"/>
                  </a:lnTo>
                  <a:lnTo>
                    <a:pt x="3315328" y="1050702"/>
                  </a:lnTo>
                  <a:lnTo>
                    <a:pt x="3398211" y="1038119"/>
                  </a:lnTo>
                  <a:lnTo>
                    <a:pt x="3481094" y="1027606"/>
                  </a:lnTo>
                  <a:lnTo>
                    <a:pt x="3563977" y="1016890"/>
                  </a:lnTo>
                  <a:lnTo>
                    <a:pt x="3646860" y="1005095"/>
                  </a:lnTo>
                  <a:lnTo>
                    <a:pt x="3729744" y="992410"/>
                  </a:lnTo>
                  <a:lnTo>
                    <a:pt x="3812627" y="980371"/>
                  </a:lnTo>
                  <a:lnTo>
                    <a:pt x="3895510" y="968853"/>
                  </a:lnTo>
                  <a:lnTo>
                    <a:pt x="3978393" y="956940"/>
                  </a:lnTo>
                  <a:lnTo>
                    <a:pt x="4061276" y="943942"/>
                  </a:lnTo>
                  <a:lnTo>
                    <a:pt x="4144160" y="929391"/>
                  </a:lnTo>
                  <a:lnTo>
                    <a:pt x="4227043" y="912987"/>
                  </a:lnTo>
                  <a:lnTo>
                    <a:pt x="4309926" y="894479"/>
                  </a:lnTo>
                  <a:lnTo>
                    <a:pt x="4392809" y="874131"/>
                  </a:lnTo>
                  <a:lnTo>
                    <a:pt x="4475692" y="852227"/>
                  </a:lnTo>
                  <a:lnTo>
                    <a:pt x="4558576" y="828693"/>
                  </a:lnTo>
                  <a:lnTo>
                    <a:pt x="4641459" y="803399"/>
                  </a:lnTo>
                  <a:lnTo>
                    <a:pt x="4724342" y="776178"/>
                  </a:lnTo>
                  <a:lnTo>
                    <a:pt x="4807225" y="746839"/>
                  </a:lnTo>
                  <a:lnTo>
                    <a:pt x="4890108" y="715179"/>
                  </a:lnTo>
                  <a:lnTo>
                    <a:pt x="4972992" y="681006"/>
                  </a:lnTo>
                  <a:lnTo>
                    <a:pt x="5055875" y="644143"/>
                  </a:lnTo>
                  <a:lnTo>
                    <a:pt x="5138758" y="604449"/>
                  </a:lnTo>
                  <a:lnTo>
                    <a:pt x="5221641" y="561813"/>
                  </a:lnTo>
                  <a:lnTo>
                    <a:pt x="5304524" y="516164"/>
                  </a:lnTo>
                  <a:lnTo>
                    <a:pt x="5387408" y="467459"/>
                  </a:lnTo>
                  <a:lnTo>
                    <a:pt x="5470291" y="415685"/>
                  </a:lnTo>
                  <a:lnTo>
                    <a:pt x="5553174" y="360850"/>
                  </a:lnTo>
                  <a:lnTo>
                    <a:pt x="5636057" y="302976"/>
                  </a:lnTo>
                  <a:lnTo>
                    <a:pt x="5718940" y="242096"/>
                  </a:lnTo>
                  <a:lnTo>
                    <a:pt x="5801824" y="178247"/>
                  </a:lnTo>
                  <a:lnTo>
                    <a:pt x="5884707" y="111473"/>
                  </a:lnTo>
                  <a:lnTo>
                    <a:pt x="5967590" y="41815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58162" y="4141407"/>
              <a:ext cx="5629698" cy="1237052"/>
            </a:xfrm>
            <a:custGeom>
              <a:avLst/>
              <a:pathLst>
                <a:path w="5629698" h="1237052">
                  <a:moveTo>
                    <a:pt x="5629698" y="0"/>
                  </a:moveTo>
                  <a:lnTo>
                    <a:pt x="5581892" y="1684"/>
                  </a:lnTo>
                  <a:lnTo>
                    <a:pt x="5499009" y="5531"/>
                  </a:lnTo>
                  <a:lnTo>
                    <a:pt x="5416126" y="10332"/>
                  </a:lnTo>
                  <a:lnTo>
                    <a:pt x="5333243" y="16115"/>
                  </a:lnTo>
                  <a:lnTo>
                    <a:pt x="5250360" y="22908"/>
                  </a:lnTo>
                  <a:lnTo>
                    <a:pt x="5167476" y="30734"/>
                  </a:lnTo>
                  <a:lnTo>
                    <a:pt x="5084593" y="39612"/>
                  </a:lnTo>
                  <a:lnTo>
                    <a:pt x="5001710" y="49549"/>
                  </a:lnTo>
                  <a:lnTo>
                    <a:pt x="4918827" y="60539"/>
                  </a:lnTo>
                  <a:lnTo>
                    <a:pt x="4835944" y="72553"/>
                  </a:lnTo>
                  <a:lnTo>
                    <a:pt x="4753060" y="85536"/>
                  </a:lnTo>
                  <a:lnTo>
                    <a:pt x="4670177" y="99401"/>
                  </a:lnTo>
                  <a:lnTo>
                    <a:pt x="4587294" y="114023"/>
                  </a:lnTo>
                  <a:lnTo>
                    <a:pt x="4504411" y="129244"/>
                  </a:lnTo>
                  <a:lnTo>
                    <a:pt x="4421528" y="144877"/>
                  </a:lnTo>
                  <a:lnTo>
                    <a:pt x="4338644" y="160712"/>
                  </a:lnTo>
                  <a:lnTo>
                    <a:pt x="4255761" y="176534"/>
                  </a:lnTo>
                  <a:lnTo>
                    <a:pt x="4172878" y="192135"/>
                  </a:lnTo>
                  <a:lnTo>
                    <a:pt x="4089995" y="207334"/>
                  </a:lnTo>
                  <a:lnTo>
                    <a:pt x="4007112" y="221988"/>
                  </a:lnTo>
                  <a:lnTo>
                    <a:pt x="3924228" y="236008"/>
                  </a:lnTo>
                  <a:lnTo>
                    <a:pt x="3841345" y="248512"/>
                  </a:lnTo>
                  <a:lnTo>
                    <a:pt x="3758462" y="258810"/>
                  </a:lnTo>
                  <a:lnTo>
                    <a:pt x="3675579" y="267814"/>
                  </a:lnTo>
                  <a:lnTo>
                    <a:pt x="3592696" y="276397"/>
                  </a:lnTo>
                  <a:lnTo>
                    <a:pt x="3509812" y="285270"/>
                  </a:lnTo>
                  <a:lnTo>
                    <a:pt x="3426929" y="294918"/>
                  </a:lnTo>
                  <a:lnTo>
                    <a:pt x="3344046" y="305602"/>
                  </a:lnTo>
                  <a:lnTo>
                    <a:pt x="3261163" y="315534"/>
                  </a:lnTo>
                  <a:lnTo>
                    <a:pt x="3178280" y="322840"/>
                  </a:lnTo>
                  <a:lnTo>
                    <a:pt x="3095396" y="330425"/>
                  </a:lnTo>
                  <a:lnTo>
                    <a:pt x="3012513" y="340287"/>
                  </a:lnTo>
                  <a:lnTo>
                    <a:pt x="2929630" y="353026"/>
                  </a:lnTo>
                  <a:lnTo>
                    <a:pt x="2846747" y="366513"/>
                  </a:lnTo>
                  <a:lnTo>
                    <a:pt x="2763864" y="380534"/>
                  </a:lnTo>
                  <a:lnTo>
                    <a:pt x="2680980" y="397448"/>
                  </a:lnTo>
                  <a:lnTo>
                    <a:pt x="2598097" y="416489"/>
                  </a:lnTo>
                  <a:lnTo>
                    <a:pt x="2515214" y="437529"/>
                  </a:lnTo>
                  <a:lnTo>
                    <a:pt x="2432331" y="462146"/>
                  </a:lnTo>
                  <a:lnTo>
                    <a:pt x="2349448" y="489440"/>
                  </a:lnTo>
                  <a:lnTo>
                    <a:pt x="2266564" y="516037"/>
                  </a:lnTo>
                  <a:lnTo>
                    <a:pt x="2183681" y="541062"/>
                  </a:lnTo>
                  <a:lnTo>
                    <a:pt x="2100798" y="570001"/>
                  </a:lnTo>
                  <a:lnTo>
                    <a:pt x="2017915" y="600738"/>
                  </a:lnTo>
                  <a:lnTo>
                    <a:pt x="1935032" y="629226"/>
                  </a:lnTo>
                  <a:lnTo>
                    <a:pt x="1852148" y="651668"/>
                  </a:lnTo>
                  <a:lnTo>
                    <a:pt x="1769265" y="672962"/>
                  </a:lnTo>
                  <a:lnTo>
                    <a:pt x="1686382" y="694143"/>
                  </a:lnTo>
                  <a:lnTo>
                    <a:pt x="1603499" y="715069"/>
                  </a:lnTo>
                  <a:lnTo>
                    <a:pt x="1520616" y="735497"/>
                  </a:lnTo>
                  <a:lnTo>
                    <a:pt x="1437732" y="755135"/>
                  </a:lnTo>
                  <a:lnTo>
                    <a:pt x="1354849" y="773761"/>
                  </a:lnTo>
                  <a:lnTo>
                    <a:pt x="1271966" y="792221"/>
                  </a:lnTo>
                  <a:lnTo>
                    <a:pt x="1189083" y="811151"/>
                  </a:lnTo>
                  <a:lnTo>
                    <a:pt x="1106200" y="830876"/>
                  </a:lnTo>
                  <a:lnTo>
                    <a:pt x="1023316" y="851698"/>
                  </a:lnTo>
                  <a:lnTo>
                    <a:pt x="940433" y="873871"/>
                  </a:lnTo>
                  <a:lnTo>
                    <a:pt x="857550" y="897580"/>
                  </a:lnTo>
                  <a:lnTo>
                    <a:pt x="774667" y="922937"/>
                  </a:lnTo>
                  <a:lnTo>
                    <a:pt x="691784" y="949990"/>
                  </a:lnTo>
                  <a:lnTo>
                    <a:pt x="608900" y="978739"/>
                  </a:lnTo>
                  <a:lnTo>
                    <a:pt x="526017" y="1009149"/>
                  </a:lnTo>
                  <a:lnTo>
                    <a:pt x="443134" y="1041165"/>
                  </a:lnTo>
                  <a:lnTo>
                    <a:pt x="360251" y="1074725"/>
                  </a:lnTo>
                  <a:lnTo>
                    <a:pt x="277367" y="1109760"/>
                  </a:lnTo>
                  <a:lnTo>
                    <a:pt x="194484" y="1146205"/>
                  </a:lnTo>
                  <a:lnTo>
                    <a:pt x="111601" y="1183998"/>
                  </a:lnTo>
                  <a:lnTo>
                    <a:pt x="28718" y="1223081"/>
                  </a:lnTo>
                  <a:lnTo>
                    <a:pt x="0" y="12370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3665310"/>
              <a:ext cx="6015395" cy="1219801"/>
            </a:xfrm>
            <a:custGeom>
              <a:avLst/>
              <a:pathLst>
                <a:path w="6015395" h="1219801">
                  <a:moveTo>
                    <a:pt x="0" y="1202589"/>
                  </a:moveTo>
                  <a:lnTo>
                    <a:pt x="82883" y="1207932"/>
                  </a:lnTo>
                  <a:lnTo>
                    <a:pt x="165766" y="1212282"/>
                  </a:lnTo>
                  <a:lnTo>
                    <a:pt x="248649" y="1215640"/>
                  </a:lnTo>
                  <a:lnTo>
                    <a:pt x="331532" y="1218011"/>
                  </a:lnTo>
                  <a:lnTo>
                    <a:pt x="414416" y="1219397"/>
                  </a:lnTo>
                  <a:lnTo>
                    <a:pt x="497299" y="1219801"/>
                  </a:lnTo>
                  <a:lnTo>
                    <a:pt x="580182" y="1219226"/>
                  </a:lnTo>
                  <a:lnTo>
                    <a:pt x="663065" y="1217674"/>
                  </a:lnTo>
                  <a:lnTo>
                    <a:pt x="745948" y="1215149"/>
                  </a:lnTo>
                  <a:lnTo>
                    <a:pt x="828832" y="1211654"/>
                  </a:lnTo>
                  <a:lnTo>
                    <a:pt x="911715" y="1207191"/>
                  </a:lnTo>
                  <a:lnTo>
                    <a:pt x="994598" y="1201763"/>
                  </a:lnTo>
                  <a:lnTo>
                    <a:pt x="1077481" y="1195374"/>
                  </a:lnTo>
                  <a:lnTo>
                    <a:pt x="1160364" y="1188025"/>
                  </a:lnTo>
                  <a:lnTo>
                    <a:pt x="1243248" y="1179721"/>
                  </a:lnTo>
                  <a:lnTo>
                    <a:pt x="1326131" y="1170463"/>
                  </a:lnTo>
                  <a:lnTo>
                    <a:pt x="1409014" y="1160255"/>
                  </a:lnTo>
                  <a:lnTo>
                    <a:pt x="1491897" y="1149100"/>
                  </a:lnTo>
                  <a:lnTo>
                    <a:pt x="1574780" y="1137000"/>
                  </a:lnTo>
                  <a:lnTo>
                    <a:pt x="1657664" y="1123959"/>
                  </a:lnTo>
                  <a:lnTo>
                    <a:pt x="1740547" y="1109979"/>
                  </a:lnTo>
                  <a:lnTo>
                    <a:pt x="1823430" y="1094837"/>
                  </a:lnTo>
                  <a:lnTo>
                    <a:pt x="1906313" y="1078115"/>
                  </a:lnTo>
                  <a:lnTo>
                    <a:pt x="1989196" y="1060056"/>
                  </a:lnTo>
                  <a:lnTo>
                    <a:pt x="2072080" y="1040932"/>
                  </a:lnTo>
                  <a:lnTo>
                    <a:pt x="2154963" y="1021015"/>
                  </a:lnTo>
                  <a:lnTo>
                    <a:pt x="2237846" y="1000575"/>
                  </a:lnTo>
                  <a:lnTo>
                    <a:pt x="2320729" y="978991"/>
                  </a:lnTo>
                  <a:lnTo>
                    <a:pt x="2403612" y="952030"/>
                  </a:lnTo>
                  <a:lnTo>
                    <a:pt x="2486496" y="922129"/>
                  </a:lnTo>
                  <a:lnTo>
                    <a:pt x="2569379" y="892893"/>
                  </a:lnTo>
                  <a:lnTo>
                    <a:pt x="2652262" y="867675"/>
                  </a:lnTo>
                  <a:lnTo>
                    <a:pt x="2735145" y="842292"/>
                  </a:lnTo>
                  <a:lnTo>
                    <a:pt x="2818028" y="815718"/>
                  </a:lnTo>
                  <a:lnTo>
                    <a:pt x="2900912" y="790265"/>
                  </a:lnTo>
                  <a:lnTo>
                    <a:pt x="2983795" y="768242"/>
                  </a:lnTo>
                  <a:lnTo>
                    <a:pt x="3066678" y="749698"/>
                  </a:lnTo>
                  <a:lnTo>
                    <a:pt x="3149561" y="732661"/>
                  </a:lnTo>
                  <a:lnTo>
                    <a:pt x="3232444" y="716817"/>
                  </a:lnTo>
                  <a:lnTo>
                    <a:pt x="3315328" y="701864"/>
                  </a:lnTo>
                  <a:lnTo>
                    <a:pt x="3398211" y="689203"/>
                  </a:lnTo>
                  <a:lnTo>
                    <a:pt x="3481094" y="679015"/>
                  </a:lnTo>
                  <a:lnTo>
                    <a:pt x="3563977" y="669865"/>
                  </a:lnTo>
                  <a:lnTo>
                    <a:pt x="3646860" y="660315"/>
                  </a:lnTo>
                  <a:lnTo>
                    <a:pt x="3729744" y="649006"/>
                  </a:lnTo>
                  <a:lnTo>
                    <a:pt x="3812627" y="637645"/>
                  </a:lnTo>
                  <a:lnTo>
                    <a:pt x="3895510" y="627062"/>
                  </a:lnTo>
                  <a:lnTo>
                    <a:pt x="3978393" y="616669"/>
                  </a:lnTo>
                  <a:lnTo>
                    <a:pt x="4061276" y="605878"/>
                  </a:lnTo>
                  <a:lnTo>
                    <a:pt x="4144160" y="594101"/>
                  </a:lnTo>
                  <a:lnTo>
                    <a:pt x="4227043" y="580749"/>
                  </a:lnTo>
                  <a:lnTo>
                    <a:pt x="4309926" y="565243"/>
                  </a:lnTo>
                  <a:lnTo>
                    <a:pt x="4392809" y="548060"/>
                  </a:lnTo>
                  <a:lnTo>
                    <a:pt x="4475692" y="529781"/>
                  </a:lnTo>
                  <a:lnTo>
                    <a:pt x="4558576" y="510414"/>
                  </a:lnTo>
                  <a:lnTo>
                    <a:pt x="4641459" y="489966"/>
                  </a:lnTo>
                  <a:lnTo>
                    <a:pt x="4724342" y="468445"/>
                  </a:lnTo>
                  <a:lnTo>
                    <a:pt x="4807225" y="445858"/>
                  </a:lnTo>
                  <a:lnTo>
                    <a:pt x="4890108" y="422212"/>
                  </a:lnTo>
                  <a:lnTo>
                    <a:pt x="4972992" y="397514"/>
                  </a:lnTo>
                  <a:lnTo>
                    <a:pt x="5055875" y="371772"/>
                  </a:lnTo>
                  <a:lnTo>
                    <a:pt x="5138758" y="344993"/>
                  </a:lnTo>
                  <a:lnTo>
                    <a:pt x="5221641" y="317183"/>
                  </a:lnTo>
                  <a:lnTo>
                    <a:pt x="5304524" y="288351"/>
                  </a:lnTo>
                  <a:lnTo>
                    <a:pt x="5387408" y="258504"/>
                  </a:lnTo>
                  <a:lnTo>
                    <a:pt x="5470291" y="227649"/>
                  </a:lnTo>
                  <a:lnTo>
                    <a:pt x="5553174" y="195792"/>
                  </a:lnTo>
                  <a:lnTo>
                    <a:pt x="5636057" y="162942"/>
                  </a:lnTo>
                  <a:lnTo>
                    <a:pt x="5718940" y="129105"/>
                  </a:lnTo>
                  <a:lnTo>
                    <a:pt x="5801824" y="94290"/>
                  </a:lnTo>
                  <a:lnTo>
                    <a:pt x="5884707" y="58502"/>
                  </a:lnTo>
                  <a:lnTo>
                    <a:pt x="5967590" y="21750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3837325"/>
              <a:ext cx="6015395" cy="1541134"/>
            </a:xfrm>
            <a:custGeom>
              <a:avLst/>
              <a:pathLst>
                <a:path w="6015395" h="1541134">
                  <a:moveTo>
                    <a:pt x="0" y="908000"/>
                  </a:moveTo>
                  <a:lnTo>
                    <a:pt x="82883" y="930807"/>
                  </a:lnTo>
                  <a:lnTo>
                    <a:pt x="165766" y="952325"/>
                  </a:lnTo>
                  <a:lnTo>
                    <a:pt x="248649" y="972532"/>
                  </a:lnTo>
                  <a:lnTo>
                    <a:pt x="331532" y="991403"/>
                  </a:lnTo>
                  <a:lnTo>
                    <a:pt x="414416" y="1008910"/>
                  </a:lnTo>
                  <a:lnTo>
                    <a:pt x="497299" y="1025023"/>
                  </a:lnTo>
                  <a:lnTo>
                    <a:pt x="580182" y="1039707"/>
                  </a:lnTo>
                  <a:lnTo>
                    <a:pt x="663065" y="1052926"/>
                  </a:lnTo>
                  <a:lnTo>
                    <a:pt x="745948" y="1064640"/>
                  </a:lnTo>
                  <a:lnTo>
                    <a:pt x="828832" y="1074805"/>
                  </a:lnTo>
                  <a:lnTo>
                    <a:pt x="911715" y="1083378"/>
                  </a:lnTo>
                  <a:lnTo>
                    <a:pt x="994598" y="1090316"/>
                  </a:lnTo>
                  <a:lnTo>
                    <a:pt x="1077481" y="1095586"/>
                  </a:lnTo>
                  <a:lnTo>
                    <a:pt x="1160364" y="1099166"/>
                  </a:lnTo>
                  <a:lnTo>
                    <a:pt x="1243248" y="1101059"/>
                  </a:lnTo>
                  <a:lnTo>
                    <a:pt x="1326131" y="1101303"/>
                  </a:lnTo>
                  <a:lnTo>
                    <a:pt x="1409014" y="1099982"/>
                  </a:lnTo>
                  <a:lnTo>
                    <a:pt x="1491897" y="1097229"/>
                  </a:lnTo>
                  <a:lnTo>
                    <a:pt x="1574780" y="1093229"/>
                  </a:lnTo>
                  <a:lnTo>
                    <a:pt x="1657664" y="1088198"/>
                  </a:lnTo>
                  <a:lnTo>
                    <a:pt x="1740547" y="1082371"/>
                  </a:lnTo>
                  <a:lnTo>
                    <a:pt x="1823430" y="1076111"/>
                  </a:lnTo>
                  <a:lnTo>
                    <a:pt x="1906313" y="1069841"/>
                  </a:lnTo>
                  <a:lnTo>
                    <a:pt x="1989196" y="1063464"/>
                  </a:lnTo>
                  <a:lnTo>
                    <a:pt x="2072080" y="1056849"/>
                  </a:lnTo>
                  <a:lnTo>
                    <a:pt x="2154963" y="1049900"/>
                  </a:lnTo>
                  <a:lnTo>
                    <a:pt x="2237846" y="1042588"/>
                  </a:lnTo>
                  <a:lnTo>
                    <a:pt x="2320729" y="1034990"/>
                  </a:lnTo>
                  <a:lnTo>
                    <a:pt x="2403612" y="1027086"/>
                  </a:lnTo>
                  <a:lnTo>
                    <a:pt x="2486496" y="1018381"/>
                  </a:lnTo>
                  <a:lnTo>
                    <a:pt x="2569379" y="1009174"/>
                  </a:lnTo>
                  <a:lnTo>
                    <a:pt x="2652262" y="1000917"/>
                  </a:lnTo>
                  <a:lnTo>
                    <a:pt x="2735145" y="993957"/>
                  </a:lnTo>
                  <a:lnTo>
                    <a:pt x="2818028" y="986766"/>
                  </a:lnTo>
                  <a:lnTo>
                    <a:pt x="2900912" y="978891"/>
                  </a:lnTo>
                  <a:lnTo>
                    <a:pt x="2983795" y="971630"/>
                  </a:lnTo>
                  <a:lnTo>
                    <a:pt x="3066678" y="967626"/>
                  </a:lnTo>
                  <a:lnTo>
                    <a:pt x="3149561" y="965431"/>
                  </a:lnTo>
                  <a:lnTo>
                    <a:pt x="3232444" y="962053"/>
                  </a:lnTo>
                  <a:lnTo>
                    <a:pt x="3315328" y="956733"/>
                  </a:lnTo>
                  <a:lnTo>
                    <a:pt x="3398211" y="952190"/>
                  </a:lnTo>
                  <a:lnTo>
                    <a:pt x="3481094" y="948423"/>
                  </a:lnTo>
                  <a:lnTo>
                    <a:pt x="3563977" y="943311"/>
                  </a:lnTo>
                  <a:lnTo>
                    <a:pt x="3646860" y="935723"/>
                  </a:lnTo>
                  <a:lnTo>
                    <a:pt x="3729744" y="925276"/>
                  </a:lnTo>
                  <a:lnTo>
                    <a:pt x="3812627" y="912663"/>
                  </a:lnTo>
                  <a:lnTo>
                    <a:pt x="3895510" y="898102"/>
                  </a:lnTo>
                  <a:lnTo>
                    <a:pt x="3978393" y="881421"/>
                  </a:lnTo>
                  <a:lnTo>
                    <a:pt x="4061276" y="862605"/>
                  </a:lnTo>
                  <a:lnTo>
                    <a:pt x="4144160" y="841802"/>
                  </a:lnTo>
                  <a:lnTo>
                    <a:pt x="4227043" y="819273"/>
                  </a:lnTo>
                  <a:lnTo>
                    <a:pt x="4309926" y="795318"/>
                  </a:lnTo>
                  <a:lnTo>
                    <a:pt x="4392809" y="770467"/>
                  </a:lnTo>
                  <a:lnTo>
                    <a:pt x="4475692" y="744943"/>
                  </a:lnTo>
                  <a:lnTo>
                    <a:pt x="4558576" y="718666"/>
                  </a:lnTo>
                  <a:lnTo>
                    <a:pt x="4641459" y="691519"/>
                  </a:lnTo>
                  <a:lnTo>
                    <a:pt x="4724342" y="663357"/>
                  </a:lnTo>
                  <a:lnTo>
                    <a:pt x="4807225" y="634015"/>
                  </a:lnTo>
                  <a:lnTo>
                    <a:pt x="4890108" y="603325"/>
                  </a:lnTo>
                  <a:lnTo>
                    <a:pt x="4972992" y="571123"/>
                  </a:lnTo>
                  <a:lnTo>
                    <a:pt x="5055875" y="537258"/>
                  </a:lnTo>
                  <a:lnTo>
                    <a:pt x="5138758" y="501602"/>
                  </a:lnTo>
                  <a:lnTo>
                    <a:pt x="5221641" y="464052"/>
                  </a:lnTo>
                  <a:lnTo>
                    <a:pt x="5304524" y="424528"/>
                  </a:lnTo>
                  <a:lnTo>
                    <a:pt x="5387408" y="382975"/>
                  </a:lnTo>
                  <a:lnTo>
                    <a:pt x="5470291" y="339356"/>
                  </a:lnTo>
                  <a:lnTo>
                    <a:pt x="5553174" y="293649"/>
                  </a:lnTo>
                  <a:lnTo>
                    <a:pt x="5636057" y="245845"/>
                  </a:lnTo>
                  <a:lnTo>
                    <a:pt x="5718940" y="195938"/>
                  </a:lnTo>
                  <a:lnTo>
                    <a:pt x="5801824" y="143930"/>
                  </a:lnTo>
                  <a:lnTo>
                    <a:pt x="5884707" y="89824"/>
                  </a:lnTo>
                  <a:lnTo>
                    <a:pt x="5967590" y="33622"/>
                  </a:lnTo>
                  <a:lnTo>
                    <a:pt x="6015395" y="0"/>
                  </a:lnTo>
                  <a:lnTo>
                    <a:pt x="6015395" y="674172"/>
                  </a:lnTo>
                  <a:lnTo>
                    <a:pt x="5967590" y="679381"/>
                  </a:lnTo>
                  <a:lnTo>
                    <a:pt x="5884707" y="688987"/>
                  </a:lnTo>
                  <a:lnTo>
                    <a:pt x="5801824" y="699215"/>
                  </a:lnTo>
                  <a:lnTo>
                    <a:pt x="5718940" y="710112"/>
                  </a:lnTo>
                  <a:lnTo>
                    <a:pt x="5636057" y="721723"/>
                  </a:lnTo>
                  <a:lnTo>
                    <a:pt x="5553174" y="734093"/>
                  </a:lnTo>
                  <a:lnTo>
                    <a:pt x="5470291" y="747260"/>
                  </a:lnTo>
                  <a:lnTo>
                    <a:pt x="5387408" y="761259"/>
                  </a:lnTo>
                  <a:lnTo>
                    <a:pt x="5304524" y="776109"/>
                  </a:lnTo>
                  <a:lnTo>
                    <a:pt x="5221641" y="791818"/>
                  </a:lnTo>
                  <a:lnTo>
                    <a:pt x="5138758" y="808374"/>
                  </a:lnTo>
                  <a:lnTo>
                    <a:pt x="5055875" y="825742"/>
                  </a:lnTo>
                  <a:lnTo>
                    <a:pt x="4972992" y="843860"/>
                  </a:lnTo>
                  <a:lnTo>
                    <a:pt x="4890108" y="862643"/>
                  </a:lnTo>
                  <a:lnTo>
                    <a:pt x="4807225" y="881986"/>
                  </a:lnTo>
                  <a:lnTo>
                    <a:pt x="4724342" y="901766"/>
                  </a:lnTo>
                  <a:lnTo>
                    <a:pt x="4641459" y="921858"/>
                  </a:lnTo>
                  <a:lnTo>
                    <a:pt x="4558576" y="942143"/>
                  </a:lnTo>
                  <a:lnTo>
                    <a:pt x="4475692" y="962518"/>
                  </a:lnTo>
                  <a:lnTo>
                    <a:pt x="4392809" y="982909"/>
                  </a:lnTo>
                  <a:lnTo>
                    <a:pt x="4309926" y="1003279"/>
                  </a:lnTo>
                  <a:lnTo>
                    <a:pt x="4227043" y="1022984"/>
                  </a:lnTo>
                  <a:lnTo>
                    <a:pt x="4144160" y="1041189"/>
                  </a:lnTo>
                  <a:lnTo>
                    <a:pt x="4061276" y="1058065"/>
                  </a:lnTo>
                  <a:lnTo>
                    <a:pt x="3978393" y="1073755"/>
                  </a:lnTo>
                  <a:lnTo>
                    <a:pt x="3895510" y="1088284"/>
                  </a:lnTo>
                  <a:lnTo>
                    <a:pt x="3812627" y="1101521"/>
                  </a:lnTo>
                  <a:lnTo>
                    <a:pt x="3729744" y="1113174"/>
                  </a:lnTo>
                  <a:lnTo>
                    <a:pt x="3646860" y="1121672"/>
                  </a:lnTo>
                  <a:lnTo>
                    <a:pt x="3563977" y="1126082"/>
                  </a:lnTo>
                  <a:lnTo>
                    <a:pt x="3481094" y="1128977"/>
                  </a:lnTo>
                  <a:lnTo>
                    <a:pt x="3398211" y="1132283"/>
                  </a:lnTo>
                  <a:lnTo>
                    <a:pt x="3315328" y="1136936"/>
                  </a:lnTo>
                  <a:lnTo>
                    <a:pt x="3232444" y="1140182"/>
                  </a:lnTo>
                  <a:lnTo>
                    <a:pt x="3149561" y="1140978"/>
                  </a:lnTo>
                  <a:lnTo>
                    <a:pt x="3066678" y="1142997"/>
                  </a:lnTo>
                  <a:lnTo>
                    <a:pt x="2983795" y="1147705"/>
                  </a:lnTo>
                  <a:lnTo>
                    <a:pt x="2900912" y="1153574"/>
                  </a:lnTo>
                  <a:lnTo>
                    <a:pt x="2818028" y="1160266"/>
                  </a:lnTo>
                  <a:lnTo>
                    <a:pt x="2735145" y="1168477"/>
                  </a:lnTo>
                  <a:lnTo>
                    <a:pt x="2652262" y="1177156"/>
                  </a:lnTo>
                  <a:lnTo>
                    <a:pt x="2569379" y="1185140"/>
                  </a:lnTo>
                  <a:lnTo>
                    <a:pt x="2486496" y="1193926"/>
                  </a:lnTo>
                  <a:lnTo>
                    <a:pt x="2403612" y="1203815"/>
                  </a:lnTo>
                  <a:lnTo>
                    <a:pt x="2320729" y="1213880"/>
                  </a:lnTo>
                  <a:lnTo>
                    <a:pt x="2237846" y="1222694"/>
                  </a:lnTo>
                  <a:lnTo>
                    <a:pt x="2154963" y="1231216"/>
                  </a:lnTo>
                  <a:lnTo>
                    <a:pt x="2072080" y="1239955"/>
                  </a:lnTo>
                  <a:lnTo>
                    <a:pt x="1989196" y="1249121"/>
                  </a:lnTo>
                  <a:lnTo>
                    <a:pt x="1906313" y="1258852"/>
                  </a:lnTo>
                  <a:lnTo>
                    <a:pt x="1823430" y="1269253"/>
                  </a:lnTo>
                  <a:lnTo>
                    <a:pt x="1740547" y="1280445"/>
                  </a:lnTo>
                  <a:lnTo>
                    <a:pt x="1657664" y="1292616"/>
                  </a:lnTo>
                  <a:lnTo>
                    <a:pt x="1574780" y="1305986"/>
                  </a:lnTo>
                  <a:lnTo>
                    <a:pt x="1491897" y="1320784"/>
                  </a:lnTo>
                  <a:lnTo>
                    <a:pt x="1409014" y="1337225"/>
                  </a:lnTo>
                  <a:lnTo>
                    <a:pt x="1326131" y="1355490"/>
                  </a:lnTo>
                  <a:lnTo>
                    <a:pt x="1243248" y="1375709"/>
                  </a:lnTo>
                  <a:lnTo>
                    <a:pt x="1160364" y="1397962"/>
                  </a:lnTo>
                  <a:lnTo>
                    <a:pt x="1077481" y="1422285"/>
                  </a:lnTo>
                  <a:lnTo>
                    <a:pt x="994598" y="1448677"/>
                  </a:lnTo>
                  <a:lnTo>
                    <a:pt x="911715" y="1477114"/>
                  </a:lnTo>
                  <a:lnTo>
                    <a:pt x="828832" y="1507559"/>
                  </a:lnTo>
                  <a:lnTo>
                    <a:pt x="745948" y="1539965"/>
                  </a:lnTo>
                  <a:lnTo>
                    <a:pt x="743127" y="154113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3837325"/>
              <a:ext cx="6015395" cy="1101303"/>
            </a:xfrm>
            <a:custGeom>
              <a:avLst/>
              <a:pathLst>
                <a:path w="6015395" h="1101303">
                  <a:moveTo>
                    <a:pt x="0" y="908000"/>
                  </a:moveTo>
                  <a:lnTo>
                    <a:pt x="82883" y="930807"/>
                  </a:lnTo>
                  <a:lnTo>
                    <a:pt x="165766" y="952325"/>
                  </a:lnTo>
                  <a:lnTo>
                    <a:pt x="248649" y="972532"/>
                  </a:lnTo>
                  <a:lnTo>
                    <a:pt x="331532" y="991403"/>
                  </a:lnTo>
                  <a:lnTo>
                    <a:pt x="414416" y="1008910"/>
                  </a:lnTo>
                  <a:lnTo>
                    <a:pt x="497299" y="1025023"/>
                  </a:lnTo>
                  <a:lnTo>
                    <a:pt x="580182" y="1039707"/>
                  </a:lnTo>
                  <a:lnTo>
                    <a:pt x="663065" y="1052926"/>
                  </a:lnTo>
                  <a:lnTo>
                    <a:pt x="745948" y="1064640"/>
                  </a:lnTo>
                  <a:lnTo>
                    <a:pt x="828832" y="1074805"/>
                  </a:lnTo>
                  <a:lnTo>
                    <a:pt x="911715" y="1083378"/>
                  </a:lnTo>
                  <a:lnTo>
                    <a:pt x="994598" y="1090316"/>
                  </a:lnTo>
                  <a:lnTo>
                    <a:pt x="1077481" y="1095586"/>
                  </a:lnTo>
                  <a:lnTo>
                    <a:pt x="1160364" y="1099166"/>
                  </a:lnTo>
                  <a:lnTo>
                    <a:pt x="1243248" y="1101059"/>
                  </a:lnTo>
                  <a:lnTo>
                    <a:pt x="1326131" y="1101303"/>
                  </a:lnTo>
                  <a:lnTo>
                    <a:pt x="1409014" y="1099982"/>
                  </a:lnTo>
                  <a:lnTo>
                    <a:pt x="1491897" y="1097229"/>
                  </a:lnTo>
                  <a:lnTo>
                    <a:pt x="1574780" y="1093229"/>
                  </a:lnTo>
                  <a:lnTo>
                    <a:pt x="1657664" y="1088198"/>
                  </a:lnTo>
                  <a:lnTo>
                    <a:pt x="1740547" y="1082371"/>
                  </a:lnTo>
                  <a:lnTo>
                    <a:pt x="1823430" y="1076111"/>
                  </a:lnTo>
                  <a:lnTo>
                    <a:pt x="1906313" y="1069841"/>
                  </a:lnTo>
                  <a:lnTo>
                    <a:pt x="1989196" y="1063464"/>
                  </a:lnTo>
                  <a:lnTo>
                    <a:pt x="2072080" y="1056849"/>
                  </a:lnTo>
                  <a:lnTo>
                    <a:pt x="2154963" y="1049900"/>
                  </a:lnTo>
                  <a:lnTo>
                    <a:pt x="2237846" y="1042588"/>
                  </a:lnTo>
                  <a:lnTo>
                    <a:pt x="2320729" y="1034990"/>
                  </a:lnTo>
                  <a:lnTo>
                    <a:pt x="2403612" y="1027086"/>
                  </a:lnTo>
                  <a:lnTo>
                    <a:pt x="2486496" y="1018381"/>
                  </a:lnTo>
                  <a:lnTo>
                    <a:pt x="2569379" y="1009174"/>
                  </a:lnTo>
                  <a:lnTo>
                    <a:pt x="2652262" y="1000917"/>
                  </a:lnTo>
                  <a:lnTo>
                    <a:pt x="2735145" y="993957"/>
                  </a:lnTo>
                  <a:lnTo>
                    <a:pt x="2818028" y="986766"/>
                  </a:lnTo>
                  <a:lnTo>
                    <a:pt x="2900912" y="978891"/>
                  </a:lnTo>
                  <a:lnTo>
                    <a:pt x="2983795" y="971630"/>
                  </a:lnTo>
                  <a:lnTo>
                    <a:pt x="3066678" y="967626"/>
                  </a:lnTo>
                  <a:lnTo>
                    <a:pt x="3149561" y="965431"/>
                  </a:lnTo>
                  <a:lnTo>
                    <a:pt x="3232444" y="962053"/>
                  </a:lnTo>
                  <a:lnTo>
                    <a:pt x="3315328" y="956733"/>
                  </a:lnTo>
                  <a:lnTo>
                    <a:pt x="3398211" y="952190"/>
                  </a:lnTo>
                  <a:lnTo>
                    <a:pt x="3481094" y="948423"/>
                  </a:lnTo>
                  <a:lnTo>
                    <a:pt x="3563977" y="943311"/>
                  </a:lnTo>
                  <a:lnTo>
                    <a:pt x="3646860" y="935723"/>
                  </a:lnTo>
                  <a:lnTo>
                    <a:pt x="3729744" y="925276"/>
                  </a:lnTo>
                  <a:lnTo>
                    <a:pt x="3812627" y="912663"/>
                  </a:lnTo>
                  <a:lnTo>
                    <a:pt x="3895510" y="898102"/>
                  </a:lnTo>
                  <a:lnTo>
                    <a:pt x="3978393" y="881421"/>
                  </a:lnTo>
                  <a:lnTo>
                    <a:pt x="4061276" y="862605"/>
                  </a:lnTo>
                  <a:lnTo>
                    <a:pt x="4144160" y="841802"/>
                  </a:lnTo>
                  <a:lnTo>
                    <a:pt x="4227043" y="819273"/>
                  </a:lnTo>
                  <a:lnTo>
                    <a:pt x="4309926" y="795318"/>
                  </a:lnTo>
                  <a:lnTo>
                    <a:pt x="4392809" y="770467"/>
                  </a:lnTo>
                  <a:lnTo>
                    <a:pt x="4475692" y="744943"/>
                  </a:lnTo>
                  <a:lnTo>
                    <a:pt x="4558576" y="718666"/>
                  </a:lnTo>
                  <a:lnTo>
                    <a:pt x="4641459" y="691519"/>
                  </a:lnTo>
                  <a:lnTo>
                    <a:pt x="4724342" y="663357"/>
                  </a:lnTo>
                  <a:lnTo>
                    <a:pt x="4807225" y="634015"/>
                  </a:lnTo>
                  <a:lnTo>
                    <a:pt x="4890108" y="603325"/>
                  </a:lnTo>
                  <a:lnTo>
                    <a:pt x="4972992" y="571123"/>
                  </a:lnTo>
                  <a:lnTo>
                    <a:pt x="5055875" y="537258"/>
                  </a:lnTo>
                  <a:lnTo>
                    <a:pt x="5138758" y="501602"/>
                  </a:lnTo>
                  <a:lnTo>
                    <a:pt x="5221641" y="464052"/>
                  </a:lnTo>
                  <a:lnTo>
                    <a:pt x="5304524" y="424528"/>
                  </a:lnTo>
                  <a:lnTo>
                    <a:pt x="5387408" y="382975"/>
                  </a:lnTo>
                  <a:lnTo>
                    <a:pt x="5470291" y="339356"/>
                  </a:lnTo>
                  <a:lnTo>
                    <a:pt x="5553174" y="293649"/>
                  </a:lnTo>
                  <a:lnTo>
                    <a:pt x="5636057" y="245845"/>
                  </a:lnTo>
                  <a:lnTo>
                    <a:pt x="5718940" y="195938"/>
                  </a:lnTo>
                  <a:lnTo>
                    <a:pt x="5801824" y="143930"/>
                  </a:lnTo>
                  <a:lnTo>
                    <a:pt x="5884707" y="89824"/>
                  </a:lnTo>
                  <a:lnTo>
                    <a:pt x="5967590" y="33622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815592" y="4511498"/>
              <a:ext cx="5272268" cy="866961"/>
            </a:xfrm>
            <a:custGeom>
              <a:avLst/>
              <a:pathLst>
                <a:path w="5272268" h="866961">
                  <a:moveTo>
                    <a:pt x="5272268" y="0"/>
                  </a:moveTo>
                  <a:lnTo>
                    <a:pt x="5224462" y="5209"/>
                  </a:lnTo>
                  <a:lnTo>
                    <a:pt x="5141579" y="14815"/>
                  </a:lnTo>
                  <a:lnTo>
                    <a:pt x="5058696" y="25043"/>
                  </a:lnTo>
                  <a:lnTo>
                    <a:pt x="4975813" y="35940"/>
                  </a:lnTo>
                  <a:lnTo>
                    <a:pt x="4892930" y="47551"/>
                  </a:lnTo>
                  <a:lnTo>
                    <a:pt x="4810046" y="59921"/>
                  </a:lnTo>
                  <a:lnTo>
                    <a:pt x="4727163" y="73088"/>
                  </a:lnTo>
                  <a:lnTo>
                    <a:pt x="4644280" y="87086"/>
                  </a:lnTo>
                  <a:lnTo>
                    <a:pt x="4561397" y="101937"/>
                  </a:lnTo>
                  <a:lnTo>
                    <a:pt x="4478514" y="117646"/>
                  </a:lnTo>
                  <a:lnTo>
                    <a:pt x="4395630" y="134202"/>
                  </a:lnTo>
                  <a:lnTo>
                    <a:pt x="4312747" y="151569"/>
                  </a:lnTo>
                  <a:lnTo>
                    <a:pt x="4229864" y="169688"/>
                  </a:lnTo>
                  <a:lnTo>
                    <a:pt x="4146981" y="188471"/>
                  </a:lnTo>
                  <a:lnTo>
                    <a:pt x="4064098" y="207814"/>
                  </a:lnTo>
                  <a:lnTo>
                    <a:pt x="3981214" y="227594"/>
                  </a:lnTo>
                  <a:lnTo>
                    <a:pt x="3898331" y="247686"/>
                  </a:lnTo>
                  <a:lnTo>
                    <a:pt x="3815448" y="267971"/>
                  </a:lnTo>
                  <a:lnTo>
                    <a:pt x="3732565" y="288346"/>
                  </a:lnTo>
                  <a:lnTo>
                    <a:pt x="3649682" y="308736"/>
                  </a:lnTo>
                  <a:lnTo>
                    <a:pt x="3566798" y="329106"/>
                  </a:lnTo>
                  <a:lnTo>
                    <a:pt x="3483915" y="348812"/>
                  </a:lnTo>
                  <a:lnTo>
                    <a:pt x="3401032" y="367017"/>
                  </a:lnTo>
                  <a:lnTo>
                    <a:pt x="3318149" y="383893"/>
                  </a:lnTo>
                  <a:lnTo>
                    <a:pt x="3235266" y="399582"/>
                  </a:lnTo>
                  <a:lnTo>
                    <a:pt x="3152382" y="414112"/>
                  </a:lnTo>
                  <a:lnTo>
                    <a:pt x="3069499" y="427349"/>
                  </a:lnTo>
                  <a:lnTo>
                    <a:pt x="2986616" y="439002"/>
                  </a:lnTo>
                  <a:lnTo>
                    <a:pt x="2903733" y="447500"/>
                  </a:lnTo>
                  <a:lnTo>
                    <a:pt x="2820850" y="451910"/>
                  </a:lnTo>
                  <a:lnTo>
                    <a:pt x="2737966" y="454805"/>
                  </a:lnTo>
                  <a:lnTo>
                    <a:pt x="2655083" y="458111"/>
                  </a:lnTo>
                  <a:lnTo>
                    <a:pt x="2572200" y="462764"/>
                  </a:lnTo>
                  <a:lnTo>
                    <a:pt x="2489317" y="466009"/>
                  </a:lnTo>
                  <a:lnTo>
                    <a:pt x="2406434" y="466806"/>
                  </a:lnTo>
                  <a:lnTo>
                    <a:pt x="2323550" y="468825"/>
                  </a:lnTo>
                  <a:lnTo>
                    <a:pt x="2240667" y="473533"/>
                  </a:lnTo>
                  <a:lnTo>
                    <a:pt x="2157784" y="479402"/>
                  </a:lnTo>
                  <a:lnTo>
                    <a:pt x="2074901" y="486093"/>
                  </a:lnTo>
                  <a:lnTo>
                    <a:pt x="1992018" y="494305"/>
                  </a:lnTo>
                  <a:lnTo>
                    <a:pt x="1909134" y="502984"/>
                  </a:lnTo>
                  <a:lnTo>
                    <a:pt x="1826251" y="510968"/>
                  </a:lnTo>
                  <a:lnTo>
                    <a:pt x="1743368" y="519754"/>
                  </a:lnTo>
                  <a:lnTo>
                    <a:pt x="1660485" y="529643"/>
                  </a:lnTo>
                  <a:lnTo>
                    <a:pt x="1577602" y="539708"/>
                  </a:lnTo>
                  <a:lnTo>
                    <a:pt x="1494718" y="548522"/>
                  </a:lnTo>
                  <a:lnTo>
                    <a:pt x="1411835" y="557043"/>
                  </a:lnTo>
                  <a:lnTo>
                    <a:pt x="1328952" y="565783"/>
                  </a:lnTo>
                  <a:lnTo>
                    <a:pt x="1246069" y="574948"/>
                  </a:lnTo>
                  <a:lnTo>
                    <a:pt x="1163186" y="584680"/>
                  </a:lnTo>
                  <a:lnTo>
                    <a:pt x="1080302" y="595081"/>
                  </a:lnTo>
                  <a:lnTo>
                    <a:pt x="997419" y="606272"/>
                  </a:lnTo>
                  <a:lnTo>
                    <a:pt x="914536" y="618444"/>
                  </a:lnTo>
                  <a:lnTo>
                    <a:pt x="831653" y="631814"/>
                  </a:lnTo>
                  <a:lnTo>
                    <a:pt x="748770" y="646612"/>
                  </a:lnTo>
                  <a:lnTo>
                    <a:pt x="665886" y="663053"/>
                  </a:lnTo>
                  <a:lnTo>
                    <a:pt x="583003" y="681317"/>
                  </a:lnTo>
                  <a:lnTo>
                    <a:pt x="500120" y="701536"/>
                  </a:lnTo>
                  <a:lnTo>
                    <a:pt x="417237" y="723790"/>
                  </a:lnTo>
                  <a:lnTo>
                    <a:pt x="334354" y="748113"/>
                  </a:lnTo>
                  <a:lnTo>
                    <a:pt x="251470" y="774505"/>
                  </a:lnTo>
                  <a:lnTo>
                    <a:pt x="168587" y="802942"/>
                  </a:lnTo>
                  <a:lnTo>
                    <a:pt x="85704" y="833386"/>
                  </a:lnTo>
                  <a:lnTo>
                    <a:pt x="2821" y="865793"/>
                  </a:lnTo>
                  <a:lnTo>
                    <a:pt x="0" y="8669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4174411"/>
              <a:ext cx="6015395" cy="1073367"/>
            </a:xfrm>
            <a:custGeom>
              <a:avLst/>
              <a:pathLst>
                <a:path w="6015395" h="1073367">
                  <a:moveTo>
                    <a:pt x="0" y="1073367"/>
                  </a:moveTo>
                  <a:lnTo>
                    <a:pt x="82883" y="1060653"/>
                  </a:lnTo>
                  <a:lnTo>
                    <a:pt x="165766" y="1048109"/>
                  </a:lnTo>
                  <a:lnTo>
                    <a:pt x="248649" y="1035738"/>
                  </a:lnTo>
                  <a:lnTo>
                    <a:pt x="331532" y="1023540"/>
                  </a:lnTo>
                  <a:lnTo>
                    <a:pt x="414416" y="1011518"/>
                  </a:lnTo>
                  <a:lnTo>
                    <a:pt x="497299" y="999673"/>
                  </a:lnTo>
                  <a:lnTo>
                    <a:pt x="580182" y="988007"/>
                  </a:lnTo>
                  <a:lnTo>
                    <a:pt x="663065" y="976521"/>
                  </a:lnTo>
                  <a:lnTo>
                    <a:pt x="745948" y="965217"/>
                  </a:lnTo>
                  <a:lnTo>
                    <a:pt x="828832" y="954096"/>
                  </a:lnTo>
                  <a:lnTo>
                    <a:pt x="911715" y="943160"/>
                  </a:lnTo>
                  <a:lnTo>
                    <a:pt x="994598" y="932410"/>
                  </a:lnTo>
                  <a:lnTo>
                    <a:pt x="1077481" y="921849"/>
                  </a:lnTo>
                  <a:lnTo>
                    <a:pt x="1160364" y="911478"/>
                  </a:lnTo>
                  <a:lnTo>
                    <a:pt x="1243248" y="901298"/>
                  </a:lnTo>
                  <a:lnTo>
                    <a:pt x="1326131" y="891310"/>
                  </a:lnTo>
                  <a:lnTo>
                    <a:pt x="1409014" y="881517"/>
                  </a:lnTo>
                  <a:lnTo>
                    <a:pt x="1491897" y="871920"/>
                  </a:lnTo>
                  <a:lnTo>
                    <a:pt x="1574780" y="862521"/>
                  </a:lnTo>
                  <a:lnTo>
                    <a:pt x="1657664" y="853321"/>
                  </a:lnTo>
                  <a:lnTo>
                    <a:pt x="1740547" y="844322"/>
                  </a:lnTo>
                  <a:lnTo>
                    <a:pt x="1823430" y="835596"/>
                  </a:lnTo>
                  <a:lnTo>
                    <a:pt x="1906313" y="827260"/>
                  </a:lnTo>
                  <a:lnTo>
                    <a:pt x="1989196" y="819206"/>
                  </a:lnTo>
                  <a:lnTo>
                    <a:pt x="2072080" y="811316"/>
                  </a:lnTo>
                  <a:lnTo>
                    <a:pt x="2154963" y="803472"/>
                  </a:lnTo>
                  <a:lnTo>
                    <a:pt x="2237846" y="795555"/>
                  </a:lnTo>
                  <a:lnTo>
                    <a:pt x="2320729" y="787349"/>
                  </a:lnTo>
                  <a:lnTo>
                    <a:pt x="2403612" y="778364"/>
                  </a:lnTo>
                  <a:lnTo>
                    <a:pt x="2486496" y="769067"/>
                  </a:lnTo>
                  <a:lnTo>
                    <a:pt x="2569379" y="760071"/>
                  </a:lnTo>
                  <a:lnTo>
                    <a:pt x="2652262" y="751950"/>
                  </a:lnTo>
                  <a:lnTo>
                    <a:pt x="2735145" y="744131"/>
                  </a:lnTo>
                  <a:lnTo>
                    <a:pt x="2818028" y="736430"/>
                  </a:lnTo>
                  <a:lnTo>
                    <a:pt x="2900912" y="729147"/>
                  </a:lnTo>
                  <a:lnTo>
                    <a:pt x="2983795" y="722581"/>
                  </a:lnTo>
                  <a:lnTo>
                    <a:pt x="3066678" y="718225"/>
                  </a:lnTo>
                  <a:lnTo>
                    <a:pt x="3149561" y="716119"/>
                  </a:lnTo>
                  <a:lnTo>
                    <a:pt x="3232444" y="714031"/>
                  </a:lnTo>
                  <a:lnTo>
                    <a:pt x="3315328" y="709748"/>
                  </a:lnTo>
                  <a:lnTo>
                    <a:pt x="3398211" y="705150"/>
                  </a:lnTo>
                  <a:lnTo>
                    <a:pt x="3481094" y="701614"/>
                  </a:lnTo>
                  <a:lnTo>
                    <a:pt x="3563977" y="697610"/>
                  </a:lnTo>
                  <a:lnTo>
                    <a:pt x="3646860" y="691611"/>
                  </a:lnTo>
                  <a:lnTo>
                    <a:pt x="3729744" y="682139"/>
                  </a:lnTo>
                  <a:lnTo>
                    <a:pt x="3812627" y="670006"/>
                  </a:lnTo>
                  <a:lnTo>
                    <a:pt x="3895510" y="656107"/>
                  </a:lnTo>
                  <a:lnTo>
                    <a:pt x="3978393" y="640502"/>
                  </a:lnTo>
                  <a:lnTo>
                    <a:pt x="4061276" y="623249"/>
                  </a:lnTo>
                  <a:lnTo>
                    <a:pt x="4144160" y="604410"/>
                  </a:lnTo>
                  <a:lnTo>
                    <a:pt x="4227043" y="584042"/>
                  </a:lnTo>
                  <a:lnTo>
                    <a:pt x="4309926" y="562212"/>
                  </a:lnTo>
                  <a:lnTo>
                    <a:pt x="4392809" y="539602"/>
                  </a:lnTo>
                  <a:lnTo>
                    <a:pt x="4475692" y="516644"/>
                  </a:lnTo>
                  <a:lnTo>
                    <a:pt x="4558576" y="493319"/>
                  </a:lnTo>
                  <a:lnTo>
                    <a:pt x="4641459" y="469603"/>
                  </a:lnTo>
                  <a:lnTo>
                    <a:pt x="4724342" y="445475"/>
                  </a:lnTo>
                  <a:lnTo>
                    <a:pt x="4807225" y="420914"/>
                  </a:lnTo>
                  <a:lnTo>
                    <a:pt x="4890108" y="395898"/>
                  </a:lnTo>
                  <a:lnTo>
                    <a:pt x="4972992" y="370405"/>
                  </a:lnTo>
                  <a:lnTo>
                    <a:pt x="5055875" y="344414"/>
                  </a:lnTo>
                  <a:lnTo>
                    <a:pt x="5138758" y="317902"/>
                  </a:lnTo>
                  <a:lnTo>
                    <a:pt x="5221641" y="290849"/>
                  </a:lnTo>
                  <a:lnTo>
                    <a:pt x="5304524" y="263232"/>
                  </a:lnTo>
                  <a:lnTo>
                    <a:pt x="5387408" y="235030"/>
                  </a:lnTo>
                  <a:lnTo>
                    <a:pt x="5470291" y="206222"/>
                  </a:lnTo>
                  <a:lnTo>
                    <a:pt x="5553174" y="176785"/>
                  </a:lnTo>
                  <a:lnTo>
                    <a:pt x="5636057" y="146698"/>
                  </a:lnTo>
                  <a:lnTo>
                    <a:pt x="5718940" y="115939"/>
                  </a:lnTo>
                  <a:lnTo>
                    <a:pt x="5801824" y="84487"/>
                  </a:lnTo>
                  <a:lnTo>
                    <a:pt x="5884707" y="52319"/>
                  </a:lnTo>
                  <a:lnTo>
                    <a:pt x="5967590" y="19415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3931453"/>
              <a:ext cx="6015395" cy="1447006"/>
            </a:xfrm>
            <a:custGeom>
              <a:avLst/>
              <a:pathLst>
                <a:path w="6015395" h="1447006">
                  <a:moveTo>
                    <a:pt x="0" y="868185"/>
                  </a:moveTo>
                  <a:lnTo>
                    <a:pt x="82883" y="887334"/>
                  </a:lnTo>
                  <a:lnTo>
                    <a:pt x="165766" y="905370"/>
                  </a:lnTo>
                  <a:lnTo>
                    <a:pt x="248649" y="922273"/>
                  </a:lnTo>
                  <a:lnTo>
                    <a:pt x="331532" y="938019"/>
                  </a:lnTo>
                  <a:lnTo>
                    <a:pt x="414416" y="952582"/>
                  </a:lnTo>
                  <a:lnTo>
                    <a:pt x="497299" y="965933"/>
                  </a:lnTo>
                  <a:lnTo>
                    <a:pt x="580182" y="978039"/>
                  </a:lnTo>
                  <a:lnTo>
                    <a:pt x="663065" y="988866"/>
                  </a:lnTo>
                  <a:lnTo>
                    <a:pt x="745948" y="998376"/>
                  </a:lnTo>
                  <a:lnTo>
                    <a:pt x="828832" y="1006527"/>
                  </a:lnTo>
                  <a:lnTo>
                    <a:pt x="911715" y="1013278"/>
                  </a:lnTo>
                  <a:lnTo>
                    <a:pt x="994598" y="1018590"/>
                  </a:lnTo>
                  <a:lnTo>
                    <a:pt x="1077481" y="1022429"/>
                  </a:lnTo>
                  <a:lnTo>
                    <a:pt x="1160364" y="1024777"/>
                  </a:lnTo>
                  <a:lnTo>
                    <a:pt x="1243248" y="1025635"/>
                  </a:lnTo>
                  <a:lnTo>
                    <a:pt x="1326131" y="1025042"/>
                  </a:lnTo>
                  <a:lnTo>
                    <a:pt x="1409014" y="1023076"/>
                  </a:lnTo>
                  <a:lnTo>
                    <a:pt x="1491897" y="1019867"/>
                  </a:lnTo>
                  <a:lnTo>
                    <a:pt x="1574780" y="1015591"/>
                  </a:lnTo>
                  <a:lnTo>
                    <a:pt x="1657664" y="1010457"/>
                  </a:lnTo>
                  <a:lnTo>
                    <a:pt x="1740547" y="1004687"/>
                  </a:lnTo>
                  <a:lnTo>
                    <a:pt x="1823430" y="998715"/>
                  </a:lnTo>
                  <a:lnTo>
                    <a:pt x="1906313" y="993082"/>
                  </a:lnTo>
                  <a:lnTo>
                    <a:pt x="1989196" y="987586"/>
                  </a:lnTo>
                  <a:lnTo>
                    <a:pt x="2072080" y="981976"/>
                  </a:lnTo>
                  <a:lnTo>
                    <a:pt x="2154963" y="976036"/>
                  </a:lnTo>
                  <a:lnTo>
                    <a:pt x="2237846" y="969617"/>
                  </a:lnTo>
                  <a:lnTo>
                    <a:pt x="2320729" y="962878"/>
                  </a:lnTo>
                  <a:lnTo>
                    <a:pt x="2403612" y="956802"/>
                  </a:lnTo>
                  <a:lnTo>
                    <a:pt x="2486496" y="950467"/>
                  </a:lnTo>
                  <a:lnTo>
                    <a:pt x="2569379" y="943441"/>
                  </a:lnTo>
                  <a:lnTo>
                    <a:pt x="2652262" y="936428"/>
                  </a:lnTo>
                  <a:lnTo>
                    <a:pt x="2735145" y="930153"/>
                  </a:lnTo>
                  <a:lnTo>
                    <a:pt x="2818028" y="923519"/>
                  </a:lnTo>
                  <a:lnTo>
                    <a:pt x="2900912" y="916106"/>
                  </a:lnTo>
                  <a:lnTo>
                    <a:pt x="2983795" y="909165"/>
                  </a:lnTo>
                  <a:lnTo>
                    <a:pt x="3066678" y="904080"/>
                  </a:lnTo>
                  <a:lnTo>
                    <a:pt x="3149561" y="899209"/>
                  </a:lnTo>
                  <a:lnTo>
                    <a:pt x="3232444" y="893362"/>
                  </a:lnTo>
                  <a:lnTo>
                    <a:pt x="3315328" y="887477"/>
                  </a:lnTo>
                  <a:lnTo>
                    <a:pt x="3398211" y="882982"/>
                  </a:lnTo>
                  <a:lnTo>
                    <a:pt x="3481094" y="878777"/>
                  </a:lnTo>
                  <a:lnTo>
                    <a:pt x="3563977" y="873630"/>
                  </a:lnTo>
                  <a:lnTo>
                    <a:pt x="3646860" y="867258"/>
                  </a:lnTo>
                  <a:lnTo>
                    <a:pt x="3729744" y="860061"/>
                  </a:lnTo>
                  <a:lnTo>
                    <a:pt x="3812627" y="851895"/>
                  </a:lnTo>
                  <a:lnTo>
                    <a:pt x="3895510" y="842261"/>
                  </a:lnTo>
                  <a:lnTo>
                    <a:pt x="3978393" y="830906"/>
                  </a:lnTo>
                  <a:lnTo>
                    <a:pt x="4061276" y="817726"/>
                  </a:lnTo>
                  <a:lnTo>
                    <a:pt x="4144160" y="802772"/>
                  </a:lnTo>
                  <a:lnTo>
                    <a:pt x="4227043" y="786204"/>
                  </a:lnTo>
                  <a:lnTo>
                    <a:pt x="4309926" y="768219"/>
                  </a:lnTo>
                  <a:lnTo>
                    <a:pt x="4392809" y="748987"/>
                  </a:lnTo>
                  <a:lnTo>
                    <a:pt x="4475692" y="728532"/>
                  </a:lnTo>
                  <a:lnTo>
                    <a:pt x="4558576" y="706791"/>
                  </a:lnTo>
                  <a:lnTo>
                    <a:pt x="4641459" y="683665"/>
                  </a:lnTo>
                  <a:lnTo>
                    <a:pt x="4724342" y="659026"/>
                  </a:lnTo>
                  <a:lnTo>
                    <a:pt x="4807225" y="632731"/>
                  </a:lnTo>
                  <a:lnTo>
                    <a:pt x="4890108" y="604631"/>
                  </a:lnTo>
                  <a:lnTo>
                    <a:pt x="4972992" y="574581"/>
                  </a:lnTo>
                  <a:lnTo>
                    <a:pt x="5055875" y="542451"/>
                  </a:lnTo>
                  <a:lnTo>
                    <a:pt x="5138758" y="508130"/>
                  </a:lnTo>
                  <a:lnTo>
                    <a:pt x="5221641" y="471531"/>
                  </a:lnTo>
                  <a:lnTo>
                    <a:pt x="5304524" y="432592"/>
                  </a:lnTo>
                  <a:lnTo>
                    <a:pt x="5387408" y="391271"/>
                  </a:lnTo>
                  <a:lnTo>
                    <a:pt x="5470291" y="347548"/>
                  </a:lnTo>
                  <a:lnTo>
                    <a:pt x="5553174" y="301413"/>
                  </a:lnTo>
                  <a:lnTo>
                    <a:pt x="5636057" y="252869"/>
                  </a:lnTo>
                  <a:lnTo>
                    <a:pt x="5718940" y="201925"/>
                  </a:lnTo>
                  <a:lnTo>
                    <a:pt x="5801824" y="148594"/>
                  </a:lnTo>
                  <a:lnTo>
                    <a:pt x="5884707" y="92892"/>
                  </a:lnTo>
                  <a:lnTo>
                    <a:pt x="5967590" y="34835"/>
                  </a:lnTo>
                  <a:lnTo>
                    <a:pt x="6015395" y="0"/>
                  </a:lnTo>
                  <a:lnTo>
                    <a:pt x="6015395" y="645355"/>
                  </a:lnTo>
                  <a:lnTo>
                    <a:pt x="5967590" y="652992"/>
                  </a:lnTo>
                  <a:lnTo>
                    <a:pt x="5884707" y="666446"/>
                  </a:lnTo>
                  <a:lnTo>
                    <a:pt x="5801824" y="680145"/>
                  </a:lnTo>
                  <a:lnTo>
                    <a:pt x="5718940" y="694121"/>
                  </a:lnTo>
                  <a:lnTo>
                    <a:pt x="5636057" y="708406"/>
                  </a:lnTo>
                  <a:lnTo>
                    <a:pt x="5553174" y="723030"/>
                  </a:lnTo>
                  <a:lnTo>
                    <a:pt x="5470291" y="738017"/>
                  </a:lnTo>
                  <a:lnTo>
                    <a:pt x="5387408" y="753386"/>
                  </a:lnTo>
                  <a:lnTo>
                    <a:pt x="5304524" y="769145"/>
                  </a:lnTo>
                  <a:lnTo>
                    <a:pt x="5221641" y="785287"/>
                  </a:lnTo>
                  <a:lnTo>
                    <a:pt x="5138758" y="801789"/>
                  </a:lnTo>
                  <a:lnTo>
                    <a:pt x="5055875" y="818604"/>
                  </a:lnTo>
                  <a:lnTo>
                    <a:pt x="4972992" y="835661"/>
                  </a:lnTo>
                  <a:lnTo>
                    <a:pt x="4890108" y="852865"/>
                  </a:lnTo>
                  <a:lnTo>
                    <a:pt x="4807225" y="870103"/>
                  </a:lnTo>
                  <a:lnTo>
                    <a:pt x="4724342" y="887245"/>
                  </a:lnTo>
                  <a:lnTo>
                    <a:pt x="4641459" y="904158"/>
                  </a:lnTo>
                  <a:lnTo>
                    <a:pt x="4558576" y="920716"/>
                  </a:lnTo>
                  <a:lnTo>
                    <a:pt x="4475692" y="936807"/>
                  </a:lnTo>
                  <a:lnTo>
                    <a:pt x="4392809" y="952348"/>
                  </a:lnTo>
                  <a:lnTo>
                    <a:pt x="4309926" y="967291"/>
                  </a:lnTo>
                  <a:lnTo>
                    <a:pt x="4227043" y="981208"/>
                  </a:lnTo>
                  <a:lnTo>
                    <a:pt x="4144160" y="993636"/>
                  </a:lnTo>
                  <a:lnTo>
                    <a:pt x="4061276" y="1004831"/>
                  </a:lnTo>
                  <a:lnTo>
                    <a:pt x="3978393" y="1015019"/>
                  </a:lnTo>
                  <a:lnTo>
                    <a:pt x="3895510" y="1024314"/>
                  </a:lnTo>
                  <a:lnTo>
                    <a:pt x="3812627" y="1032680"/>
                  </a:lnTo>
                  <a:lnTo>
                    <a:pt x="3729744" y="1039927"/>
                  </a:lnTo>
                  <a:lnTo>
                    <a:pt x="3646860" y="1045259"/>
                  </a:lnTo>
                  <a:lnTo>
                    <a:pt x="3563977" y="1048588"/>
                  </a:lnTo>
                  <a:lnTo>
                    <a:pt x="3481094" y="1051613"/>
                  </a:lnTo>
                  <a:lnTo>
                    <a:pt x="3398211" y="1055378"/>
                  </a:lnTo>
                  <a:lnTo>
                    <a:pt x="3315328" y="1059977"/>
                  </a:lnTo>
                  <a:lnTo>
                    <a:pt x="3232444" y="1063877"/>
                  </a:lnTo>
                  <a:lnTo>
                    <a:pt x="3149561" y="1067252"/>
                  </a:lnTo>
                  <a:lnTo>
                    <a:pt x="3066678" y="1071955"/>
                  </a:lnTo>
                  <a:lnTo>
                    <a:pt x="2983795" y="1077715"/>
                  </a:lnTo>
                  <a:lnTo>
                    <a:pt x="2900912" y="1083322"/>
                  </a:lnTo>
                  <a:lnTo>
                    <a:pt x="2818028" y="1089603"/>
                  </a:lnTo>
                  <a:lnTo>
                    <a:pt x="2735145" y="1097214"/>
                  </a:lnTo>
                  <a:lnTo>
                    <a:pt x="2652262" y="1105134"/>
                  </a:lnTo>
                  <a:lnTo>
                    <a:pt x="2569379" y="1111886"/>
                  </a:lnTo>
                  <a:lnTo>
                    <a:pt x="2486496" y="1118509"/>
                  </a:lnTo>
                  <a:lnTo>
                    <a:pt x="2403612" y="1125978"/>
                  </a:lnTo>
                  <a:lnTo>
                    <a:pt x="2320729" y="1134121"/>
                  </a:lnTo>
                  <a:lnTo>
                    <a:pt x="2237846" y="1142025"/>
                  </a:lnTo>
                  <a:lnTo>
                    <a:pt x="2154963" y="1149602"/>
                  </a:lnTo>
                  <a:lnTo>
                    <a:pt x="2072080" y="1157255"/>
                  </a:lnTo>
                  <a:lnTo>
                    <a:pt x="1989196" y="1165307"/>
                  </a:lnTo>
                  <a:lnTo>
                    <a:pt x="1906313" y="1174015"/>
                  </a:lnTo>
                  <a:lnTo>
                    <a:pt x="1823430" y="1183601"/>
                  </a:lnTo>
                  <a:lnTo>
                    <a:pt x="1740547" y="1194294"/>
                  </a:lnTo>
                  <a:lnTo>
                    <a:pt x="1657664" y="1206136"/>
                  </a:lnTo>
                  <a:lnTo>
                    <a:pt x="1574780" y="1219254"/>
                  </a:lnTo>
                  <a:lnTo>
                    <a:pt x="1491897" y="1233866"/>
                  </a:lnTo>
                  <a:lnTo>
                    <a:pt x="1409014" y="1250179"/>
                  </a:lnTo>
                  <a:lnTo>
                    <a:pt x="1326131" y="1268363"/>
                  </a:lnTo>
                  <a:lnTo>
                    <a:pt x="1243248" y="1288545"/>
                  </a:lnTo>
                  <a:lnTo>
                    <a:pt x="1160364" y="1310801"/>
                  </a:lnTo>
                  <a:lnTo>
                    <a:pt x="1077481" y="1335164"/>
                  </a:lnTo>
                  <a:lnTo>
                    <a:pt x="994598" y="1361633"/>
                  </a:lnTo>
                  <a:lnTo>
                    <a:pt x="911715" y="1390185"/>
                  </a:lnTo>
                  <a:lnTo>
                    <a:pt x="828832" y="1420783"/>
                  </a:lnTo>
                  <a:lnTo>
                    <a:pt x="762164" y="144700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3931453"/>
              <a:ext cx="6015395" cy="1025635"/>
            </a:xfrm>
            <a:custGeom>
              <a:avLst/>
              <a:pathLst>
                <a:path w="6015395" h="1025635">
                  <a:moveTo>
                    <a:pt x="0" y="868185"/>
                  </a:moveTo>
                  <a:lnTo>
                    <a:pt x="82883" y="887334"/>
                  </a:lnTo>
                  <a:lnTo>
                    <a:pt x="165766" y="905370"/>
                  </a:lnTo>
                  <a:lnTo>
                    <a:pt x="248649" y="922273"/>
                  </a:lnTo>
                  <a:lnTo>
                    <a:pt x="331532" y="938019"/>
                  </a:lnTo>
                  <a:lnTo>
                    <a:pt x="414416" y="952582"/>
                  </a:lnTo>
                  <a:lnTo>
                    <a:pt x="497299" y="965933"/>
                  </a:lnTo>
                  <a:lnTo>
                    <a:pt x="580182" y="978039"/>
                  </a:lnTo>
                  <a:lnTo>
                    <a:pt x="663065" y="988866"/>
                  </a:lnTo>
                  <a:lnTo>
                    <a:pt x="745948" y="998376"/>
                  </a:lnTo>
                  <a:lnTo>
                    <a:pt x="828832" y="1006527"/>
                  </a:lnTo>
                  <a:lnTo>
                    <a:pt x="911715" y="1013278"/>
                  </a:lnTo>
                  <a:lnTo>
                    <a:pt x="994598" y="1018590"/>
                  </a:lnTo>
                  <a:lnTo>
                    <a:pt x="1077481" y="1022429"/>
                  </a:lnTo>
                  <a:lnTo>
                    <a:pt x="1160364" y="1024777"/>
                  </a:lnTo>
                  <a:lnTo>
                    <a:pt x="1243248" y="1025635"/>
                  </a:lnTo>
                  <a:lnTo>
                    <a:pt x="1326131" y="1025042"/>
                  </a:lnTo>
                  <a:lnTo>
                    <a:pt x="1409014" y="1023076"/>
                  </a:lnTo>
                  <a:lnTo>
                    <a:pt x="1491897" y="1019867"/>
                  </a:lnTo>
                  <a:lnTo>
                    <a:pt x="1574780" y="1015591"/>
                  </a:lnTo>
                  <a:lnTo>
                    <a:pt x="1657664" y="1010457"/>
                  </a:lnTo>
                  <a:lnTo>
                    <a:pt x="1740547" y="1004687"/>
                  </a:lnTo>
                  <a:lnTo>
                    <a:pt x="1823430" y="998715"/>
                  </a:lnTo>
                  <a:lnTo>
                    <a:pt x="1906313" y="993082"/>
                  </a:lnTo>
                  <a:lnTo>
                    <a:pt x="1989196" y="987586"/>
                  </a:lnTo>
                  <a:lnTo>
                    <a:pt x="2072080" y="981976"/>
                  </a:lnTo>
                  <a:lnTo>
                    <a:pt x="2154963" y="976036"/>
                  </a:lnTo>
                  <a:lnTo>
                    <a:pt x="2237846" y="969617"/>
                  </a:lnTo>
                  <a:lnTo>
                    <a:pt x="2320729" y="962878"/>
                  </a:lnTo>
                  <a:lnTo>
                    <a:pt x="2403612" y="956802"/>
                  </a:lnTo>
                  <a:lnTo>
                    <a:pt x="2486496" y="950467"/>
                  </a:lnTo>
                  <a:lnTo>
                    <a:pt x="2569379" y="943441"/>
                  </a:lnTo>
                  <a:lnTo>
                    <a:pt x="2652262" y="936428"/>
                  </a:lnTo>
                  <a:lnTo>
                    <a:pt x="2735145" y="930153"/>
                  </a:lnTo>
                  <a:lnTo>
                    <a:pt x="2818028" y="923519"/>
                  </a:lnTo>
                  <a:lnTo>
                    <a:pt x="2900912" y="916106"/>
                  </a:lnTo>
                  <a:lnTo>
                    <a:pt x="2983795" y="909165"/>
                  </a:lnTo>
                  <a:lnTo>
                    <a:pt x="3066678" y="904080"/>
                  </a:lnTo>
                  <a:lnTo>
                    <a:pt x="3149561" y="899209"/>
                  </a:lnTo>
                  <a:lnTo>
                    <a:pt x="3232444" y="893362"/>
                  </a:lnTo>
                  <a:lnTo>
                    <a:pt x="3315328" y="887477"/>
                  </a:lnTo>
                  <a:lnTo>
                    <a:pt x="3398211" y="882982"/>
                  </a:lnTo>
                  <a:lnTo>
                    <a:pt x="3481094" y="878777"/>
                  </a:lnTo>
                  <a:lnTo>
                    <a:pt x="3563977" y="873630"/>
                  </a:lnTo>
                  <a:lnTo>
                    <a:pt x="3646860" y="867258"/>
                  </a:lnTo>
                  <a:lnTo>
                    <a:pt x="3729744" y="860061"/>
                  </a:lnTo>
                  <a:lnTo>
                    <a:pt x="3812627" y="851895"/>
                  </a:lnTo>
                  <a:lnTo>
                    <a:pt x="3895510" y="842261"/>
                  </a:lnTo>
                  <a:lnTo>
                    <a:pt x="3978393" y="830906"/>
                  </a:lnTo>
                  <a:lnTo>
                    <a:pt x="4061276" y="817726"/>
                  </a:lnTo>
                  <a:lnTo>
                    <a:pt x="4144160" y="802772"/>
                  </a:lnTo>
                  <a:lnTo>
                    <a:pt x="4227043" y="786204"/>
                  </a:lnTo>
                  <a:lnTo>
                    <a:pt x="4309926" y="768219"/>
                  </a:lnTo>
                  <a:lnTo>
                    <a:pt x="4392809" y="748987"/>
                  </a:lnTo>
                  <a:lnTo>
                    <a:pt x="4475692" y="728532"/>
                  </a:lnTo>
                  <a:lnTo>
                    <a:pt x="4558576" y="706791"/>
                  </a:lnTo>
                  <a:lnTo>
                    <a:pt x="4641459" y="683665"/>
                  </a:lnTo>
                  <a:lnTo>
                    <a:pt x="4724342" y="659026"/>
                  </a:lnTo>
                  <a:lnTo>
                    <a:pt x="4807225" y="632731"/>
                  </a:lnTo>
                  <a:lnTo>
                    <a:pt x="4890108" y="604631"/>
                  </a:lnTo>
                  <a:lnTo>
                    <a:pt x="4972992" y="574581"/>
                  </a:lnTo>
                  <a:lnTo>
                    <a:pt x="5055875" y="542451"/>
                  </a:lnTo>
                  <a:lnTo>
                    <a:pt x="5138758" y="508130"/>
                  </a:lnTo>
                  <a:lnTo>
                    <a:pt x="5221641" y="471531"/>
                  </a:lnTo>
                  <a:lnTo>
                    <a:pt x="5304524" y="432592"/>
                  </a:lnTo>
                  <a:lnTo>
                    <a:pt x="5387408" y="391271"/>
                  </a:lnTo>
                  <a:lnTo>
                    <a:pt x="5470291" y="347548"/>
                  </a:lnTo>
                  <a:lnTo>
                    <a:pt x="5553174" y="301413"/>
                  </a:lnTo>
                  <a:lnTo>
                    <a:pt x="5636057" y="252869"/>
                  </a:lnTo>
                  <a:lnTo>
                    <a:pt x="5718940" y="201925"/>
                  </a:lnTo>
                  <a:lnTo>
                    <a:pt x="5801824" y="148594"/>
                  </a:lnTo>
                  <a:lnTo>
                    <a:pt x="5884707" y="92892"/>
                  </a:lnTo>
                  <a:lnTo>
                    <a:pt x="5967590" y="34835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834630" y="4576809"/>
              <a:ext cx="5253230" cy="801650"/>
            </a:xfrm>
            <a:custGeom>
              <a:avLst/>
              <a:pathLst>
                <a:path w="5253230" h="801650">
                  <a:moveTo>
                    <a:pt x="5253230" y="0"/>
                  </a:moveTo>
                  <a:lnTo>
                    <a:pt x="5205425" y="7636"/>
                  </a:lnTo>
                  <a:lnTo>
                    <a:pt x="5122542" y="21090"/>
                  </a:lnTo>
                  <a:lnTo>
                    <a:pt x="5039659" y="34789"/>
                  </a:lnTo>
                  <a:lnTo>
                    <a:pt x="4956776" y="48765"/>
                  </a:lnTo>
                  <a:lnTo>
                    <a:pt x="4873892" y="63051"/>
                  </a:lnTo>
                  <a:lnTo>
                    <a:pt x="4791009" y="77674"/>
                  </a:lnTo>
                  <a:lnTo>
                    <a:pt x="4708126" y="92662"/>
                  </a:lnTo>
                  <a:lnTo>
                    <a:pt x="4625243" y="108030"/>
                  </a:lnTo>
                  <a:lnTo>
                    <a:pt x="4542360" y="123789"/>
                  </a:lnTo>
                  <a:lnTo>
                    <a:pt x="4459476" y="139932"/>
                  </a:lnTo>
                  <a:lnTo>
                    <a:pt x="4376593" y="156434"/>
                  </a:lnTo>
                  <a:lnTo>
                    <a:pt x="4293710" y="173248"/>
                  </a:lnTo>
                  <a:lnTo>
                    <a:pt x="4210827" y="190305"/>
                  </a:lnTo>
                  <a:lnTo>
                    <a:pt x="4127944" y="207510"/>
                  </a:lnTo>
                  <a:lnTo>
                    <a:pt x="4045060" y="224747"/>
                  </a:lnTo>
                  <a:lnTo>
                    <a:pt x="3962177" y="241889"/>
                  </a:lnTo>
                  <a:lnTo>
                    <a:pt x="3879294" y="258803"/>
                  </a:lnTo>
                  <a:lnTo>
                    <a:pt x="3796411" y="275360"/>
                  </a:lnTo>
                  <a:lnTo>
                    <a:pt x="3713528" y="291451"/>
                  </a:lnTo>
                  <a:lnTo>
                    <a:pt x="3630644" y="306992"/>
                  </a:lnTo>
                  <a:lnTo>
                    <a:pt x="3547761" y="321936"/>
                  </a:lnTo>
                  <a:lnTo>
                    <a:pt x="3464878" y="335852"/>
                  </a:lnTo>
                  <a:lnTo>
                    <a:pt x="3381995" y="348280"/>
                  </a:lnTo>
                  <a:lnTo>
                    <a:pt x="3299111" y="359476"/>
                  </a:lnTo>
                  <a:lnTo>
                    <a:pt x="3216228" y="369663"/>
                  </a:lnTo>
                  <a:lnTo>
                    <a:pt x="3133345" y="378958"/>
                  </a:lnTo>
                  <a:lnTo>
                    <a:pt x="3050462" y="387324"/>
                  </a:lnTo>
                  <a:lnTo>
                    <a:pt x="2967579" y="394572"/>
                  </a:lnTo>
                  <a:lnTo>
                    <a:pt x="2884695" y="399904"/>
                  </a:lnTo>
                  <a:lnTo>
                    <a:pt x="2801812" y="403233"/>
                  </a:lnTo>
                  <a:lnTo>
                    <a:pt x="2718929" y="406258"/>
                  </a:lnTo>
                  <a:lnTo>
                    <a:pt x="2636046" y="410022"/>
                  </a:lnTo>
                  <a:lnTo>
                    <a:pt x="2553163" y="414622"/>
                  </a:lnTo>
                  <a:lnTo>
                    <a:pt x="2470279" y="418521"/>
                  </a:lnTo>
                  <a:lnTo>
                    <a:pt x="2387396" y="421897"/>
                  </a:lnTo>
                  <a:lnTo>
                    <a:pt x="2304513" y="426600"/>
                  </a:lnTo>
                  <a:lnTo>
                    <a:pt x="2221630" y="432359"/>
                  </a:lnTo>
                  <a:lnTo>
                    <a:pt x="2138747" y="437966"/>
                  </a:lnTo>
                  <a:lnTo>
                    <a:pt x="2055863" y="444247"/>
                  </a:lnTo>
                  <a:lnTo>
                    <a:pt x="1972980" y="451858"/>
                  </a:lnTo>
                  <a:lnTo>
                    <a:pt x="1890097" y="459779"/>
                  </a:lnTo>
                  <a:lnTo>
                    <a:pt x="1807214" y="466530"/>
                  </a:lnTo>
                  <a:lnTo>
                    <a:pt x="1724331" y="473153"/>
                  </a:lnTo>
                  <a:lnTo>
                    <a:pt x="1641447" y="480622"/>
                  </a:lnTo>
                  <a:lnTo>
                    <a:pt x="1558564" y="488766"/>
                  </a:lnTo>
                  <a:lnTo>
                    <a:pt x="1475681" y="496669"/>
                  </a:lnTo>
                  <a:lnTo>
                    <a:pt x="1392798" y="504246"/>
                  </a:lnTo>
                  <a:lnTo>
                    <a:pt x="1309915" y="511899"/>
                  </a:lnTo>
                  <a:lnTo>
                    <a:pt x="1227031" y="519951"/>
                  </a:lnTo>
                  <a:lnTo>
                    <a:pt x="1144148" y="528659"/>
                  </a:lnTo>
                  <a:lnTo>
                    <a:pt x="1061265" y="538245"/>
                  </a:lnTo>
                  <a:lnTo>
                    <a:pt x="978382" y="548939"/>
                  </a:lnTo>
                  <a:lnTo>
                    <a:pt x="895499" y="560781"/>
                  </a:lnTo>
                  <a:lnTo>
                    <a:pt x="812615" y="573898"/>
                  </a:lnTo>
                  <a:lnTo>
                    <a:pt x="729732" y="588511"/>
                  </a:lnTo>
                  <a:lnTo>
                    <a:pt x="646849" y="604823"/>
                  </a:lnTo>
                  <a:lnTo>
                    <a:pt x="563966" y="623008"/>
                  </a:lnTo>
                  <a:lnTo>
                    <a:pt x="481083" y="643190"/>
                  </a:lnTo>
                  <a:lnTo>
                    <a:pt x="398199" y="665446"/>
                  </a:lnTo>
                  <a:lnTo>
                    <a:pt x="315316" y="689809"/>
                  </a:lnTo>
                  <a:lnTo>
                    <a:pt x="232433" y="716278"/>
                  </a:lnTo>
                  <a:lnTo>
                    <a:pt x="149550" y="744829"/>
                  </a:lnTo>
                  <a:lnTo>
                    <a:pt x="66667" y="775427"/>
                  </a:lnTo>
                  <a:lnTo>
                    <a:pt x="0" y="8016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4254131"/>
              <a:ext cx="6015395" cy="1026484"/>
            </a:xfrm>
            <a:custGeom>
              <a:avLst/>
              <a:pathLst>
                <a:path w="6015395" h="1026484">
                  <a:moveTo>
                    <a:pt x="0" y="1026484"/>
                  </a:moveTo>
                  <a:lnTo>
                    <a:pt x="82883" y="1011630"/>
                  </a:lnTo>
                  <a:lnTo>
                    <a:pt x="165766" y="997060"/>
                  </a:lnTo>
                  <a:lnTo>
                    <a:pt x="248649" y="982777"/>
                  </a:lnTo>
                  <a:lnTo>
                    <a:pt x="331532" y="968783"/>
                  </a:lnTo>
                  <a:lnTo>
                    <a:pt x="414416" y="955079"/>
                  </a:lnTo>
                  <a:lnTo>
                    <a:pt x="497299" y="941667"/>
                  </a:lnTo>
                  <a:lnTo>
                    <a:pt x="580182" y="928549"/>
                  </a:lnTo>
                  <a:lnTo>
                    <a:pt x="663065" y="915726"/>
                  </a:lnTo>
                  <a:lnTo>
                    <a:pt x="745948" y="903202"/>
                  </a:lnTo>
                  <a:lnTo>
                    <a:pt x="828832" y="890977"/>
                  </a:lnTo>
                  <a:lnTo>
                    <a:pt x="911715" y="879054"/>
                  </a:lnTo>
                  <a:lnTo>
                    <a:pt x="994598" y="867434"/>
                  </a:lnTo>
                  <a:lnTo>
                    <a:pt x="1077481" y="856119"/>
                  </a:lnTo>
                  <a:lnTo>
                    <a:pt x="1160364" y="845111"/>
                  </a:lnTo>
                  <a:lnTo>
                    <a:pt x="1243248" y="834413"/>
                  </a:lnTo>
                  <a:lnTo>
                    <a:pt x="1326131" y="824025"/>
                  </a:lnTo>
                  <a:lnTo>
                    <a:pt x="1409014" y="813949"/>
                  </a:lnTo>
                  <a:lnTo>
                    <a:pt x="1491897" y="804189"/>
                  </a:lnTo>
                  <a:lnTo>
                    <a:pt x="1574780" y="794745"/>
                  </a:lnTo>
                  <a:lnTo>
                    <a:pt x="1657664" y="785619"/>
                  </a:lnTo>
                  <a:lnTo>
                    <a:pt x="1740547" y="776813"/>
                  </a:lnTo>
                  <a:lnTo>
                    <a:pt x="1823430" y="768480"/>
                  </a:lnTo>
                  <a:lnTo>
                    <a:pt x="1906313" y="760871"/>
                  </a:lnTo>
                  <a:lnTo>
                    <a:pt x="1989196" y="753769"/>
                  </a:lnTo>
                  <a:lnTo>
                    <a:pt x="2072080" y="746938"/>
                  </a:lnTo>
                  <a:lnTo>
                    <a:pt x="2154963" y="740141"/>
                  </a:lnTo>
                  <a:lnTo>
                    <a:pt x="2237846" y="733143"/>
                  </a:lnTo>
                  <a:lnTo>
                    <a:pt x="2320729" y="725822"/>
                  </a:lnTo>
                  <a:lnTo>
                    <a:pt x="2403612" y="718712"/>
                  </a:lnTo>
                  <a:lnTo>
                    <a:pt x="2486496" y="711810"/>
                  </a:lnTo>
                  <a:lnTo>
                    <a:pt x="2569379" y="704986"/>
                  </a:lnTo>
                  <a:lnTo>
                    <a:pt x="2652262" y="698104"/>
                  </a:lnTo>
                  <a:lnTo>
                    <a:pt x="2735145" y="691005"/>
                  </a:lnTo>
                  <a:lnTo>
                    <a:pt x="2818028" y="683883"/>
                  </a:lnTo>
                  <a:lnTo>
                    <a:pt x="2900912" y="677036"/>
                  </a:lnTo>
                  <a:lnTo>
                    <a:pt x="2983795" y="670762"/>
                  </a:lnTo>
                  <a:lnTo>
                    <a:pt x="3066678" y="665340"/>
                  </a:lnTo>
                  <a:lnTo>
                    <a:pt x="3149561" y="660553"/>
                  </a:lnTo>
                  <a:lnTo>
                    <a:pt x="3232444" y="655942"/>
                  </a:lnTo>
                  <a:lnTo>
                    <a:pt x="3315328" y="651049"/>
                  </a:lnTo>
                  <a:lnTo>
                    <a:pt x="3398211" y="646502"/>
                  </a:lnTo>
                  <a:lnTo>
                    <a:pt x="3481094" y="642517"/>
                  </a:lnTo>
                  <a:lnTo>
                    <a:pt x="3563977" y="638431"/>
                  </a:lnTo>
                  <a:lnTo>
                    <a:pt x="3646860" y="633581"/>
                  </a:lnTo>
                  <a:lnTo>
                    <a:pt x="3729744" y="627316"/>
                  </a:lnTo>
                  <a:lnTo>
                    <a:pt x="3812627" y="619610"/>
                  </a:lnTo>
                  <a:lnTo>
                    <a:pt x="3895510" y="610610"/>
                  </a:lnTo>
                  <a:lnTo>
                    <a:pt x="3978393" y="600284"/>
                  </a:lnTo>
                  <a:lnTo>
                    <a:pt x="4061276" y="588601"/>
                  </a:lnTo>
                  <a:lnTo>
                    <a:pt x="4144160" y="575526"/>
                  </a:lnTo>
                  <a:lnTo>
                    <a:pt x="4227043" y="561028"/>
                  </a:lnTo>
                  <a:lnTo>
                    <a:pt x="4309926" y="545078"/>
                  </a:lnTo>
                  <a:lnTo>
                    <a:pt x="4392809" y="527990"/>
                  </a:lnTo>
                  <a:lnTo>
                    <a:pt x="4475692" y="509992"/>
                  </a:lnTo>
                  <a:lnTo>
                    <a:pt x="4558576" y="491076"/>
                  </a:lnTo>
                  <a:lnTo>
                    <a:pt x="4641459" y="471234"/>
                  </a:lnTo>
                  <a:lnTo>
                    <a:pt x="4724342" y="450457"/>
                  </a:lnTo>
                  <a:lnTo>
                    <a:pt x="4807225" y="428739"/>
                  </a:lnTo>
                  <a:lnTo>
                    <a:pt x="4890108" y="406070"/>
                  </a:lnTo>
                  <a:lnTo>
                    <a:pt x="4972992" y="382443"/>
                  </a:lnTo>
                  <a:lnTo>
                    <a:pt x="5055875" y="357850"/>
                  </a:lnTo>
                  <a:lnTo>
                    <a:pt x="5138758" y="332282"/>
                  </a:lnTo>
                  <a:lnTo>
                    <a:pt x="5221641" y="305731"/>
                  </a:lnTo>
                  <a:lnTo>
                    <a:pt x="5304524" y="278190"/>
                  </a:lnTo>
                  <a:lnTo>
                    <a:pt x="5387408" y="249651"/>
                  </a:lnTo>
                  <a:lnTo>
                    <a:pt x="5470291" y="220105"/>
                  </a:lnTo>
                  <a:lnTo>
                    <a:pt x="5553174" y="189544"/>
                  </a:lnTo>
                  <a:lnTo>
                    <a:pt x="5636057" y="157960"/>
                  </a:lnTo>
                  <a:lnTo>
                    <a:pt x="5718940" y="125345"/>
                  </a:lnTo>
                  <a:lnTo>
                    <a:pt x="5801824" y="91692"/>
                  </a:lnTo>
                  <a:lnTo>
                    <a:pt x="5884707" y="56991"/>
                  </a:lnTo>
                  <a:lnTo>
                    <a:pt x="5967590" y="21236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3996511"/>
              <a:ext cx="6015395" cy="1381948"/>
            </a:xfrm>
            <a:custGeom>
              <a:avLst/>
              <a:pathLst>
                <a:path w="6015395" h="1381948">
                  <a:moveTo>
                    <a:pt x="0" y="849409"/>
                  </a:moveTo>
                  <a:lnTo>
                    <a:pt x="82883" y="865713"/>
                  </a:lnTo>
                  <a:lnTo>
                    <a:pt x="165766" y="881096"/>
                  </a:lnTo>
                  <a:lnTo>
                    <a:pt x="248649" y="895538"/>
                  </a:lnTo>
                  <a:lnTo>
                    <a:pt x="331532" y="909017"/>
                  </a:lnTo>
                  <a:lnTo>
                    <a:pt x="414416" y="921508"/>
                  </a:lnTo>
                  <a:lnTo>
                    <a:pt x="497299" y="932984"/>
                  </a:lnTo>
                  <a:lnTo>
                    <a:pt x="580182" y="943416"/>
                  </a:lnTo>
                  <a:lnTo>
                    <a:pt x="663065" y="952770"/>
                  </a:lnTo>
                  <a:lnTo>
                    <a:pt x="745948" y="961012"/>
                  </a:lnTo>
                  <a:lnTo>
                    <a:pt x="828832" y="968104"/>
                  </a:lnTo>
                  <a:lnTo>
                    <a:pt x="911715" y="974007"/>
                  </a:lnTo>
                  <a:lnTo>
                    <a:pt x="994598" y="978686"/>
                  </a:lnTo>
                  <a:lnTo>
                    <a:pt x="1077481" y="982108"/>
                  </a:lnTo>
                  <a:lnTo>
                    <a:pt x="1160364" y="984257"/>
                  </a:lnTo>
                  <a:lnTo>
                    <a:pt x="1243248" y="985133"/>
                  </a:lnTo>
                  <a:lnTo>
                    <a:pt x="1326131" y="984769"/>
                  </a:lnTo>
                  <a:lnTo>
                    <a:pt x="1409014" y="983236"/>
                  </a:lnTo>
                  <a:lnTo>
                    <a:pt x="1491897" y="980649"/>
                  </a:lnTo>
                  <a:lnTo>
                    <a:pt x="1574780" y="977166"/>
                  </a:lnTo>
                  <a:lnTo>
                    <a:pt x="1657664" y="972975"/>
                  </a:lnTo>
                  <a:lnTo>
                    <a:pt x="1740547" y="968274"/>
                  </a:lnTo>
                  <a:lnTo>
                    <a:pt x="1823430" y="963444"/>
                  </a:lnTo>
                  <a:lnTo>
                    <a:pt x="1906313" y="958964"/>
                  </a:lnTo>
                  <a:lnTo>
                    <a:pt x="1989196" y="954674"/>
                  </a:lnTo>
                  <a:lnTo>
                    <a:pt x="2072080" y="950377"/>
                  </a:lnTo>
                  <a:lnTo>
                    <a:pt x="2154963" y="945903"/>
                  </a:lnTo>
                  <a:lnTo>
                    <a:pt x="2237846" y="941146"/>
                  </a:lnTo>
                  <a:lnTo>
                    <a:pt x="2320729" y="936146"/>
                  </a:lnTo>
                  <a:lnTo>
                    <a:pt x="2403612" y="931194"/>
                  </a:lnTo>
                  <a:lnTo>
                    <a:pt x="2486496" y="925820"/>
                  </a:lnTo>
                  <a:lnTo>
                    <a:pt x="2569379" y="920169"/>
                  </a:lnTo>
                  <a:lnTo>
                    <a:pt x="2652262" y="915374"/>
                  </a:lnTo>
                  <a:lnTo>
                    <a:pt x="2735145" y="911565"/>
                  </a:lnTo>
                  <a:lnTo>
                    <a:pt x="2818028" y="907584"/>
                  </a:lnTo>
                  <a:lnTo>
                    <a:pt x="2900912" y="903302"/>
                  </a:lnTo>
                  <a:lnTo>
                    <a:pt x="2983795" y="900104"/>
                  </a:lnTo>
                  <a:lnTo>
                    <a:pt x="3066678" y="900675"/>
                  </a:lnTo>
                  <a:lnTo>
                    <a:pt x="3149561" y="903611"/>
                  </a:lnTo>
                  <a:lnTo>
                    <a:pt x="3232444" y="905692"/>
                  </a:lnTo>
                  <a:lnTo>
                    <a:pt x="3315328" y="905630"/>
                  </a:lnTo>
                  <a:lnTo>
                    <a:pt x="3398211" y="905902"/>
                  </a:lnTo>
                  <a:lnTo>
                    <a:pt x="3481094" y="906913"/>
                  </a:lnTo>
                  <a:lnTo>
                    <a:pt x="3563977" y="906838"/>
                  </a:lnTo>
                  <a:lnTo>
                    <a:pt x="3646860" y="904711"/>
                  </a:lnTo>
                  <a:lnTo>
                    <a:pt x="3729744" y="900210"/>
                  </a:lnTo>
                  <a:lnTo>
                    <a:pt x="3812627" y="893981"/>
                  </a:lnTo>
                  <a:lnTo>
                    <a:pt x="3895510" y="886140"/>
                  </a:lnTo>
                  <a:lnTo>
                    <a:pt x="3978393" y="876412"/>
                  </a:lnTo>
                  <a:lnTo>
                    <a:pt x="4061276" y="864657"/>
                  </a:lnTo>
                  <a:lnTo>
                    <a:pt x="4144160" y="850877"/>
                  </a:lnTo>
                  <a:lnTo>
                    <a:pt x="4227043" y="835170"/>
                  </a:lnTo>
                  <a:lnTo>
                    <a:pt x="4309926" y="817667"/>
                  </a:lnTo>
                  <a:lnTo>
                    <a:pt x="4392809" y="798557"/>
                  </a:lnTo>
                  <a:lnTo>
                    <a:pt x="4475692" y="777905"/>
                  </a:lnTo>
                  <a:lnTo>
                    <a:pt x="4558576" y="755654"/>
                  </a:lnTo>
                  <a:lnTo>
                    <a:pt x="4641459" y="731713"/>
                  </a:lnTo>
                  <a:lnTo>
                    <a:pt x="4724342" y="705970"/>
                  </a:lnTo>
                  <a:lnTo>
                    <a:pt x="4807225" y="678293"/>
                  </a:lnTo>
                  <a:lnTo>
                    <a:pt x="4890108" y="648550"/>
                  </a:lnTo>
                  <a:lnTo>
                    <a:pt x="4972992" y="616609"/>
                  </a:lnTo>
                  <a:lnTo>
                    <a:pt x="5055875" y="582353"/>
                  </a:lnTo>
                  <a:lnTo>
                    <a:pt x="5138758" y="545682"/>
                  </a:lnTo>
                  <a:lnTo>
                    <a:pt x="5221641" y="506518"/>
                  </a:lnTo>
                  <a:lnTo>
                    <a:pt x="5304524" y="464804"/>
                  </a:lnTo>
                  <a:lnTo>
                    <a:pt x="5387408" y="420503"/>
                  </a:lnTo>
                  <a:lnTo>
                    <a:pt x="5470291" y="373596"/>
                  </a:lnTo>
                  <a:lnTo>
                    <a:pt x="5553174" y="324076"/>
                  </a:lnTo>
                  <a:lnTo>
                    <a:pt x="5636057" y="271943"/>
                  </a:lnTo>
                  <a:lnTo>
                    <a:pt x="5718940" y="217207"/>
                  </a:lnTo>
                  <a:lnTo>
                    <a:pt x="5801824" y="159879"/>
                  </a:lnTo>
                  <a:lnTo>
                    <a:pt x="5884707" y="99972"/>
                  </a:lnTo>
                  <a:lnTo>
                    <a:pt x="5967590" y="37502"/>
                  </a:lnTo>
                  <a:lnTo>
                    <a:pt x="6015395" y="0"/>
                  </a:lnTo>
                  <a:lnTo>
                    <a:pt x="6015395" y="581300"/>
                  </a:lnTo>
                  <a:lnTo>
                    <a:pt x="5967590" y="594303"/>
                  </a:lnTo>
                  <a:lnTo>
                    <a:pt x="5884707" y="616597"/>
                  </a:lnTo>
                  <a:lnTo>
                    <a:pt x="5801824" y="638670"/>
                  </a:lnTo>
                  <a:lnTo>
                    <a:pt x="5718940" y="660550"/>
                  </a:lnTo>
                  <a:lnTo>
                    <a:pt x="5636057" y="682266"/>
                  </a:lnTo>
                  <a:lnTo>
                    <a:pt x="5553174" y="703845"/>
                  </a:lnTo>
                  <a:lnTo>
                    <a:pt x="5470291" y="725310"/>
                  </a:lnTo>
                  <a:lnTo>
                    <a:pt x="5387408" y="746676"/>
                  </a:lnTo>
                  <a:lnTo>
                    <a:pt x="5304524" y="767952"/>
                  </a:lnTo>
                  <a:lnTo>
                    <a:pt x="5221641" y="789132"/>
                  </a:lnTo>
                  <a:lnTo>
                    <a:pt x="5138758" y="810194"/>
                  </a:lnTo>
                  <a:lnTo>
                    <a:pt x="5055875" y="831096"/>
                  </a:lnTo>
                  <a:lnTo>
                    <a:pt x="4972992" y="851775"/>
                  </a:lnTo>
                  <a:lnTo>
                    <a:pt x="4890108" y="872146"/>
                  </a:lnTo>
                  <a:lnTo>
                    <a:pt x="4807225" y="892105"/>
                  </a:lnTo>
                  <a:lnTo>
                    <a:pt x="4724342" y="911537"/>
                  </a:lnTo>
                  <a:lnTo>
                    <a:pt x="4641459" y="930322"/>
                  </a:lnTo>
                  <a:lnTo>
                    <a:pt x="4558576" y="948345"/>
                  </a:lnTo>
                  <a:lnTo>
                    <a:pt x="4475692" y="965508"/>
                  </a:lnTo>
                  <a:lnTo>
                    <a:pt x="4392809" y="981734"/>
                  </a:lnTo>
                  <a:lnTo>
                    <a:pt x="4309926" y="996981"/>
                  </a:lnTo>
                  <a:lnTo>
                    <a:pt x="4227043" y="1010819"/>
                  </a:lnTo>
                  <a:lnTo>
                    <a:pt x="4144160" y="1022797"/>
                  </a:lnTo>
                  <a:lnTo>
                    <a:pt x="4061276" y="1033192"/>
                  </a:lnTo>
                  <a:lnTo>
                    <a:pt x="3978393" y="1042250"/>
                  </a:lnTo>
                  <a:lnTo>
                    <a:pt x="3895510" y="1050123"/>
                  </a:lnTo>
                  <a:lnTo>
                    <a:pt x="3812627" y="1056823"/>
                  </a:lnTo>
                  <a:lnTo>
                    <a:pt x="3729744" y="1062223"/>
                  </a:lnTo>
                  <a:lnTo>
                    <a:pt x="3646860" y="1065044"/>
                  </a:lnTo>
                  <a:lnTo>
                    <a:pt x="3563977" y="1064431"/>
                  </a:lnTo>
                  <a:lnTo>
                    <a:pt x="3481094" y="1062594"/>
                  </a:lnTo>
                  <a:lnTo>
                    <a:pt x="3398211" y="1061187"/>
                  </a:lnTo>
                  <a:lnTo>
                    <a:pt x="3315328" y="1061010"/>
                  </a:lnTo>
                  <a:lnTo>
                    <a:pt x="3232444" y="1059283"/>
                  </a:lnTo>
                  <a:lnTo>
                    <a:pt x="3149561" y="1054975"/>
                  </a:lnTo>
                  <a:lnTo>
                    <a:pt x="3066678" y="1051888"/>
                  </a:lnTo>
                  <a:lnTo>
                    <a:pt x="2983795" y="1051924"/>
                  </a:lnTo>
                  <a:lnTo>
                    <a:pt x="2900912" y="1053922"/>
                  </a:lnTo>
                  <a:lnTo>
                    <a:pt x="2818028" y="1057183"/>
                  </a:lnTo>
                  <a:lnTo>
                    <a:pt x="2735145" y="1062045"/>
                  </a:lnTo>
                  <a:lnTo>
                    <a:pt x="2652262" y="1067335"/>
                  </a:lnTo>
                  <a:lnTo>
                    <a:pt x="2569379" y="1071895"/>
                  </a:lnTo>
                  <a:lnTo>
                    <a:pt x="2486496" y="1077183"/>
                  </a:lnTo>
                  <a:lnTo>
                    <a:pt x="2403612" y="1083578"/>
                  </a:lnTo>
                  <a:lnTo>
                    <a:pt x="2320729" y="1090393"/>
                  </a:lnTo>
                  <a:lnTo>
                    <a:pt x="2237846" y="1096441"/>
                  </a:lnTo>
                  <a:lnTo>
                    <a:pt x="2154963" y="1102242"/>
                  </a:lnTo>
                  <a:lnTo>
                    <a:pt x="2072080" y="1108258"/>
                  </a:lnTo>
                  <a:lnTo>
                    <a:pt x="1989196" y="1114755"/>
                  </a:lnTo>
                  <a:lnTo>
                    <a:pt x="1906313" y="1121938"/>
                  </a:lnTo>
                  <a:lnTo>
                    <a:pt x="1823430" y="1129979"/>
                  </a:lnTo>
                  <a:lnTo>
                    <a:pt x="1740547" y="1139062"/>
                  </a:lnTo>
                  <a:lnTo>
                    <a:pt x="1657664" y="1149233"/>
                  </a:lnTo>
                  <a:lnTo>
                    <a:pt x="1574780" y="1160615"/>
                  </a:lnTo>
                  <a:lnTo>
                    <a:pt x="1491897" y="1173408"/>
                  </a:lnTo>
                  <a:lnTo>
                    <a:pt x="1409014" y="1187798"/>
                  </a:lnTo>
                  <a:lnTo>
                    <a:pt x="1326131" y="1203940"/>
                  </a:lnTo>
                  <a:lnTo>
                    <a:pt x="1243248" y="1221948"/>
                  </a:lnTo>
                  <a:lnTo>
                    <a:pt x="1160364" y="1241892"/>
                  </a:lnTo>
                  <a:lnTo>
                    <a:pt x="1077481" y="1263803"/>
                  </a:lnTo>
                  <a:lnTo>
                    <a:pt x="994598" y="1287680"/>
                  </a:lnTo>
                  <a:lnTo>
                    <a:pt x="911715" y="1313504"/>
                  </a:lnTo>
                  <a:lnTo>
                    <a:pt x="828832" y="1341243"/>
                  </a:lnTo>
                  <a:lnTo>
                    <a:pt x="745948" y="1370859"/>
                  </a:lnTo>
                  <a:lnTo>
                    <a:pt x="716726" y="138194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3996511"/>
              <a:ext cx="6015395" cy="985133"/>
            </a:xfrm>
            <a:custGeom>
              <a:avLst/>
              <a:pathLst>
                <a:path w="6015395" h="985133">
                  <a:moveTo>
                    <a:pt x="0" y="849409"/>
                  </a:moveTo>
                  <a:lnTo>
                    <a:pt x="82883" y="865713"/>
                  </a:lnTo>
                  <a:lnTo>
                    <a:pt x="165766" y="881096"/>
                  </a:lnTo>
                  <a:lnTo>
                    <a:pt x="248649" y="895538"/>
                  </a:lnTo>
                  <a:lnTo>
                    <a:pt x="331532" y="909017"/>
                  </a:lnTo>
                  <a:lnTo>
                    <a:pt x="414416" y="921508"/>
                  </a:lnTo>
                  <a:lnTo>
                    <a:pt x="497299" y="932984"/>
                  </a:lnTo>
                  <a:lnTo>
                    <a:pt x="580182" y="943416"/>
                  </a:lnTo>
                  <a:lnTo>
                    <a:pt x="663065" y="952770"/>
                  </a:lnTo>
                  <a:lnTo>
                    <a:pt x="745948" y="961012"/>
                  </a:lnTo>
                  <a:lnTo>
                    <a:pt x="828832" y="968104"/>
                  </a:lnTo>
                  <a:lnTo>
                    <a:pt x="911715" y="974007"/>
                  </a:lnTo>
                  <a:lnTo>
                    <a:pt x="994598" y="978686"/>
                  </a:lnTo>
                  <a:lnTo>
                    <a:pt x="1077481" y="982108"/>
                  </a:lnTo>
                  <a:lnTo>
                    <a:pt x="1160364" y="984257"/>
                  </a:lnTo>
                  <a:lnTo>
                    <a:pt x="1243248" y="985133"/>
                  </a:lnTo>
                  <a:lnTo>
                    <a:pt x="1326131" y="984769"/>
                  </a:lnTo>
                  <a:lnTo>
                    <a:pt x="1409014" y="983236"/>
                  </a:lnTo>
                  <a:lnTo>
                    <a:pt x="1491897" y="980649"/>
                  </a:lnTo>
                  <a:lnTo>
                    <a:pt x="1574780" y="977166"/>
                  </a:lnTo>
                  <a:lnTo>
                    <a:pt x="1657664" y="972975"/>
                  </a:lnTo>
                  <a:lnTo>
                    <a:pt x="1740547" y="968274"/>
                  </a:lnTo>
                  <a:lnTo>
                    <a:pt x="1823430" y="963444"/>
                  </a:lnTo>
                  <a:lnTo>
                    <a:pt x="1906313" y="958964"/>
                  </a:lnTo>
                  <a:lnTo>
                    <a:pt x="1989196" y="954674"/>
                  </a:lnTo>
                  <a:lnTo>
                    <a:pt x="2072080" y="950377"/>
                  </a:lnTo>
                  <a:lnTo>
                    <a:pt x="2154963" y="945903"/>
                  </a:lnTo>
                  <a:lnTo>
                    <a:pt x="2237846" y="941146"/>
                  </a:lnTo>
                  <a:lnTo>
                    <a:pt x="2320729" y="936146"/>
                  </a:lnTo>
                  <a:lnTo>
                    <a:pt x="2403612" y="931194"/>
                  </a:lnTo>
                  <a:lnTo>
                    <a:pt x="2486496" y="925820"/>
                  </a:lnTo>
                  <a:lnTo>
                    <a:pt x="2569379" y="920169"/>
                  </a:lnTo>
                  <a:lnTo>
                    <a:pt x="2652262" y="915374"/>
                  </a:lnTo>
                  <a:lnTo>
                    <a:pt x="2735145" y="911565"/>
                  </a:lnTo>
                  <a:lnTo>
                    <a:pt x="2818028" y="907584"/>
                  </a:lnTo>
                  <a:lnTo>
                    <a:pt x="2900912" y="903302"/>
                  </a:lnTo>
                  <a:lnTo>
                    <a:pt x="2983795" y="900104"/>
                  </a:lnTo>
                  <a:lnTo>
                    <a:pt x="3066678" y="900675"/>
                  </a:lnTo>
                  <a:lnTo>
                    <a:pt x="3149561" y="903611"/>
                  </a:lnTo>
                  <a:lnTo>
                    <a:pt x="3232444" y="905692"/>
                  </a:lnTo>
                  <a:lnTo>
                    <a:pt x="3315328" y="905630"/>
                  </a:lnTo>
                  <a:lnTo>
                    <a:pt x="3398211" y="905902"/>
                  </a:lnTo>
                  <a:lnTo>
                    <a:pt x="3481094" y="906913"/>
                  </a:lnTo>
                  <a:lnTo>
                    <a:pt x="3563977" y="906838"/>
                  </a:lnTo>
                  <a:lnTo>
                    <a:pt x="3646860" y="904711"/>
                  </a:lnTo>
                  <a:lnTo>
                    <a:pt x="3729744" y="900210"/>
                  </a:lnTo>
                  <a:lnTo>
                    <a:pt x="3812627" y="893981"/>
                  </a:lnTo>
                  <a:lnTo>
                    <a:pt x="3895510" y="886140"/>
                  </a:lnTo>
                  <a:lnTo>
                    <a:pt x="3978393" y="876412"/>
                  </a:lnTo>
                  <a:lnTo>
                    <a:pt x="4061276" y="864657"/>
                  </a:lnTo>
                  <a:lnTo>
                    <a:pt x="4144160" y="850877"/>
                  </a:lnTo>
                  <a:lnTo>
                    <a:pt x="4227043" y="835170"/>
                  </a:lnTo>
                  <a:lnTo>
                    <a:pt x="4309926" y="817667"/>
                  </a:lnTo>
                  <a:lnTo>
                    <a:pt x="4392809" y="798557"/>
                  </a:lnTo>
                  <a:lnTo>
                    <a:pt x="4475692" y="777905"/>
                  </a:lnTo>
                  <a:lnTo>
                    <a:pt x="4558576" y="755654"/>
                  </a:lnTo>
                  <a:lnTo>
                    <a:pt x="4641459" y="731713"/>
                  </a:lnTo>
                  <a:lnTo>
                    <a:pt x="4724342" y="705970"/>
                  </a:lnTo>
                  <a:lnTo>
                    <a:pt x="4807225" y="678293"/>
                  </a:lnTo>
                  <a:lnTo>
                    <a:pt x="4890108" y="648550"/>
                  </a:lnTo>
                  <a:lnTo>
                    <a:pt x="4972992" y="616609"/>
                  </a:lnTo>
                  <a:lnTo>
                    <a:pt x="5055875" y="582353"/>
                  </a:lnTo>
                  <a:lnTo>
                    <a:pt x="5138758" y="545682"/>
                  </a:lnTo>
                  <a:lnTo>
                    <a:pt x="5221641" y="506518"/>
                  </a:lnTo>
                  <a:lnTo>
                    <a:pt x="5304524" y="464804"/>
                  </a:lnTo>
                  <a:lnTo>
                    <a:pt x="5387408" y="420503"/>
                  </a:lnTo>
                  <a:lnTo>
                    <a:pt x="5470291" y="373596"/>
                  </a:lnTo>
                  <a:lnTo>
                    <a:pt x="5553174" y="324076"/>
                  </a:lnTo>
                  <a:lnTo>
                    <a:pt x="5636057" y="271943"/>
                  </a:lnTo>
                  <a:lnTo>
                    <a:pt x="5718940" y="217207"/>
                  </a:lnTo>
                  <a:lnTo>
                    <a:pt x="5801824" y="159879"/>
                  </a:lnTo>
                  <a:lnTo>
                    <a:pt x="5884707" y="99972"/>
                  </a:lnTo>
                  <a:lnTo>
                    <a:pt x="5967590" y="37502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789191" y="4577812"/>
              <a:ext cx="5298669" cy="800647"/>
            </a:xfrm>
            <a:custGeom>
              <a:avLst/>
              <a:pathLst>
                <a:path w="5298669" h="800647">
                  <a:moveTo>
                    <a:pt x="5298669" y="0"/>
                  </a:moveTo>
                  <a:lnTo>
                    <a:pt x="5250863" y="13002"/>
                  </a:lnTo>
                  <a:lnTo>
                    <a:pt x="5167980" y="35296"/>
                  </a:lnTo>
                  <a:lnTo>
                    <a:pt x="5085097" y="57369"/>
                  </a:lnTo>
                  <a:lnTo>
                    <a:pt x="5002214" y="79249"/>
                  </a:lnTo>
                  <a:lnTo>
                    <a:pt x="4919330" y="100965"/>
                  </a:lnTo>
                  <a:lnTo>
                    <a:pt x="4836447" y="122544"/>
                  </a:lnTo>
                  <a:lnTo>
                    <a:pt x="4753564" y="144009"/>
                  </a:lnTo>
                  <a:lnTo>
                    <a:pt x="4670681" y="165375"/>
                  </a:lnTo>
                  <a:lnTo>
                    <a:pt x="4587798" y="186651"/>
                  </a:lnTo>
                  <a:lnTo>
                    <a:pt x="4504914" y="207831"/>
                  </a:lnTo>
                  <a:lnTo>
                    <a:pt x="4422031" y="228893"/>
                  </a:lnTo>
                  <a:lnTo>
                    <a:pt x="4339148" y="249795"/>
                  </a:lnTo>
                  <a:lnTo>
                    <a:pt x="4256265" y="270474"/>
                  </a:lnTo>
                  <a:lnTo>
                    <a:pt x="4173382" y="290845"/>
                  </a:lnTo>
                  <a:lnTo>
                    <a:pt x="4090498" y="310804"/>
                  </a:lnTo>
                  <a:lnTo>
                    <a:pt x="4007615" y="330236"/>
                  </a:lnTo>
                  <a:lnTo>
                    <a:pt x="3924732" y="349021"/>
                  </a:lnTo>
                  <a:lnTo>
                    <a:pt x="3841849" y="367044"/>
                  </a:lnTo>
                  <a:lnTo>
                    <a:pt x="3758966" y="384207"/>
                  </a:lnTo>
                  <a:lnTo>
                    <a:pt x="3676082" y="400433"/>
                  </a:lnTo>
                  <a:lnTo>
                    <a:pt x="3593199" y="415680"/>
                  </a:lnTo>
                  <a:lnTo>
                    <a:pt x="3510316" y="429518"/>
                  </a:lnTo>
                  <a:lnTo>
                    <a:pt x="3427433" y="441496"/>
                  </a:lnTo>
                  <a:lnTo>
                    <a:pt x="3344550" y="451891"/>
                  </a:lnTo>
                  <a:lnTo>
                    <a:pt x="3261666" y="460949"/>
                  </a:lnTo>
                  <a:lnTo>
                    <a:pt x="3178783" y="468822"/>
                  </a:lnTo>
                  <a:lnTo>
                    <a:pt x="3095900" y="475522"/>
                  </a:lnTo>
                  <a:lnTo>
                    <a:pt x="3013017" y="480922"/>
                  </a:lnTo>
                  <a:lnTo>
                    <a:pt x="2930134" y="483743"/>
                  </a:lnTo>
                  <a:lnTo>
                    <a:pt x="2847250" y="483130"/>
                  </a:lnTo>
                  <a:lnTo>
                    <a:pt x="2764367" y="481293"/>
                  </a:lnTo>
                  <a:lnTo>
                    <a:pt x="2681484" y="479886"/>
                  </a:lnTo>
                  <a:lnTo>
                    <a:pt x="2598601" y="479709"/>
                  </a:lnTo>
                  <a:lnTo>
                    <a:pt x="2515718" y="477982"/>
                  </a:lnTo>
                  <a:lnTo>
                    <a:pt x="2432834" y="473674"/>
                  </a:lnTo>
                  <a:lnTo>
                    <a:pt x="2349951" y="470587"/>
                  </a:lnTo>
                  <a:lnTo>
                    <a:pt x="2267068" y="470623"/>
                  </a:lnTo>
                  <a:lnTo>
                    <a:pt x="2184185" y="472621"/>
                  </a:lnTo>
                  <a:lnTo>
                    <a:pt x="2101302" y="475882"/>
                  </a:lnTo>
                  <a:lnTo>
                    <a:pt x="2018418" y="480744"/>
                  </a:lnTo>
                  <a:lnTo>
                    <a:pt x="1935535" y="486034"/>
                  </a:lnTo>
                  <a:lnTo>
                    <a:pt x="1852652" y="490594"/>
                  </a:lnTo>
                  <a:lnTo>
                    <a:pt x="1769769" y="495882"/>
                  </a:lnTo>
                  <a:lnTo>
                    <a:pt x="1686886" y="502277"/>
                  </a:lnTo>
                  <a:lnTo>
                    <a:pt x="1604002" y="509092"/>
                  </a:lnTo>
                  <a:lnTo>
                    <a:pt x="1521119" y="515140"/>
                  </a:lnTo>
                  <a:lnTo>
                    <a:pt x="1438236" y="520941"/>
                  </a:lnTo>
                  <a:lnTo>
                    <a:pt x="1355353" y="526957"/>
                  </a:lnTo>
                  <a:lnTo>
                    <a:pt x="1272470" y="533454"/>
                  </a:lnTo>
                  <a:lnTo>
                    <a:pt x="1189586" y="540637"/>
                  </a:lnTo>
                  <a:lnTo>
                    <a:pt x="1106703" y="548679"/>
                  </a:lnTo>
                  <a:lnTo>
                    <a:pt x="1023820" y="557761"/>
                  </a:lnTo>
                  <a:lnTo>
                    <a:pt x="940937" y="567932"/>
                  </a:lnTo>
                  <a:lnTo>
                    <a:pt x="858054" y="579314"/>
                  </a:lnTo>
                  <a:lnTo>
                    <a:pt x="775170" y="592107"/>
                  </a:lnTo>
                  <a:lnTo>
                    <a:pt x="692287" y="606497"/>
                  </a:lnTo>
                  <a:lnTo>
                    <a:pt x="609404" y="622639"/>
                  </a:lnTo>
                  <a:lnTo>
                    <a:pt x="526521" y="640647"/>
                  </a:lnTo>
                  <a:lnTo>
                    <a:pt x="443638" y="660591"/>
                  </a:lnTo>
                  <a:lnTo>
                    <a:pt x="360754" y="682502"/>
                  </a:lnTo>
                  <a:lnTo>
                    <a:pt x="277871" y="706379"/>
                  </a:lnTo>
                  <a:lnTo>
                    <a:pt x="194988" y="732204"/>
                  </a:lnTo>
                  <a:lnTo>
                    <a:pt x="112105" y="759942"/>
                  </a:lnTo>
                  <a:lnTo>
                    <a:pt x="29222" y="789558"/>
                  </a:lnTo>
                  <a:lnTo>
                    <a:pt x="0" y="8006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4287162"/>
              <a:ext cx="6015395" cy="991995"/>
            </a:xfrm>
            <a:custGeom>
              <a:avLst/>
              <a:pathLst>
                <a:path w="6015395" h="991995">
                  <a:moveTo>
                    <a:pt x="0" y="991995"/>
                  </a:moveTo>
                  <a:lnTo>
                    <a:pt x="82883" y="977672"/>
                  </a:lnTo>
                  <a:lnTo>
                    <a:pt x="165766" y="963686"/>
                  </a:lnTo>
                  <a:lnTo>
                    <a:pt x="248649" y="950037"/>
                  </a:lnTo>
                  <a:lnTo>
                    <a:pt x="331532" y="936727"/>
                  </a:lnTo>
                  <a:lnTo>
                    <a:pt x="414416" y="923757"/>
                  </a:lnTo>
                  <a:lnTo>
                    <a:pt x="497299" y="911127"/>
                  </a:lnTo>
                  <a:lnTo>
                    <a:pt x="580182" y="898838"/>
                  </a:lnTo>
                  <a:lnTo>
                    <a:pt x="663065" y="886890"/>
                  </a:lnTo>
                  <a:lnTo>
                    <a:pt x="745948" y="875285"/>
                  </a:lnTo>
                  <a:lnTo>
                    <a:pt x="828832" y="864023"/>
                  </a:lnTo>
                  <a:lnTo>
                    <a:pt x="911715" y="853105"/>
                  </a:lnTo>
                  <a:lnTo>
                    <a:pt x="994598" y="842532"/>
                  </a:lnTo>
                  <a:lnTo>
                    <a:pt x="1077481" y="832305"/>
                  </a:lnTo>
                  <a:lnTo>
                    <a:pt x="1160364" y="822424"/>
                  </a:lnTo>
                  <a:lnTo>
                    <a:pt x="1243248" y="812890"/>
                  </a:lnTo>
                  <a:lnTo>
                    <a:pt x="1326131" y="803704"/>
                  </a:lnTo>
                  <a:lnTo>
                    <a:pt x="1409014" y="794866"/>
                  </a:lnTo>
                  <a:lnTo>
                    <a:pt x="1491897" y="786378"/>
                  </a:lnTo>
                  <a:lnTo>
                    <a:pt x="1574780" y="778240"/>
                  </a:lnTo>
                  <a:lnTo>
                    <a:pt x="1657664" y="770453"/>
                  </a:lnTo>
                  <a:lnTo>
                    <a:pt x="1740547" y="763018"/>
                  </a:lnTo>
                  <a:lnTo>
                    <a:pt x="1823430" y="756061"/>
                  </a:lnTo>
                  <a:lnTo>
                    <a:pt x="1906313" y="749800"/>
                  </a:lnTo>
                  <a:lnTo>
                    <a:pt x="1989196" y="744064"/>
                  </a:lnTo>
                  <a:lnTo>
                    <a:pt x="2072080" y="738667"/>
                  </a:lnTo>
                  <a:lnTo>
                    <a:pt x="2154963" y="733422"/>
                  </a:lnTo>
                  <a:lnTo>
                    <a:pt x="2237846" y="728143"/>
                  </a:lnTo>
                  <a:lnTo>
                    <a:pt x="2320729" y="722619"/>
                  </a:lnTo>
                  <a:lnTo>
                    <a:pt x="2403612" y="716735"/>
                  </a:lnTo>
                  <a:lnTo>
                    <a:pt x="2486496" y="710851"/>
                  </a:lnTo>
                  <a:lnTo>
                    <a:pt x="2569379" y="705382"/>
                  </a:lnTo>
                  <a:lnTo>
                    <a:pt x="2652262" y="700704"/>
                  </a:lnTo>
                  <a:lnTo>
                    <a:pt x="2735145" y="696155"/>
                  </a:lnTo>
                  <a:lnTo>
                    <a:pt x="2818028" y="691733"/>
                  </a:lnTo>
                  <a:lnTo>
                    <a:pt x="2900912" y="687961"/>
                  </a:lnTo>
                  <a:lnTo>
                    <a:pt x="2983795" y="685364"/>
                  </a:lnTo>
                  <a:lnTo>
                    <a:pt x="3066678" y="685631"/>
                  </a:lnTo>
                  <a:lnTo>
                    <a:pt x="3149561" y="688643"/>
                  </a:lnTo>
                  <a:lnTo>
                    <a:pt x="3232444" y="691837"/>
                  </a:lnTo>
                  <a:lnTo>
                    <a:pt x="3315328" y="692670"/>
                  </a:lnTo>
                  <a:lnTo>
                    <a:pt x="3398211" y="692894"/>
                  </a:lnTo>
                  <a:lnTo>
                    <a:pt x="3481094" y="694103"/>
                  </a:lnTo>
                  <a:lnTo>
                    <a:pt x="3563977" y="694984"/>
                  </a:lnTo>
                  <a:lnTo>
                    <a:pt x="3646860" y="694227"/>
                  </a:lnTo>
                  <a:lnTo>
                    <a:pt x="3729744" y="690566"/>
                  </a:lnTo>
                  <a:lnTo>
                    <a:pt x="3812627" y="684751"/>
                  </a:lnTo>
                  <a:lnTo>
                    <a:pt x="3895510" y="677481"/>
                  </a:lnTo>
                  <a:lnTo>
                    <a:pt x="3978393" y="668680"/>
                  </a:lnTo>
                  <a:lnTo>
                    <a:pt x="4061276" y="658274"/>
                  </a:lnTo>
                  <a:lnTo>
                    <a:pt x="4144160" y="646187"/>
                  </a:lnTo>
                  <a:lnTo>
                    <a:pt x="4227043" y="632344"/>
                  </a:lnTo>
                  <a:lnTo>
                    <a:pt x="4309926" y="616674"/>
                  </a:lnTo>
                  <a:lnTo>
                    <a:pt x="4392809" y="599495"/>
                  </a:lnTo>
                  <a:lnTo>
                    <a:pt x="4475692" y="581056"/>
                  </a:lnTo>
                  <a:lnTo>
                    <a:pt x="4558576" y="561349"/>
                  </a:lnTo>
                  <a:lnTo>
                    <a:pt x="4641459" y="540367"/>
                  </a:lnTo>
                  <a:lnTo>
                    <a:pt x="4724342" y="518103"/>
                  </a:lnTo>
                  <a:lnTo>
                    <a:pt x="4807225" y="494549"/>
                  </a:lnTo>
                  <a:lnTo>
                    <a:pt x="4890108" y="469697"/>
                  </a:lnTo>
                  <a:lnTo>
                    <a:pt x="4972992" y="443542"/>
                  </a:lnTo>
                  <a:lnTo>
                    <a:pt x="5055875" y="416074"/>
                  </a:lnTo>
                  <a:lnTo>
                    <a:pt x="5138758" y="387288"/>
                  </a:lnTo>
                  <a:lnTo>
                    <a:pt x="5221641" y="357174"/>
                  </a:lnTo>
                  <a:lnTo>
                    <a:pt x="5304524" y="325728"/>
                  </a:lnTo>
                  <a:lnTo>
                    <a:pt x="5387408" y="292939"/>
                  </a:lnTo>
                  <a:lnTo>
                    <a:pt x="5470291" y="258803"/>
                  </a:lnTo>
                  <a:lnTo>
                    <a:pt x="5553174" y="223310"/>
                  </a:lnTo>
                  <a:lnTo>
                    <a:pt x="5636057" y="186454"/>
                  </a:lnTo>
                  <a:lnTo>
                    <a:pt x="5718940" y="148228"/>
                  </a:lnTo>
                  <a:lnTo>
                    <a:pt x="5801824" y="108624"/>
                  </a:lnTo>
                  <a:lnTo>
                    <a:pt x="5884707" y="67634"/>
                  </a:lnTo>
                  <a:lnTo>
                    <a:pt x="5967590" y="25252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4704989"/>
              <a:ext cx="6015395" cy="673470"/>
            </a:xfrm>
            <a:custGeom>
              <a:avLst/>
              <a:pathLst>
                <a:path w="6015395" h="673470">
                  <a:moveTo>
                    <a:pt x="0" y="0"/>
                  </a:moveTo>
                  <a:lnTo>
                    <a:pt x="82883" y="24896"/>
                  </a:lnTo>
                  <a:lnTo>
                    <a:pt x="165766" y="48650"/>
                  </a:lnTo>
                  <a:lnTo>
                    <a:pt x="248649" y="71247"/>
                  </a:lnTo>
                  <a:lnTo>
                    <a:pt x="331532" y="92668"/>
                  </a:lnTo>
                  <a:lnTo>
                    <a:pt x="414416" y="112892"/>
                  </a:lnTo>
                  <a:lnTo>
                    <a:pt x="497299" y="131899"/>
                  </a:lnTo>
                  <a:lnTo>
                    <a:pt x="580182" y="149662"/>
                  </a:lnTo>
                  <a:lnTo>
                    <a:pt x="663065" y="166154"/>
                  </a:lnTo>
                  <a:lnTo>
                    <a:pt x="745948" y="181346"/>
                  </a:lnTo>
                  <a:lnTo>
                    <a:pt x="828832" y="195205"/>
                  </a:lnTo>
                  <a:lnTo>
                    <a:pt x="911715" y="207700"/>
                  </a:lnTo>
                  <a:lnTo>
                    <a:pt x="994598" y="218800"/>
                  </a:lnTo>
                  <a:lnTo>
                    <a:pt x="1077481" y="228478"/>
                  </a:lnTo>
                  <a:lnTo>
                    <a:pt x="1160364" y="236721"/>
                  </a:lnTo>
                  <a:lnTo>
                    <a:pt x="1243248" y="243530"/>
                  </a:lnTo>
                  <a:lnTo>
                    <a:pt x="1326131" y="248938"/>
                  </a:lnTo>
                  <a:lnTo>
                    <a:pt x="1409014" y="253007"/>
                  </a:lnTo>
                  <a:lnTo>
                    <a:pt x="1491897" y="255842"/>
                  </a:lnTo>
                  <a:lnTo>
                    <a:pt x="1574780" y="257585"/>
                  </a:lnTo>
                  <a:lnTo>
                    <a:pt x="1657664" y="258403"/>
                  </a:lnTo>
                  <a:lnTo>
                    <a:pt x="1740547" y="258475"/>
                  </a:lnTo>
                  <a:lnTo>
                    <a:pt x="1823430" y="257930"/>
                  </a:lnTo>
                  <a:lnTo>
                    <a:pt x="1906313" y="256803"/>
                  </a:lnTo>
                  <a:lnTo>
                    <a:pt x="1989196" y="255172"/>
                  </a:lnTo>
                  <a:lnTo>
                    <a:pt x="2072080" y="253104"/>
                  </a:lnTo>
                  <a:lnTo>
                    <a:pt x="2154963" y="250697"/>
                  </a:lnTo>
                  <a:lnTo>
                    <a:pt x="2237846" y="248098"/>
                  </a:lnTo>
                  <a:lnTo>
                    <a:pt x="2320729" y="245317"/>
                  </a:lnTo>
                  <a:lnTo>
                    <a:pt x="2403612" y="241329"/>
                  </a:lnTo>
                  <a:lnTo>
                    <a:pt x="2486496" y="236242"/>
                  </a:lnTo>
                  <a:lnTo>
                    <a:pt x="2569379" y="231042"/>
                  </a:lnTo>
                  <a:lnTo>
                    <a:pt x="2652262" y="227553"/>
                  </a:lnTo>
                  <a:lnTo>
                    <a:pt x="2735145" y="225295"/>
                  </a:lnTo>
                  <a:lnTo>
                    <a:pt x="2818028" y="222811"/>
                  </a:lnTo>
                  <a:lnTo>
                    <a:pt x="2900912" y="220068"/>
                  </a:lnTo>
                  <a:lnTo>
                    <a:pt x="2983795" y="218374"/>
                  </a:lnTo>
                  <a:lnTo>
                    <a:pt x="3066678" y="218044"/>
                  </a:lnTo>
                  <a:lnTo>
                    <a:pt x="3149561" y="217254"/>
                  </a:lnTo>
                  <a:lnTo>
                    <a:pt x="3232444" y="216033"/>
                  </a:lnTo>
                  <a:lnTo>
                    <a:pt x="3315328" y="216106"/>
                  </a:lnTo>
                  <a:lnTo>
                    <a:pt x="3398211" y="217885"/>
                  </a:lnTo>
                  <a:lnTo>
                    <a:pt x="3481094" y="219826"/>
                  </a:lnTo>
                  <a:lnTo>
                    <a:pt x="3563977" y="221437"/>
                  </a:lnTo>
                  <a:lnTo>
                    <a:pt x="3646860" y="222984"/>
                  </a:lnTo>
                  <a:lnTo>
                    <a:pt x="3729744" y="225266"/>
                  </a:lnTo>
                  <a:lnTo>
                    <a:pt x="3812627" y="228216"/>
                  </a:lnTo>
                  <a:lnTo>
                    <a:pt x="3895510" y="231312"/>
                  </a:lnTo>
                  <a:lnTo>
                    <a:pt x="3978393" y="234348"/>
                  </a:lnTo>
                  <a:lnTo>
                    <a:pt x="4061276" y="237234"/>
                  </a:lnTo>
                  <a:lnTo>
                    <a:pt x="4144160" y="240007"/>
                  </a:lnTo>
                  <a:lnTo>
                    <a:pt x="4227043" y="242788"/>
                  </a:lnTo>
                  <a:lnTo>
                    <a:pt x="4309926" y="245728"/>
                  </a:lnTo>
                  <a:lnTo>
                    <a:pt x="4392809" y="248729"/>
                  </a:lnTo>
                  <a:lnTo>
                    <a:pt x="4475692" y="251656"/>
                  </a:lnTo>
                  <a:lnTo>
                    <a:pt x="4558576" y="254465"/>
                  </a:lnTo>
                  <a:lnTo>
                    <a:pt x="4641459" y="257081"/>
                  </a:lnTo>
                  <a:lnTo>
                    <a:pt x="4724342" y="259409"/>
                  </a:lnTo>
                  <a:lnTo>
                    <a:pt x="4807225" y="261340"/>
                  </a:lnTo>
                  <a:lnTo>
                    <a:pt x="4890108" y="262759"/>
                  </a:lnTo>
                  <a:lnTo>
                    <a:pt x="4972992" y="263557"/>
                  </a:lnTo>
                  <a:lnTo>
                    <a:pt x="5055875" y="263636"/>
                  </a:lnTo>
                  <a:lnTo>
                    <a:pt x="5138758" y="262911"/>
                  </a:lnTo>
                  <a:lnTo>
                    <a:pt x="5221641" y="261320"/>
                  </a:lnTo>
                  <a:lnTo>
                    <a:pt x="5304524" y="258818"/>
                  </a:lnTo>
                  <a:lnTo>
                    <a:pt x="5387408" y="255378"/>
                  </a:lnTo>
                  <a:lnTo>
                    <a:pt x="5470291" y="250989"/>
                  </a:lnTo>
                  <a:lnTo>
                    <a:pt x="5553174" y="245648"/>
                  </a:lnTo>
                  <a:lnTo>
                    <a:pt x="5636057" y="239365"/>
                  </a:lnTo>
                  <a:lnTo>
                    <a:pt x="5718940" y="232150"/>
                  </a:lnTo>
                  <a:lnTo>
                    <a:pt x="5801824" y="224022"/>
                  </a:lnTo>
                  <a:lnTo>
                    <a:pt x="5884707" y="214997"/>
                  </a:lnTo>
                  <a:lnTo>
                    <a:pt x="5967590" y="205094"/>
                  </a:lnTo>
                  <a:lnTo>
                    <a:pt x="6015395" y="198886"/>
                  </a:lnTo>
                  <a:lnTo>
                    <a:pt x="6015395" y="673470"/>
                  </a:lnTo>
                  <a:lnTo>
                    <a:pt x="5884913" y="673470"/>
                  </a:lnTo>
                  <a:lnTo>
                    <a:pt x="5884707" y="673406"/>
                  </a:lnTo>
                  <a:lnTo>
                    <a:pt x="5801824" y="648861"/>
                  </a:lnTo>
                  <a:lnTo>
                    <a:pt x="5718940" y="625536"/>
                  </a:lnTo>
                  <a:lnTo>
                    <a:pt x="5636057" y="603451"/>
                  </a:lnTo>
                  <a:lnTo>
                    <a:pt x="5553174" y="582624"/>
                  </a:lnTo>
                  <a:lnTo>
                    <a:pt x="5470291" y="563070"/>
                  </a:lnTo>
                  <a:lnTo>
                    <a:pt x="5387408" y="544797"/>
                  </a:lnTo>
                  <a:lnTo>
                    <a:pt x="5304524" y="527807"/>
                  </a:lnTo>
                  <a:lnTo>
                    <a:pt x="5221641" y="512088"/>
                  </a:lnTo>
                  <a:lnTo>
                    <a:pt x="5138758" y="497617"/>
                  </a:lnTo>
                  <a:lnTo>
                    <a:pt x="5055875" y="484349"/>
                  </a:lnTo>
                  <a:lnTo>
                    <a:pt x="4972992" y="472224"/>
                  </a:lnTo>
                  <a:lnTo>
                    <a:pt x="4890108" y="461159"/>
                  </a:lnTo>
                  <a:lnTo>
                    <a:pt x="4807225" y="451058"/>
                  </a:lnTo>
                  <a:lnTo>
                    <a:pt x="4724342" y="441812"/>
                  </a:lnTo>
                  <a:lnTo>
                    <a:pt x="4641459" y="433310"/>
                  </a:lnTo>
                  <a:lnTo>
                    <a:pt x="4558576" y="425443"/>
                  </a:lnTo>
                  <a:lnTo>
                    <a:pt x="4475692" y="418119"/>
                  </a:lnTo>
                  <a:lnTo>
                    <a:pt x="4392809" y="411264"/>
                  </a:lnTo>
                  <a:lnTo>
                    <a:pt x="4309926" y="404835"/>
                  </a:lnTo>
                  <a:lnTo>
                    <a:pt x="4227043" y="398644"/>
                  </a:lnTo>
                  <a:lnTo>
                    <a:pt x="4144160" y="392554"/>
                  </a:lnTo>
                  <a:lnTo>
                    <a:pt x="4061276" y="386777"/>
                  </a:lnTo>
                  <a:lnTo>
                    <a:pt x="3978393" y="381499"/>
                  </a:lnTo>
                  <a:lnTo>
                    <a:pt x="3895510" y="376817"/>
                  </a:lnTo>
                  <a:lnTo>
                    <a:pt x="3812627" y="372707"/>
                  </a:lnTo>
                  <a:lnTo>
                    <a:pt x="3729744" y="369024"/>
                  </a:lnTo>
                  <a:lnTo>
                    <a:pt x="3646860" y="365250"/>
                  </a:lnTo>
                  <a:lnTo>
                    <a:pt x="3563977" y="361272"/>
                  </a:lnTo>
                  <a:lnTo>
                    <a:pt x="3481094" y="357964"/>
                  </a:lnTo>
                  <a:lnTo>
                    <a:pt x="3398211" y="355671"/>
                  </a:lnTo>
                  <a:lnTo>
                    <a:pt x="3315328" y="353977"/>
                  </a:lnTo>
                  <a:lnTo>
                    <a:pt x="3232444" y="352317"/>
                  </a:lnTo>
                  <a:lnTo>
                    <a:pt x="3149561" y="351562"/>
                  </a:lnTo>
                  <a:lnTo>
                    <a:pt x="3066678" y="352218"/>
                  </a:lnTo>
                  <a:lnTo>
                    <a:pt x="2983795" y="353086"/>
                  </a:lnTo>
                  <a:lnTo>
                    <a:pt x="2900912" y="353715"/>
                  </a:lnTo>
                  <a:lnTo>
                    <a:pt x="2818028" y="355552"/>
                  </a:lnTo>
                  <a:lnTo>
                    <a:pt x="2735145" y="358818"/>
                  </a:lnTo>
                  <a:lnTo>
                    <a:pt x="2652262" y="362391"/>
                  </a:lnTo>
                  <a:lnTo>
                    <a:pt x="2569379" y="365671"/>
                  </a:lnTo>
                  <a:lnTo>
                    <a:pt x="2486496" y="370548"/>
                  </a:lnTo>
                  <a:lnTo>
                    <a:pt x="2403612" y="376542"/>
                  </a:lnTo>
                  <a:lnTo>
                    <a:pt x="2320729" y="382183"/>
                  </a:lnTo>
                  <a:lnTo>
                    <a:pt x="2237846" y="385894"/>
                  </a:lnTo>
                  <a:lnTo>
                    <a:pt x="2154963" y="389418"/>
                  </a:lnTo>
                  <a:lnTo>
                    <a:pt x="2072080" y="393195"/>
                  </a:lnTo>
                  <a:lnTo>
                    <a:pt x="1989196" y="397214"/>
                  </a:lnTo>
                  <a:lnTo>
                    <a:pt x="1906313" y="401412"/>
                  </a:lnTo>
                  <a:lnTo>
                    <a:pt x="1823430" y="405699"/>
                  </a:lnTo>
                  <a:lnTo>
                    <a:pt x="1740547" y="410018"/>
                  </a:lnTo>
                  <a:lnTo>
                    <a:pt x="1657664" y="414799"/>
                  </a:lnTo>
                  <a:lnTo>
                    <a:pt x="1574780" y="420362"/>
                  </a:lnTo>
                  <a:lnTo>
                    <a:pt x="1491897" y="426880"/>
                  </a:lnTo>
                  <a:lnTo>
                    <a:pt x="1409014" y="434518"/>
                  </a:lnTo>
                  <a:lnTo>
                    <a:pt x="1326131" y="443411"/>
                  </a:lnTo>
                  <a:lnTo>
                    <a:pt x="1243248" y="453660"/>
                  </a:lnTo>
                  <a:lnTo>
                    <a:pt x="1160364" y="465324"/>
                  </a:lnTo>
                  <a:lnTo>
                    <a:pt x="1077481" y="478430"/>
                  </a:lnTo>
                  <a:lnTo>
                    <a:pt x="994598" y="492975"/>
                  </a:lnTo>
                  <a:lnTo>
                    <a:pt x="911715" y="508941"/>
                  </a:lnTo>
                  <a:lnTo>
                    <a:pt x="828832" y="526298"/>
                  </a:lnTo>
                  <a:lnTo>
                    <a:pt x="745948" y="545009"/>
                  </a:lnTo>
                  <a:lnTo>
                    <a:pt x="663065" y="565038"/>
                  </a:lnTo>
                  <a:lnTo>
                    <a:pt x="580182" y="586349"/>
                  </a:lnTo>
                  <a:lnTo>
                    <a:pt x="497299" y="608907"/>
                  </a:lnTo>
                  <a:lnTo>
                    <a:pt x="414416" y="632681"/>
                  </a:lnTo>
                  <a:lnTo>
                    <a:pt x="331532" y="657640"/>
                  </a:lnTo>
                  <a:lnTo>
                    <a:pt x="281301" y="67347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72465" y="4704989"/>
              <a:ext cx="6015395" cy="263636"/>
            </a:xfrm>
            <a:custGeom>
              <a:avLst/>
              <a:pathLst>
                <a:path w="6015395" h="263636">
                  <a:moveTo>
                    <a:pt x="0" y="0"/>
                  </a:moveTo>
                  <a:lnTo>
                    <a:pt x="82883" y="24896"/>
                  </a:lnTo>
                  <a:lnTo>
                    <a:pt x="165766" y="48650"/>
                  </a:lnTo>
                  <a:lnTo>
                    <a:pt x="248649" y="71247"/>
                  </a:lnTo>
                  <a:lnTo>
                    <a:pt x="331532" y="92668"/>
                  </a:lnTo>
                  <a:lnTo>
                    <a:pt x="414416" y="112892"/>
                  </a:lnTo>
                  <a:lnTo>
                    <a:pt x="497299" y="131899"/>
                  </a:lnTo>
                  <a:lnTo>
                    <a:pt x="580182" y="149662"/>
                  </a:lnTo>
                  <a:lnTo>
                    <a:pt x="663065" y="166154"/>
                  </a:lnTo>
                  <a:lnTo>
                    <a:pt x="745948" y="181346"/>
                  </a:lnTo>
                  <a:lnTo>
                    <a:pt x="828832" y="195205"/>
                  </a:lnTo>
                  <a:lnTo>
                    <a:pt x="911715" y="207700"/>
                  </a:lnTo>
                  <a:lnTo>
                    <a:pt x="994598" y="218800"/>
                  </a:lnTo>
                  <a:lnTo>
                    <a:pt x="1077481" y="228478"/>
                  </a:lnTo>
                  <a:lnTo>
                    <a:pt x="1160364" y="236721"/>
                  </a:lnTo>
                  <a:lnTo>
                    <a:pt x="1243248" y="243530"/>
                  </a:lnTo>
                  <a:lnTo>
                    <a:pt x="1326131" y="248938"/>
                  </a:lnTo>
                  <a:lnTo>
                    <a:pt x="1409014" y="253007"/>
                  </a:lnTo>
                  <a:lnTo>
                    <a:pt x="1491897" y="255842"/>
                  </a:lnTo>
                  <a:lnTo>
                    <a:pt x="1574780" y="257585"/>
                  </a:lnTo>
                  <a:lnTo>
                    <a:pt x="1657664" y="258403"/>
                  </a:lnTo>
                  <a:lnTo>
                    <a:pt x="1740547" y="258475"/>
                  </a:lnTo>
                  <a:lnTo>
                    <a:pt x="1823430" y="257930"/>
                  </a:lnTo>
                  <a:lnTo>
                    <a:pt x="1906313" y="256803"/>
                  </a:lnTo>
                  <a:lnTo>
                    <a:pt x="1989196" y="255172"/>
                  </a:lnTo>
                  <a:lnTo>
                    <a:pt x="2072080" y="253104"/>
                  </a:lnTo>
                  <a:lnTo>
                    <a:pt x="2154963" y="250697"/>
                  </a:lnTo>
                  <a:lnTo>
                    <a:pt x="2237846" y="248098"/>
                  </a:lnTo>
                  <a:lnTo>
                    <a:pt x="2320729" y="245317"/>
                  </a:lnTo>
                  <a:lnTo>
                    <a:pt x="2403612" y="241329"/>
                  </a:lnTo>
                  <a:lnTo>
                    <a:pt x="2486496" y="236242"/>
                  </a:lnTo>
                  <a:lnTo>
                    <a:pt x="2569379" y="231042"/>
                  </a:lnTo>
                  <a:lnTo>
                    <a:pt x="2652262" y="227553"/>
                  </a:lnTo>
                  <a:lnTo>
                    <a:pt x="2735145" y="225295"/>
                  </a:lnTo>
                  <a:lnTo>
                    <a:pt x="2818028" y="222811"/>
                  </a:lnTo>
                  <a:lnTo>
                    <a:pt x="2900912" y="220068"/>
                  </a:lnTo>
                  <a:lnTo>
                    <a:pt x="2983795" y="218374"/>
                  </a:lnTo>
                  <a:lnTo>
                    <a:pt x="3066678" y="218044"/>
                  </a:lnTo>
                  <a:lnTo>
                    <a:pt x="3149561" y="217254"/>
                  </a:lnTo>
                  <a:lnTo>
                    <a:pt x="3232444" y="216033"/>
                  </a:lnTo>
                  <a:lnTo>
                    <a:pt x="3315328" y="216106"/>
                  </a:lnTo>
                  <a:lnTo>
                    <a:pt x="3398211" y="217885"/>
                  </a:lnTo>
                  <a:lnTo>
                    <a:pt x="3481094" y="219826"/>
                  </a:lnTo>
                  <a:lnTo>
                    <a:pt x="3563977" y="221437"/>
                  </a:lnTo>
                  <a:lnTo>
                    <a:pt x="3646860" y="222984"/>
                  </a:lnTo>
                  <a:lnTo>
                    <a:pt x="3729744" y="225266"/>
                  </a:lnTo>
                  <a:lnTo>
                    <a:pt x="3812627" y="228216"/>
                  </a:lnTo>
                  <a:lnTo>
                    <a:pt x="3895510" y="231312"/>
                  </a:lnTo>
                  <a:lnTo>
                    <a:pt x="3978393" y="234348"/>
                  </a:lnTo>
                  <a:lnTo>
                    <a:pt x="4061276" y="237234"/>
                  </a:lnTo>
                  <a:lnTo>
                    <a:pt x="4144160" y="240007"/>
                  </a:lnTo>
                  <a:lnTo>
                    <a:pt x="4227043" y="242788"/>
                  </a:lnTo>
                  <a:lnTo>
                    <a:pt x="4309926" y="245728"/>
                  </a:lnTo>
                  <a:lnTo>
                    <a:pt x="4392809" y="248729"/>
                  </a:lnTo>
                  <a:lnTo>
                    <a:pt x="4475692" y="251656"/>
                  </a:lnTo>
                  <a:lnTo>
                    <a:pt x="4558576" y="254465"/>
                  </a:lnTo>
                  <a:lnTo>
                    <a:pt x="4641459" y="257081"/>
                  </a:lnTo>
                  <a:lnTo>
                    <a:pt x="4724342" y="259409"/>
                  </a:lnTo>
                  <a:lnTo>
                    <a:pt x="4807225" y="261340"/>
                  </a:lnTo>
                  <a:lnTo>
                    <a:pt x="4890108" y="262759"/>
                  </a:lnTo>
                  <a:lnTo>
                    <a:pt x="4972992" y="263557"/>
                  </a:lnTo>
                  <a:lnTo>
                    <a:pt x="5055875" y="263636"/>
                  </a:lnTo>
                  <a:lnTo>
                    <a:pt x="5138758" y="262911"/>
                  </a:lnTo>
                  <a:lnTo>
                    <a:pt x="5221641" y="261320"/>
                  </a:lnTo>
                  <a:lnTo>
                    <a:pt x="5304524" y="258818"/>
                  </a:lnTo>
                  <a:lnTo>
                    <a:pt x="5387408" y="255378"/>
                  </a:lnTo>
                  <a:lnTo>
                    <a:pt x="5470291" y="250989"/>
                  </a:lnTo>
                  <a:lnTo>
                    <a:pt x="5553174" y="245648"/>
                  </a:lnTo>
                  <a:lnTo>
                    <a:pt x="5636057" y="239365"/>
                  </a:lnTo>
                  <a:lnTo>
                    <a:pt x="5718940" y="232150"/>
                  </a:lnTo>
                  <a:lnTo>
                    <a:pt x="5801824" y="224022"/>
                  </a:lnTo>
                  <a:lnTo>
                    <a:pt x="5884707" y="214997"/>
                  </a:lnTo>
                  <a:lnTo>
                    <a:pt x="5967590" y="205094"/>
                  </a:lnTo>
                  <a:lnTo>
                    <a:pt x="6015395" y="198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53766" y="5056552"/>
              <a:ext cx="5603611" cy="321907"/>
            </a:xfrm>
            <a:custGeom>
              <a:avLst/>
              <a:pathLst>
                <a:path w="5603611" h="321907">
                  <a:moveTo>
                    <a:pt x="5603611" y="321907"/>
                  </a:moveTo>
                  <a:lnTo>
                    <a:pt x="5603406" y="321843"/>
                  </a:lnTo>
                  <a:lnTo>
                    <a:pt x="5520522" y="297298"/>
                  </a:lnTo>
                  <a:lnTo>
                    <a:pt x="5437639" y="273973"/>
                  </a:lnTo>
                  <a:lnTo>
                    <a:pt x="5354756" y="251888"/>
                  </a:lnTo>
                  <a:lnTo>
                    <a:pt x="5271873" y="231061"/>
                  </a:lnTo>
                  <a:lnTo>
                    <a:pt x="5188990" y="211507"/>
                  </a:lnTo>
                  <a:lnTo>
                    <a:pt x="5106106" y="193234"/>
                  </a:lnTo>
                  <a:lnTo>
                    <a:pt x="5023223" y="176244"/>
                  </a:lnTo>
                  <a:lnTo>
                    <a:pt x="4940340" y="160526"/>
                  </a:lnTo>
                  <a:lnTo>
                    <a:pt x="4857457" y="146054"/>
                  </a:lnTo>
                  <a:lnTo>
                    <a:pt x="4774574" y="132787"/>
                  </a:lnTo>
                  <a:lnTo>
                    <a:pt x="4691690" y="120661"/>
                  </a:lnTo>
                  <a:lnTo>
                    <a:pt x="4608807" y="109596"/>
                  </a:lnTo>
                  <a:lnTo>
                    <a:pt x="4525924" y="99495"/>
                  </a:lnTo>
                  <a:lnTo>
                    <a:pt x="4443041" y="90250"/>
                  </a:lnTo>
                  <a:lnTo>
                    <a:pt x="4360158" y="81747"/>
                  </a:lnTo>
                  <a:lnTo>
                    <a:pt x="4277274" y="73881"/>
                  </a:lnTo>
                  <a:lnTo>
                    <a:pt x="4194391" y="66556"/>
                  </a:lnTo>
                  <a:lnTo>
                    <a:pt x="4111508" y="59701"/>
                  </a:lnTo>
                  <a:lnTo>
                    <a:pt x="4028625" y="53272"/>
                  </a:lnTo>
                  <a:lnTo>
                    <a:pt x="3945742" y="47081"/>
                  </a:lnTo>
                  <a:lnTo>
                    <a:pt x="3862858" y="40992"/>
                  </a:lnTo>
                  <a:lnTo>
                    <a:pt x="3779975" y="35215"/>
                  </a:lnTo>
                  <a:lnTo>
                    <a:pt x="3697092" y="29936"/>
                  </a:lnTo>
                  <a:lnTo>
                    <a:pt x="3614209" y="25254"/>
                  </a:lnTo>
                  <a:lnTo>
                    <a:pt x="3531326" y="21145"/>
                  </a:lnTo>
                  <a:lnTo>
                    <a:pt x="3448442" y="17461"/>
                  </a:lnTo>
                  <a:lnTo>
                    <a:pt x="3365559" y="13688"/>
                  </a:lnTo>
                  <a:lnTo>
                    <a:pt x="3282676" y="9710"/>
                  </a:lnTo>
                  <a:lnTo>
                    <a:pt x="3199793" y="6402"/>
                  </a:lnTo>
                  <a:lnTo>
                    <a:pt x="3116910" y="4108"/>
                  </a:lnTo>
                  <a:lnTo>
                    <a:pt x="3034026" y="2414"/>
                  </a:lnTo>
                  <a:lnTo>
                    <a:pt x="2951143" y="754"/>
                  </a:lnTo>
                  <a:lnTo>
                    <a:pt x="2868260" y="0"/>
                  </a:lnTo>
                  <a:lnTo>
                    <a:pt x="2785377" y="655"/>
                  </a:lnTo>
                  <a:lnTo>
                    <a:pt x="2702494" y="1523"/>
                  </a:lnTo>
                  <a:lnTo>
                    <a:pt x="2619610" y="2152"/>
                  </a:lnTo>
                  <a:lnTo>
                    <a:pt x="2536727" y="3990"/>
                  </a:lnTo>
                  <a:lnTo>
                    <a:pt x="2453844" y="7255"/>
                  </a:lnTo>
                  <a:lnTo>
                    <a:pt x="2370961" y="10828"/>
                  </a:lnTo>
                  <a:lnTo>
                    <a:pt x="2288078" y="14108"/>
                  </a:lnTo>
                  <a:lnTo>
                    <a:pt x="2205194" y="18986"/>
                  </a:lnTo>
                  <a:lnTo>
                    <a:pt x="2122311" y="24979"/>
                  </a:lnTo>
                  <a:lnTo>
                    <a:pt x="2039428" y="30620"/>
                  </a:lnTo>
                  <a:lnTo>
                    <a:pt x="1956545" y="34331"/>
                  </a:lnTo>
                  <a:lnTo>
                    <a:pt x="1873662" y="37856"/>
                  </a:lnTo>
                  <a:lnTo>
                    <a:pt x="1790778" y="41632"/>
                  </a:lnTo>
                  <a:lnTo>
                    <a:pt x="1707895" y="45651"/>
                  </a:lnTo>
                  <a:lnTo>
                    <a:pt x="1625012" y="49850"/>
                  </a:lnTo>
                  <a:lnTo>
                    <a:pt x="1542129" y="54136"/>
                  </a:lnTo>
                  <a:lnTo>
                    <a:pt x="1459246" y="58455"/>
                  </a:lnTo>
                  <a:lnTo>
                    <a:pt x="1376362" y="63236"/>
                  </a:lnTo>
                  <a:lnTo>
                    <a:pt x="1293479" y="68799"/>
                  </a:lnTo>
                  <a:lnTo>
                    <a:pt x="1210596" y="75317"/>
                  </a:lnTo>
                  <a:lnTo>
                    <a:pt x="1127713" y="82955"/>
                  </a:lnTo>
                  <a:lnTo>
                    <a:pt x="1044830" y="91849"/>
                  </a:lnTo>
                  <a:lnTo>
                    <a:pt x="961946" y="102097"/>
                  </a:lnTo>
                  <a:lnTo>
                    <a:pt x="879063" y="113762"/>
                  </a:lnTo>
                  <a:lnTo>
                    <a:pt x="796180" y="126867"/>
                  </a:lnTo>
                  <a:lnTo>
                    <a:pt x="713297" y="141413"/>
                  </a:lnTo>
                  <a:lnTo>
                    <a:pt x="630414" y="157379"/>
                  </a:lnTo>
                  <a:lnTo>
                    <a:pt x="547530" y="174735"/>
                  </a:lnTo>
                  <a:lnTo>
                    <a:pt x="464647" y="193446"/>
                  </a:lnTo>
                  <a:lnTo>
                    <a:pt x="381764" y="213475"/>
                  </a:lnTo>
                  <a:lnTo>
                    <a:pt x="298881" y="234786"/>
                  </a:lnTo>
                  <a:lnTo>
                    <a:pt x="215998" y="257344"/>
                  </a:lnTo>
                  <a:lnTo>
                    <a:pt x="133114" y="281118"/>
                  </a:lnTo>
                  <a:lnTo>
                    <a:pt x="50231" y="306078"/>
                  </a:lnTo>
                  <a:lnTo>
                    <a:pt x="0" y="3219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2465" y="4989164"/>
              <a:ext cx="6015395" cy="172609"/>
            </a:xfrm>
            <a:custGeom>
              <a:avLst/>
              <a:pathLst>
                <a:path w="6015395" h="172609">
                  <a:moveTo>
                    <a:pt x="0" y="100242"/>
                  </a:moveTo>
                  <a:lnTo>
                    <a:pt x="82883" y="97962"/>
                  </a:lnTo>
                  <a:lnTo>
                    <a:pt x="165766" y="95656"/>
                  </a:lnTo>
                  <a:lnTo>
                    <a:pt x="248649" y="93328"/>
                  </a:lnTo>
                  <a:lnTo>
                    <a:pt x="331532" y="90979"/>
                  </a:lnTo>
                  <a:lnTo>
                    <a:pt x="414416" y="88611"/>
                  </a:lnTo>
                  <a:lnTo>
                    <a:pt x="497299" y="86227"/>
                  </a:lnTo>
                  <a:lnTo>
                    <a:pt x="580182" y="83830"/>
                  </a:lnTo>
                  <a:lnTo>
                    <a:pt x="663065" y="81420"/>
                  </a:lnTo>
                  <a:lnTo>
                    <a:pt x="745948" y="79002"/>
                  </a:lnTo>
                  <a:lnTo>
                    <a:pt x="828832" y="76576"/>
                  </a:lnTo>
                  <a:lnTo>
                    <a:pt x="911715" y="74145"/>
                  </a:lnTo>
                  <a:lnTo>
                    <a:pt x="994598" y="71712"/>
                  </a:lnTo>
                  <a:lnTo>
                    <a:pt x="1077481" y="69279"/>
                  </a:lnTo>
                  <a:lnTo>
                    <a:pt x="1160364" y="66847"/>
                  </a:lnTo>
                  <a:lnTo>
                    <a:pt x="1243248" y="64420"/>
                  </a:lnTo>
                  <a:lnTo>
                    <a:pt x="1326131" y="61999"/>
                  </a:lnTo>
                  <a:lnTo>
                    <a:pt x="1409014" y="59587"/>
                  </a:lnTo>
                  <a:lnTo>
                    <a:pt x="1491897" y="57186"/>
                  </a:lnTo>
                  <a:lnTo>
                    <a:pt x="1574780" y="54798"/>
                  </a:lnTo>
                  <a:lnTo>
                    <a:pt x="1657664" y="52425"/>
                  </a:lnTo>
                  <a:lnTo>
                    <a:pt x="1740547" y="50071"/>
                  </a:lnTo>
                  <a:lnTo>
                    <a:pt x="1823430" y="47639"/>
                  </a:lnTo>
                  <a:lnTo>
                    <a:pt x="1906313" y="44932"/>
                  </a:lnTo>
                  <a:lnTo>
                    <a:pt x="1989196" y="42017"/>
                  </a:lnTo>
                  <a:lnTo>
                    <a:pt x="2072080" y="38974"/>
                  </a:lnTo>
                  <a:lnTo>
                    <a:pt x="2154963" y="35882"/>
                  </a:lnTo>
                  <a:lnTo>
                    <a:pt x="2237846" y="32820"/>
                  </a:lnTo>
                  <a:lnTo>
                    <a:pt x="2320729" y="29574"/>
                  </a:lnTo>
                  <a:lnTo>
                    <a:pt x="2403612" y="24760"/>
                  </a:lnTo>
                  <a:lnTo>
                    <a:pt x="2486496" y="19220"/>
                  </a:lnTo>
                  <a:lnTo>
                    <a:pt x="2569379" y="14181"/>
                  </a:lnTo>
                  <a:lnTo>
                    <a:pt x="2652262" y="10797"/>
                  </a:lnTo>
                  <a:lnTo>
                    <a:pt x="2735145" y="7881"/>
                  </a:lnTo>
                  <a:lnTo>
                    <a:pt x="2818028" y="5006"/>
                  </a:lnTo>
                  <a:lnTo>
                    <a:pt x="2900912" y="2716"/>
                  </a:lnTo>
                  <a:lnTo>
                    <a:pt x="2983795" y="1554"/>
                  </a:lnTo>
                  <a:lnTo>
                    <a:pt x="3066678" y="955"/>
                  </a:lnTo>
                  <a:lnTo>
                    <a:pt x="3149561" y="233"/>
                  </a:lnTo>
                  <a:lnTo>
                    <a:pt x="3232444" y="0"/>
                  </a:lnTo>
                  <a:lnTo>
                    <a:pt x="3315328" y="866"/>
                  </a:lnTo>
                  <a:lnTo>
                    <a:pt x="3398211" y="2602"/>
                  </a:lnTo>
                  <a:lnTo>
                    <a:pt x="3481094" y="4720"/>
                  </a:lnTo>
                  <a:lnTo>
                    <a:pt x="3563977" y="7179"/>
                  </a:lnTo>
                  <a:lnTo>
                    <a:pt x="3646860" y="9942"/>
                  </a:lnTo>
                  <a:lnTo>
                    <a:pt x="3729744" y="12970"/>
                  </a:lnTo>
                  <a:lnTo>
                    <a:pt x="3812627" y="16286"/>
                  </a:lnTo>
                  <a:lnTo>
                    <a:pt x="3895510" y="19889"/>
                  </a:lnTo>
                  <a:lnTo>
                    <a:pt x="3978393" y="23748"/>
                  </a:lnTo>
                  <a:lnTo>
                    <a:pt x="4061276" y="27830"/>
                  </a:lnTo>
                  <a:lnTo>
                    <a:pt x="4144160" y="32105"/>
                  </a:lnTo>
                  <a:lnTo>
                    <a:pt x="4227043" y="36541"/>
                  </a:lnTo>
                  <a:lnTo>
                    <a:pt x="4309926" y="41106"/>
                  </a:lnTo>
                  <a:lnTo>
                    <a:pt x="4392809" y="45821"/>
                  </a:lnTo>
                  <a:lnTo>
                    <a:pt x="4475692" y="50712"/>
                  </a:lnTo>
                  <a:lnTo>
                    <a:pt x="4558576" y="55779"/>
                  </a:lnTo>
                  <a:lnTo>
                    <a:pt x="4641459" y="61020"/>
                  </a:lnTo>
                  <a:lnTo>
                    <a:pt x="4724342" y="66435"/>
                  </a:lnTo>
                  <a:lnTo>
                    <a:pt x="4807225" y="72023"/>
                  </a:lnTo>
                  <a:lnTo>
                    <a:pt x="4890108" y="77783"/>
                  </a:lnTo>
                  <a:lnTo>
                    <a:pt x="4972992" y="83715"/>
                  </a:lnTo>
                  <a:lnTo>
                    <a:pt x="5055875" y="89817"/>
                  </a:lnTo>
                  <a:lnTo>
                    <a:pt x="5138758" y="96088"/>
                  </a:lnTo>
                  <a:lnTo>
                    <a:pt x="5221641" y="102529"/>
                  </a:lnTo>
                  <a:lnTo>
                    <a:pt x="5304524" y="109137"/>
                  </a:lnTo>
                  <a:lnTo>
                    <a:pt x="5387408" y="115912"/>
                  </a:lnTo>
                  <a:lnTo>
                    <a:pt x="5470291" y="122854"/>
                  </a:lnTo>
                  <a:lnTo>
                    <a:pt x="5553174" y="129961"/>
                  </a:lnTo>
                  <a:lnTo>
                    <a:pt x="5636057" y="137232"/>
                  </a:lnTo>
                  <a:lnTo>
                    <a:pt x="5718940" y="144667"/>
                  </a:lnTo>
                  <a:lnTo>
                    <a:pt x="5801824" y="152266"/>
                  </a:lnTo>
                  <a:lnTo>
                    <a:pt x="5884707" y="160026"/>
                  </a:lnTo>
                  <a:lnTo>
                    <a:pt x="5967590" y="167947"/>
                  </a:lnTo>
                  <a:lnTo>
                    <a:pt x="6015395" y="17260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4422315"/>
              <a:ext cx="6015395" cy="956144"/>
            </a:xfrm>
            <a:custGeom>
              <a:avLst/>
              <a:pathLst>
                <a:path w="6015395" h="956144">
                  <a:moveTo>
                    <a:pt x="0" y="0"/>
                  </a:moveTo>
                  <a:lnTo>
                    <a:pt x="82883" y="36601"/>
                  </a:lnTo>
                  <a:lnTo>
                    <a:pt x="165766" y="71467"/>
                  </a:lnTo>
                  <a:lnTo>
                    <a:pt x="248649" y="104581"/>
                  </a:lnTo>
                  <a:lnTo>
                    <a:pt x="331532" y="135924"/>
                  </a:lnTo>
                  <a:lnTo>
                    <a:pt x="414416" y="165472"/>
                  </a:lnTo>
                  <a:lnTo>
                    <a:pt x="497299" y="193202"/>
                  </a:lnTo>
                  <a:lnTo>
                    <a:pt x="580182" y="219085"/>
                  </a:lnTo>
                  <a:lnTo>
                    <a:pt x="663065" y="243088"/>
                  </a:lnTo>
                  <a:lnTo>
                    <a:pt x="745948" y="265177"/>
                  </a:lnTo>
                  <a:lnTo>
                    <a:pt x="828832" y="285315"/>
                  </a:lnTo>
                  <a:lnTo>
                    <a:pt x="911715" y="303462"/>
                  </a:lnTo>
                  <a:lnTo>
                    <a:pt x="994598" y="319584"/>
                  </a:lnTo>
                  <a:lnTo>
                    <a:pt x="1077481" y="333649"/>
                  </a:lnTo>
                  <a:lnTo>
                    <a:pt x="1160364" y="345643"/>
                  </a:lnTo>
                  <a:lnTo>
                    <a:pt x="1243248" y="355575"/>
                  </a:lnTo>
                  <a:lnTo>
                    <a:pt x="1326131" y="363489"/>
                  </a:lnTo>
                  <a:lnTo>
                    <a:pt x="1409014" y="369474"/>
                  </a:lnTo>
                  <a:lnTo>
                    <a:pt x="1491897" y="373672"/>
                  </a:lnTo>
                  <a:lnTo>
                    <a:pt x="1574780" y="376275"/>
                  </a:lnTo>
                  <a:lnTo>
                    <a:pt x="1657664" y="377507"/>
                  </a:lnTo>
                  <a:lnTo>
                    <a:pt x="1740547" y="377611"/>
                  </a:lnTo>
                  <a:lnTo>
                    <a:pt x="1823430" y="376704"/>
                  </a:lnTo>
                  <a:lnTo>
                    <a:pt x="1906313" y="374730"/>
                  </a:lnTo>
                  <a:lnTo>
                    <a:pt x="1989196" y="371852"/>
                  </a:lnTo>
                  <a:lnTo>
                    <a:pt x="2072080" y="368225"/>
                  </a:lnTo>
                  <a:lnTo>
                    <a:pt x="2154963" y="364039"/>
                  </a:lnTo>
                  <a:lnTo>
                    <a:pt x="2237846" y="359559"/>
                  </a:lnTo>
                  <a:lnTo>
                    <a:pt x="2320729" y="354440"/>
                  </a:lnTo>
                  <a:lnTo>
                    <a:pt x="2403612" y="345279"/>
                  </a:lnTo>
                  <a:lnTo>
                    <a:pt x="2486496" y="333300"/>
                  </a:lnTo>
                  <a:lnTo>
                    <a:pt x="2569379" y="321441"/>
                  </a:lnTo>
                  <a:lnTo>
                    <a:pt x="2652262" y="313582"/>
                  </a:lnTo>
                  <a:lnTo>
                    <a:pt x="2735145" y="306153"/>
                  </a:lnTo>
                  <a:lnTo>
                    <a:pt x="2818028" y="297058"/>
                  </a:lnTo>
                  <a:lnTo>
                    <a:pt x="2900912" y="288298"/>
                  </a:lnTo>
                  <a:lnTo>
                    <a:pt x="2983795" y="283639"/>
                  </a:lnTo>
                  <a:lnTo>
                    <a:pt x="3066678" y="283556"/>
                  </a:lnTo>
                  <a:lnTo>
                    <a:pt x="3149561" y="283955"/>
                  </a:lnTo>
                  <a:lnTo>
                    <a:pt x="3232444" y="284658"/>
                  </a:lnTo>
                  <a:lnTo>
                    <a:pt x="3315328" y="287740"/>
                  </a:lnTo>
                  <a:lnTo>
                    <a:pt x="3398211" y="294809"/>
                  </a:lnTo>
                  <a:lnTo>
                    <a:pt x="3481094" y="303964"/>
                  </a:lnTo>
                  <a:lnTo>
                    <a:pt x="3563977" y="313475"/>
                  </a:lnTo>
                  <a:lnTo>
                    <a:pt x="3646860" y="322614"/>
                  </a:lnTo>
                  <a:lnTo>
                    <a:pt x="3729744" y="331413"/>
                  </a:lnTo>
                  <a:lnTo>
                    <a:pt x="3812627" y="340941"/>
                  </a:lnTo>
                  <a:lnTo>
                    <a:pt x="3895510" y="351179"/>
                  </a:lnTo>
                  <a:lnTo>
                    <a:pt x="3978393" y="361546"/>
                  </a:lnTo>
                  <a:lnTo>
                    <a:pt x="4061276" y="371619"/>
                  </a:lnTo>
                  <a:lnTo>
                    <a:pt x="4144160" y="381136"/>
                  </a:lnTo>
                  <a:lnTo>
                    <a:pt x="4227043" y="389953"/>
                  </a:lnTo>
                  <a:lnTo>
                    <a:pt x="4309926" y="397966"/>
                  </a:lnTo>
                  <a:lnTo>
                    <a:pt x="4392809" y="405433"/>
                  </a:lnTo>
                  <a:lnTo>
                    <a:pt x="4475692" y="412573"/>
                  </a:lnTo>
                  <a:lnTo>
                    <a:pt x="4558576" y="419327"/>
                  </a:lnTo>
                  <a:lnTo>
                    <a:pt x="4641459" y="425596"/>
                  </a:lnTo>
                  <a:lnTo>
                    <a:pt x="4724342" y="431255"/>
                  </a:lnTo>
                  <a:lnTo>
                    <a:pt x="4807225" y="436158"/>
                  </a:lnTo>
                  <a:lnTo>
                    <a:pt x="4890108" y="440156"/>
                  </a:lnTo>
                  <a:lnTo>
                    <a:pt x="4972992" y="443104"/>
                  </a:lnTo>
                  <a:lnTo>
                    <a:pt x="5055875" y="444871"/>
                  </a:lnTo>
                  <a:lnTo>
                    <a:pt x="5138758" y="445347"/>
                  </a:lnTo>
                  <a:lnTo>
                    <a:pt x="5221641" y="444448"/>
                  </a:lnTo>
                  <a:lnTo>
                    <a:pt x="5304524" y="442116"/>
                  </a:lnTo>
                  <a:lnTo>
                    <a:pt x="5387408" y="438315"/>
                  </a:lnTo>
                  <a:lnTo>
                    <a:pt x="5470291" y="433028"/>
                  </a:lnTo>
                  <a:lnTo>
                    <a:pt x="5553174" y="426255"/>
                  </a:lnTo>
                  <a:lnTo>
                    <a:pt x="5636057" y="418005"/>
                  </a:lnTo>
                  <a:lnTo>
                    <a:pt x="5718940" y="408296"/>
                  </a:lnTo>
                  <a:lnTo>
                    <a:pt x="5801824" y="397148"/>
                  </a:lnTo>
                  <a:lnTo>
                    <a:pt x="5884707" y="384585"/>
                  </a:lnTo>
                  <a:lnTo>
                    <a:pt x="5967590" y="370631"/>
                  </a:lnTo>
                  <a:lnTo>
                    <a:pt x="6015395" y="361795"/>
                  </a:lnTo>
                  <a:lnTo>
                    <a:pt x="6015395" y="956144"/>
                  </a:lnTo>
                  <a:lnTo>
                    <a:pt x="5796451" y="956144"/>
                  </a:lnTo>
                  <a:lnTo>
                    <a:pt x="5718940" y="927730"/>
                  </a:lnTo>
                  <a:lnTo>
                    <a:pt x="5636057" y="898752"/>
                  </a:lnTo>
                  <a:lnTo>
                    <a:pt x="5553174" y="871204"/>
                  </a:lnTo>
                  <a:lnTo>
                    <a:pt x="5470291" y="845106"/>
                  </a:lnTo>
                  <a:lnTo>
                    <a:pt x="5387408" y="820468"/>
                  </a:lnTo>
                  <a:lnTo>
                    <a:pt x="5304524" y="797294"/>
                  </a:lnTo>
                  <a:lnTo>
                    <a:pt x="5221641" y="775568"/>
                  </a:lnTo>
                  <a:lnTo>
                    <a:pt x="5138758" y="755257"/>
                  </a:lnTo>
                  <a:lnTo>
                    <a:pt x="5055875" y="736306"/>
                  </a:lnTo>
                  <a:lnTo>
                    <a:pt x="4972992" y="718631"/>
                  </a:lnTo>
                  <a:lnTo>
                    <a:pt x="4890108" y="702128"/>
                  </a:lnTo>
                  <a:lnTo>
                    <a:pt x="4807225" y="686666"/>
                  </a:lnTo>
                  <a:lnTo>
                    <a:pt x="4724342" y="672103"/>
                  </a:lnTo>
                  <a:lnTo>
                    <a:pt x="4641459" y="658292"/>
                  </a:lnTo>
                  <a:lnTo>
                    <a:pt x="4558576" y="645090"/>
                  </a:lnTo>
                  <a:lnTo>
                    <a:pt x="4475692" y="632374"/>
                  </a:lnTo>
                  <a:lnTo>
                    <a:pt x="4392809" y="620048"/>
                  </a:lnTo>
                  <a:lnTo>
                    <a:pt x="4309926" y="608055"/>
                  </a:lnTo>
                  <a:lnTo>
                    <a:pt x="4227043" y="595748"/>
                  </a:lnTo>
                  <a:lnTo>
                    <a:pt x="4144160" y="582563"/>
                  </a:lnTo>
                  <a:lnTo>
                    <a:pt x="4061276" y="569078"/>
                  </a:lnTo>
                  <a:lnTo>
                    <a:pt x="3978393" y="555848"/>
                  </a:lnTo>
                  <a:lnTo>
                    <a:pt x="3895510" y="543307"/>
                  </a:lnTo>
                  <a:lnTo>
                    <a:pt x="3812627" y="531730"/>
                  </a:lnTo>
                  <a:lnTo>
                    <a:pt x="3729744" y="521233"/>
                  </a:lnTo>
                  <a:lnTo>
                    <a:pt x="3646860" y="510466"/>
                  </a:lnTo>
                  <a:lnTo>
                    <a:pt x="3563977" y="498116"/>
                  </a:lnTo>
                  <a:lnTo>
                    <a:pt x="3481094" y="486365"/>
                  </a:lnTo>
                  <a:lnTo>
                    <a:pt x="3398211" y="476745"/>
                  </a:lnTo>
                  <a:lnTo>
                    <a:pt x="3315328" y="469787"/>
                  </a:lnTo>
                  <a:lnTo>
                    <a:pt x="3232444" y="464610"/>
                  </a:lnTo>
                  <a:lnTo>
                    <a:pt x="3149561" y="461298"/>
                  </a:lnTo>
                  <a:lnTo>
                    <a:pt x="3066678" y="460722"/>
                  </a:lnTo>
                  <a:lnTo>
                    <a:pt x="2983795" y="461516"/>
                  </a:lnTo>
                  <a:lnTo>
                    <a:pt x="2900912" y="464768"/>
                  </a:lnTo>
                  <a:lnTo>
                    <a:pt x="2818028" y="472333"/>
                  </a:lnTo>
                  <a:lnTo>
                    <a:pt x="2735145" y="482459"/>
                  </a:lnTo>
                  <a:lnTo>
                    <a:pt x="2652262" y="491624"/>
                  </a:lnTo>
                  <a:lnTo>
                    <a:pt x="2569379" y="499207"/>
                  </a:lnTo>
                  <a:lnTo>
                    <a:pt x="2486496" y="510641"/>
                  </a:lnTo>
                  <a:lnTo>
                    <a:pt x="2403612" y="523816"/>
                  </a:lnTo>
                  <a:lnTo>
                    <a:pt x="2320729" y="535161"/>
                  </a:lnTo>
                  <a:lnTo>
                    <a:pt x="2237846" y="541507"/>
                  </a:lnTo>
                  <a:lnTo>
                    <a:pt x="2154963" y="547210"/>
                  </a:lnTo>
                  <a:lnTo>
                    <a:pt x="2072080" y="553203"/>
                  </a:lnTo>
                  <a:lnTo>
                    <a:pt x="1989196" y="559408"/>
                  </a:lnTo>
                  <a:lnTo>
                    <a:pt x="1906313" y="565676"/>
                  </a:lnTo>
                  <a:lnTo>
                    <a:pt x="1823430" y="571821"/>
                  </a:lnTo>
                  <a:lnTo>
                    <a:pt x="1740547" y="577711"/>
                  </a:lnTo>
                  <a:lnTo>
                    <a:pt x="1657664" y="584016"/>
                  </a:lnTo>
                  <a:lnTo>
                    <a:pt x="1574780" y="591208"/>
                  </a:lnTo>
                  <a:lnTo>
                    <a:pt x="1491897" y="599514"/>
                  </a:lnTo>
                  <a:lnTo>
                    <a:pt x="1409014" y="609144"/>
                  </a:lnTo>
                  <a:lnTo>
                    <a:pt x="1326131" y="620276"/>
                  </a:lnTo>
                  <a:lnTo>
                    <a:pt x="1243248" y="633034"/>
                  </a:lnTo>
                  <a:lnTo>
                    <a:pt x="1160364" y="647496"/>
                  </a:lnTo>
                  <a:lnTo>
                    <a:pt x="1077481" y="663690"/>
                  </a:lnTo>
                  <a:lnTo>
                    <a:pt x="994598" y="681611"/>
                  </a:lnTo>
                  <a:lnTo>
                    <a:pt x="911715" y="701227"/>
                  </a:lnTo>
                  <a:lnTo>
                    <a:pt x="828832" y="722496"/>
                  </a:lnTo>
                  <a:lnTo>
                    <a:pt x="745948" y="745365"/>
                  </a:lnTo>
                  <a:lnTo>
                    <a:pt x="663065" y="769782"/>
                  </a:lnTo>
                  <a:lnTo>
                    <a:pt x="580182" y="795695"/>
                  </a:lnTo>
                  <a:lnTo>
                    <a:pt x="497299" y="823054"/>
                  </a:lnTo>
                  <a:lnTo>
                    <a:pt x="414416" y="851811"/>
                  </a:lnTo>
                  <a:lnTo>
                    <a:pt x="331532" y="881925"/>
                  </a:lnTo>
                  <a:lnTo>
                    <a:pt x="248649" y="913355"/>
                  </a:lnTo>
                  <a:lnTo>
                    <a:pt x="165766" y="946064"/>
                  </a:lnTo>
                  <a:lnTo>
                    <a:pt x="141160" y="95614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72465" y="4422315"/>
              <a:ext cx="6015395" cy="445347"/>
            </a:xfrm>
            <a:custGeom>
              <a:avLst/>
              <a:pathLst>
                <a:path w="6015395" h="445347">
                  <a:moveTo>
                    <a:pt x="0" y="0"/>
                  </a:moveTo>
                  <a:lnTo>
                    <a:pt x="82883" y="36601"/>
                  </a:lnTo>
                  <a:lnTo>
                    <a:pt x="165766" y="71467"/>
                  </a:lnTo>
                  <a:lnTo>
                    <a:pt x="248649" y="104581"/>
                  </a:lnTo>
                  <a:lnTo>
                    <a:pt x="331532" y="135924"/>
                  </a:lnTo>
                  <a:lnTo>
                    <a:pt x="414416" y="165472"/>
                  </a:lnTo>
                  <a:lnTo>
                    <a:pt x="497299" y="193202"/>
                  </a:lnTo>
                  <a:lnTo>
                    <a:pt x="580182" y="219085"/>
                  </a:lnTo>
                  <a:lnTo>
                    <a:pt x="663065" y="243088"/>
                  </a:lnTo>
                  <a:lnTo>
                    <a:pt x="745948" y="265177"/>
                  </a:lnTo>
                  <a:lnTo>
                    <a:pt x="828832" y="285315"/>
                  </a:lnTo>
                  <a:lnTo>
                    <a:pt x="911715" y="303462"/>
                  </a:lnTo>
                  <a:lnTo>
                    <a:pt x="994598" y="319584"/>
                  </a:lnTo>
                  <a:lnTo>
                    <a:pt x="1077481" y="333649"/>
                  </a:lnTo>
                  <a:lnTo>
                    <a:pt x="1160364" y="345643"/>
                  </a:lnTo>
                  <a:lnTo>
                    <a:pt x="1243248" y="355575"/>
                  </a:lnTo>
                  <a:lnTo>
                    <a:pt x="1326131" y="363489"/>
                  </a:lnTo>
                  <a:lnTo>
                    <a:pt x="1409014" y="369474"/>
                  </a:lnTo>
                  <a:lnTo>
                    <a:pt x="1491897" y="373672"/>
                  </a:lnTo>
                  <a:lnTo>
                    <a:pt x="1574780" y="376275"/>
                  </a:lnTo>
                  <a:lnTo>
                    <a:pt x="1657664" y="377507"/>
                  </a:lnTo>
                  <a:lnTo>
                    <a:pt x="1740547" y="377611"/>
                  </a:lnTo>
                  <a:lnTo>
                    <a:pt x="1823430" y="376704"/>
                  </a:lnTo>
                  <a:lnTo>
                    <a:pt x="1906313" y="374730"/>
                  </a:lnTo>
                  <a:lnTo>
                    <a:pt x="1989196" y="371852"/>
                  </a:lnTo>
                  <a:lnTo>
                    <a:pt x="2072080" y="368225"/>
                  </a:lnTo>
                  <a:lnTo>
                    <a:pt x="2154963" y="364039"/>
                  </a:lnTo>
                  <a:lnTo>
                    <a:pt x="2237846" y="359559"/>
                  </a:lnTo>
                  <a:lnTo>
                    <a:pt x="2320729" y="354440"/>
                  </a:lnTo>
                  <a:lnTo>
                    <a:pt x="2403612" y="345279"/>
                  </a:lnTo>
                  <a:lnTo>
                    <a:pt x="2486496" y="333300"/>
                  </a:lnTo>
                  <a:lnTo>
                    <a:pt x="2569379" y="321441"/>
                  </a:lnTo>
                  <a:lnTo>
                    <a:pt x="2652262" y="313582"/>
                  </a:lnTo>
                  <a:lnTo>
                    <a:pt x="2735145" y="306153"/>
                  </a:lnTo>
                  <a:lnTo>
                    <a:pt x="2818028" y="297058"/>
                  </a:lnTo>
                  <a:lnTo>
                    <a:pt x="2900912" y="288298"/>
                  </a:lnTo>
                  <a:lnTo>
                    <a:pt x="2983795" y="283639"/>
                  </a:lnTo>
                  <a:lnTo>
                    <a:pt x="3066678" y="283556"/>
                  </a:lnTo>
                  <a:lnTo>
                    <a:pt x="3149561" y="283955"/>
                  </a:lnTo>
                  <a:lnTo>
                    <a:pt x="3232444" y="284658"/>
                  </a:lnTo>
                  <a:lnTo>
                    <a:pt x="3315328" y="287740"/>
                  </a:lnTo>
                  <a:lnTo>
                    <a:pt x="3398211" y="294809"/>
                  </a:lnTo>
                  <a:lnTo>
                    <a:pt x="3481094" y="303964"/>
                  </a:lnTo>
                  <a:lnTo>
                    <a:pt x="3563977" y="313475"/>
                  </a:lnTo>
                  <a:lnTo>
                    <a:pt x="3646860" y="322614"/>
                  </a:lnTo>
                  <a:lnTo>
                    <a:pt x="3729744" y="331413"/>
                  </a:lnTo>
                  <a:lnTo>
                    <a:pt x="3812627" y="340941"/>
                  </a:lnTo>
                  <a:lnTo>
                    <a:pt x="3895510" y="351179"/>
                  </a:lnTo>
                  <a:lnTo>
                    <a:pt x="3978393" y="361546"/>
                  </a:lnTo>
                  <a:lnTo>
                    <a:pt x="4061276" y="371619"/>
                  </a:lnTo>
                  <a:lnTo>
                    <a:pt x="4144160" y="381136"/>
                  </a:lnTo>
                  <a:lnTo>
                    <a:pt x="4227043" y="389953"/>
                  </a:lnTo>
                  <a:lnTo>
                    <a:pt x="4309926" y="397966"/>
                  </a:lnTo>
                  <a:lnTo>
                    <a:pt x="4392809" y="405433"/>
                  </a:lnTo>
                  <a:lnTo>
                    <a:pt x="4475692" y="412573"/>
                  </a:lnTo>
                  <a:lnTo>
                    <a:pt x="4558576" y="419327"/>
                  </a:lnTo>
                  <a:lnTo>
                    <a:pt x="4641459" y="425596"/>
                  </a:lnTo>
                  <a:lnTo>
                    <a:pt x="4724342" y="431255"/>
                  </a:lnTo>
                  <a:lnTo>
                    <a:pt x="4807225" y="436158"/>
                  </a:lnTo>
                  <a:lnTo>
                    <a:pt x="4890108" y="440156"/>
                  </a:lnTo>
                  <a:lnTo>
                    <a:pt x="4972992" y="443104"/>
                  </a:lnTo>
                  <a:lnTo>
                    <a:pt x="5055875" y="444871"/>
                  </a:lnTo>
                  <a:lnTo>
                    <a:pt x="5138758" y="445347"/>
                  </a:lnTo>
                  <a:lnTo>
                    <a:pt x="5221641" y="444448"/>
                  </a:lnTo>
                  <a:lnTo>
                    <a:pt x="5304524" y="442116"/>
                  </a:lnTo>
                  <a:lnTo>
                    <a:pt x="5387408" y="438315"/>
                  </a:lnTo>
                  <a:lnTo>
                    <a:pt x="5470291" y="433028"/>
                  </a:lnTo>
                  <a:lnTo>
                    <a:pt x="5553174" y="426255"/>
                  </a:lnTo>
                  <a:lnTo>
                    <a:pt x="5636057" y="418005"/>
                  </a:lnTo>
                  <a:lnTo>
                    <a:pt x="5718940" y="408296"/>
                  </a:lnTo>
                  <a:lnTo>
                    <a:pt x="5801824" y="397148"/>
                  </a:lnTo>
                  <a:lnTo>
                    <a:pt x="5884707" y="384585"/>
                  </a:lnTo>
                  <a:lnTo>
                    <a:pt x="5967590" y="370631"/>
                  </a:lnTo>
                  <a:lnTo>
                    <a:pt x="6015395" y="3617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13626" y="4883037"/>
              <a:ext cx="5655290" cy="495422"/>
            </a:xfrm>
            <a:custGeom>
              <a:avLst/>
              <a:pathLst>
                <a:path w="5655290" h="495422">
                  <a:moveTo>
                    <a:pt x="5655290" y="495422"/>
                  </a:moveTo>
                  <a:lnTo>
                    <a:pt x="5577779" y="467007"/>
                  </a:lnTo>
                  <a:lnTo>
                    <a:pt x="5494896" y="438030"/>
                  </a:lnTo>
                  <a:lnTo>
                    <a:pt x="5412013" y="410482"/>
                  </a:lnTo>
                  <a:lnTo>
                    <a:pt x="5329130" y="384383"/>
                  </a:lnTo>
                  <a:lnTo>
                    <a:pt x="5246247" y="359746"/>
                  </a:lnTo>
                  <a:lnTo>
                    <a:pt x="5163363" y="336571"/>
                  </a:lnTo>
                  <a:lnTo>
                    <a:pt x="5080480" y="314845"/>
                  </a:lnTo>
                  <a:lnTo>
                    <a:pt x="4997597" y="294534"/>
                  </a:lnTo>
                  <a:lnTo>
                    <a:pt x="4914714" y="275583"/>
                  </a:lnTo>
                  <a:lnTo>
                    <a:pt x="4831831" y="257909"/>
                  </a:lnTo>
                  <a:lnTo>
                    <a:pt x="4748947" y="241405"/>
                  </a:lnTo>
                  <a:lnTo>
                    <a:pt x="4666064" y="225943"/>
                  </a:lnTo>
                  <a:lnTo>
                    <a:pt x="4583181" y="211381"/>
                  </a:lnTo>
                  <a:lnTo>
                    <a:pt x="4500298" y="197569"/>
                  </a:lnTo>
                  <a:lnTo>
                    <a:pt x="4417415" y="184368"/>
                  </a:lnTo>
                  <a:lnTo>
                    <a:pt x="4334531" y="171652"/>
                  </a:lnTo>
                  <a:lnTo>
                    <a:pt x="4251648" y="159326"/>
                  </a:lnTo>
                  <a:lnTo>
                    <a:pt x="4168765" y="147332"/>
                  </a:lnTo>
                  <a:lnTo>
                    <a:pt x="4085882" y="135026"/>
                  </a:lnTo>
                  <a:lnTo>
                    <a:pt x="4002999" y="121840"/>
                  </a:lnTo>
                  <a:lnTo>
                    <a:pt x="3920115" y="108356"/>
                  </a:lnTo>
                  <a:lnTo>
                    <a:pt x="3837232" y="95125"/>
                  </a:lnTo>
                  <a:lnTo>
                    <a:pt x="3754349" y="82584"/>
                  </a:lnTo>
                  <a:lnTo>
                    <a:pt x="3671466" y="71008"/>
                  </a:lnTo>
                  <a:lnTo>
                    <a:pt x="3588583" y="60510"/>
                  </a:lnTo>
                  <a:lnTo>
                    <a:pt x="3505699" y="49744"/>
                  </a:lnTo>
                  <a:lnTo>
                    <a:pt x="3422816" y="37394"/>
                  </a:lnTo>
                  <a:lnTo>
                    <a:pt x="3339933" y="25642"/>
                  </a:lnTo>
                  <a:lnTo>
                    <a:pt x="3257050" y="16022"/>
                  </a:lnTo>
                  <a:lnTo>
                    <a:pt x="3174167" y="9065"/>
                  </a:lnTo>
                  <a:lnTo>
                    <a:pt x="3091283" y="3887"/>
                  </a:lnTo>
                  <a:lnTo>
                    <a:pt x="3008400" y="575"/>
                  </a:lnTo>
                  <a:lnTo>
                    <a:pt x="2925517" y="0"/>
                  </a:lnTo>
                  <a:lnTo>
                    <a:pt x="2842634" y="793"/>
                  </a:lnTo>
                  <a:lnTo>
                    <a:pt x="2759751" y="4046"/>
                  </a:lnTo>
                  <a:lnTo>
                    <a:pt x="2676867" y="11611"/>
                  </a:lnTo>
                  <a:lnTo>
                    <a:pt x="2593984" y="21736"/>
                  </a:lnTo>
                  <a:lnTo>
                    <a:pt x="2511101" y="30902"/>
                  </a:lnTo>
                  <a:lnTo>
                    <a:pt x="2428218" y="38484"/>
                  </a:lnTo>
                  <a:lnTo>
                    <a:pt x="2345335" y="49918"/>
                  </a:lnTo>
                  <a:lnTo>
                    <a:pt x="2262451" y="63094"/>
                  </a:lnTo>
                  <a:lnTo>
                    <a:pt x="2179568" y="74438"/>
                  </a:lnTo>
                  <a:lnTo>
                    <a:pt x="2096685" y="80785"/>
                  </a:lnTo>
                  <a:lnTo>
                    <a:pt x="2013802" y="86488"/>
                  </a:lnTo>
                  <a:lnTo>
                    <a:pt x="1930919" y="92481"/>
                  </a:lnTo>
                  <a:lnTo>
                    <a:pt x="1848035" y="98685"/>
                  </a:lnTo>
                  <a:lnTo>
                    <a:pt x="1765152" y="104953"/>
                  </a:lnTo>
                  <a:lnTo>
                    <a:pt x="1682269" y="111099"/>
                  </a:lnTo>
                  <a:lnTo>
                    <a:pt x="1599386" y="116989"/>
                  </a:lnTo>
                  <a:lnTo>
                    <a:pt x="1516503" y="123294"/>
                  </a:lnTo>
                  <a:lnTo>
                    <a:pt x="1433619" y="130486"/>
                  </a:lnTo>
                  <a:lnTo>
                    <a:pt x="1350736" y="138791"/>
                  </a:lnTo>
                  <a:lnTo>
                    <a:pt x="1267853" y="148422"/>
                  </a:lnTo>
                  <a:lnTo>
                    <a:pt x="1184970" y="159553"/>
                  </a:lnTo>
                  <a:lnTo>
                    <a:pt x="1102087" y="172312"/>
                  </a:lnTo>
                  <a:lnTo>
                    <a:pt x="1019203" y="186774"/>
                  </a:lnTo>
                  <a:lnTo>
                    <a:pt x="936320" y="202968"/>
                  </a:lnTo>
                  <a:lnTo>
                    <a:pt x="853437" y="220888"/>
                  </a:lnTo>
                  <a:lnTo>
                    <a:pt x="770554" y="240505"/>
                  </a:lnTo>
                  <a:lnTo>
                    <a:pt x="687671" y="261773"/>
                  </a:lnTo>
                  <a:lnTo>
                    <a:pt x="604787" y="284643"/>
                  </a:lnTo>
                  <a:lnTo>
                    <a:pt x="521904" y="309060"/>
                  </a:lnTo>
                  <a:lnTo>
                    <a:pt x="439021" y="334973"/>
                  </a:lnTo>
                  <a:lnTo>
                    <a:pt x="356138" y="362331"/>
                  </a:lnTo>
                  <a:lnTo>
                    <a:pt x="273255" y="391089"/>
                  </a:lnTo>
                  <a:lnTo>
                    <a:pt x="190371" y="421203"/>
                  </a:lnTo>
                  <a:lnTo>
                    <a:pt x="107488" y="452633"/>
                  </a:lnTo>
                  <a:lnTo>
                    <a:pt x="24605" y="485342"/>
                  </a:lnTo>
                  <a:lnTo>
                    <a:pt x="0" y="4954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4794454"/>
              <a:ext cx="6015395" cy="330189"/>
            </a:xfrm>
            <a:custGeom>
              <a:avLst/>
              <a:pathLst>
                <a:path w="6015395" h="330189">
                  <a:moveTo>
                    <a:pt x="0" y="135453"/>
                  </a:moveTo>
                  <a:lnTo>
                    <a:pt x="82883" y="136170"/>
                  </a:lnTo>
                  <a:lnTo>
                    <a:pt x="165766" y="136626"/>
                  </a:lnTo>
                  <a:lnTo>
                    <a:pt x="248649" y="136828"/>
                  </a:lnTo>
                  <a:lnTo>
                    <a:pt x="331532" y="136785"/>
                  </a:lnTo>
                  <a:lnTo>
                    <a:pt x="414416" y="136502"/>
                  </a:lnTo>
                  <a:lnTo>
                    <a:pt x="497299" y="135988"/>
                  </a:lnTo>
                  <a:lnTo>
                    <a:pt x="580182" y="135250"/>
                  </a:lnTo>
                  <a:lnTo>
                    <a:pt x="663065" y="134295"/>
                  </a:lnTo>
                  <a:lnTo>
                    <a:pt x="745948" y="133131"/>
                  </a:lnTo>
                  <a:lnTo>
                    <a:pt x="828832" y="131766"/>
                  </a:lnTo>
                  <a:lnTo>
                    <a:pt x="911715" y="130205"/>
                  </a:lnTo>
                  <a:lnTo>
                    <a:pt x="994598" y="128457"/>
                  </a:lnTo>
                  <a:lnTo>
                    <a:pt x="1077481" y="126530"/>
                  </a:lnTo>
                  <a:lnTo>
                    <a:pt x="1160364" y="124430"/>
                  </a:lnTo>
                  <a:lnTo>
                    <a:pt x="1243248" y="122165"/>
                  </a:lnTo>
                  <a:lnTo>
                    <a:pt x="1326131" y="119742"/>
                  </a:lnTo>
                  <a:lnTo>
                    <a:pt x="1409014" y="117169"/>
                  </a:lnTo>
                  <a:lnTo>
                    <a:pt x="1491897" y="114453"/>
                  </a:lnTo>
                  <a:lnTo>
                    <a:pt x="1574780" y="111602"/>
                  </a:lnTo>
                  <a:lnTo>
                    <a:pt x="1657664" y="108622"/>
                  </a:lnTo>
                  <a:lnTo>
                    <a:pt x="1740547" y="105522"/>
                  </a:lnTo>
                  <a:lnTo>
                    <a:pt x="1823430" y="102123"/>
                  </a:lnTo>
                  <a:lnTo>
                    <a:pt x="1906313" y="98064"/>
                  </a:lnTo>
                  <a:lnTo>
                    <a:pt x="1989196" y="93490"/>
                  </a:lnTo>
                  <a:lnTo>
                    <a:pt x="2072080" y="88574"/>
                  </a:lnTo>
                  <a:lnTo>
                    <a:pt x="2154963" y="83485"/>
                  </a:lnTo>
                  <a:lnTo>
                    <a:pt x="2237846" y="78393"/>
                  </a:lnTo>
                  <a:lnTo>
                    <a:pt x="2320729" y="72661"/>
                  </a:lnTo>
                  <a:lnTo>
                    <a:pt x="2403612" y="62408"/>
                  </a:lnTo>
                  <a:lnTo>
                    <a:pt x="2486496" y="49831"/>
                  </a:lnTo>
                  <a:lnTo>
                    <a:pt x="2569379" y="38184"/>
                  </a:lnTo>
                  <a:lnTo>
                    <a:pt x="2652262" y="30464"/>
                  </a:lnTo>
                  <a:lnTo>
                    <a:pt x="2735145" y="22166"/>
                  </a:lnTo>
                  <a:lnTo>
                    <a:pt x="2818028" y="12556"/>
                  </a:lnTo>
                  <a:lnTo>
                    <a:pt x="2900912" y="4393"/>
                  </a:lnTo>
                  <a:lnTo>
                    <a:pt x="2983795" y="438"/>
                  </a:lnTo>
                  <a:lnTo>
                    <a:pt x="3066678" y="0"/>
                  </a:lnTo>
                  <a:lnTo>
                    <a:pt x="3149561" y="487"/>
                  </a:lnTo>
                  <a:lnTo>
                    <a:pt x="3232444" y="2494"/>
                  </a:lnTo>
                  <a:lnTo>
                    <a:pt x="3315328" y="6624"/>
                  </a:lnTo>
                  <a:lnTo>
                    <a:pt x="3398211" y="13637"/>
                  </a:lnTo>
                  <a:lnTo>
                    <a:pt x="3481094" y="23025"/>
                  </a:lnTo>
                  <a:lnTo>
                    <a:pt x="3563977" y="33656"/>
                  </a:lnTo>
                  <a:lnTo>
                    <a:pt x="3646860" y="44401"/>
                  </a:lnTo>
                  <a:lnTo>
                    <a:pt x="3729744" y="54183"/>
                  </a:lnTo>
                  <a:lnTo>
                    <a:pt x="3812627" y="64196"/>
                  </a:lnTo>
                  <a:lnTo>
                    <a:pt x="3895510" y="75103"/>
                  </a:lnTo>
                  <a:lnTo>
                    <a:pt x="3978393" y="86557"/>
                  </a:lnTo>
                  <a:lnTo>
                    <a:pt x="4061276" y="98209"/>
                  </a:lnTo>
                  <a:lnTo>
                    <a:pt x="4144160" y="109710"/>
                  </a:lnTo>
                  <a:lnTo>
                    <a:pt x="4227043" y="120711"/>
                  </a:lnTo>
                  <a:lnTo>
                    <a:pt x="4309926" y="130871"/>
                  </a:lnTo>
                  <a:lnTo>
                    <a:pt x="4392809" y="140601"/>
                  </a:lnTo>
                  <a:lnTo>
                    <a:pt x="4475692" y="150334"/>
                  </a:lnTo>
                  <a:lnTo>
                    <a:pt x="4558576" y="160069"/>
                  </a:lnTo>
                  <a:lnTo>
                    <a:pt x="4641459" y="169805"/>
                  </a:lnTo>
                  <a:lnTo>
                    <a:pt x="4724342" y="179539"/>
                  </a:lnTo>
                  <a:lnTo>
                    <a:pt x="4807225" y="189272"/>
                  </a:lnTo>
                  <a:lnTo>
                    <a:pt x="4890108" y="199002"/>
                  </a:lnTo>
                  <a:lnTo>
                    <a:pt x="4972992" y="208728"/>
                  </a:lnTo>
                  <a:lnTo>
                    <a:pt x="5055875" y="218448"/>
                  </a:lnTo>
                  <a:lnTo>
                    <a:pt x="5138758" y="228162"/>
                  </a:lnTo>
                  <a:lnTo>
                    <a:pt x="5221641" y="237868"/>
                  </a:lnTo>
                  <a:lnTo>
                    <a:pt x="5304524" y="247565"/>
                  </a:lnTo>
                  <a:lnTo>
                    <a:pt x="5387408" y="257252"/>
                  </a:lnTo>
                  <a:lnTo>
                    <a:pt x="5470291" y="266927"/>
                  </a:lnTo>
                  <a:lnTo>
                    <a:pt x="5553174" y="276590"/>
                  </a:lnTo>
                  <a:lnTo>
                    <a:pt x="5636057" y="286239"/>
                  </a:lnTo>
                  <a:lnTo>
                    <a:pt x="5718940" y="295873"/>
                  </a:lnTo>
                  <a:lnTo>
                    <a:pt x="5801824" y="305491"/>
                  </a:lnTo>
                  <a:lnTo>
                    <a:pt x="5884707" y="315092"/>
                  </a:lnTo>
                  <a:lnTo>
                    <a:pt x="5967590" y="324674"/>
                  </a:lnTo>
                  <a:lnTo>
                    <a:pt x="6015395" y="33018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4147412"/>
              <a:ext cx="6015395" cy="1231047"/>
            </a:xfrm>
            <a:custGeom>
              <a:avLst/>
              <a:pathLst>
                <a:path w="6015395" h="1231047">
                  <a:moveTo>
                    <a:pt x="0" y="534804"/>
                  </a:moveTo>
                  <a:lnTo>
                    <a:pt x="82883" y="558168"/>
                  </a:lnTo>
                  <a:lnTo>
                    <a:pt x="165766" y="580353"/>
                  </a:lnTo>
                  <a:lnTo>
                    <a:pt x="248649" y="601340"/>
                  </a:lnTo>
                  <a:lnTo>
                    <a:pt x="331532" y="621112"/>
                  </a:lnTo>
                  <a:lnTo>
                    <a:pt x="414416" y="639647"/>
                  </a:lnTo>
                  <a:lnTo>
                    <a:pt x="497299" y="656922"/>
                  </a:lnTo>
                  <a:lnTo>
                    <a:pt x="580182" y="672908"/>
                  </a:lnTo>
                  <a:lnTo>
                    <a:pt x="663065" y="687577"/>
                  </a:lnTo>
                  <a:lnTo>
                    <a:pt x="745948" y="700894"/>
                  </a:lnTo>
                  <a:lnTo>
                    <a:pt x="828832" y="712824"/>
                  </a:lnTo>
                  <a:lnTo>
                    <a:pt x="911715" y="723331"/>
                  </a:lnTo>
                  <a:lnTo>
                    <a:pt x="994598" y="732381"/>
                  </a:lnTo>
                  <a:lnTo>
                    <a:pt x="1077481" y="739946"/>
                  </a:lnTo>
                  <a:lnTo>
                    <a:pt x="1160364" y="746009"/>
                  </a:lnTo>
                  <a:lnTo>
                    <a:pt x="1243248" y="750580"/>
                  </a:lnTo>
                  <a:lnTo>
                    <a:pt x="1326131" y="753698"/>
                  </a:lnTo>
                  <a:lnTo>
                    <a:pt x="1409014" y="755447"/>
                  </a:lnTo>
                  <a:lnTo>
                    <a:pt x="1491897" y="755957"/>
                  </a:lnTo>
                  <a:lnTo>
                    <a:pt x="1574780" y="755405"/>
                  </a:lnTo>
                  <a:lnTo>
                    <a:pt x="1657664" y="754001"/>
                  </a:lnTo>
                  <a:lnTo>
                    <a:pt x="1740547" y="751967"/>
                  </a:lnTo>
                  <a:lnTo>
                    <a:pt x="1823430" y="749676"/>
                  </a:lnTo>
                  <a:lnTo>
                    <a:pt x="1906313" y="747549"/>
                  </a:lnTo>
                  <a:lnTo>
                    <a:pt x="1989196" y="745439"/>
                  </a:lnTo>
                  <a:lnTo>
                    <a:pt x="2072080" y="743154"/>
                  </a:lnTo>
                  <a:lnTo>
                    <a:pt x="2154963" y="740540"/>
                  </a:lnTo>
                  <a:lnTo>
                    <a:pt x="2237846" y="737507"/>
                  </a:lnTo>
                  <a:lnTo>
                    <a:pt x="2320729" y="733961"/>
                  </a:lnTo>
                  <a:lnTo>
                    <a:pt x="2403612" y="729365"/>
                  </a:lnTo>
                  <a:lnTo>
                    <a:pt x="2486496" y="723571"/>
                  </a:lnTo>
                  <a:lnTo>
                    <a:pt x="2569379" y="717315"/>
                  </a:lnTo>
                  <a:lnTo>
                    <a:pt x="2652262" y="712392"/>
                  </a:lnTo>
                  <a:lnTo>
                    <a:pt x="2735145" y="708803"/>
                  </a:lnTo>
                  <a:lnTo>
                    <a:pt x="2818028" y="704957"/>
                  </a:lnTo>
                  <a:lnTo>
                    <a:pt x="2900912" y="700562"/>
                  </a:lnTo>
                  <a:lnTo>
                    <a:pt x="2983795" y="696973"/>
                  </a:lnTo>
                  <a:lnTo>
                    <a:pt x="3066678" y="696700"/>
                  </a:lnTo>
                  <a:lnTo>
                    <a:pt x="3149561" y="698318"/>
                  </a:lnTo>
                  <a:lnTo>
                    <a:pt x="3232444" y="699031"/>
                  </a:lnTo>
                  <a:lnTo>
                    <a:pt x="3315328" y="698148"/>
                  </a:lnTo>
                  <a:lnTo>
                    <a:pt x="3398211" y="697831"/>
                  </a:lnTo>
                  <a:lnTo>
                    <a:pt x="3481094" y="698035"/>
                  </a:lnTo>
                  <a:lnTo>
                    <a:pt x="3563977" y="697124"/>
                  </a:lnTo>
                  <a:lnTo>
                    <a:pt x="3646860" y="694397"/>
                  </a:lnTo>
                  <a:lnTo>
                    <a:pt x="3729744" y="689844"/>
                  </a:lnTo>
                  <a:lnTo>
                    <a:pt x="3812627" y="684021"/>
                  </a:lnTo>
                  <a:lnTo>
                    <a:pt x="3895510" y="676956"/>
                  </a:lnTo>
                  <a:lnTo>
                    <a:pt x="3978393" y="668448"/>
                  </a:lnTo>
                  <a:lnTo>
                    <a:pt x="4061276" y="658445"/>
                  </a:lnTo>
                  <a:lnTo>
                    <a:pt x="4144160" y="647047"/>
                  </a:lnTo>
                  <a:lnTo>
                    <a:pt x="4227043" y="634461"/>
                  </a:lnTo>
                  <a:lnTo>
                    <a:pt x="4309926" y="620925"/>
                  </a:lnTo>
                  <a:lnTo>
                    <a:pt x="4392809" y="606477"/>
                  </a:lnTo>
                  <a:lnTo>
                    <a:pt x="4475692" y="591029"/>
                  </a:lnTo>
                  <a:lnTo>
                    <a:pt x="4558576" y="574522"/>
                  </a:lnTo>
                  <a:lnTo>
                    <a:pt x="4641459" y="556857"/>
                  </a:lnTo>
                  <a:lnTo>
                    <a:pt x="4724342" y="537913"/>
                  </a:lnTo>
                  <a:lnTo>
                    <a:pt x="4807225" y="517549"/>
                  </a:lnTo>
                  <a:lnTo>
                    <a:pt x="4890108" y="495620"/>
                  </a:lnTo>
                  <a:lnTo>
                    <a:pt x="4972992" y="471985"/>
                  </a:lnTo>
                  <a:lnTo>
                    <a:pt x="5055875" y="446518"/>
                  </a:lnTo>
                  <a:lnTo>
                    <a:pt x="5138758" y="419110"/>
                  </a:lnTo>
                  <a:lnTo>
                    <a:pt x="5221641" y="389679"/>
                  </a:lnTo>
                  <a:lnTo>
                    <a:pt x="5304524" y="358163"/>
                  </a:lnTo>
                  <a:lnTo>
                    <a:pt x="5387408" y="324524"/>
                  </a:lnTo>
                  <a:lnTo>
                    <a:pt x="5470291" y="288742"/>
                  </a:lnTo>
                  <a:lnTo>
                    <a:pt x="5553174" y="250809"/>
                  </a:lnTo>
                  <a:lnTo>
                    <a:pt x="5636057" y="210729"/>
                  </a:lnTo>
                  <a:lnTo>
                    <a:pt x="5718940" y="168512"/>
                  </a:lnTo>
                  <a:lnTo>
                    <a:pt x="5801824" y="124173"/>
                  </a:lnTo>
                  <a:lnTo>
                    <a:pt x="5884707" y="77726"/>
                  </a:lnTo>
                  <a:lnTo>
                    <a:pt x="5967590" y="29190"/>
                  </a:lnTo>
                  <a:lnTo>
                    <a:pt x="6015395" y="0"/>
                  </a:lnTo>
                  <a:lnTo>
                    <a:pt x="6015395" y="633103"/>
                  </a:lnTo>
                  <a:lnTo>
                    <a:pt x="5967590" y="635611"/>
                  </a:lnTo>
                  <a:lnTo>
                    <a:pt x="5884707" y="640390"/>
                  </a:lnTo>
                  <a:lnTo>
                    <a:pt x="5801824" y="645631"/>
                  </a:lnTo>
                  <a:lnTo>
                    <a:pt x="5718940" y="651364"/>
                  </a:lnTo>
                  <a:lnTo>
                    <a:pt x="5636057" y="657618"/>
                  </a:lnTo>
                  <a:lnTo>
                    <a:pt x="5553174" y="664422"/>
                  </a:lnTo>
                  <a:lnTo>
                    <a:pt x="5470291" y="671798"/>
                  </a:lnTo>
                  <a:lnTo>
                    <a:pt x="5387408" y="679764"/>
                  </a:lnTo>
                  <a:lnTo>
                    <a:pt x="5304524" y="688327"/>
                  </a:lnTo>
                  <a:lnTo>
                    <a:pt x="5221641" y="697478"/>
                  </a:lnTo>
                  <a:lnTo>
                    <a:pt x="5138758" y="707194"/>
                  </a:lnTo>
                  <a:lnTo>
                    <a:pt x="5055875" y="717427"/>
                  </a:lnTo>
                  <a:lnTo>
                    <a:pt x="4972992" y="728108"/>
                  </a:lnTo>
                  <a:lnTo>
                    <a:pt x="4890108" y="739141"/>
                  </a:lnTo>
                  <a:lnTo>
                    <a:pt x="4807225" y="750414"/>
                  </a:lnTo>
                  <a:lnTo>
                    <a:pt x="4724342" y="761799"/>
                  </a:lnTo>
                  <a:lnTo>
                    <a:pt x="4641459" y="773165"/>
                  </a:lnTo>
                  <a:lnTo>
                    <a:pt x="4558576" y="784385"/>
                  </a:lnTo>
                  <a:lnTo>
                    <a:pt x="4475692" y="795350"/>
                  </a:lnTo>
                  <a:lnTo>
                    <a:pt x="4392809" y="805977"/>
                  </a:lnTo>
                  <a:lnTo>
                    <a:pt x="4309926" y="816218"/>
                  </a:lnTo>
                  <a:lnTo>
                    <a:pt x="4227043" y="825762"/>
                  </a:lnTo>
                  <a:lnTo>
                    <a:pt x="4144160" y="834288"/>
                  </a:lnTo>
                  <a:lnTo>
                    <a:pt x="4061276" y="841998"/>
                  </a:lnTo>
                  <a:lnTo>
                    <a:pt x="3978393" y="849065"/>
                  </a:lnTo>
                  <a:lnTo>
                    <a:pt x="3895510" y="855552"/>
                  </a:lnTo>
                  <a:lnTo>
                    <a:pt x="3812627" y="861374"/>
                  </a:lnTo>
                  <a:lnTo>
                    <a:pt x="3729744" y="866295"/>
                  </a:lnTo>
                  <a:lnTo>
                    <a:pt x="3646860" y="869019"/>
                  </a:lnTo>
                  <a:lnTo>
                    <a:pt x="3563977" y="868762"/>
                  </a:lnTo>
                  <a:lnTo>
                    <a:pt x="3481094" y="867590"/>
                  </a:lnTo>
                  <a:lnTo>
                    <a:pt x="3398211" y="866954"/>
                  </a:lnTo>
                  <a:lnTo>
                    <a:pt x="3315328" y="867373"/>
                  </a:lnTo>
                  <a:lnTo>
                    <a:pt x="3232444" y="866309"/>
                  </a:lnTo>
                  <a:lnTo>
                    <a:pt x="3149561" y="863170"/>
                  </a:lnTo>
                  <a:lnTo>
                    <a:pt x="3066678" y="861389"/>
                  </a:lnTo>
                  <a:lnTo>
                    <a:pt x="2983795" y="862323"/>
                  </a:lnTo>
                  <a:lnTo>
                    <a:pt x="2900912" y="864604"/>
                  </a:lnTo>
                  <a:lnTo>
                    <a:pt x="2818028" y="867887"/>
                  </a:lnTo>
                  <a:lnTo>
                    <a:pt x="2735145" y="872693"/>
                  </a:lnTo>
                  <a:lnTo>
                    <a:pt x="2652262" y="877895"/>
                  </a:lnTo>
                  <a:lnTo>
                    <a:pt x="2569379" y="882561"/>
                  </a:lnTo>
                  <a:lnTo>
                    <a:pt x="2486496" y="888422"/>
                  </a:lnTo>
                  <a:lnTo>
                    <a:pt x="2403612" y="895328"/>
                  </a:lnTo>
                  <a:lnTo>
                    <a:pt x="2320729" y="901954"/>
                  </a:lnTo>
                  <a:lnTo>
                    <a:pt x="2237846" y="906642"/>
                  </a:lnTo>
                  <a:lnTo>
                    <a:pt x="2154963" y="910810"/>
                  </a:lnTo>
                  <a:lnTo>
                    <a:pt x="2072080" y="915105"/>
                  </a:lnTo>
                  <a:lnTo>
                    <a:pt x="1989196" y="919785"/>
                  </a:lnTo>
                  <a:lnTo>
                    <a:pt x="1906313" y="925047"/>
                  </a:lnTo>
                  <a:lnTo>
                    <a:pt x="1823430" y="931051"/>
                  </a:lnTo>
                  <a:lnTo>
                    <a:pt x="1740547" y="937975"/>
                  </a:lnTo>
                  <a:lnTo>
                    <a:pt x="1657664" y="945965"/>
                  </a:lnTo>
                  <a:lnTo>
                    <a:pt x="1574780" y="955201"/>
                  </a:lnTo>
                  <a:lnTo>
                    <a:pt x="1491897" y="965893"/>
                  </a:lnTo>
                  <a:lnTo>
                    <a:pt x="1409014" y="978238"/>
                  </a:lnTo>
                  <a:lnTo>
                    <a:pt x="1326131" y="992400"/>
                  </a:lnTo>
                  <a:lnTo>
                    <a:pt x="1243248" y="1008499"/>
                  </a:lnTo>
                  <a:lnTo>
                    <a:pt x="1160364" y="1026604"/>
                  </a:lnTo>
                  <a:lnTo>
                    <a:pt x="1077481" y="1046743"/>
                  </a:lnTo>
                  <a:lnTo>
                    <a:pt x="994598" y="1068912"/>
                  </a:lnTo>
                  <a:lnTo>
                    <a:pt x="911715" y="1093083"/>
                  </a:lnTo>
                  <a:lnTo>
                    <a:pt x="828832" y="1119216"/>
                  </a:lnTo>
                  <a:lnTo>
                    <a:pt x="745948" y="1147263"/>
                  </a:lnTo>
                  <a:lnTo>
                    <a:pt x="663065" y="1177177"/>
                  </a:lnTo>
                  <a:lnTo>
                    <a:pt x="580182" y="1208909"/>
                  </a:lnTo>
                  <a:lnTo>
                    <a:pt x="525418" y="123104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4147412"/>
              <a:ext cx="6015395" cy="755957"/>
            </a:xfrm>
            <a:custGeom>
              <a:avLst/>
              <a:pathLst>
                <a:path w="6015395" h="755957">
                  <a:moveTo>
                    <a:pt x="0" y="534804"/>
                  </a:moveTo>
                  <a:lnTo>
                    <a:pt x="82883" y="558168"/>
                  </a:lnTo>
                  <a:lnTo>
                    <a:pt x="165766" y="580353"/>
                  </a:lnTo>
                  <a:lnTo>
                    <a:pt x="248649" y="601340"/>
                  </a:lnTo>
                  <a:lnTo>
                    <a:pt x="331532" y="621112"/>
                  </a:lnTo>
                  <a:lnTo>
                    <a:pt x="414416" y="639647"/>
                  </a:lnTo>
                  <a:lnTo>
                    <a:pt x="497299" y="656922"/>
                  </a:lnTo>
                  <a:lnTo>
                    <a:pt x="580182" y="672908"/>
                  </a:lnTo>
                  <a:lnTo>
                    <a:pt x="663065" y="687577"/>
                  </a:lnTo>
                  <a:lnTo>
                    <a:pt x="745948" y="700894"/>
                  </a:lnTo>
                  <a:lnTo>
                    <a:pt x="828832" y="712824"/>
                  </a:lnTo>
                  <a:lnTo>
                    <a:pt x="911715" y="723331"/>
                  </a:lnTo>
                  <a:lnTo>
                    <a:pt x="994598" y="732381"/>
                  </a:lnTo>
                  <a:lnTo>
                    <a:pt x="1077481" y="739946"/>
                  </a:lnTo>
                  <a:lnTo>
                    <a:pt x="1160364" y="746009"/>
                  </a:lnTo>
                  <a:lnTo>
                    <a:pt x="1243248" y="750580"/>
                  </a:lnTo>
                  <a:lnTo>
                    <a:pt x="1326131" y="753698"/>
                  </a:lnTo>
                  <a:lnTo>
                    <a:pt x="1409014" y="755447"/>
                  </a:lnTo>
                  <a:lnTo>
                    <a:pt x="1491897" y="755957"/>
                  </a:lnTo>
                  <a:lnTo>
                    <a:pt x="1574780" y="755405"/>
                  </a:lnTo>
                  <a:lnTo>
                    <a:pt x="1657664" y="754001"/>
                  </a:lnTo>
                  <a:lnTo>
                    <a:pt x="1740547" y="751967"/>
                  </a:lnTo>
                  <a:lnTo>
                    <a:pt x="1823430" y="749676"/>
                  </a:lnTo>
                  <a:lnTo>
                    <a:pt x="1906313" y="747549"/>
                  </a:lnTo>
                  <a:lnTo>
                    <a:pt x="1989196" y="745439"/>
                  </a:lnTo>
                  <a:lnTo>
                    <a:pt x="2072080" y="743154"/>
                  </a:lnTo>
                  <a:lnTo>
                    <a:pt x="2154963" y="740540"/>
                  </a:lnTo>
                  <a:lnTo>
                    <a:pt x="2237846" y="737507"/>
                  </a:lnTo>
                  <a:lnTo>
                    <a:pt x="2320729" y="733961"/>
                  </a:lnTo>
                  <a:lnTo>
                    <a:pt x="2403612" y="729365"/>
                  </a:lnTo>
                  <a:lnTo>
                    <a:pt x="2486496" y="723571"/>
                  </a:lnTo>
                  <a:lnTo>
                    <a:pt x="2569379" y="717315"/>
                  </a:lnTo>
                  <a:lnTo>
                    <a:pt x="2652262" y="712392"/>
                  </a:lnTo>
                  <a:lnTo>
                    <a:pt x="2735145" y="708803"/>
                  </a:lnTo>
                  <a:lnTo>
                    <a:pt x="2818028" y="704957"/>
                  </a:lnTo>
                  <a:lnTo>
                    <a:pt x="2900912" y="700562"/>
                  </a:lnTo>
                  <a:lnTo>
                    <a:pt x="2983795" y="696973"/>
                  </a:lnTo>
                  <a:lnTo>
                    <a:pt x="3066678" y="696700"/>
                  </a:lnTo>
                  <a:lnTo>
                    <a:pt x="3149561" y="698318"/>
                  </a:lnTo>
                  <a:lnTo>
                    <a:pt x="3232444" y="699031"/>
                  </a:lnTo>
                  <a:lnTo>
                    <a:pt x="3315328" y="698148"/>
                  </a:lnTo>
                  <a:lnTo>
                    <a:pt x="3398211" y="697831"/>
                  </a:lnTo>
                  <a:lnTo>
                    <a:pt x="3481094" y="698035"/>
                  </a:lnTo>
                  <a:lnTo>
                    <a:pt x="3563977" y="697124"/>
                  </a:lnTo>
                  <a:lnTo>
                    <a:pt x="3646860" y="694397"/>
                  </a:lnTo>
                  <a:lnTo>
                    <a:pt x="3729744" y="689844"/>
                  </a:lnTo>
                  <a:lnTo>
                    <a:pt x="3812627" y="684021"/>
                  </a:lnTo>
                  <a:lnTo>
                    <a:pt x="3895510" y="676956"/>
                  </a:lnTo>
                  <a:lnTo>
                    <a:pt x="3978393" y="668448"/>
                  </a:lnTo>
                  <a:lnTo>
                    <a:pt x="4061276" y="658445"/>
                  </a:lnTo>
                  <a:lnTo>
                    <a:pt x="4144160" y="647047"/>
                  </a:lnTo>
                  <a:lnTo>
                    <a:pt x="4227043" y="634461"/>
                  </a:lnTo>
                  <a:lnTo>
                    <a:pt x="4309926" y="620925"/>
                  </a:lnTo>
                  <a:lnTo>
                    <a:pt x="4392809" y="606477"/>
                  </a:lnTo>
                  <a:lnTo>
                    <a:pt x="4475692" y="591029"/>
                  </a:lnTo>
                  <a:lnTo>
                    <a:pt x="4558576" y="574522"/>
                  </a:lnTo>
                  <a:lnTo>
                    <a:pt x="4641459" y="556857"/>
                  </a:lnTo>
                  <a:lnTo>
                    <a:pt x="4724342" y="537913"/>
                  </a:lnTo>
                  <a:lnTo>
                    <a:pt x="4807225" y="517549"/>
                  </a:lnTo>
                  <a:lnTo>
                    <a:pt x="4890108" y="495620"/>
                  </a:lnTo>
                  <a:lnTo>
                    <a:pt x="4972992" y="471985"/>
                  </a:lnTo>
                  <a:lnTo>
                    <a:pt x="5055875" y="446518"/>
                  </a:lnTo>
                  <a:lnTo>
                    <a:pt x="5138758" y="419110"/>
                  </a:lnTo>
                  <a:lnTo>
                    <a:pt x="5221641" y="389679"/>
                  </a:lnTo>
                  <a:lnTo>
                    <a:pt x="5304524" y="358163"/>
                  </a:lnTo>
                  <a:lnTo>
                    <a:pt x="5387408" y="324524"/>
                  </a:lnTo>
                  <a:lnTo>
                    <a:pt x="5470291" y="288742"/>
                  </a:lnTo>
                  <a:lnTo>
                    <a:pt x="5553174" y="250809"/>
                  </a:lnTo>
                  <a:lnTo>
                    <a:pt x="5636057" y="210729"/>
                  </a:lnTo>
                  <a:lnTo>
                    <a:pt x="5718940" y="168512"/>
                  </a:lnTo>
                  <a:lnTo>
                    <a:pt x="5801824" y="124173"/>
                  </a:lnTo>
                  <a:lnTo>
                    <a:pt x="5884707" y="77726"/>
                  </a:lnTo>
                  <a:lnTo>
                    <a:pt x="5967590" y="29190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97883" y="4780515"/>
              <a:ext cx="5489977" cy="597944"/>
            </a:xfrm>
            <a:custGeom>
              <a:avLst/>
              <a:pathLst>
                <a:path w="5489977" h="597944">
                  <a:moveTo>
                    <a:pt x="5489977" y="0"/>
                  </a:moveTo>
                  <a:lnTo>
                    <a:pt x="5442171" y="2507"/>
                  </a:lnTo>
                  <a:lnTo>
                    <a:pt x="5359288" y="7287"/>
                  </a:lnTo>
                  <a:lnTo>
                    <a:pt x="5276405" y="12528"/>
                  </a:lnTo>
                  <a:lnTo>
                    <a:pt x="5193522" y="18261"/>
                  </a:lnTo>
                  <a:lnTo>
                    <a:pt x="5110638" y="24515"/>
                  </a:lnTo>
                  <a:lnTo>
                    <a:pt x="5027755" y="31318"/>
                  </a:lnTo>
                  <a:lnTo>
                    <a:pt x="4944872" y="38695"/>
                  </a:lnTo>
                  <a:lnTo>
                    <a:pt x="4861989" y="46661"/>
                  </a:lnTo>
                  <a:lnTo>
                    <a:pt x="4779106" y="55223"/>
                  </a:lnTo>
                  <a:lnTo>
                    <a:pt x="4696222" y="64375"/>
                  </a:lnTo>
                  <a:lnTo>
                    <a:pt x="4613339" y="74091"/>
                  </a:lnTo>
                  <a:lnTo>
                    <a:pt x="4530456" y="84324"/>
                  </a:lnTo>
                  <a:lnTo>
                    <a:pt x="4447573" y="95004"/>
                  </a:lnTo>
                  <a:lnTo>
                    <a:pt x="4364690" y="106038"/>
                  </a:lnTo>
                  <a:lnTo>
                    <a:pt x="4281806" y="117311"/>
                  </a:lnTo>
                  <a:lnTo>
                    <a:pt x="4198923" y="128696"/>
                  </a:lnTo>
                  <a:lnTo>
                    <a:pt x="4116040" y="140061"/>
                  </a:lnTo>
                  <a:lnTo>
                    <a:pt x="4033157" y="151282"/>
                  </a:lnTo>
                  <a:lnTo>
                    <a:pt x="3950274" y="162247"/>
                  </a:lnTo>
                  <a:lnTo>
                    <a:pt x="3867390" y="172874"/>
                  </a:lnTo>
                  <a:lnTo>
                    <a:pt x="3784507" y="183114"/>
                  </a:lnTo>
                  <a:lnTo>
                    <a:pt x="3701624" y="192659"/>
                  </a:lnTo>
                  <a:lnTo>
                    <a:pt x="3618741" y="201185"/>
                  </a:lnTo>
                  <a:lnTo>
                    <a:pt x="3535858" y="208895"/>
                  </a:lnTo>
                  <a:lnTo>
                    <a:pt x="3452974" y="215962"/>
                  </a:lnTo>
                  <a:lnTo>
                    <a:pt x="3370091" y="222449"/>
                  </a:lnTo>
                  <a:lnTo>
                    <a:pt x="3287208" y="228271"/>
                  </a:lnTo>
                  <a:lnTo>
                    <a:pt x="3204325" y="233192"/>
                  </a:lnTo>
                  <a:lnTo>
                    <a:pt x="3121442" y="235916"/>
                  </a:lnTo>
                  <a:lnTo>
                    <a:pt x="3038558" y="235658"/>
                  </a:lnTo>
                  <a:lnTo>
                    <a:pt x="2955675" y="234486"/>
                  </a:lnTo>
                  <a:lnTo>
                    <a:pt x="2872792" y="233851"/>
                  </a:lnTo>
                  <a:lnTo>
                    <a:pt x="2789909" y="234270"/>
                  </a:lnTo>
                  <a:lnTo>
                    <a:pt x="2707026" y="233206"/>
                  </a:lnTo>
                  <a:lnTo>
                    <a:pt x="2624142" y="230067"/>
                  </a:lnTo>
                  <a:lnTo>
                    <a:pt x="2541259" y="228286"/>
                  </a:lnTo>
                  <a:lnTo>
                    <a:pt x="2458376" y="229220"/>
                  </a:lnTo>
                  <a:lnTo>
                    <a:pt x="2375493" y="231500"/>
                  </a:lnTo>
                  <a:lnTo>
                    <a:pt x="2292610" y="234784"/>
                  </a:lnTo>
                  <a:lnTo>
                    <a:pt x="2209726" y="239589"/>
                  </a:lnTo>
                  <a:lnTo>
                    <a:pt x="2126843" y="244792"/>
                  </a:lnTo>
                  <a:lnTo>
                    <a:pt x="2043960" y="249458"/>
                  </a:lnTo>
                  <a:lnTo>
                    <a:pt x="1961077" y="255319"/>
                  </a:lnTo>
                  <a:lnTo>
                    <a:pt x="1878194" y="262225"/>
                  </a:lnTo>
                  <a:lnTo>
                    <a:pt x="1795310" y="268851"/>
                  </a:lnTo>
                  <a:lnTo>
                    <a:pt x="1712427" y="273538"/>
                  </a:lnTo>
                  <a:lnTo>
                    <a:pt x="1629544" y="277707"/>
                  </a:lnTo>
                  <a:lnTo>
                    <a:pt x="1546661" y="282001"/>
                  </a:lnTo>
                  <a:lnTo>
                    <a:pt x="1463778" y="286682"/>
                  </a:lnTo>
                  <a:lnTo>
                    <a:pt x="1380894" y="291944"/>
                  </a:lnTo>
                  <a:lnTo>
                    <a:pt x="1298011" y="297948"/>
                  </a:lnTo>
                  <a:lnTo>
                    <a:pt x="1215128" y="304871"/>
                  </a:lnTo>
                  <a:lnTo>
                    <a:pt x="1132245" y="312862"/>
                  </a:lnTo>
                  <a:lnTo>
                    <a:pt x="1049362" y="322098"/>
                  </a:lnTo>
                  <a:lnTo>
                    <a:pt x="966478" y="332790"/>
                  </a:lnTo>
                  <a:lnTo>
                    <a:pt x="883595" y="345135"/>
                  </a:lnTo>
                  <a:lnTo>
                    <a:pt x="800712" y="359297"/>
                  </a:lnTo>
                  <a:lnTo>
                    <a:pt x="717829" y="375396"/>
                  </a:lnTo>
                  <a:lnTo>
                    <a:pt x="634946" y="393500"/>
                  </a:lnTo>
                  <a:lnTo>
                    <a:pt x="552062" y="413640"/>
                  </a:lnTo>
                  <a:lnTo>
                    <a:pt x="469179" y="435808"/>
                  </a:lnTo>
                  <a:lnTo>
                    <a:pt x="386296" y="459979"/>
                  </a:lnTo>
                  <a:lnTo>
                    <a:pt x="303413" y="486112"/>
                  </a:lnTo>
                  <a:lnTo>
                    <a:pt x="220530" y="514160"/>
                  </a:lnTo>
                  <a:lnTo>
                    <a:pt x="137646" y="544074"/>
                  </a:lnTo>
                  <a:lnTo>
                    <a:pt x="54763" y="575806"/>
                  </a:lnTo>
                  <a:lnTo>
                    <a:pt x="0" y="5979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4463963"/>
              <a:ext cx="6015395" cy="690097"/>
            </a:xfrm>
            <a:custGeom>
              <a:avLst/>
              <a:pathLst>
                <a:path w="6015395" h="690097">
                  <a:moveTo>
                    <a:pt x="0" y="690097"/>
                  </a:moveTo>
                  <a:lnTo>
                    <a:pt x="82883" y="680104"/>
                  </a:lnTo>
                  <a:lnTo>
                    <a:pt x="165766" y="670302"/>
                  </a:lnTo>
                  <a:lnTo>
                    <a:pt x="248649" y="660696"/>
                  </a:lnTo>
                  <a:lnTo>
                    <a:pt x="331532" y="651292"/>
                  </a:lnTo>
                  <a:lnTo>
                    <a:pt x="414416" y="642097"/>
                  </a:lnTo>
                  <a:lnTo>
                    <a:pt x="497299" y="633116"/>
                  </a:lnTo>
                  <a:lnTo>
                    <a:pt x="580182" y="624357"/>
                  </a:lnTo>
                  <a:lnTo>
                    <a:pt x="663065" y="615825"/>
                  </a:lnTo>
                  <a:lnTo>
                    <a:pt x="745948" y="607527"/>
                  </a:lnTo>
                  <a:lnTo>
                    <a:pt x="828832" y="599468"/>
                  </a:lnTo>
                  <a:lnTo>
                    <a:pt x="911715" y="591655"/>
                  </a:lnTo>
                  <a:lnTo>
                    <a:pt x="994598" y="584095"/>
                  </a:lnTo>
                  <a:lnTo>
                    <a:pt x="1077481" y="576793"/>
                  </a:lnTo>
                  <a:lnTo>
                    <a:pt x="1160364" y="569755"/>
                  </a:lnTo>
                  <a:lnTo>
                    <a:pt x="1243248" y="562988"/>
                  </a:lnTo>
                  <a:lnTo>
                    <a:pt x="1326131" y="556498"/>
                  </a:lnTo>
                  <a:lnTo>
                    <a:pt x="1409014" y="550291"/>
                  </a:lnTo>
                  <a:lnTo>
                    <a:pt x="1491897" y="544373"/>
                  </a:lnTo>
                  <a:lnTo>
                    <a:pt x="1574780" y="538751"/>
                  </a:lnTo>
                  <a:lnTo>
                    <a:pt x="1657664" y="533431"/>
                  </a:lnTo>
                  <a:lnTo>
                    <a:pt x="1740547" y="528419"/>
                  </a:lnTo>
                  <a:lnTo>
                    <a:pt x="1823430" y="523812"/>
                  </a:lnTo>
                  <a:lnTo>
                    <a:pt x="1906313" y="519747"/>
                  </a:lnTo>
                  <a:lnTo>
                    <a:pt x="1989196" y="516060"/>
                  </a:lnTo>
                  <a:lnTo>
                    <a:pt x="2072080" y="512578"/>
                  </a:lnTo>
                  <a:lnTo>
                    <a:pt x="2154963" y="509124"/>
                  </a:lnTo>
                  <a:lnTo>
                    <a:pt x="2237846" y="505523"/>
                  </a:lnTo>
                  <a:lnTo>
                    <a:pt x="2320729" y="501406"/>
                  </a:lnTo>
                  <a:lnTo>
                    <a:pt x="2403612" y="495795"/>
                  </a:lnTo>
                  <a:lnTo>
                    <a:pt x="2486496" y="489445"/>
                  </a:lnTo>
                  <a:lnTo>
                    <a:pt x="2569379" y="483386"/>
                  </a:lnTo>
                  <a:lnTo>
                    <a:pt x="2652262" y="478592"/>
                  </a:lnTo>
                  <a:lnTo>
                    <a:pt x="2735145" y="474196"/>
                  </a:lnTo>
                  <a:lnTo>
                    <a:pt x="2818028" y="469870"/>
                  </a:lnTo>
                  <a:lnTo>
                    <a:pt x="2900912" y="466031"/>
                  </a:lnTo>
                  <a:lnTo>
                    <a:pt x="2983795" y="463097"/>
                  </a:lnTo>
                  <a:lnTo>
                    <a:pt x="3066678" y="462493"/>
                  </a:lnTo>
                  <a:lnTo>
                    <a:pt x="3149561" y="464192"/>
                  </a:lnTo>
                  <a:lnTo>
                    <a:pt x="3232444" y="466118"/>
                  </a:lnTo>
                  <a:lnTo>
                    <a:pt x="3315328" y="466209"/>
                  </a:lnTo>
                  <a:lnTo>
                    <a:pt x="3398211" y="465841"/>
                  </a:lnTo>
                  <a:lnTo>
                    <a:pt x="3481094" y="466261"/>
                  </a:lnTo>
                  <a:lnTo>
                    <a:pt x="3563977" y="466391"/>
                  </a:lnTo>
                  <a:lnTo>
                    <a:pt x="3646860" y="465156"/>
                  </a:lnTo>
                  <a:lnTo>
                    <a:pt x="3729744" y="461518"/>
                  </a:lnTo>
                  <a:lnTo>
                    <a:pt x="3812627" y="456146"/>
                  </a:lnTo>
                  <a:lnTo>
                    <a:pt x="3895510" y="449702"/>
                  </a:lnTo>
                  <a:lnTo>
                    <a:pt x="3978393" y="442205"/>
                  </a:lnTo>
                  <a:lnTo>
                    <a:pt x="4061276" y="433670"/>
                  </a:lnTo>
                  <a:lnTo>
                    <a:pt x="4144160" y="424116"/>
                  </a:lnTo>
                  <a:lnTo>
                    <a:pt x="4227043" y="413560"/>
                  </a:lnTo>
                  <a:lnTo>
                    <a:pt x="4309926" y="402020"/>
                  </a:lnTo>
                  <a:lnTo>
                    <a:pt x="4392809" y="389675"/>
                  </a:lnTo>
                  <a:lnTo>
                    <a:pt x="4475692" y="376638"/>
                  </a:lnTo>
                  <a:lnTo>
                    <a:pt x="4558576" y="362902"/>
                  </a:lnTo>
                  <a:lnTo>
                    <a:pt x="4641459" y="348459"/>
                  </a:lnTo>
                  <a:lnTo>
                    <a:pt x="4724342" y="333304"/>
                  </a:lnTo>
                  <a:lnTo>
                    <a:pt x="4807225" y="317430"/>
                  </a:lnTo>
                  <a:lnTo>
                    <a:pt x="4890108" y="300829"/>
                  </a:lnTo>
                  <a:lnTo>
                    <a:pt x="4972992" y="283495"/>
                  </a:lnTo>
                  <a:lnTo>
                    <a:pt x="5055875" y="265421"/>
                  </a:lnTo>
                  <a:lnTo>
                    <a:pt x="5138758" y="246601"/>
                  </a:lnTo>
                  <a:lnTo>
                    <a:pt x="5221641" y="227027"/>
                  </a:lnTo>
                  <a:lnTo>
                    <a:pt x="5304524" y="206693"/>
                  </a:lnTo>
                  <a:lnTo>
                    <a:pt x="5387408" y="185593"/>
                  </a:lnTo>
                  <a:lnTo>
                    <a:pt x="5470291" y="163718"/>
                  </a:lnTo>
                  <a:lnTo>
                    <a:pt x="5553174" y="141064"/>
                  </a:lnTo>
                  <a:lnTo>
                    <a:pt x="5636057" y="117622"/>
                  </a:lnTo>
                  <a:lnTo>
                    <a:pt x="5718940" y="93386"/>
                  </a:lnTo>
                  <a:lnTo>
                    <a:pt x="5801824" y="68350"/>
                  </a:lnTo>
                  <a:lnTo>
                    <a:pt x="5884707" y="42507"/>
                  </a:lnTo>
                  <a:lnTo>
                    <a:pt x="5967590" y="15849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4541641"/>
              <a:ext cx="6015395" cy="836818"/>
            </a:xfrm>
            <a:custGeom>
              <a:avLst/>
              <a:pathLst>
                <a:path w="6015395" h="836818">
                  <a:moveTo>
                    <a:pt x="0" y="144962"/>
                  </a:moveTo>
                  <a:lnTo>
                    <a:pt x="82883" y="165979"/>
                  </a:lnTo>
                  <a:lnTo>
                    <a:pt x="165766" y="185997"/>
                  </a:lnTo>
                  <a:lnTo>
                    <a:pt x="248649" y="205002"/>
                  </a:lnTo>
                  <a:lnTo>
                    <a:pt x="331532" y="222982"/>
                  </a:lnTo>
                  <a:lnTo>
                    <a:pt x="414416" y="239918"/>
                  </a:lnTo>
                  <a:lnTo>
                    <a:pt x="497299" y="255792"/>
                  </a:lnTo>
                  <a:lnTo>
                    <a:pt x="580182" y="270580"/>
                  </a:lnTo>
                  <a:lnTo>
                    <a:pt x="663065" y="284259"/>
                  </a:lnTo>
                  <a:lnTo>
                    <a:pt x="745948" y="296800"/>
                  </a:lnTo>
                  <a:lnTo>
                    <a:pt x="828832" y="308172"/>
                  </a:lnTo>
                  <a:lnTo>
                    <a:pt x="911715" y="318345"/>
                  </a:lnTo>
                  <a:lnTo>
                    <a:pt x="994598" y="327289"/>
                  </a:lnTo>
                  <a:lnTo>
                    <a:pt x="1077481" y="334982"/>
                  </a:lnTo>
                  <a:lnTo>
                    <a:pt x="1160364" y="341413"/>
                  </a:lnTo>
                  <a:lnTo>
                    <a:pt x="1243248" y="346591"/>
                  </a:lnTo>
                  <a:lnTo>
                    <a:pt x="1326131" y="350557"/>
                  </a:lnTo>
                  <a:lnTo>
                    <a:pt x="1409014" y="353392"/>
                  </a:lnTo>
                  <a:lnTo>
                    <a:pt x="1491897" y="355220"/>
                  </a:lnTo>
                  <a:lnTo>
                    <a:pt x="1574780" y="356210"/>
                  </a:lnTo>
                  <a:lnTo>
                    <a:pt x="1657664" y="356561"/>
                  </a:lnTo>
                  <a:lnTo>
                    <a:pt x="1740547" y="356483"/>
                  </a:lnTo>
                  <a:lnTo>
                    <a:pt x="1823430" y="356361"/>
                  </a:lnTo>
                  <a:lnTo>
                    <a:pt x="1906313" y="356635"/>
                  </a:lnTo>
                  <a:lnTo>
                    <a:pt x="1989196" y="357093"/>
                  </a:lnTo>
                  <a:lnTo>
                    <a:pt x="2072080" y="357481"/>
                  </a:lnTo>
                  <a:lnTo>
                    <a:pt x="2154963" y="357579"/>
                  </a:lnTo>
                  <a:lnTo>
                    <a:pt x="2237846" y="357226"/>
                  </a:lnTo>
                  <a:lnTo>
                    <a:pt x="2320729" y="356316"/>
                  </a:lnTo>
                  <a:lnTo>
                    <a:pt x="2403612" y="354610"/>
                  </a:lnTo>
                  <a:lnTo>
                    <a:pt x="2486496" y="351854"/>
                  </a:lnTo>
                  <a:lnTo>
                    <a:pt x="2569379" y="348545"/>
                  </a:lnTo>
                  <a:lnTo>
                    <a:pt x="2652262" y="346163"/>
                  </a:lnTo>
                  <a:lnTo>
                    <a:pt x="2735145" y="344470"/>
                  </a:lnTo>
                  <a:lnTo>
                    <a:pt x="2818028" y="342171"/>
                  </a:lnTo>
                  <a:lnTo>
                    <a:pt x="2900912" y="339322"/>
                  </a:lnTo>
                  <a:lnTo>
                    <a:pt x="2983795" y="337512"/>
                  </a:lnTo>
                  <a:lnTo>
                    <a:pt x="3066678" y="338368"/>
                  </a:lnTo>
                  <a:lnTo>
                    <a:pt x="3149561" y="340100"/>
                  </a:lnTo>
                  <a:lnTo>
                    <a:pt x="3232444" y="341068"/>
                  </a:lnTo>
                  <a:lnTo>
                    <a:pt x="3315328" y="341581"/>
                  </a:lnTo>
                  <a:lnTo>
                    <a:pt x="3398211" y="342960"/>
                  </a:lnTo>
                  <a:lnTo>
                    <a:pt x="3481094" y="344538"/>
                  </a:lnTo>
                  <a:lnTo>
                    <a:pt x="3563977" y="345293"/>
                  </a:lnTo>
                  <a:lnTo>
                    <a:pt x="3646860" y="345069"/>
                  </a:lnTo>
                  <a:lnTo>
                    <a:pt x="3729744" y="344335"/>
                  </a:lnTo>
                  <a:lnTo>
                    <a:pt x="3812627" y="342998"/>
                  </a:lnTo>
                  <a:lnTo>
                    <a:pt x="3895510" y="340752"/>
                  </a:lnTo>
                  <a:lnTo>
                    <a:pt x="3978393" y="337570"/>
                  </a:lnTo>
                  <a:lnTo>
                    <a:pt x="4061276" y="333566"/>
                  </a:lnTo>
                  <a:lnTo>
                    <a:pt x="4144160" y="328992"/>
                  </a:lnTo>
                  <a:lnTo>
                    <a:pt x="4227043" y="324204"/>
                  </a:lnTo>
                  <a:lnTo>
                    <a:pt x="4309926" y="319581"/>
                  </a:lnTo>
                  <a:lnTo>
                    <a:pt x="4392809" y="314798"/>
                  </a:lnTo>
                  <a:lnTo>
                    <a:pt x="4475692" y="309462"/>
                  </a:lnTo>
                  <a:lnTo>
                    <a:pt x="4558576" y="303518"/>
                  </a:lnTo>
                  <a:lnTo>
                    <a:pt x="4641459" y="296880"/>
                  </a:lnTo>
                  <a:lnTo>
                    <a:pt x="4724342" y="289437"/>
                  </a:lnTo>
                  <a:lnTo>
                    <a:pt x="4807225" y="281062"/>
                  </a:lnTo>
                  <a:lnTo>
                    <a:pt x="4890108" y="271624"/>
                  </a:lnTo>
                  <a:lnTo>
                    <a:pt x="4972992" y="260994"/>
                  </a:lnTo>
                  <a:lnTo>
                    <a:pt x="5055875" y="249057"/>
                  </a:lnTo>
                  <a:lnTo>
                    <a:pt x="5138758" y="235718"/>
                  </a:lnTo>
                  <a:lnTo>
                    <a:pt x="5221641" y="220901"/>
                  </a:lnTo>
                  <a:lnTo>
                    <a:pt x="5304524" y="204555"/>
                  </a:lnTo>
                  <a:lnTo>
                    <a:pt x="5387408" y="186646"/>
                  </a:lnTo>
                  <a:lnTo>
                    <a:pt x="5470291" y="167159"/>
                  </a:lnTo>
                  <a:lnTo>
                    <a:pt x="5553174" y="146091"/>
                  </a:lnTo>
                  <a:lnTo>
                    <a:pt x="5636057" y="123449"/>
                  </a:lnTo>
                  <a:lnTo>
                    <a:pt x="5718940" y="99247"/>
                  </a:lnTo>
                  <a:lnTo>
                    <a:pt x="5801824" y="73501"/>
                  </a:lnTo>
                  <a:lnTo>
                    <a:pt x="5884707" y="46231"/>
                  </a:lnTo>
                  <a:lnTo>
                    <a:pt x="5967590" y="17454"/>
                  </a:lnTo>
                  <a:lnTo>
                    <a:pt x="6015395" y="0"/>
                  </a:lnTo>
                  <a:lnTo>
                    <a:pt x="6015395" y="590965"/>
                  </a:lnTo>
                  <a:lnTo>
                    <a:pt x="5967590" y="583513"/>
                  </a:lnTo>
                  <a:lnTo>
                    <a:pt x="5884707" y="571445"/>
                  </a:lnTo>
                  <a:lnTo>
                    <a:pt x="5801824" y="560253"/>
                  </a:lnTo>
                  <a:lnTo>
                    <a:pt x="5718940" y="549962"/>
                  </a:lnTo>
                  <a:lnTo>
                    <a:pt x="5636057" y="540595"/>
                  </a:lnTo>
                  <a:lnTo>
                    <a:pt x="5553174" y="532175"/>
                  </a:lnTo>
                  <a:lnTo>
                    <a:pt x="5470291" y="524720"/>
                  </a:lnTo>
                  <a:lnTo>
                    <a:pt x="5387408" y="518242"/>
                  </a:lnTo>
                  <a:lnTo>
                    <a:pt x="5304524" y="512744"/>
                  </a:lnTo>
                  <a:lnTo>
                    <a:pt x="5221641" y="508215"/>
                  </a:lnTo>
                  <a:lnTo>
                    <a:pt x="5138758" y="504628"/>
                  </a:lnTo>
                  <a:lnTo>
                    <a:pt x="5055875" y="501936"/>
                  </a:lnTo>
                  <a:lnTo>
                    <a:pt x="4972992" y="500069"/>
                  </a:lnTo>
                  <a:lnTo>
                    <a:pt x="4890108" y="498937"/>
                  </a:lnTo>
                  <a:lnTo>
                    <a:pt x="4807225" y="498429"/>
                  </a:lnTo>
                  <a:lnTo>
                    <a:pt x="4724342" y="498422"/>
                  </a:lnTo>
                  <a:lnTo>
                    <a:pt x="4641459" y="498791"/>
                  </a:lnTo>
                  <a:lnTo>
                    <a:pt x="4558576" y="499413"/>
                  </a:lnTo>
                  <a:lnTo>
                    <a:pt x="4475692" y="500184"/>
                  </a:lnTo>
                  <a:lnTo>
                    <a:pt x="4392809" y="501021"/>
                  </a:lnTo>
                  <a:lnTo>
                    <a:pt x="4309926" y="501875"/>
                  </a:lnTo>
                  <a:lnTo>
                    <a:pt x="4227043" y="502773"/>
                  </a:lnTo>
                  <a:lnTo>
                    <a:pt x="4144160" y="503771"/>
                  </a:lnTo>
                  <a:lnTo>
                    <a:pt x="4061276" y="504902"/>
                  </a:lnTo>
                  <a:lnTo>
                    <a:pt x="3978393" y="506166"/>
                  </a:lnTo>
                  <a:lnTo>
                    <a:pt x="3895510" y="507461"/>
                  </a:lnTo>
                  <a:lnTo>
                    <a:pt x="3812627" y="508547"/>
                  </a:lnTo>
                  <a:lnTo>
                    <a:pt x="3729744" y="509042"/>
                  </a:lnTo>
                  <a:lnTo>
                    <a:pt x="3646860" y="508069"/>
                  </a:lnTo>
                  <a:lnTo>
                    <a:pt x="3563977" y="505506"/>
                  </a:lnTo>
                  <a:lnTo>
                    <a:pt x="3481094" y="502808"/>
                  </a:lnTo>
                  <a:lnTo>
                    <a:pt x="3398211" y="500827"/>
                  </a:lnTo>
                  <a:lnTo>
                    <a:pt x="3315328" y="499544"/>
                  </a:lnTo>
                  <a:lnTo>
                    <a:pt x="3232444" y="497212"/>
                  </a:lnTo>
                  <a:lnTo>
                    <a:pt x="3149561" y="493981"/>
                  </a:lnTo>
                  <a:lnTo>
                    <a:pt x="3066678" y="492095"/>
                  </a:lnTo>
                  <a:lnTo>
                    <a:pt x="2983795" y="491856"/>
                  </a:lnTo>
                  <a:lnTo>
                    <a:pt x="2900912" y="492446"/>
                  </a:lnTo>
                  <a:lnTo>
                    <a:pt x="2818028" y="494257"/>
                  </a:lnTo>
                  <a:lnTo>
                    <a:pt x="2735145" y="497451"/>
                  </a:lnTo>
                  <a:lnTo>
                    <a:pt x="2652262" y="500650"/>
                  </a:lnTo>
                  <a:lnTo>
                    <a:pt x="2569379" y="502793"/>
                  </a:lnTo>
                  <a:lnTo>
                    <a:pt x="2486496" y="505733"/>
                  </a:lnTo>
                  <a:lnTo>
                    <a:pt x="2403612" y="509527"/>
                  </a:lnTo>
                  <a:lnTo>
                    <a:pt x="2320729" y="513127"/>
                  </a:lnTo>
                  <a:lnTo>
                    <a:pt x="2237846" y="515103"/>
                  </a:lnTo>
                  <a:lnTo>
                    <a:pt x="2154963" y="516517"/>
                  </a:lnTo>
                  <a:lnTo>
                    <a:pt x="2072080" y="517988"/>
                  </a:lnTo>
                  <a:lnTo>
                    <a:pt x="1989196" y="519835"/>
                  </a:lnTo>
                  <a:lnTo>
                    <a:pt x="1906313" y="522318"/>
                  </a:lnTo>
                  <a:lnTo>
                    <a:pt x="1823430" y="525665"/>
                  </a:lnTo>
                  <a:lnTo>
                    <a:pt x="1740547" y="530111"/>
                  </a:lnTo>
                  <a:lnTo>
                    <a:pt x="1657664" y="535749"/>
                  </a:lnTo>
                  <a:lnTo>
                    <a:pt x="1574780" y="542709"/>
                  </a:lnTo>
                  <a:lnTo>
                    <a:pt x="1491897" y="551184"/>
                  </a:lnTo>
                  <a:lnTo>
                    <a:pt x="1409014" y="561354"/>
                  </a:lnTo>
                  <a:lnTo>
                    <a:pt x="1326131" y="573372"/>
                  </a:lnTo>
                  <a:lnTo>
                    <a:pt x="1243248" y="587343"/>
                  </a:lnTo>
                  <a:lnTo>
                    <a:pt x="1160364" y="603332"/>
                  </a:lnTo>
                  <a:lnTo>
                    <a:pt x="1077481" y="621360"/>
                  </a:lnTo>
                  <a:lnTo>
                    <a:pt x="994598" y="641421"/>
                  </a:lnTo>
                  <a:lnTo>
                    <a:pt x="911715" y="663486"/>
                  </a:lnTo>
                  <a:lnTo>
                    <a:pt x="828832" y="687515"/>
                  </a:lnTo>
                  <a:lnTo>
                    <a:pt x="745948" y="713460"/>
                  </a:lnTo>
                  <a:lnTo>
                    <a:pt x="663065" y="741273"/>
                  </a:lnTo>
                  <a:lnTo>
                    <a:pt x="580182" y="770907"/>
                  </a:lnTo>
                  <a:lnTo>
                    <a:pt x="497299" y="802316"/>
                  </a:lnTo>
                  <a:lnTo>
                    <a:pt x="414416" y="835456"/>
                  </a:lnTo>
                  <a:lnTo>
                    <a:pt x="411175" y="83681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4541641"/>
              <a:ext cx="6015395" cy="357579"/>
            </a:xfrm>
            <a:custGeom>
              <a:avLst/>
              <a:pathLst>
                <a:path w="6015395" h="357579">
                  <a:moveTo>
                    <a:pt x="0" y="144962"/>
                  </a:moveTo>
                  <a:lnTo>
                    <a:pt x="82883" y="165979"/>
                  </a:lnTo>
                  <a:lnTo>
                    <a:pt x="165766" y="185997"/>
                  </a:lnTo>
                  <a:lnTo>
                    <a:pt x="248649" y="205002"/>
                  </a:lnTo>
                  <a:lnTo>
                    <a:pt x="331532" y="222982"/>
                  </a:lnTo>
                  <a:lnTo>
                    <a:pt x="414416" y="239918"/>
                  </a:lnTo>
                  <a:lnTo>
                    <a:pt x="497299" y="255792"/>
                  </a:lnTo>
                  <a:lnTo>
                    <a:pt x="580182" y="270580"/>
                  </a:lnTo>
                  <a:lnTo>
                    <a:pt x="663065" y="284259"/>
                  </a:lnTo>
                  <a:lnTo>
                    <a:pt x="745948" y="296800"/>
                  </a:lnTo>
                  <a:lnTo>
                    <a:pt x="828832" y="308172"/>
                  </a:lnTo>
                  <a:lnTo>
                    <a:pt x="911715" y="318345"/>
                  </a:lnTo>
                  <a:lnTo>
                    <a:pt x="994598" y="327289"/>
                  </a:lnTo>
                  <a:lnTo>
                    <a:pt x="1077481" y="334982"/>
                  </a:lnTo>
                  <a:lnTo>
                    <a:pt x="1160364" y="341413"/>
                  </a:lnTo>
                  <a:lnTo>
                    <a:pt x="1243248" y="346591"/>
                  </a:lnTo>
                  <a:lnTo>
                    <a:pt x="1326131" y="350557"/>
                  </a:lnTo>
                  <a:lnTo>
                    <a:pt x="1409014" y="353392"/>
                  </a:lnTo>
                  <a:lnTo>
                    <a:pt x="1491897" y="355220"/>
                  </a:lnTo>
                  <a:lnTo>
                    <a:pt x="1574780" y="356210"/>
                  </a:lnTo>
                  <a:lnTo>
                    <a:pt x="1657664" y="356561"/>
                  </a:lnTo>
                  <a:lnTo>
                    <a:pt x="1740547" y="356483"/>
                  </a:lnTo>
                  <a:lnTo>
                    <a:pt x="1823430" y="356361"/>
                  </a:lnTo>
                  <a:lnTo>
                    <a:pt x="1906313" y="356635"/>
                  </a:lnTo>
                  <a:lnTo>
                    <a:pt x="1989196" y="357093"/>
                  </a:lnTo>
                  <a:lnTo>
                    <a:pt x="2072080" y="357481"/>
                  </a:lnTo>
                  <a:lnTo>
                    <a:pt x="2154963" y="357579"/>
                  </a:lnTo>
                  <a:lnTo>
                    <a:pt x="2237846" y="357226"/>
                  </a:lnTo>
                  <a:lnTo>
                    <a:pt x="2320729" y="356316"/>
                  </a:lnTo>
                  <a:lnTo>
                    <a:pt x="2403612" y="354610"/>
                  </a:lnTo>
                  <a:lnTo>
                    <a:pt x="2486496" y="351854"/>
                  </a:lnTo>
                  <a:lnTo>
                    <a:pt x="2569379" y="348545"/>
                  </a:lnTo>
                  <a:lnTo>
                    <a:pt x="2652262" y="346163"/>
                  </a:lnTo>
                  <a:lnTo>
                    <a:pt x="2735145" y="344470"/>
                  </a:lnTo>
                  <a:lnTo>
                    <a:pt x="2818028" y="342171"/>
                  </a:lnTo>
                  <a:lnTo>
                    <a:pt x="2900912" y="339322"/>
                  </a:lnTo>
                  <a:lnTo>
                    <a:pt x="2983795" y="337512"/>
                  </a:lnTo>
                  <a:lnTo>
                    <a:pt x="3066678" y="338368"/>
                  </a:lnTo>
                  <a:lnTo>
                    <a:pt x="3149561" y="340100"/>
                  </a:lnTo>
                  <a:lnTo>
                    <a:pt x="3232444" y="341068"/>
                  </a:lnTo>
                  <a:lnTo>
                    <a:pt x="3315328" y="341581"/>
                  </a:lnTo>
                  <a:lnTo>
                    <a:pt x="3398211" y="342960"/>
                  </a:lnTo>
                  <a:lnTo>
                    <a:pt x="3481094" y="344538"/>
                  </a:lnTo>
                  <a:lnTo>
                    <a:pt x="3563977" y="345293"/>
                  </a:lnTo>
                  <a:lnTo>
                    <a:pt x="3646860" y="345069"/>
                  </a:lnTo>
                  <a:lnTo>
                    <a:pt x="3729744" y="344335"/>
                  </a:lnTo>
                  <a:lnTo>
                    <a:pt x="3812627" y="342998"/>
                  </a:lnTo>
                  <a:lnTo>
                    <a:pt x="3895510" y="340752"/>
                  </a:lnTo>
                  <a:lnTo>
                    <a:pt x="3978393" y="337570"/>
                  </a:lnTo>
                  <a:lnTo>
                    <a:pt x="4061276" y="333566"/>
                  </a:lnTo>
                  <a:lnTo>
                    <a:pt x="4144160" y="328992"/>
                  </a:lnTo>
                  <a:lnTo>
                    <a:pt x="4227043" y="324204"/>
                  </a:lnTo>
                  <a:lnTo>
                    <a:pt x="4309926" y="319581"/>
                  </a:lnTo>
                  <a:lnTo>
                    <a:pt x="4392809" y="314798"/>
                  </a:lnTo>
                  <a:lnTo>
                    <a:pt x="4475692" y="309462"/>
                  </a:lnTo>
                  <a:lnTo>
                    <a:pt x="4558576" y="303518"/>
                  </a:lnTo>
                  <a:lnTo>
                    <a:pt x="4641459" y="296880"/>
                  </a:lnTo>
                  <a:lnTo>
                    <a:pt x="4724342" y="289437"/>
                  </a:lnTo>
                  <a:lnTo>
                    <a:pt x="4807225" y="281062"/>
                  </a:lnTo>
                  <a:lnTo>
                    <a:pt x="4890108" y="271624"/>
                  </a:lnTo>
                  <a:lnTo>
                    <a:pt x="4972992" y="260994"/>
                  </a:lnTo>
                  <a:lnTo>
                    <a:pt x="5055875" y="249057"/>
                  </a:lnTo>
                  <a:lnTo>
                    <a:pt x="5138758" y="235718"/>
                  </a:lnTo>
                  <a:lnTo>
                    <a:pt x="5221641" y="220901"/>
                  </a:lnTo>
                  <a:lnTo>
                    <a:pt x="5304524" y="204555"/>
                  </a:lnTo>
                  <a:lnTo>
                    <a:pt x="5387408" y="186646"/>
                  </a:lnTo>
                  <a:lnTo>
                    <a:pt x="5470291" y="167159"/>
                  </a:lnTo>
                  <a:lnTo>
                    <a:pt x="5553174" y="146091"/>
                  </a:lnTo>
                  <a:lnTo>
                    <a:pt x="5636057" y="123449"/>
                  </a:lnTo>
                  <a:lnTo>
                    <a:pt x="5718940" y="99247"/>
                  </a:lnTo>
                  <a:lnTo>
                    <a:pt x="5801824" y="73501"/>
                  </a:lnTo>
                  <a:lnTo>
                    <a:pt x="5884707" y="46231"/>
                  </a:lnTo>
                  <a:lnTo>
                    <a:pt x="5967590" y="17454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83640" y="5033497"/>
              <a:ext cx="5604219" cy="344962"/>
            </a:xfrm>
            <a:custGeom>
              <a:avLst/>
              <a:pathLst>
                <a:path w="5604219" h="344962">
                  <a:moveTo>
                    <a:pt x="5604219" y="99108"/>
                  </a:moveTo>
                  <a:lnTo>
                    <a:pt x="5556414" y="91657"/>
                  </a:lnTo>
                  <a:lnTo>
                    <a:pt x="5473531" y="79589"/>
                  </a:lnTo>
                  <a:lnTo>
                    <a:pt x="5390648" y="68396"/>
                  </a:lnTo>
                  <a:lnTo>
                    <a:pt x="5307765" y="58105"/>
                  </a:lnTo>
                  <a:lnTo>
                    <a:pt x="5224881" y="48738"/>
                  </a:lnTo>
                  <a:lnTo>
                    <a:pt x="5141998" y="40318"/>
                  </a:lnTo>
                  <a:lnTo>
                    <a:pt x="5059115" y="32863"/>
                  </a:lnTo>
                  <a:lnTo>
                    <a:pt x="4976232" y="26385"/>
                  </a:lnTo>
                  <a:lnTo>
                    <a:pt x="4893349" y="20887"/>
                  </a:lnTo>
                  <a:lnTo>
                    <a:pt x="4810465" y="16358"/>
                  </a:lnTo>
                  <a:lnTo>
                    <a:pt x="4727582" y="12771"/>
                  </a:lnTo>
                  <a:lnTo>
                    <a:pt x="4644699" y="10079"/>
                  </a:lnTo>
                  <a:lnTo>
                    <a:pt x="4561816" y="8213"/>
                  </a:lnTo>
                  <a:lnTo>
                    <a:pt x="4478933" y="7080"/>
                  </a:lnTo>
                  <a:lnTo>
                    <a:pt x="4396049" y="6572"/>
                  </a:lnTo>
                  <a:lnTo>
                    <a:pt x="4313166" y="6566"/>
                  </a:lnTo>
                  <a:lnTo>
                    <a:pt x="4230283" y="6934"/>
                  </a:lnTo>
                  <a:lnTo>
                    <a:pt x="4147400" y="7557"/>
                  </a:lnTo>
                  <a:lnTo>
                    <a:pt x="4064517" y="8327"/>
                  </a:lnTo>
                  <a:lnTo>
                    <a:pt x="3981633" y="9164"/>
                  </a:lnTo>
                  <a:lnTo>
                    <a:pt x="3898750" y="10019"/>
                  </a:lnTo>
                  <a:lnTo>
                    <a:pt x="3815867" y="10916"/>
                  </a:lnTo>
                  <a:lnTo>
                    <a:pt x="3732984" y="11914"/>
                  </a:lnTo>
                  <a:lnTo>
                    <a:pt x="3650101" y="13046"/>
                  </a:lnTo>
                  <a:lnTo>
                    <a:pt x="3567217" y="14310"/>
                  </a:lnTo>
                  <a:lnTo>
                    <a:pt x="3484334" y="15605"/>
                  </a:lnTo>
                  <a:lnTo>
                    <a:pt x="3401451" y="16690"/>
                  </a:lnTo>
                  <a:lnTo>
                    <a:pt x="3318568" y="17186"/>
                  </a:lnTo>
                  <a:lnTo>
                    <a:pt x="3235685" y="16212"/>
                  </a:lnTo>
                  <a:lnTo>
                    <a:pt x="3152801" y="13650"/>
                  </a:lnTo>
                  <a:lnTo>
                    <a:pt x="3069918" y="10952"/>
                  </a:lnTo>
                  <a:lnTo>
                    <a:pt x="2987035" y="8970"/>
                  </a:lnTo>
                  <a:lnTo>
                    <a:pt x="2904152" y="7687"/>
                  </a:lnTo>
                  <a:lnTo>
                    <a:pt x="2821269" y="5355"/>
                  </a:lnTo>
                  <a:lnTo>
                    <a:pt x="2738385" y="2124"/>
                  </a:lnTo>
                  <a:lnTo>
                    <a:pt x="2655502" y="238"/>
                  </a:lnTo>
                  <a:lnTo>
                    <a:pt x="2572619" y="0"/>
                  </a:lnTo>
                  <a:lnTo>
                    <a:pt x="2489736" y="589"/>
                  </a:lnTo>
                  <a:lnTo>
                    <a:pt x="2406853" y="2401"/>
                  </a:lnTo>
                  <a:lnTo>
                    <a:pt x="2323969" y="5594"/>
                  </a:lnTo>
                  <a:lnTo>
                    <a:pt x="2241086" y="8794"/>
                  </a:lnTo>
                  <a:lnTo>
                    <a:pt x="2158203" y="10937"/>
                  </a:lnTo>
                  <a:lnTo>
                    <a:pt x="2075320" y="13877"/>
                  </a:lnTo>
                  <a:lnTo>
                    <a:pt x="1992437" y="17671"/>
                  </a:lnTo>
                  <a:lnTo>
                    <a:pt x="1909553" y="21271"/>
                  </a:lnTo>
                  <a:lnTo>
                    <a:pt x="1826670" y="23246"/>
                  </a:lnTo>
                  <a:lnTo>
                    <a:pt x="1743787" y="24661"/>
                  </a:lnTo>
                  <a:lnTo>
                    <a:pt x="1660904" y="26131"/>
                  </a:lnTo>
                  <a:lnTo>
                    <a:pt x="1578020" y="27978"/>
                  </a:lnTo>
                  <a:lnTo>
                    <a:pt x="1495137" y="30462"/>
                  </a:lnTo>
                  <a:lnTo>
                    <a:pt x="1412254" y="33808"/>
                  </a:lnTo>
                  <a:lnTo>
                    <a:pt x="1329371" y="38254"/>
                  </a:lnTo>
                  <a:lnTo>
                    <a:pt x="1246488" y="43892"/>
                  </a:lnTo>
                  <a:lnTo>
                    <a:pt x="1163604" y="50852"/>
                  </a:lnTo>
                  <a:lnTo>
                    <a:pt x="1080721" y="59327"/>
                  </a:lnTo>
                  <a:lnTo>
                    <a:pt x="997838" y="69498"/>
                  </a:lnTo>
                  <a:lnTo>
                    <a:pt x="914955" y="81515"/>
                  </a:lnTo>
                  <a:lnTo>
                    <a:pt x="832072" y="95487"/>
                  </a:lnTo>
                  <a:lnTo>
                    <a:pt x="749188" y="111475"/>
                  </a:lnTo>
                  <a:lnTo>
                    <a:pt x="666305" y="129503"/>
                  </a:lnTo>
                  <a:lnTo>
                    <a:pt x="583422" y="149564"/>
                  </a:lnTo>
                  <a:lnTo>
                    <a:pt x="500539" y="171630"/>
                  </a:lnTo>
                  <a:lnTo>
                    <a:pt x="417656" y="195658"/>
                  </a:lnTo>
                  <a:lnTo>
                    <a:pt x="334772" y="221603"/>
                  </a:lnTo>
                  <a:lnTo>
                    <a:pt x="251889" y="249417"/>
                  </a:lnTo>
                  <a:lnTo>
                    <a:pt x="169006" y="279050"/>
                  </a:lnTo>
                  <a:lnTo>
                    <a:pt x="86123" y="310459"/>
                  </a:lnTo>
                  <a:lnTo>
                    <a:pt x="3240" y="343600"/>
                  </a:lnTo>
                  <a:lnTo>
                    <a:pt x="0" y="344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4837124"/>
              <a:ext cx="6015395" cy="289920"/>
            </a:xfrm>
            <a:custGeom>
              <a:avLst/>
              <a:pathLst>
                <a:path w="6015395" h="289920">
                  <a:moveTo>
                    <a:pt x="0" y="289920"/>
                  </a:moveTo>
                  <a:lnTo>
                    <a:pt x="82883" y="279799"/>
                  </a:lnTo>
                  <a:lnTo>
                    <a:pt x="165766" y="269959"/>
                  </a:lnTo>
                  <a:lnTo>
                    <a:pt x="248649" y="260407"/>
                  </a:lnTo>
                  <a:lnTo>
                    <a:pt x="331532" y="251153"/>
                  </a:lnTo>
                  <a:lnTo>
                    <a:pt x="414416" y="242205"/>
                  </a:lnTo>
                  <a:lnTo>
                    <a:pt x="497299" y="233571"/>
                  </a:lnTo>
                  <a:lnTo>
                    <a:pt x="580182" y="225261"/>
                  </a:lnTo>
                  <a:lnTo>
                    <a:pt x="663065" y="217283"/>
                  </a:lnTo>
                  <a:lnTo>
                    <a:pt x="745948" y="209647"/>
                  </a:lnTo>
                  <a:lnTo>
                    <a:pt x="828832" y="202361"/>
                  </a:lnTo>
                  <a:lnTo>
                    <a:pt x="911715" y="195433"/>
                  </a:lnTo>
                  <a:lnTo>
                    <a:pt x="994598" y="188872"/>
                  </a:lnTo>
                  <a:lnTo>
                    <a:pt x="1077481" y="182688"/>
                  </a:lnTo>
                  <a:lnTo>
                    <a:pt x="1160364" y="176889"/>
                  </a:lnTo>
                  <a:lnTo>
                    <a:pt x="1243248" y="171484"/>
                  </a:lnTo>
                  <a:lnTo>
                    <a:pt x="1326131" y="166482"/>
                  </a:lnTo>
                  <a:lnTo>
                    <a:pt x="1409014" y="161890"/>
                  </a:lnTo>
                  <a:lnTo>
                    <a:pt x="1491897" y="157719"/>
                  </a:lnTo>
                  <a:lnTo>
                    <a:pt x="1574780" y="153977"/>
                  </a:lnTo>
                  <a:lnTo>
                    <a:pt x="1657664" y="150672"/>
                  </a:lnTo>
                  <a:lnTo>
                    <a:pt x="1740547" y="147814"/>
                  </a:lnTo>
                  <a:lnTo>
                    <a:pt x="1823430" y="145530"/>
                  </a:lnTo>
                  <a:lnTo>
                    <a:pt x="1906313" y="143994"/>
                  </a:lnTo>
                  <a:lnTo>
                    <a:pt x="1989196" y="142981"/>
                  </a:lnTo>
                  <a:lnTo>
                    <a:pt x="2072080" y="142252"/>
                  </a:lnTo>
                  <a:lnTo>
                    <a:pt x="2154963" y="141565"/>
                  </a:lnTo>
                  <a:lnTo>
                    <a:pt x="2237846" y="140682"/>
                  </a:lnTo>
                  <a:lnTo>
                    <a:pt x="2320729" y="139239"/>
                  </a:lnTo>
                  <a:lnTo>
                    <a:pt x="2403612" y="136586"/>
                  </a:lnTo>
                  <a:lnTo>
                    <a:pt x="2486496" y="133311"/>
                  </a:lnTo>
                  <a:lnTo>
                    <a:pt x="2569379" y="130187"/>
                  </a:lnTo>
                  <a:lnTo>
                    <a:pt x="2652262" y="127924"/>
                  </a:lnTo>
                  <a:lnTo>
                    <a:pt x="2735145" y="125477"/>
                  </a:lnTo>
                  <a:lnTo>
                    <a:pt x="2818028" y="122731"/>
                  </a:lnTo>
                  <a:lnTo>
                    <a:pt x="2900912" y="120401"/>
                  </a:lnTo>
                  <a:lnTo>
                    <a:pt x="2983795" y="119201"/>
                  </a:lnTo>
                  <a:lnTo>
                    <a:pt x="3066678" y="119748"/>
                  </a:lnTo>
                  <a:lnTo>
                    <a:pt x="3149561" y="121558"/>
                  </a:lnTo>
                  <a:lnTo>
                    <a:pt x="3232444" y="123657"/>
                  </a:lnTo>
                  <a:lnTo>
                    <a:pt x="3315328" y="125079"/>
                  </a:lnTo>
                  <a:lnTo>
                    <a:pt x="3398211" y="126411"/>
                  </a:lnTo>
                  <a:lnTo>
                    <a:pt x="3481094" y="128191"/>
                  </a:lnTo>
                  <a:lnTo>
                    <a:pt x="3563977" y="129917"/>
                  </a:lnTo>
                  <a:lnTo>
                    <a:pt x="3646860" y="131086"/>
                  </a:lnTo>
                  <a:lnTo>
                    <a:pt x="3729744" y="131206"/>
                  </a:lnTo>
                  <a:lnTo>
                    <a:pt x="3812627" y="130290"/>
                  </a:lnTo>
                  <a:lnTo>
                    <a:pt x="3895510" y="128624"/>
                  </a:lnTo>
                  <a:lnTo>
                    <a:pt x="3978393" y="126385"/>
                  </a:lnTo>
                  <a:lnTo>
                    <a:pt x="4061276" y="123751"/>
                  </a:lnTo>
                  <a:lnTo>
                    <a:pt x="4144160" y="120899"/>
                  </a:lnTo>
                  <a:lnTo>
                    <a:pt x="4227043" y="118005"/>
                  </a:lnTo>
                  <a:lnTo>
                    <a:pt x="4309926" y="115245"/>
                  </a:lnTo>
                  <a:lnTo>
                    <a:pt x="4392809" y="112427"/>
                  </a:lnTo>
                  <a:lnTo>
                    <a:pt x="4475692" y="109340"/>
                  </a:lnTo>
                  <a:lnTo>
                    <a:pt x="4558576" y="105983"/>
                  </a:lnTo>
                  <a:lnTo>
                    <a:pt x="4641459" y="102353"/>
                  </a:lnTo>
                  <a:lnTo>
                    <a:pt x="4724342" y="98447"/>
                  </a:lnTo>
                  <a:lnTo>
                    <a:pt x="4807225" y="94263"/>
                  </a:lnTo>
                  <a:lnTo>
                    <a:pt x="4890108" y="89797"/>
                  </a:lnTo>
                  <a:lnTo>
                    <a:pt x="4972992" y="85049"/>
                  </a:lnTo>
                  <a:lnTo>
                    <a:pt x="5055875" y="80014"/>
                  </a:lnTo>
                  <a:lnTo>
                    <a:pt x="5138758" y="74690"/>
                  </a:lnTo>
                  <a:lnTo>
                    <a:pt x="5221641" y="69075"/>
                  </a:lnTo>
                  <a:lnTo>
                    <a:pt x="5304524" y="63166"/>
                  </a:lnTo>
                  <a:lnTo>
                    <a:pt x="5387408" y="56961"/>
                  </a:lnTo>
                  <a:lnTo>
                    <a:pt x="5470291" y="50456"/>
                  </a:lnTo>
                  <a:lnTo>
                    <a:pt x="5553174" y="43650"/>
                  </a:lnTo>
                  <a:lnTo>
                    <a:pt x="5636057" y="36539"/>
                  </a:lnTo>
                  <a:lnTo>
                    <a:pt x="5718940" y="29122"/>
                  </a:lnTo>
                  <a:lnTo>
                    <a:pt x="5801824" y="21394"/>
                  </a:lnTo>
                  <a:lnTo>
                    <a:pt x="5884707" y="13355"/>
                  </a:lnTo>
                  <a:lnTo>
                    <a:pt x="5967590" y="5001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4631814"/>
              <a:ext cx="6015395" cy="746645"/>
            </a:xfrm>
            <a:custGeom>
              <a:avLst/>
              <a:pathLst>
                <a:path w="6015395" h="746645">
                  <a:moveTo>
                    <a:pt x="0" y="169812"/>
                  </a:moveTo>
                  <a:lnTo>
                    <a:pt x="82883" y="185815"/>
                  </a:lnTo>
                  <a:lnTo>
                    <a:pt x="165766" y="201031"/>
                  </a:lnTo>
                  <a:lnTo>
                    <a:pt x="248649" y="215446"/>
                  </a:lnTo>
                  <a:lnTo>
                    <a:pt x="331532" y="229045"/>
                  </a:lnTo>
                  <a:lnTo>
                    <a:pt x="414416" y="241810"/>
                  </a:lnTo>
                  <a:lnTo>
                    <a:pt x="497299" y="253721"/>
                  </a:lnTo>
                  <a:lnTo>
                    <a:pt x="580182" y="264756"/>
                  </a:lnTo>
                  <a:lnTo>
                    <a:pt x="663065" y="274891"/>
                  </a:lnTo>
                  <a:lnTo>
                    <a:pt x="745948" y="284098"/>
                  </a:lnTo>
                  <a:lnTo>
                    <a:pt x="828832" y="292347"/>
                  </a:lnTo>
                  <a:lnTo>
                    <a:pt x="911715" y="299610"/>
                  </a:lnTo>
                  <a:lnTo>
                    <a:pt x="994598" y="305857"/>
                  </a:lnTo>
                  <a:lnTo>
                    <a:pt x="1077481" y="311066"/>
                  </a:lnTo>
                  <a:lnTo>
                    <a:pt x="1160364" y="315224"/>
                  </a:lnTo>
                  <a:lnTo>
                    <a:pt x="1243248" y="318338"/>
                  </a:lnTo>
                  <a:lnTo>
                    <a:pt x="1326131" y="320440"/>
                  </a:lnTo>
                  <a:lnTo>
                    <a:pt x="1409014" y="321599"/>
                  </a:lnTo>
                  <a:lnTo>
                    <a:pt x="1491897" y="321922"/>
                  </a:lnTo>
                  <a:lnTo>
                    <a:pt x="1574780" y="321555"/>
                  </a:lnTo>
                  <a:lnTo>
                    <a:pt x="1657664" y="320670"/>
                  </a:lnTo>
                  <a:lnTo>
                    <a:pt x="1740547" y="319450"/>
                  </a:lnTo>
                  <a:lnTo>
                    <a:pt x="1823430" y="318249"/>
                  </a:lnTo>
                  <a:lnTo>
                    <a:pt x="1906313" y="317501"/>
                  </a:lnTo>
                  <a:lnTo>
                    <a:pt x="1989196" y="317025"/>
                  </a:lnTo>
                  <a:lnTo>
                    <a:pt x="2072080" y="316603"/>
                  </a:lnTo>
                  <a:lnTo>
                    <a:pt x="2154963" y="316045"/>
                  </a:lnTo>
                  <a:lnTo>
                    <a:pt x="2237846" y="315213"/>
                  </a:lnTo>
                  <a:lnTo>
                    <a:pt x="2320729" y="313993"/>
                  </a:lnTo>
                  <a:lnTo>
                    <a:pt x="2403612" y="312066"/>
                  </a:lnTo>
                  <a:lnTo>
                    <a:pt x="2486496" y="309322"/>
                  </a:lnTo>
                  <a:lnTo>
                    <a:pt x="2569379" y="306350"/>
                  </a:lnTo>
                  <a:lnTo>
                    <a:pt x="2652262" y="304605"/>
                  </a:lnTo>
                  <a:lnTo>
                    <a:pt x="2735145" y="304007"/>
                  </a:lnTo>
                  <a:lnTo>
                    <a:pt x="2818028" y="303301"/>
                  </a:lnTo>
                  <a:lnTo>
                    <a:pt x="2900912" y="302358"/>
                  </a:lnTo>
                  <a:lnTo>
                    <a:pt x="2983795" y="302404"/>
                  </a:lnTo>
                  <a:lnTo>
                    <a:pt x="3066678" y="306103"/>
                  </a:lnTo>
                  <a:lnTo>
                    <a:pt x="3149561" y="312311"/>
                  </a:lnTo>
                  <a:lnTo>
                    <a:pt x="3232444" y="317840"/>
                  </a:lnTo>
                  <a:lnTo>
                    <a:pt x="3315328" y="321226"/>
                  </a:lnTo>
                  <a:lnTo>
                    <a:pt x="3398211" y="324074"/>
                  </a:lnTo>
                  <a:lnTo>
                    <a:pt x="3481094" y="326971"/>
                  </a:lnTo>
                  <a:lnTo>
                    <a:pt x="3563977" y="329046"/>
                  </a:lnTo>
                  <a:lnTo>
                    <a:pt x="3646860" y="330194"/>
                  </a:lnTo>
                  <a:lnTo>
                    <a:pt x="3729744" y="330857"/>
                  </a:lnTo>
                  <a:lnTo>
                    <a:pt x="3812627" y="330993"/>
                  </a:lnTo>
                  <a:lnTo>
                    <a:pt x="3895510" y="330324"/>
                  </a:lnTo>
                  <a:lnTo>
                    <a:pt x="3978393" y="328801"/>
                  </a:lnTo>
                  <a:lnTo>
                    <a:pt x="4061276" y="326498"/>
                  </a:lnTo>
                  <a:lnTo>
                    <a:pt x="4144160" y="323613"/>
                  </a:lnTo>
                  <a:lnTo>
                    <a:pt x="4227043" y="320432"/>
                  </a:lnTo>
                  <a:lnTo>
                    <a:pt x="4309926" y="317265"/>
                  </a:lnTo>
                  <a:lnTo>
                    <a:pt x="4392809" y="313736"/>
                  </a:lnTo>
                  <a:lnTo>
                    <a:pt x="4475692" y="309450"/>
                  </a:lnTo>
                  <a:lnTo>
                    <a:pt x="4558576" y="304363"/>
                  </a:lnTo>
                  <a:lnTo>
                    <a:pt x="4641459" y="298403"/>
                  </a:lnTo>
                  <a:lnTo>
                    <a:pt x="4724342" y="291476"/>
                  </a:lnTo>
                  <a:lnTo>
                    <a:pt x="4807225" y="283473"/>
                  </a:lnTo>
                  <a:lnTo>
                    <a:pt x="4890108" y="274281"/>
                  </a:lnTo>
                  <a:lnTo>
                    <a:pt x="4972992" y="263792"/>
                  </a:lnTo>
                  <a:lnTo>
                    <a:pt x="5055875" y="251908"/>
                  </a:lnTo>
                  <a:lnTo>
                    <a:pt x="5138758" y="238548"/>
                  </a:lnTo>
                  <a:lnTo>
                    <a:pt x="5221641" y="223649"/>
                  </a:lnTo>
                  <a:lnTo>
                    <a:pt x="5304524" y="207168"/>
                  </a:lnTo>
                  <a:lnTo>
                    <a:pt x="5387408" y="189080"/>
                  </a:lnTo>
                  <a:lnTo>
                    <a:pt x="5470291" y="169375"/>
                  </a:lnTo>
                  <a:lnTo>
                    <a:pt x="5553174" y="148055"/>
                  </a:lnTo>
                  <a:lnTo>
                    <a:pt x="5636057" y="125128"/>
                  </a:lnTo>
                  <a:lnTo>
                    <a:pt x="5718940" y="100611"/>
                  </a:lnTo>
                  <a:lnTo>
                    <a:pt x="5801824" y="74520"/>
                  </a:lnTo>
                  <a:lnTo>
                    <a:pt x="5884707" y="46876"/>
                  </a:lnTo>
                  <a:lnTo>
                    <a:pt x="5967590" y="17700"/>
                  </a:lnTo>
                  <a:lnTo>
                    <a:pt x="6015395" y="0"/>
                  </a:lnTo>
                  <a:lnTo>
                    <a:pt x="6015395" y="520341"/>
                  </a:lnTo>
                  <a:lnTo>
                    <a:pt x="5967590" y="516111"/>
                  </a:lnTo>
                  <a:lnTo>
                    <a:pt x="5884707" y="509324"/>
                  </a:lnTo>
                  <a:lnTo>
                    <a:pt x="5801824" y="503101"/>
                  </a:lnTo>
                  <a:lnTo>
                    <a:pt x="5718940" y="497462"/>
                  </a:lnTo>
                  <a:lnTo>
                    <a:pt x="5636057" y="492422"/>
                  </a:lnTo>
                  <a:lnTo>
                    <a:pt x="5553174" y="487999"/>
                  </a:lnTo>
                  <a:lnTo>
                    <a:pt x="5470291" y="484206"/>
                  </a:lnTo>
                  <a:lnTo>
                    <a:pt x="5387408" y="481048"/>
                  </a:lnTo>
                  <a:lnTo>
                    <a:pt x="5304524" y="478526"/>
                  </a:lnTo>
                  <a:lnTo>
                    <a:pt x="5221641" y="476626"/>
                  </a:lnTo>
                  <a:lnTo>
                    <a:pt x="5138758" y="475321"/>
                  </a:lnTo>
                  <a:lnTo>
                    <a:pt x="5055875" y="474567"/>
                  </a:lnTo>
                  <a:lnTo>
                    <a:pt x="4972992" y="474297"/>
                  </a:lnTo>
                  <a:lnTo>
                    <a:pt x="4890108" y="474429"/>
                  </a:lnTo>
                  <a:lnTo>
                    <a:pt x="4807225" y="474862"/>
                  </a:lnTo>
                  <a:lnTo>
                    <a:pt x="4724342" y="475486"/>
                  </a:lnTo>
                  <a:lnTo>
                    <a:pt x="4641459" y="476184"/>
                  </a:lnTo>
                  <a:lnTo>
                    <a:pt x="4558576" y="476848"/>
                  </a:lnTo>
                  <a:lnTo>
                    <a:pt x="4475692" y="477379"/>
                  </a:lnTo>
                  <a:lnTo>
                    <a:pt x="4392809" y="477703"/>
                  </a:lnTo>
                  <a:lnTo>
                    <a:pt x="4309926" y="477774"/>
                  </a:lnTo>
                  <a:lnTo>
                    <a:pt x="4227043" y="477661"/>
                  </a:lnTo>
                  <a:lnTo>
                    <a:pt x="4144160" y="477505"/>
                  </a:lnTo>
                  <a:lnTo>
                    <a:pt x="4061276" y="477359"/>
                  </a:lnTo>
                  <a:lnTo>
                    <a:pt x="3978393" y="477249"/>
                  </a:lnTo>
                  <a:lnTo>
                    <a:pt x="3895510" y="477111"/>
                  </a:lnTo>
                  <a:lnTo>
                    <a:pt x="3812627" y="476758"/>
                  </a:lnTo>
                  <a:lnTo>
                    <a:pt x="3729744" y="475881"/>
                  </a:lnTo>
                  <a:lnTo>
                    <a:pt x="3646860" y="473714"/>
                  </a:lnTo>
                  <a:lnTo>
                    <a:pt x="3563977" y="470113"/>
                  </a:lnTo>
                  <a:lnTo>
                    <a:pt x="3481094" y="466327"/>
                  </a:lnTo>
                  <a:lnTo>
                    <a:pt x="3398211" y="463075"/>
                  </a:lnTo>
                  <a:lnTo>
                    <a:pt x="3315328" y="460311"/>
                  </a:lnTo>
                  <a:lnTo>
                    <a:pt x="3232444" y="455324"/>
                  </a:lnTo>
                  <a:lnTo>
                    <a:pt x="3149561" y="447802"/>
                  </a:lnTo>
                  <a:lnTo>
                    <a:pt x="3066678" y="441458"/>
                  </a:lnTo>
                  <a:lnTo>
                    <a:pt x="2983795" y="438303"/>
                  </a:lnTo>
                  <a:lnTo>
                    <a:pt x="2900912" y="437183"/>
                  </a:lnTo>
                  <a:lnTo>
                    <a:pt x="2818028" y="437212"/>
                  </a:lnTo>
                  <a:lnTo>
                    <a:pt x="2735145" y="438706"/>
                  </a:lnTo>
                  <a:lnTo>
                    <a:pt x="2652262" y="440631"/>
                  </a:lnTo>
                  <a:lnTo>
                    <a:pt x="2569379" y="442165"/>
                  </a:lnTo>
                  <a:lnTo>
                    <a:pt x="2486496" y="444812"/>
                  </a:lnTo>
                  <a:lnTo>
                    <a:pt x="2403612" y="448470"/>
                  </a:lnTo>
                  <a:lnTo>
                    <a:pt x="2320729" y="452065"/>
                  </a:lnTo>
                  <a:lnTo>
                    <a:pt x="2237846" y="454223"/>
                  </a:lnTo>
                  <a:lnTo>
                    <a:pt x="2154963" y="455988"/>
                  </a:lnTo>
                  <a:lnTo>
                    <a:pt x="2072080" y="457928"/>
                  </a:lnTo>
                  <a:lnTo>
                    <a:pt x="1989196" y="460318"/>
                  </a:lnTo>
                  <a:lnTo>
                    <a:pt x="1906313" y="463384"/>
                  </a:lnTo>
                  <a:lnTo>
                    <a:pt x="1823430" y="467320"/>
                  </a:lnTo>
                  <a:lnTo>
                    <a:pt x="1740547" y="472328"/>
                  </a:lnTo>
                  <a:lnTo>
                    <a:pt x="1657664" y="478444"/>
                  </a:lnTo>
                  <a:lnTo>
                    <a:pt x="1574780" y="485766"/>
                  </a:lnTo>
                  <a:lnTo>
                    <a:pt x="1491897" y="494467"/>
                  </a:lnTo>
                  <a:lnTo>
                    <a:pt x="1409014" y="504709"/>
                  </a:lnTo>
                  <a:lnTo>
                    <a:pt x="1326131" y="516627"/>
                  </a:lnTo>
                  <a:lnTo>
                    <a:pt x="1243248" y="530319"/>
                  </a:lnTo>
                  <a:lnTo>
                    <a:pt x="1160364" y="545842"/>
                  </a:lnTo>
                  <a:lnTo>
                    <a:pt x="1077481" y="563220"/>
                  </a:lnTo>
                  <a:lnTo>
                    <a:pt x="994598" y="582448"/>
                  </a:lnTo>
                  <a:lnTo>
                    <a:pt x="911715" y="603505"/>
                  </a:lnTo>
                  <a:lnTo>
                    <a:pt x="828832" y="626357"/>
                  </a:lnTo>
                  <a:lnTo>
                    <a:pt x="745948" y="650965"/>
                  </a:lnTo>
                  <a:lnTo>
                    <a:pt x="663065" y="677289"/>
                  </a:lnTo>
                  <a:lnTo>
                    <a:pt x="580182" y="705291"/>
                  </a:lnTo>
                  <a:lnTo>
                    <a:pt x="497299" y="734932"/>
                  </a:lnTo>
                  <a:lnTo>
                    <a:pt x="466227" y="74664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4631814"/>
              <a:ext cx="6015395" cy="330993"/>
            </a:xfrm>
            <a:custGeom>
              <a:avLst/>
              <a:pathLst>
                <a:path w="6015395" h="330993">
                  <a:moveTo>
                    <a:pt x="0" y="169812"/>
                  </a:moveTo>
                  <a:lnTo>
                    <a:pt x="82883" y="185815"/>
                  </a:lnTo>
                  <a:lnTo>
                    <a:pt x="165766" y="201031"/>
                  </a:lnTo>
                  <a:lnTo>
                    <a:pt x="248649" y="215446"/>
                  </a:lnTo>
                  <a:lnTo>
                    <a:pt x="331532" y="229045"/>
                  </a:lnTo>
                  <a:lnTo>
                    <a:pt x="414416" y="241810"/>
                  </a:lnTo>
                  <a:lnTo>
                    <a:pt x="497299" y="253721"/>
                  </a:lnTo>
                  <a:lnTo>
                    <a:pt x="580182" y="264756"/>
                  </a:lnTo>
                  <a:lnTo>
                    <a:pt x="663065" y="274891"/>
                  </a:lnTo>
                  <a:lnTo>
                    <a:pt x="745948" y="284098"/>
                  </a:lnTo>
                  <a:lnTo>
                    <a:pt x="828832" y="292347"/>
                  </a:lnTo>
                  <a:lnTo>
                    <a:pt x="911715" y="299610"/>
                  </a:lnTo>
                  <a:lnTo>
                    <a:pt x="994598" y="305857"/>
                  </a:lnTo>
                  <a:lnTo>
                    <a:pt x="1077481" y="311066"/>
                  </a:lnTo>
                  <a:lnTo>
                    <a:pt x="1160364" y="315224"/>
                  </a:lnTo>
                  <a:lnTo>
                    <a:pt x="1243248" y="318338"/>
                  </a:lnTo>
                  <a:lnTo>
                    <a:pt x="1326131" y="320440"/>
                  </a:lnTo>
                  <a:lnTo>
                    <a:pt x="1409014" y="321599"/>
                  </a:lnTo>
                  <a:lnTo>
                    <a:pt x="1491897" y="321922"/>
                  </a:lnTo>
                  <a:lnTo>
                    <a:pt x="1574780" y="321555"/>
                  </a:lnTo>
                  <a:lnTo>
                    <a:pt x="1657664" y="320670"/>
                  </a:lnTo>
                  <a:lnTo>
                    <a:pt x="1740547" y="319450"/>
                  </a:lnTo>
                  <a:lnTo>
                    <a:pt x="1823430" y="318249"/>
                  </a:lnTo>
                  <a:lnTo>
                    <a:pt x="1906313" y="317501"/>
                  </a:lnTo>
                  <a:lnTo>
                    <a:pt x="1989196" y="317025"/>
                  </a:lnTo>
                  <a:lnTo>
                    <a:pt x="2072080" y="316603"/>
                  </a:lnTo>
                  <a:lnTo>
                    <a:pt x="2154963" y="316045"/>
                  </a:lnTo>
                  <a:lnTo>
                    <a:pt x="2237846" y="315213"/>
                  </a:lnTo>
                  <a:lnTo>
                    <a:pt x="2320729" y="313993"/>
                  </a:lnTo>
                  <a:lnTo>
                    <a:pt x="2403612" y="312066"/>
                  </a:lnTo>
                  <a:lnTo>
                    <a:pt x="2486496" y="309322"/>
                  </a:lnTo>
                  <a:lnTo>
                    <a:pt x="2569379" y="306350"/>
                  </a:lnTo>
                  <a:lnTo>
                    <a:pt x="2652262" y="304605"/>
                  </a:lnTo>
                  <a:lnTo>
                    <a:pt x="2735145" y="304007"/>
                  </a:lnTo>
                  <a:lnTo>
                    <a:pt x="2818028" y="303301"/>
                  </a:lnTo>
                  <a:lnTo>
                    <a:pt x="2900912" y="302358"/>
                  </a:lnTo>
                  <a:lnTo>
                    <a:pt x="2983795" y="302404"/>
                  </a:lnTo>
                  <a:lnTo>
                    <a:pt x="3066678" y="306103"/>
                  </a:lnTo>
                  <a:lnTo>
                    <a:pt x="3149561" y="312311"/>
                  </a:lnTo>
                  <a:lnTo>
                    <a:pt x="3232444" y="317840"/>
                  </a:lnTo>
                  <a:lnTo>
                    <a:pt x="3315328" y="321226"/>
                  </a:lnTo>
                  <a:lnTo>
                    <a:pt x="3398211" y="324074"/>
                  </a:lnTo>
                  <a:lnTo>
                    <a:pt x="3481094" y="326971"/>
                  </a:lnTo>
                  <a:lnTo>
                    <a:pt x="3563977" y="329046"/>
                  </a:lnTo>
                  <a:lnTo>
                    <a:pt x="3646860" y="330194"/>
                  </a:lnTo>
                  <a:lnTo>
                    <a:pt x="3729744" y="330857"/>
                  </a:lnTo>
                  <a:lnTo>
                    <a:pt x="3812627" y="330993"/>
                  </a:lnTo>
                  <a:lnTo>
                    <a:pt x="3895510" y="330324"/>
                  </a:lnTo>
                  <a:lnTo>
                    <a:pt x="3978393" y="328801"/>
                  </a:lnTo>
                  <a:lnTo>
                    <a:pt x="4061276" y="326498"/>
                  </a:lnTo>
                  <a:lnTo>
                    <a:pt x="4144160" y="323613"/>
                  </a:lnTo>
                  <a:lnTo>
                    <a:pt x="4227043" y="320432"/>
                  </a:lnTo>
                  <a:lnTo>
                    <a:pt x="4309926" y="317265"/>
                  </a:lnTo>
                  <a:lnTo>
                    <a:pt x="4392809" y="313736"/>
                  </a:lnTo>
                  <a:lnTo>
                    <a:pt x="4475692" y="309450"/>
                  </a:lnTo>
                  <a:lnTo>
                    <a:pt x="4558576" y="304363"/>
                  </a:lnTo>
                  <a:lnTo>
                    <a:pt x="4641459" y="298403"/>
                  </a:lnTo>
                  <a:lnTo>
                    <a:pt x="4724342" y="291476"/>
                  </a:lnTo>
                  <a:lnTo>
                    <a:pt x="4807225" y="283473"/>
                  </a:lnTo>
                  <a:lnTo>
                    <a:pt x="4890108" y="274281"/>
                  </a:lnTo>
                  <a:lnTo>
                    <a:pt x="4972992" y="263792"/>
                  </a:lnTo>
                  <a:lnTo>
                    <a:pt x="5055875" y="251908"/>
                  </a:lnTo>
                  <a:lnTo>
                    <a:pt x="5138758" y="238548"/>
                  </a:lnTo>
                  <a:lnTo>
                    <a:pt x="5221641" y="223649"/>
                  </a:lnTo>
                  <a:lnTo>
                    <a:pt x="5304524" y="207168"/>
                  </a:lnTo>
                  <a:lnTo>
                    <a:pt x="5387408" y="189080"/>
                  </a:lnTo>
                  <a:lnTo>
                    <a:pt x="5470291" y="169375"/>
                  </a:lnTo>
                  <a:lnTo>
                    <a:pt x="5553174" y="148055"/>
                  </a:lnTo>
                  <a:lnTo>
                    <a:pt x="5636057" y="125128"/>
                  </a:lnTo>
                  <a:lnTo>
                    <a:pt x="5718940" y="100611"/>
                  </a:lnTo>
                  <a:lnTo>
                    <a:pt x="5801824" y="74520"/>
                  </a:lnTo>
                  <a:lnTo>
                    <a:pt x="5884707" y="46876"/>
                  </a:lnTo>
                  <a:lnTo>
                    <a:pt x="5967590" y="17700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538692" y="5068997"/>
              <a:ext cx="5549168" cy="309462"/>
            </a:xfrm>
            <a:custGeom>
              <a:avLst/>
              <a:pathLst>
                <a:path w="5549168" h="309462">
                  <a:moveTo>
                    <a:pt x="5549168" y="83158"/>
                  </a:moveTo>
                  <a:lnTo>
                    <a:pt x="5501362" y="78928"/>
                  </a:lnTo>
                  <a:lnTo>
                    <a:pt x="5418479" y="72141"/>
                  </a:lnTo>
                  <a:lnTo>
                    <a:pt x="5335596" y="65918"/>
                  </a:lnTo>
                  <a:lnTo>
                    <a:pt x="5252713" y="60279"/>
                  </a:lnTo>
                  <a:lnTo>
                    <a:pt x="5169830" y="55239"/>
                  </a:lnTo>
                  <a:lnTo>
                    <a:pt x="5086946" y="50816"/>
                  </a:lnTo>
                  <a:lnTo>
                    <a:pt x="5004063" y="47023"/>
                  </a:lnTo>
                  <a:lnTo>
                    <a:pt x="4921180" y="43865"/>
                  </a:lnTo>
                  <a:lnTo>
                    <a:pt x="4838297" y="41343"/>
                  </a:lnTo>
                  <a:lnTo>
                    <a:pt x="4755414" y="39443"/>
                  </a:lnTo>
                  <a:lnTo>
                    <a:pt x="4672530" y="38138"/>
                  </a:lnTo>
                  <a:lnTo>
                    <a:pt x="4589647" y="37384"/>
                  </a:lnTo>
                  <a:lnTo>
                    <a:pt x="4506764" y="37114"/>
                  </a:lnTo>
                  <a:lnTo>
                    <a:pt x="4423881" y="37246"/>
                  </a:lnTo>
                  <a:lnTo>
                    <a:pt x="4340998" y="37679"/>
                  </a:lnTo>
                  <a:lnTo>
                    <a:pt x="4258114" y="38303"/>
                  </a:lnTo>
                  <a:lnTo>
                    <a:pt x="4175231" y="39001"/>
                  </a:lnTo>
                  <a:lnTo>
                    <a:pt x="4092348" y="39665"/>
                  </a:lnTo>
                  <a:lnTo>
                    <a:pt x="4009465" y="40196"/>
                  </a:lnTo>
                  <a:lnTo>
                    <a:pt x="3926582" y="40520"/>
                  </a:lnTo>
                  <a:lnTo>
                    <a:pt x="3843698" y="40591"/>
                  </a:lnTo>
                  <a:lnTo>
                    <a:pt x="3760815" y="40478"/>
                  </a:lnTo>
                  <a:lnTo>
                    <a:pt x="3677932" y="40322"/>
                  </a:lnTo>
                  <a:lnTo>
                    <a:pt x="3595049" y="40176"/>
                  </a:lnTo>
                  <a:lnTo>
                    <a:pt x="3512166" y="40066"/>
                  </a:lnTo>
                  <a:lnTo>
                    <a:pt x="3429282" y="39927"/>
                  </a:lnTo>
                  <a:lnTo>
                    <a:pt x="3346399" y="39575"/>
                  </a:lnTo>
                  <a:lnTo>
                    <a:pt x="3263516" y="38697"/>
                  </a:lnTo>
                  <a:lnTo>
                    <a:pt x="3180633" y="36531"/>
                  </a:lnTo>
                  <a:lnTo>
                    <a:pt x="3097750" y="32930"/>
                  </a:lnTo>
                  <a:lnTo>
                    <a:pt x="3014866" y="29144"/>
                  </a:lnTo>
                  <a:lnTo>
                    <a:pt x="2931983" y="25892"/>
                  </a:lnTo>
                  <a:lnTo>
                    <a:pt x="2849100" y="23128"/>
                  </a:lnTo>
                  <a:lnTo>
                    <a:pt x="2766217" y="18141"/>
                  </a:lnTo>
                  <a:lnTo>
                    <a:pt x="2683334" y="10619"/>
                  </a:lnTo>
                  <a:lnTo>
                    <a:pt x="2600450" y="4275"/>
                  </a:lnTo>
                  <a:lnTo>
                    <a:pt x="2517567" y="1120"/>
                  </a:lnTo>
                  <a:lnTo>
                    <a:pt x="2434684" y="0"/>
                  </a:lnTo>
                  <a:lnTo>
                    <a:pt x="2351801" y="29"/>
                  </a:lnTo>
                  <a:lnTo>
                    <a:pt x="2268918" y="1523"/>
                  </a:lnTo>
                  <a:lnTo>
                    <a:pt x="2186034" y="3448"/>
                  </a:lnTo>
                  <a:lnTo>
                    <a:pt x="2103151" y="4982"/>
                  </a:lnTo>
                  <a:lnTo>
                    <a:pt x="2020268" y="7629"/>
                  </a:lnTo>
                  <a:lnTo>
                    <a:pt x="1937385" y="11287"/>
                  </a:lnTo>
                  <a:lnTo>
                    <a:pt x="1854502" y="14882"/>
                  </a:lnTo>
                  <a:lnTo>
                    <a:pt x="1771618" y="17040"/>
                  </a:lnTo>
                  <a:lnTo>
                    <a:pt x="1688735" y="18805"/>
                  </a:lnTo>
                  <a:lnTo>
                    <a:pt x="1605852" y="20745"/>
                  </a:lnTo>
                  <a:lnTo>
                    <a:pt x="1522969" y="23135"/>
                  </a:lnTo>
                  <a:lnTo>
                    <a:pt x="1440086" y="26201"/>
                  </a:lnTo>
                  <a:lnTo>
                    <a:pt x="1357202" y="30137"/>
                  </a:lnTo>
                  <a:lnTo>
                    <a:pt x="1274319" y="35145"/>
                  </a:lnTo>
                  <a:lnTo>
                    <a:pt x="1191436" y="41261"/>
                  </a:lnTo>
                  <a:lnTo>
                    <a:pt x="1108553" y="48583"/>
                  </a:lnTo>
                  <a:lnTo>
                    <a:pt x="1025670" y="57284"/>
                  </a:lnTo>
                  <a:lnTo>
                    <a:pt x="942786" y="67526"/>
                  </a:lnTo>
                  <a:lnTo>
                    <a:pt x="859903" y="79444"/>
                  </a:lnTo>
                  <a:lnTo>
                    <a:pt x="777020" y="93136"/>
                  </a:lnTo>
                  <a:lnTo>
                    <a:pt x="694137" y="108659"/>
                  </a:lnTo>
                  <a:lnTo>
                    <a:pt x="611254" y="126037"/>
                  </a:lnTo>
                  <a:lnTo>
                    <a:pt x="528370" y="145265"/>
                  </a:lnTo>
                  <a:lnTo>
                    <a:pt x="445487" y="166322"/>
                  </a:lnTo>
                  <a:lnTo>
                    <a:pt x="362604" y="189174"/>
                  </a:lnTo>
                  <a:lnTo>
                    <a:pt x="279721" y="213782"/>
                  </a:lnTo>
                  <a:lnTo>
                    <a:pt x="196838" y="240106"/>
                  </a:lnTo>
                  <a:lnTo>
                    <a:pt x="113954" y="268108"/>
                  </a:lnTo>
                  <a:lnTo>
                    <a:pt x="31071" y="297749"/>
                  </a:lnTo>
                  <a:lnTo>
                    <a:pt x="0" y="309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4891985"/>
              <a:ext cx="6015395" cy="297446"/>
            </a:xfrm>
            <a:custGeom>
              <a:avLst/>
              <a:pathLst>
                <a:path w="6015395" h="297446">
                  <a:moveTo>
                    <a:pt x="0" y="297446"/>
                  </a:moveTo>
                  <a:lnTo>
                    <a:pt x="82883" y="286033"/>
                  </a:lnTo>
                  <a:lnTo>
                    <a:pt x="165766" y="274959"/>
                  </a:lnTo>
                  <a:lnTo>
                    <a:pt x="248649" y="264230"/>
                  </a:lnTo>
                  <a:lnTo>
                    <a:pt x="331532" y="253849"/>
                  </a:lnTo>
                  <a:lnTo>
                    <a:pt x="414416" y="243823"/>
                  </a:lnTo>
                  <a:lnTo>
                    <a:pt x="497299" y="234155"/>
                  </a:lnTo>
                  <a:lnTo>
                    <a:pt x="580182" y="224853"/>
                  </a:lnTo>
                  <a:lnTo>
                    <a:pt x="663065" y="215919"/>
                  </a:lnTo>
                  <a:lnTo>
                    <a:pt x="745948" y="207361"/>
                  </a:lnTo>
                  <a:lnTo>
                    <a:pt x="828832" y="199181"/>
                  </a:lnTo>
                  <a:lnTo>
                    <a:pt x="911715" y="191387"/>
                  </a:lnTo>
                  <a:lnTo>
                    <a:pt x="994598" y="183982"/>
                  </a:lnTo>
                  <a:lnTo>
                    <a:pt x="1077481" y="176972"/>
                  </a:lnTo>
                  <a:lnTo>
                    <a:pt x="1160364" y="170362"/>
                  </a:lnTo>
                  <a:lnTo>
                    <a:pt x="1243248" y="164157"/>
                  </a:lnTo>
                  <a:lnTo>
                    <a:pt x="1326131" y="158363"/>
                  </a:lnTo>
                  <a:lnTo>
                    <a:pt x="1409014" y="152983"/>
                  </a:lnTo>
                  <a:lnTo>
                    <a:pt x="1491897" y="148024"/>
                  </a:lnTo>
                  <a:lnTo>
                    <a:pt x="1574780" y="143490"/>
                  </a:lnTo>
                  <a:lnTo>
                    <a:pt x="1657664" y="139386"/>
                  </a:lnTo>
                  <a:lnTo>
                    <a:pt x="1740547" y="135718"/>
                  </a:lnTo>
                  <a:lnTo>
                    <a:pt x="1823430" y="132614"/>
                  </a:lnTo>
                  <a:lnTo>
                    <a:pt x="1906313" y="130272"/>
                  </a:lnTo>
                  <a:lnTo>
                    <a:pt x="1989196" y="128501"/>
                  </a:lnTo>
                  <a:lnTo>
                    <a:pt x="2072080" y="127095"/>
                  </a:lnTo>
                  <a:lnTo>
                    <a:pt x="2154963" y="125846"/>
                  </a:lnTo>
                  <a:lnTo>
                    <a:pt x="2237846" y="124547"/>
                  </a:lnTo>
                  <a:lnTo>
                    <a:pt x="2320729" y="122858"/>
                  </a:lnTo>
                  <a:lnTo>
                    <a:pt x="2403612" y="120097"/>
                  </a:lnTo>
                  <a:lnTo>
                    <a:pt x="2486496" y="116896"/>
                  </a:lnTo>
                  <a:lnTo>
                    <a:pt x="2569379" y="114087"/>
                  </a:lnTo>
                  <a:lnTo>
                    <a:pt x="2652262" y="112447"/>
                  </a:lnTo>
                  <a:lnTo>
                    <a:pt x="2735145" y="111186"/>
                  </a:lnTo>
                  <a:lnTo>
                    <a:pt x="2818028" y="110085"/>
                  </a:lnTo>
                  <a:lnTo>
                    <a:pt x="2900912" y="109600"/>
                  </a:lnTo>
                  <a:lnTo>
                    <a:pt x="2983795" y="110183"/>
                  </a:lnTo>
                  <a:lnTo>
                    <a:pt x="3066678" y="113610"/>
                  </a:lnTo>
                  <a:lnTo>
                    <a:pt x="3149561" y="119886"/>
                  </a:lnTo>
                  <a:lnTo>
                    <a:pt x="3232444" y="126411"/>
                  </a:lnTo>
                  <a:lnTo>
                    <a:pt x="3315328" y="130597"/>
                  </a:lnTo>
                  <a:lnTo>
                    <a:pt x="3398211" y="133404"/>
                  </a:lnTo>
                  <a:lnTo>
                    <a:pt x="3481094" y="136478"/>
                  </a:lnTo>
                  <a:lnTo>
                    <a:pt x="3563977" y="139409"/>
                  </a:lnTo>
                  <a:lnTo>
                    <a:pt x="3646860" y="141783"/>
                  </a:lnTo>
                  <a:lnTo>
                    <a:pt x="3729744" y="143198"/>
                  </a:lnTo>
                  <a:lnTo>
                    <a:pt x="3812627" y="143704"/>
                  </a:lnTo>
                  <a:lnTo>
                    <a:pt x="3895510" y="143546"/>
                  </a:lnTo>
                  <a:lnTo>
                    <a:pt x="3978393" y="142854"/>
                  </a:lnTo>
                  <a:lnTo>
                    <a:pt x="4061276" y="141758"/>
                  </a:lnTo>
                  <a:lnTo>
                    <a:pt x="4144160" y="140388"/>
                  </a:lnTo>
                  <a:lnTo>
                    <a:pt x="4227043" y="138876"/>
                  </a:lnTo>
                  <a:lnTo>
                    <a:pt x="4309926" y="137349"/>
                  </a:lnTo>
                  <a:lnTo>
                    <a:pt x="4392809" y="135548"/>
                  </a:lnTo>
                  <a:lnTo>
                    <a:pt x="4475692" y="133243"/>
                  </a:lnTo>
                  <a:lnTo>
                    <a:pt x="4558576" y="130435"/>
                  </a:lnTo>
                  <a:lnTo>
                    <a:pt x="4641459" y="127123"/>
                  </a:lnTo>
                  <a:lnTo>
                    <a:pt x="4724342" y="123310"/>
                  </a:lnTo>
                  <a:lnTo>
                    <a:pt x="4807225" y="118997"/>
                  </a:lnTo>
                  <a:lnTo>
                    <a:pt x="4890108" y="114184"/>
                  </a:lnTo>
                  <a:lnTo>
                    <a:pt x="4972992" y="108874"/>
                  </a:lnTo>
                  <a:lnTo>
                    <a:pt x="5055875" y="103067"/>
                  </a:lnTo>
                  <a:lnTo>
                    <a:pt x="5138758" y="96764"/>
                  </a:lnTo>
                  <a:lnTo>
                    <a:pt x="5221641" y="89967"/>
                  </a:lnTo>
                  <a:lnTo>
                    <a:pt x="5304524" y="82676"/>
                  </a:lnTo>
                  <a:lnTo>
                    <a:pt x="5387408" y="74893"/>
                  </a:lnTo>
                  <a:lnTo>
                    <a:pt x="5470291" y="66620"/>
                  </a:lnTo>
                  <a:lnTo>
                    <a:pt x="5553174" y="57856"/>
                  </a:lnTo>
                  <a:lnTo>
                    <a:pt x="5636057" y="48605"/>
                  </a:lnTo>
                  <a:lnTo>
                    <a:pt x="5718940" y="38865"/>
                  </a:lnTo>
                  <a:lnTo>
                    <a:pt x="5801824" y="28640"/>
                  </a:lnTo>
                  <a:lnTo>
                    <a:pt x="5884707" y="17929"/>
                  </a:lnTo>
                  <a:lnTo>
                    <a:pt x="5967590" y="6735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1367948"/>
              <a:ext cx="6015395" cy="4010511"/>
            </a:xfrm>
            <a:custGeom>
              <a:avLst/>
              <a:pathLst>
                <a:path w="6015395" h="4010511">
                  <a:moveTo>
                    <a:pt x="496219" y="0"/>
                  </a:moveTo>
                  <a:lnTo>
                    <a:pt x="497299" y="1411"/>
                  </a:lnTo>
                  <a:lnTo>
                    <a:pt x="580182" y="108779"/>
                  </a:lnTo>
                  <a:lnTo>
                    <a:pt x="663065" y="215214"/>
                  </a:lnTo>
                  <a:lnTo>
                    <a:pt x="745948" y="320688"/>
                  </a:lnTo>
                  <a:lnTo>
                    <a:pt x="828832" y="425170"/>
                  </a:lnTo>
                  <a:lnTo>
                    <a:pt x="911715" y="528627"/>
                  </a:lnTo>
                  <a:lnTo>
                    <a:pt x="994598" y="631031"/>
                  </a:lnTo>
                  <a:lnTo>
                    <a:pt x="1077481" y="732361"/>
                  </a:lnTo>
                  <a:lnTo>
                    <a:pt x="1160364" y="832615"/>
                  </a:lnTo>
                  <a:lnTo>
                    <a:pt x="1243248" y="931824"/>
                  </a:lnTo>
                  <a:lnTo>
                    <a:pt x="1326131" y="1030064"/>
                  </a:lnTo>
                  <a:lnTo>
                    <a:pt x="1409014" y="1127475"/>
                  </a:lnTo>
                  <a:lnTo>
                    <a:pt x="1491897" y="1224261"/>
                  </a:lnTo>
                  <a:lnTo>
                    <a:pt x="1574780" y="1320693"/>
                  </a:lnTo>
                  <a:lnTo>
                    <a:pt x="1657664" y="1417089"/>
                  </a:lnTo>
                  <a:lnTo>
                    <a:pt x="1740547" y="1513788"/>
                  </a:lnTo>
                  <a:lnTo>
                    <a:pt x="1823430" y="1611749"/>
                  </a:lnTo>
                  <a:lnTo>
                    <a:pt x="1906313" y="1712190"/>
                  </a:lnTo>
                  <a:lnTo>
                    <a:pt x="1989196" y="1814149"/>
                  </a:lnTo>
                  <a:lnTo>
                    <a:pt x="2072080" y="1916552"/>
                  </a:lnTo>
                  <a:lnTo>
                    <a:pt x="2154963" y="2018373"/>
                  </a:lnTo>
                  <a:lnTo>
                    <a:pt x="2237846" y="2118681"/>
                  </a:lnTo>
                  <a:lnTo>
                    <a:pt x="2320729" y="2218642"/>
                  </a:lnTo>
                  <a:lnTo>
                    <a:pt x="2403612" y="2327423"/>
                  </a:lnTo>
                  <a:lnTo>
                    <a:pt x="2486496" y="2439190"/>
                  </a:lnTo>
                  <a:lnTo>
                    <a:pt x="2569379" y="2546628"/>
                  </a:lnTo>
                  <a:lnTo>
                    <a:pt x="2652262" y="2644488"/>
                  </a:lnTo>
                  <a:lnTo>
                    <a:pt x="2735145" y="2741776"/>
                  </a:lnTo>
                  <a:lnTo>
                    <a:pt x="2818028" y="2838630"/>
                  </a:lnTo>
                  <a:lnTo>
                    <a:pt x="2900912" y="2929726"/>
                  </a:lnTo>
                  <a:lnTo>
                    <a:pt x="2983795" y="3012079"/>
                  </a:lnTo>
                  <a:lnTo>
                    <a:pt x="3066678" y="3086692"/>
                  </a:lnTo>
                  <a:lnTo>
                    <a:pt x="3149561" y="3154918"/>
                  </a:lnTo>
                  <a:lnTo>
                    <a:pt x="3232444" y="3216584"/>
                  </a:lnTo>
                  <a:lnTo>
                    <a:pt x="3315328" y="3274462"/>
                  </a:lnTo>
                  <a:lnTo>
                    <a:pt x="3398211" y="3327498"/>
                  </a:lnTo>
                  <a:lnTo>
                    <a:pt x="3481094" y="3373274"/>
                  </a:lnTo>
                  <a:lnTo>
                    <a:pt x="3563977" y="3413044"/>
                  </a:lnTo>
                  <a:lnTo>
                    <a:pt x="3646860" y="3449388"/>
                  </a:lnTo>
                  <a:lnTo>
                    <a:pt x="3729744" y="3485707"/>
                  </a:lnTo>
                  <a:lnTo>
                    <a:pt x="3812627" y="3519342"/>
                  </a:lnTo>
                  <a:lnTo>
                    <a:pt x="3895510" y="3548147"/>
                  </a:lnTo>
                  <a:lnTo>
                    <a:pt x="3978393" y="3572621"/>
                  </a:lnTo>
                  <a:lnTo>
                    <a:pt x="4061276" y="3593476"/>
                  </a:lnTo>
                  <a:lnTo>
                    <a:pt x="4144160" y="3611635"/>
                  </a:lnTo>
                  <a:lnTo>
                    <a:pt x="4227043" y="3628178"/>
                  </a:lnTo>
                  <a:lnTo>
                    <a:pt x="4309926" y="3644217"/>
                  </a:lnTo>
                  <a:lnTo>
                    <a:pt x="4392809" y="3659007"/>
                  </a:lnTo>
                  <a:lnTo>
                    <a:pt x="4475692" y="3671537"/>
                  </a:lnTo>
                  <a:lnTo>
                    <a:pt x="4558576" y="3681718"/>
                  </a:lnTo>
                  <a:lnTo>
                    <a:pt x="4641459" y="3689407"/>
                  </a:lnTo>
                  <a:lnTo>
                    <a:pt x="4724342" y="3694425"/>
                  </a:lnTo>
                  <a:lnTo>
                    <a:pt x="4807225" y="3696569"/>
                  </a:lnTo>
                  <a:lnTo>
                    <a:pt x="4890108" y="3695629"/>
                  </a:lnTo>
                  <a:lnTo>
                    <a:pt x="4972992" y="3691400"/>
                  </a:lnTo>
                  <a:lnTo>
                    <a:pt x="5055875" y="3683697"/>
                  </a:lnTo>
                  <a:lnTo>
                    <a:pt x="5138758" y="3672363"/>
                  </a:lnTo>
                  <a:lnTo>
                    <a:pt x="5221641" y="3657276"/>
                  </a:lnTo>
                  <a:lnTo>
                    <a:pt x="5304524" y="3638344"/>
                  </a:lnTo>
                  <a:lnTo>
                    <a:pt x="5387408" y="3615510"/>
                  </a:lnTo>
                  <a:lnTo>
                    <a:pt x="5470291" y="3588738"/>
                  </a:lnTo>
                  <a:lnTo>
                    <a:pt x="5553174" y="3558017"/>
                  </a:lnTo>
                  <a:lnTo>
                    <a:pt x="5636057" y="3523346"/>
                  </a:lnTo>
                  <a:lnTo>
                    <a:pt x="5718940" y="3484735"/>
                  </a:lnTo>
                  <a:lnTo>
                    <a:pt x="5801824" y="3442201"/>
                  </a:lnTo>
                  <a:lnTo>
                    <a:pt x="5884707" y="3395762"/>
                  </a:lnTo>
                  <a:lnTo>
                    <a:pt x="5967590" y="3345439"/>
                  </a:lnTo>
                  <a:lnTo>
                    <a:pt x="6015395" y="3314184"/>
                  </a:lnTo>
                  <a:lnTo>
                    <a:pt x="6015395" y="4010511"/>
                  </a:lnTo>
                  <a:lnTo>
                    <a:pt x="4711367" y="4010511"/>
                  </a:lnTo>
                  <a:lnTo>
                    <a:pt x="4641459" y="3997183"/>
                  </a:lnTo>
                  <a:lnTo>
                    <a:pt x="4558576" y="3980325"/>
                  </a:lnTo>
                  <a:lnTo>
                    <a:pt x="4475692" y="3962258"/>
                  </a:lnTo>
                  <a:lnTo>
                    <a:pt x="4392809" y="3942868"/>
                  </a:lnTo>
                  <a:lnTo>
                    <a:pt x="4309926" y="3922092"/>
                  </a:lnTo>
                  <a:lnTo>
                    <a:pt x="4227043" y="3900374"/>
                  </a:lnTo>
                  <a:lnTo>
                    <a:pt x="4144160" y="3878053"/>
                  </a:lnTo>
                  <a:lnTo>
                    <a:pt x="4061276" y="3854647"/>
                  </a:lnTo>
                  <a:lnTo>
                    <a:pt x="3978393" y="3829615"/>
                  </a:lnTo>
                  <a:lnTo>
                    <a:pt x="3895510" y="3802265"/>
                  </a:lnTo>
                  <a:lnTo>
                    <a:pt x="3812627" y="3771691"/>
                  </a:lnTo>
                  <a:lnTo>
                    <a:pt x="3729744" y="3736774"/>
                  </a:lnTo>
                  <a:lnTo>
                    <a:pt x="3646860" y="3697851"/>
                  </a:lnTo>
                  <a:lnTo>
                    <a:pt x="3563977" y="3657260"/>
                  </a:lnTo>
                  <a:lnTo>
                    <a:pt x="3481094" y="3614528"/>
                  </a:lnTo>
                  <a:lnTo>
                    <a:pt x="3398211" y="3568137"/>
                  </a:lnTo>
                  <a:lnTo>
                    <a:pt x="3315328" y="3515247"/>
                  </a:lnTo>
                  <a:lnTo>
                    <a:pt x="3232444" y="3454597"/>
                  </a:lnTo>
                  <a:lnTo>
                    <a:pt x="3149561" y="3389481"/>
                  </a:lnTo>
                  <a:lnTo>
                    <a:pt x="3066678" y="3321021"/>
                  </a:lnTo>
                  <a:lnTo>
                    <a:pt x="2983795" y="3247349"/>
                  </a:lnTo>
                  <a:lnTo>
                    <a:pt x="2900912" y="3163135"/>
                  </a:lnTo>
                  <a:lnTo>
                    <a:pt x="2818028" y="3070458"/>
                  </a:lnTo>
                  <a:lnTo>
                    <a:pt x="2735145" y="2974968"/>
                  </a:lnTo>
                  <a:lnTo>
                    <a:pt x="2652262" y="2879976"/>
                  </a:lnTo>
                  <a:lnTo>
                    <a:pt x="2569379" y="2781751"/>
                  </a:lnTo>
                  <a:lnTo>
                    <a:pt x="2486496" y="2673751"/>
                  </a:lnTo>
                  <a:lnTo>
                    <a:pt x="2403612" y="2563567"/>
                  </a:lnTo>
                  <a:lnTo>
                    <a:pt x="2320729" y="2457673"/>
                  </a:lnTo>
                  <a:lnTo>
                    <a:pt x="2237846" y="2359335"/>
                  </a:lnTo>
                  <a:lnTo>
                    <a:pt x="2154963" y="2260645"/>
                  </a:lnTo>
                  <a:lnTo>
                    <a:pt x="2072080" y="2161215"/>
                  </a:lnTo>
                  <a:lnTo>
                    <a:pt x="1989196" y="2062220"/>
                  </a:lnTo>
                  <a:lnTo>
                    <a:pt x="1906313" y="1964745"/>
                  </a:lnTo>
                  <a:lnTo>
                    <a:pt x="1823430" y="1869822"/>
                  </a:lnTo>
                  <a:lnTo>
                    <a:pt x="1740547" y="1778451"/>
                  </a:lnTo>
                  <a:lnTo>
                    <a:pt x="1657664" y="1690229"/>
                  </a:lnTo>
                  <a:lnTo>
                    <a:pt x="1574780" y="1604976"/>
                  </a:lnTo>
                  <a:lnTo>
                    <a:pt x="1491897" y="1522971"/>
                  </a:lnTo>
                  <a:lnTo>
                    <a:pt x="1409014" y="1444476"/>
                  </a:lnTo>
                  <a:lnTo>
                    <a:pt x="1326131" y="1369705"/>
                  </a:lnTo>
                  <a:lnTo>
                    <a:pt x="1243248" y="1298807"/>
                  </a:lnTo>
                  <a:lnTo>
                    <a:pt x="1160364" y="1231862"/>
                  </a:lnTo>
                  <a:lnTo>
                    <a:pt x="1077481" y="1168892"/>
                  </a:lnTo>
                  <a:lnTo>
                    <a:pt x="994598" y="1109868"/>
                  </a:lnTo>
                  <a:lnTo>
                    <a:pt x="911715" y="1054733"/>
                  </a:lnTo>
                  <a:lnTo>
                    <a:pt x="828832" y="1003410"/>
                  </a:lnTo>
                  <a:lnTo>
                    <a:pt x="745948" y="955812"/>
                  </a:lnTo>
                  <a:lnTo>
                    <a:pt x="663065" y="911850"/>
                  </a:lnTo>
                  <a:lnTo>
                    <a:pt x="580182" y="871437"/>
                  </a:lnTo>
                  <a:lnTo>
                    <a:pt x="497299" y="834487"/>
                  </a:lnTo>
                  <a:lnTo>
                    <a:pt x="414416" y="800921"/>
                  </a:lnTo>
                  <a:lnTo>
                    <a:pt x="331532" y="770664"/>
                  </a:lnTo>
                  <a:lnTo>
                    <a:pt x="248649" y="743643"/>
                  </a:lnTo>
                  <a:lnTo>
                    <a:pt x="165766" y="719790"/>
                  </a:lnTo>
                  <a:lnTo>
                    <a:pt x="82883" y="699043"/>
                  </a:lnTo>
                  <a:lnTo>
                    <a:pt x="0" y="68134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568684" y="1367948"/>
              <a:ext cx="5519176" cy="3696569"/>
            </a:xfrm>
            <a:custGeom>
              <a:avLst/>
              <a:pathLst>
                <a:path w="5519176" h="3696569">
                  <a:moveTo>
                    <a:pt x="0" y="0"/>
                  </a:moveTo>
                  <a:lnTo>
                    <a:pt x="1080" y="1411"/>
                  </a:lnTo>
                  <a:lnTo>
                    <a:pt x="83963" y="108779"/>
                  </a:lnTo>
                  <a:lnTo>
                    <a:pt x="166846" y="215214"/>
                  </a:lnTo>
                  <a:lnTo>
                    <a:pt x="249729" y="320688"/>
                  </a:lnTo>
                  <a:lnTo>
                    <a:pt x="332612" y="425170"/>
                  </a:lnTo>
                  <a:lnTo>
                    <a:pt x="415496" y="528627"/>
                  </a:lnTo>
                  <a:lnTo>
                    <a:pt x="498379" y="631031"/>
                  </a:lnTo>
                  <a:lnTo>
                    <a:pt x="581262" y="732361"/>
                  </a:lnTo>
                  <a:lnTo>
                    <a:pt x="664145" y="832615"/>
                  </a:lnTo>
                  <a:lnTo>
                    <a:pt x="747028" y="931824"/>
                  </a:lnTo>
                  <a:lnTo>
                    <a:pt x="829912" y="1030064"/>
                  </a:lnTo>
                  <a:lnTo>
                    <a:pt x="912795" y="1127475"/>
                  </a:lnTo>
                  <a:lnTo>
                    <a:pt x="995678" y="1224261"/>
                  </a:lnTo>
                  <a:lnTo>
                    <a:pt x="1078561" y="1320693"/>
                  </a:lnTo>
                  <a:lnTo>
                    <a:pt x="1161444" y="1417089"/>
                  </a:lnTo>
                  <a:lnTo>
                    <a:pt x="1244328" y="1513788"/>
                  </a:lnTo>
                  <a:lnTo>
                    <a:pt x="1327211" y="1611749"/>
                  </a:lnTo>
                  <a:lnTo>
                    <a:pt x="1410094" y="1712190"/>
                  </a:lnTo>
                  <a:lnTo>
                    <a:pt x="1492977" y="1814149"/>
                  </a:lnTo>
                  <a:lnTo>
                    <a:pt x="1575860" y="1916552"/>
                  </a:lnTo>
                  <a:lnTo>
                    <a:pt x="1658744" y="2018373"/>
                  </a:lnTo>
                  <a:lnTo>
                    <a:pt x="1741627" y="2118681"/>
                  </a:lnTo>
                  <a:lnTo>
                    <a:pt x="1824510" y="2218642"/>
                  </a:lnTo>
                  <a:lnTo>
                    <a:pt x="1907393" y="2327423"/>
                  </a:lnTo>
                  <a:lnTo>
                    <a:pt x="1990276" y="2439190"/>
                  </a:lnTo>
                  <a:lnTo>
                    <a:pt x="2073160" y="2546628"/>
                  </a:lnTo>
                  <a:lnTo>
                    <a:pt x="2156043" y="2644488"/>
                  </a:lnTo>
                  <a:lnTo>
                    <a:pt x="2238926" y="2741776"/>
                  </a:lnTo>
                  <a:lnTo>
                    <a:pt x="2321809" y="2838630"/>
                  </a:lnTo>
                  <a:lnTo>
                    <a:pt x="2404692" y="2929726"/>
                  </a:lnTo>
                  <a:lnTo>
                    <a:pt x="2487576" y="3012079"/>
                  </a:lnTo>
                  <a:lnTo>
                    <a:pt x="2570459" y="3086692"/>
                  </a:lnTo>
                  <a:lnTo>
                    <a:pt x="2653342" y="3154918"/>
                  </a:lnTo>
                  <a:lnTo>
                    <a:pt x="2736225" y="3216584"/>
                  </a:lnTo>
                  <a:lnTo>
                    <a:pt x="2819108" y="3274462"/>
                  </a:lnTo>
                  <a:lnTo>
                    <a:pt x="2901992" y="3327498"/>
                  </a:lnTo>
                  <a:lnTo>
                    <a:pt x="2984875" y="3373274"/>
                  </a:lnTo>
                  <a:lnTo>
                    <a:pt x="3067758" y="3413044"/>
                  </a:lnTo>
                  <a:lnTo>
                    <a:pt x="3150641" y="3449388"/>
                  </a:lnTo>
                  <a:lnTo>
                    <a:pt x="3233524" y="3485707"/>
                  </a:lnTo>
                  <a:lnTo>
                    <a:pt x="3316408" y="3519342"/>
                  </a:lnTo>
                  <a:lnTo>
                    <a:pt x="3399291" y="3548147"/>
                  </a:lnTo>
                  <a:lnTo>
                    <a:pt x="3482174" y="3572621"/>
                  </a:lnTo>
                  <a:lnTo>
                    <a:pt x="3565057" y="3593476"/>
                  </a:lnTo>
                  <a:lnTo>
                    <a:pt x="3647940" y="3611635"/>
                  </a:lnTo>
                  <a:lnTo>
                    <a:pt x="3730824" y="3628178"/>
                  </a:lnTo>
                  <a:lnTo>
                    <a:pt x="3813707" y="3644217"/>
                  </a:lnTo>
                  <a:lnTo>
                    <a:pt x="3896590" y="3659007"/>
                  </a:lnTo>
                  <a:lnTo>
                    <a:pt x="3979473" y="3671537"/>
                  </a:lnTo>
                  <a:lnTo>
                    <a:pt x="4062356" y="3681718"/>
                  </a:lnTo>
                  <a:lnTo>
                    <a:pt x="4145240" y="3689407"/>
                  </a:lnTo>
                  <a:lnTo>
                    <a:pt x="4228123" y="3694425"/>
                  </a:lnTo>
                  <a:lnTo>
                    <a:pt x="4311006" y="3696569"/>
                  </a:lnTo>
                  <a:lnTo>
                    <a:pt x="4393889" y="3695629"/>
                  </a:lnTo>
                  <a:lnTo>
                    <a:pt x="4476772" y="3691400"/>
                  </a:lnTo>
                  <a:lnTo>
                    <a:pt x="4559656" y="3683697"/>
                  </a:lnTo>
                  <a:lnTo>
                    <a:pt x="4642539" y="3672363"/>
                  </a:lnTo>
                  <a:lnTo>
                    <a:pt x="4725422" y="3657276"/>
                  </a:lnTo>
                  <a:lnTo>
                    <a:pt x="4808305" y="3638344"/>
                  </a:lnTo>
                  <a:lnTo>
                    <a:pt x="4891188" y="3615510"/>
                  </a:lnTo>
                  <a:lnTo>
                    <a:pt x="4974072" y="3588738"/>
                  </a:lnTo>
                  <a:lnTo>
                    <a:pt x="5056955" y="3558017"/>
                  </a:lnTo>
                  <a:lnTo>
                    <a:pt x="5139838" y="3523346"/>
                  </a:lnTo>
                  <a:lnTo>
                    <a:pt x="5222721" y="3484735"/>
                  </a:lnTo>
                  <a:lnTo>
                    <a:pt x="5305604" y="3442201"/>
                  </a:lnTo>
                  <a:lnTo>
                    <a:pt x="5388488" y="3395762"/>
                  </a:lnTo>
                  <a:lnTo>
                    <a:pt x="5471371" y="3345439"/>
                  </a:lnTo>
                  <a:lnTo>
                    <a:pt x="5519176" y="33141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72465" y="2049288"/>
              <a:ext cx="4711367" cy="3329171"/>
            </a:xfrm>
            <a:custGeom>
              <a:avLst/>
              <a:pathLst>
                <a:path w="4711367" h="3329171">
                  <a:moveTo>
                    <a:pt x="4711367" y="3329171"/>
                  </a:moveTo>
                  <a:lnTo>
                    <a:pt x="4641459" y="3315843"/>
                  </a:lnTo>
                  <a:lnTo>
                    <a:pt x="4558576" y="3298984"/>
                  </a:lnTo>
                  <a:lnTo>
                    <a:pt x="4475692" y="3280918"/>
                  </a:lnTo>
                  <a:lnTo>
                    <a:pt x="4392809" y="3261528"/>
                  </a:lnTo>
                  <a:lnTo>
                    <a:pt x="4309926" y="3240752"/>
                  </a:lnTo>
                  <a:lnTo>
                    <a:pt x="4227043" y="3219034"/>
                  </a:lnTo>
                  <a:lnTo>
                    <a:pt x="4144160" y="3196713"/>
                  </a:lnTo>
                  <a:lnTo>
                    <a:pt x="4061276" y="3173307"/>
                  </a:lnTo>
                  <a:lnTo>
                    <a:pt x="3978393" y="3148275"/>
                  </a:lnTo>
                  <a:lnTo>
                    <a:pt x="3895510" y="3120925"/>
                  </a:lnTo>
                  <a:lnTo>
                    <a:pt x="3812627" y="3090351"/>
                  </a:lnTo>
                  <a:lnTo>
                    <a:pt x="3729744" y="3055434"/>
                  </a:lnTo>
                  <a:lnTo>
                    <a:pt x="3646860" y="3016511"/>
                  </a:lnTo>
                  <a:lnTo>
                    <a:pt x="3563977" y="2975920"/>
                  </a:lnTo>
                  <a:lnTo>
                    <a:pt x="3481094" y="2933188"/>
                  </a:lnTo>
                  <a:lnTo>
                    <a:pt x="3398211" y="2886797"/>
                  </a:lnTo>
                  <a:lnTo>
                    <a:pt x="3315328" y="2833907"/>
                  </a:lnTo>
                  <a:lnTo>
                    <a:pt x="3232444" y="2773257"/>
                  </a:lnTo>
                  <a:lnTo>
                    <a:pt x="3149561" y="2708141"/>
                  </a:lnTo>
                  <a:lnTo>
                    <a:pt x="3066678" y="2639681"/>
                  </a:lnTo>
                  <a:lnTo>
                    <a:pt x="2983795" y="2566009"/>
                  </a:lnTo>
                  <a:lnTo>
                    <a:pt x="2900912" y="2481795"/>
                  </a:lnTo>
                  <a:lnTo>
                    <a:pt x="2818028" y="2389118"/>
                  </a:lnTo>
                  <a:lnTo>
                    <a:pt x="2735145" y="2293628"/>
                  </a:lnTo>
                  <a:lnTo>
                    <a:pt x="2652262" y="2198636"/>
                  </a:lnTo>
                  <a:lnTo>
                    <a:pt x="2569379" y="2100411"/>
                  </a:lnTo>
                  <a:lnTo>
                    <a:pt x="2486496" y="1992411"/>
                  </a:lnTo>
                  <a:lnTo>
                    <a:pt x="2403612" y="1882226"/>
                  </a:lnTo>
                  <a:lnTo>
                    <a:pt x="2320729" y="1776333"/>
                  </a:lnTo>
                  <a:lnTo>
                    <a:pt x="2237846" y="1677995"/>
                  </a:lnTo>
                  <a:lnTo>
                    <a:pt x="2154963" y="1579305"/>
                  </a:lnTo>
                  <a:lnTo>
                    <a:pt x="2072080" y="1479874"/>
                  </a:lnTo>
                  <a:lnTo>
                    <a:pt x="1989196" y="1380880"/>
                  </a:lnTo>
                  <a:lnTo>
                    <a:pt x="1906313" y="1283405"/>
                  </a:lnTo>
                  <a:lnTo>
                    <a:pt x="1823430" y="1188481"/>
                  </a:lnTo>
                  <a:lnTo>
                    <a:pt x="1740547" y="1097111"/>
                  </a:lnTo>
                  <a:lnTo>
                    <a:pt x="1657664" y="1008889"/>
                  </a:lnTo>
                  <a:lnTo>
                    <a:pt x="1574780" y="923636"/>
                  </a:lnTo>
                  <a:lnTo>
                    <a:pt x="1491897" y="841631"/>
                  </a:lnTo>
                  <a:lnTo>
                    <a:pt x="1409014" y="763136"/>
                  </a:lnTo>
                  <a:lnTo>
                    <a:pt x="1326131" y="688365"/>
                  </a:lnTo>
                  <a:lnTo>
                    <a:pt x="1243248" y="617467"/>
                  </a:lnTo>
                  <a:lnTo>
                    <a:pt x="1160364" y="550522"/>
                  </a:lnTo>
                  <a:lnTo>
                    <a:pt x="1077481" y="487551"/>
                  </a:lnTo>
                  <a:lnTo>
                    <a:pt x="994598" y="428528"/>
                  </a:lnTo>
                  <a:lnTo>
                    <a:pt x="911715" y="373393"/>
                  </a:lnTo>
                  <a:lnTo>
                    <a:pt x="828832" y="322070"/>
                  </a:lnTo>
                  <a:lnTo>
                    <a:pt x="745948" y="274472"/>
                  </a:lnTo>
                  <a:lnTo>
                    <a:pt x="663065" y="230510"/>
                  </a:lnTo>
                  <a:lnTo>
                    <a:pt x="580182" y="190096"/>
                  </a:lnTo>
                  <a:lnTo>
                    <a:pt x="497299" y="153147"/>
                  </a:lnTo>
                  <a:lnTo>
                    <a:pt x="414416" y="119581"/>
                  </a:lnTo>
                  <a:lnTo>
                    <a:pt x="331532" y="89324"/>
                  </a:lnTo>
                  <a:lnTo>
                    <a:pt x="248649" y="62302"/>
                  </a:lnTo>
                  <a:lnTo>
                    <a:pt x="165766" y="38450"/>
                  </a:lnTo>
                  <a:lnTo>
                    <a:pt x="82883" y="177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2465" y="1377917"/>
              <a:ext cx="6015395" cy="3867347"/>
            </a:xfrm>
            <a:custGeom>
              <a:avLst/>
              <a:pathLst>
                <a:path w="6015395" h="3867347">
                  <a:moveTo>
                    <a:pt x="0" y="0"/>
                  </a:moveTo>
                  <a:lnTo>
                    <a:pt x="82883" y="65165"/>
                  </a:lnTo>
                  <a:lnTo>
                    <a:pt x="165766" y="131426"/>
                  </a:lnTo>
                  <a:lnTo>
                    <a:pt x="248649" y="198809"/>
                  </a:lnTo>
                  <a:lnTo>
                    <a:pt x="331532" y="267343"/>
                  </a:lnTo>
                  <a:lnTo>
                    <a:pt x="414416" y="337057"/>
                  </a:lnTo>
                  <a:lnTo>
                    <a:pt x="497299" y="407980"/>
                  </a:lnTo>
                  <a:lnTo>
                    <a:pt x="580182" y="480139"/>
                  </a:lnTo>
                  <a:lnTo>
                    <a:pt x="663065" y="553563"/>
                  </a:lnTo>
                  <a:lnTo>
                    <a:pt x="745948" y="628281"/>
                  </a:lnTo>
                  <a:lnTo>
                    <a:pt x="828832" y="704321"/>
                  </a:lnTo>
                  <a:lnTo>
                    <a:pt x="911715" y="781711"/>
                  </a:lnTo>
                  <a:lnTo>
                    <a:pt x="994598" y="860480"/>
                  </a:lnTo>
                  <a:lnTo>
                    <a:pt x="1077481" y="940657"/>
                  </a:lnTo>
                  <a:lnTo>
                    <a:pt x="1160364" y="1022270"/>
                  </a:lnTo>
                  <a:lnTo>
                    <a:pt x="1243248" y="1105346"/>
                  </a:lnTo>
                  <a:lnTo>
                    <a:pt x="1326131" y="1189916"/>
                  </a:lnTo>
                  <a:lnTo>
                    <a:pt x="1409014" y="1276007"/>
                  </a:lnTo>
                  <a:lnTo>
                    <a:pt x="1491897" y="1363647"/>
                  </a:lnTo>
                  <a:lnTo>
                    <a:pt x="1574780" y="1452865"/>
                  </a:lnTo>
                  <a:lnTo>
                    <a:pt x="1657664" y="1543690"/>
                  </a:lnTo>
                  <a:lnTo>
                    <a:pt x="1740547" y="1636150"/>
                  </a:lnTo>
                  <a:lnTo>
                    <a:pt x="1823430" y="1730816"/>
                  </a:lnTo>
                  <a:lnTo>
                    <a:pt x="1906313" y="1828498"/>
                  </a:lnTo>
                  <a:lnTo>
                    <a:pt x="1989196" y="1928215"/>
                  </a:lnTo>
                  <a:lnTo>
                    <a:pt x="2072080" y="2028914"/>
                  </a:lnTo>
                  <a:lnTo>
                    <a:pt x="2154963" y="2129540"/>
                  </a:lnTo>
                  <a:lnTo>
                    <a:pt x="2237846" y="2229039"/>
                  </a:lnTo>
                  <a:lnTo>
                    <a:pt x="2320729" y="2328188"/>
                  </a:lnTo>
                  <a:lnTo>
                    <a:pt x="2403612" y="2435526"/>
                  </a:lnTo>
                  <a:lnTo>
                    <a:pt x="2486496" y="2546502"/>
                  </a:lnTo>
                  <a:lnTo>
                    <a:pt x="2569379" y="2654221"/>
                  </a:lnTo>
                  <a:lnTo>
                    <a:pt x="2652262" y="2752263"/>
                  </a:lnTo>
                  <a:lnTo>
                    <a:pt x="2735145" y="2848403"/>
                  </a:lnTo>
                  <a:lnTo>
                    <a:pt x="2818028" y="2944575"/>
                  </a:lnTo>
                  <a:lnTo>
                    <a:pt x="2900912" y="3036462"/>
                  </a:lnTo>
                  <a:lnTo>
                    <a:pt x="2983795" y="3119745"/>
                  </a:lnTo>
                  <a:lnTo>
                    <a:pt x="3066678" y="3193887"/>
                  </a:lnTo>
                  <a:lnTo>
                    <a:pt x="3149561" y="3262231"/>
                  </a:lnTo>
                  <a:lnTo>
                    <a:pt x="3232444" y="3325622"/>
                  </a:lnTo>
                  <a:lnTo>
                    <a:pt x="3315328" y="3384886"/>
                  </a:lnTo>
                  <a:lnTo>
                    <a:pt x="3398211" y="3437849"/>
                  </a:lnTo>
                  <a:lnTo>
                    <a:pt x="3481094" y="3483932"/>
                  </a:lnTo>
                  <a:lnTo>
                    <a:pt x="3563977" y="3525183"/>
                  </a:lnTo>
                  <a:lnTo>
                    <a:pt x="3646860" y="3563650"/>
                  </a:lnTo>
                  <a:lnTo>
                    <a:pt x="3729744" y="3601272"/>
                  </a:lnTo>
                  <a:lnTo>
                    <a:pt x="3812627" y="3635547"/>
                  </a:lnTo>
                  <a:lnTo>
                    <a:pt x="3895510" y="3665237"/>
                  </a:lnTo>
                  <a:lnTo>
                    <a:pt x="3978393" y="3691149"/>
                  </a:lnTo>
                  <a:lnTo>
                    <a:pt x="4061276" y="3714092"/>
                  </a:lnTo>
                  <a:lnTo>
                    <a:pt x="4144160" y="3734875"/>
                  </a:lnTo>
                  <a:lnTo>
                    <a:pt x="4227043" y="3754307"/>
                  </a:lnTo>
                  <a:lnTo>
                    <a:pt x="4309926" y="3773186"/>
                  </a:lnTo>
                  <a:lnTo>
                    <a:pt x="4392809" y="3790968"/>
                  </a:lnTo>
                  <a:lnTo>
                    <a:pt x="4475692" y="3806929"/>
                  </a:lnTo>
                  <a:lnTo>
                    <a:pt x="4558576" y="3821052"/>
                  </a:lnTo>
                  <a:lnTo>
                    <a:pt x="4641459" y="3833326"/>
                  </a:lnTo>
                  <a:lnTo>
                    <a:pt x="4724342" y="3843735"/>
                  </a:lnTo>
                  <a:lnTo>
                    <a:pt x="4807225" y="3852268"/>
                  </a:lnTo>
                  <a:lnTo>
                    <a:pt x="4890108" y="3858909"/>
                  </a:lnTo>
                  <a:lnTo>
                    <a:pt x="4972992" y="3863645"/>
                  </a:lnTo>
                  <a:lnTo>
                    <a:pt x="5055875" y="3866462"/>
                  </a:lnTo>
                  <a:lnTo>
                    <a:pt x="5138758" y="3867347"/>
                  </a:lnTo>
                  <a:lnTo>
                    <a:pt x="5221641" y="3866285"/>
                  </a:lnTo>
                  <a:lnTo>
                    <a:pt x="5304524" y="3863264"/>
                  </a:lnTo>
                  <a:lnTo>
                    <a:pt x="5387408" y="3858270"/>
                  </a:lnTo>
                  <a:lnTo>
                    <a:pt x="5470291" y="3851288"/>
                  </a:lnTo>
                  <a:lnTo>
                    <a:pt x="5553174" y="3842305"/>
                  </a:lnTo>
                  <a:lnTo>
                    <a:pt x="5636057" y="3831308"/>
                  </a:lnTo>
                  <a:lnTo>
                    <a:pt x="5718940" y="3818282"/>
                  </a:lnTo>
                  <a:lnTo>
                    <a:pt x="5801824" y="3803214"/>
                  </a:lnTo>
                  <a:lnTo>
                    <a:pt x="5884707" y="3786090"/>
                  </a:lnTo>
                  <a:lnTo>
                    <a:pt x="5967590" y="3766897"/>
                  </a:lnTo>
                  <a:lnTo>
                    <a:pt x="6015395" y="375462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1367948"/>
              <a:ext cx="6015395" cy="4010511"/>
            </a:xfrm>
            <a:custGeom>
              <a:avLst/>
              <a:pathLst>
                <a:path w="6015395" h="4010511">
                  <a:moveTo>
                    <a:pt x="605617" y="0"/>
                  </a:moveTo>
                  <a:lnTo>
                    <a:pt x="663065" y="53082"/>
                  </a:lnTo>
                  <a:lnTo>
                    <a:pt x="745948" y="130109"/>
                  </a:lnTo>
                  <a:lnTo>
                    <a:pt x="828832" y="207530"/>
                  </a:lnTo>
                  <a:lnTo>
                    <a:pt x="911715" y="285301"/>
                  </a:lnTo>
                  <a:lnTo>
                    <a:pt x="994598" y="363376"/>
                  </a:lnTo>
                  <a:lnTo>
                    <a:pt x="1077481" y="441722"/>
                  </a:lnTo>
                  <a:lnTo>
                    <a:pt x="1160364" y="520324"/>
                  </a:lnTo>
                  <a:lnTo>
                    <a:pt x="1243248" y="599201"/>
                  </a:lnTo>
                  <a:lnTo>
                    <a:pt x="1326131" y="678423"/>
                  </a:lnTo>
                  <a:lnTo>
                    <a:pt x="1409014" y="758120"/>
                  </a:lnTo>
                  <a:lnTo>
                    <a:pt x="1491897" y="838500"/>
                  </a:lnTo>
                  <a:lnTo>
                    <a:pt x="1574780" y="919835"/>
                  </a:lnTo>
                  <a:lnTo>
                    <a:pt x="1657664" y="1002448"/>
                  </a:lnTo>
                  <a:lnTo>
                    <a:pt x="1740547" y="1086683"/>
                  </a:lnTo>
                  <a:lnTo>
                    <a:pt x="1823430" y="1173514"/>
                  </a:lnTo>
                  <a:lnTo>
                    <a:pt x="1906313" y="1264229"/>
                  </a:lnTo>
                  <a:lnTo>
                    <a:pt x="1989196" y="1357957"/>
                  </a:lnTo>
                  <a:lnTo>
                    <a:pt x="2072080" y="1453715"/>
                  </a:lnTo>
                  <a:lnTo>
                    <a:pt x="2154963" y="1550571"/>
                  </a:lnTo>
                  <a:lnTo>
                    <a:pt x="2237846" y="1647692"/>
                  </a:lnTo>
                  <a:lnTo>
                    <a:pt x="2320729" y="1746387"/>
                  </a:lnTo>
                  <a:lnTo>
                    <a:pt x="2403612" y="1856083"/>
                  </a:lnTo>
                  <a:lnTo>
                    <a:pt x="2486496" y="1970881"/>
                  </a:lnTo>
                  <a:lnTo>
                    <a:pt x="2569379" y="2083411"/>
                  </a:lnTo>
                  <a:lnTo>
                    <a:pt x="2652262" y="2188590"/>
                  </a:lnTo>
                  <a:lnTo>
                    <a:pt x="2735145" y="2298628"/>
                  </a:lnTo>
                  <a:lnTo>
                    <a:pt x="2818028" y="2412769"/>
                  </a:lnTo>
                  <a:lnTo>
                    <a:pt x="2900912" y="2522753"/>
                  </a:lnTo>
                  <a:lnTo>
                    <a:pt x="2983795" y="2622792"/>
                  </a:lnTo>
                  <a:lnTo>
                    <a:pt x="3066678" y="2717593"/>
                  </a:lnTo>
                  <a:lnTo>
                    <a:pt x="3149561" y="2811678"/>
                  </a:lnTo>
                  <a:lnTo>
                    <a:pt x="3232444" y="2899919"/>
                  </a:lnTo>
                  <a:lnTo>
                    <a:pt x="3315328" y="2980330"/>
                  </a:lnTo>
                  <a:lnTo>
                    <a:pt x="3398211" y="3054744"/>
                  </a:lnTo>
                  <a:lnTo>
                    <a:pt x="3481094" y="3123859"/>
                  </a:lnTo>
                  <a:lnTo>
                    <a:pt x="3563977" y="3187186"/>
                  </a:lnTo>
                  <a:lnTo>
                    <a:pt x="3646860" y="3245638"/>
                  </a:lnTo>
                  <a:lnTo>
                    <a:pt x="3729744" y="3301082"/>
                  </a:lnTo>
                  <a:lnTo>
                    <a:pt x="3812627" y="3352490"/>
                  </a:lnTo>
                  <a:lnTo>
                    <a:pt x="3895510" y="3398814"/>
                  </a:lnTo>
                  <a:lnTo>
                    <a:pt x="3978393" y="3440308"/>
                  </a:lnTo>
                  <a:lnTo>
                    <a:pt x="4061276" y="3477449"/>
                  </a:lnTo>
                  <a:lnTo>
                    <a:pt x="4144160" y="3510941"/>
                  </a:lnTo>
                  <a:lnTo>
                    <a:pt x="4227043" y="3541647"/>
                  </a:lnTo>
                  <a:lnTo>
                    <a:pt x="4309926" y="3570477"/>
                  </a:lnTo>
                  <a:lnTo>
                    <a:pt x="4392809" y="3596943"/>
                  </a:lnTo>
                  <a:lnTo>
                    <a:pt x="4475692" y="3620306"/>
                  </a:lnTo>
                  <a:lnTo>
                    <a:pt x="4558576" y="3640468"/>
                  </a:lnTo>
                  <a:lnTo>
                    <a:pt x="4641459" y="3657283"/>
                  </a:lnTo>
                  <a:lnTo>
                    <a:pt x="4724342" y="3670561"/>
                  </a:lnTo>
                  <a:lnTo>
                    <a:pt x="4807225" y="3680089"/>
                  </a:lnTo>
                  <a:lnTo>
                    <a:pt x="4890108" y="3685646"/>
                  </a:lnTo>
                  <a:lnTo>
                    <a:pt x="4972992" y="3687016"/>
                  </a:lnTo>
                  <a:lnTo>
                    <a:pt x="5055875" y="3684005"/>
                  </a:lnTo>
                  <a:lnTo>
                    <a:pt x="5138758" y="3676449"/>
                  </a:lnTo>
                  <a:lnTo>
                    <a:pt x="5221641" y="3664217"/>
                  </a:lnTo>
                  <a:lnTo>
                    <a:pt x="5304524" y="3647217"/>
                  </a:lnTo>
                  <a:lnTo>
                    <a:pt x="5387408" y="3625386"/>
                  </a:lnTo>
                  <a:lnTo>
                    <a:pt x="5470291" y="3598689"/>
                  </a:lnTo>
                  <a:lnTo>
                    <a:pt x="5553174" y="3567115"/>
                  </a:lnTo>
                  <a:lnTo>
                    <a:pt x="5636057" y="3530664"/>
                  </a:lnTo>
                  <a:lnTo>
                    <a:pt x="5718940" y="3489348"/>
                  </a:lnTo>
                  <a:lnTo>
                    <a:pt x="5801824" y="3443185"/>
                  </a:lnTo>
                  <a:lnTo>
                    <a:pt x="5884707" y="3392196"/>
                  </a:lnTo>
                  <a:lnTo>
                    <a:pt x="5967590" y="3336404"/>
                  </a:lnTo>
                  <a:lnTo>
                    <a:pt x="6015395" y="3301466"/>
                  </a:lnTo>
                  <a:lnTo>
                    <a:pt x="6015395" y="4010511"/>
                  </a:lnTo>
                  <a:lnTo>
                    <a:pt x="4736116" y="4010511"/>
                  </a:lnTo>
                  <a:lnTo>
                    <a:pt x="4724342" y="4007239"/>
                  </a:lnTo>
                  <a:lnTo>
                    <a:pt x="4641459" y="3982564"/>
                  </a:lnTo>
                  <a:lnTo>
                    <a:pt x="4558576" y="3956059"/>
                  </a:lnTo>
                  <a:lnTo>
                    <a:pt x="4475692" y="3927561"/>
                  </a:lnTo>
                  <a:lnTo>
                    <a:pt x="4392809" y="3896950"/>
                  </a:lnTo>
                  <a:lnTo>
                    <a:pt x="4309926" y="3864157"/>
                  </a:lnTo>
                  <a:lnTo>
                    <a:pt x="4227043" y="3829325"/>
                  </a:lnTo>
                  <a:lnTo>
                    <a:pt x="4144160" y="3792512"/>
                  </a:lnTo>
                  <a:lnTo>
                    <a:pt x="4061276" y="3753475"/>
                  </a:lnTo>
                  <a:lnTo>
                    <a:pt x="3978393" y="3711919"/>
                  </a:lnTo>
                  <a:lnTo>
                    <a:pt x="3895510" y="3667386"/>
                  </a:lnTo>
                  <a:lnTo>
                    <a:pt x="3812627" y="3619192"/>
                  </a:lnTo>
                  <a:lnTo>
                    <a:pt x="3729744" y="3566428"/>
                  </a:lnTo>
                  <a:lnTo>
                    <a:pt x="3646860" y="3508233"/>
                  </a:lnTo>
                  <a:lnTo>
                    <a:pt x="3563977" y="3445292"/>
                  </a:lnTo>
                  <a:lnTo>
                    <a:pt x="3481094" y="3378834"/>
                  </a:lnTo>
                  <a:lnTo>
                    <a:pt x="3398211" y="3309070"/>
                  </a:lnTo>
                  <a:lnTo>
                    <a:pt x="3315328" y="3234810"/>
                  </a:lnTo>
                  <a:lnTo>
                    <a:pt x="3232444" y="3151470"/>
                  </a:lnTo>
                  <a:lnTo>
                    <a:pt x="3149561" y="3059582"/>
                  </a:lnTo>
                  <a:lnTo>
                    <a:pt x="3066678" y="2965250"/>
                  </a:lnTo>
                  <a:lnTo>
                    <a:pt x="2983795" y="2871444"/>
                  </a:lnTo>
                  <a:lnTo>
                    <a:pt x="2900912" y="2769438"/>
                  </a:lnTo>
                  <a:lnTo>
                    <a:pt x="2818028" y="2657783"/>
                  </a:lnTo>
                  <a:lnTo>
                    <a:pt x="2735145" y="2545083"/>
                  </a:lnTo>
                  <a:lnTo>
                    <a:pt x="2652262" y="2437472"/>
                  </a:lnTo>
                  <a:lnTo>
                    <a:pt x="2569379" y="2331907"/>
                  </a:lnTo>
                  <a:lnTo>
                    <a:pt x="2486496" y="2218783"/>
                  </a:lnTo>
                  <a:lnTo>
                    <a:pt x="2403612" y="2105658"/>
                  </a:lnTo>
                  <a:lnTo>
                    <a:pt x="2320729" y="1999013"/>
                  </a:lnTo>
                  <a:lnTo>
                    <a:pt x="2237846" y="1902035"/>
                  </a:lnTo>
                  <a:lnTo>
                    <a:pt x="2154963" y="1806623"/>
                  </a:lnTo>
                  <a:lnTo>
                    <a:pt x="2072080" y="1712294"/>
                  </a:lnTo>
                  <a:lnTo>
                    <a:pt x="1989196" y="1620138"/>
                  </a:lnTo>
                  <a:lnTo>
                    <a:pt x="1906313" y="1531148"/>
                  </a:lnTo>
                  <a:lnTo>
                    <a:pt x="1823430" y="1446265"/>
                  </a:lnTo>
                  <a:lnTo>
                    <a:pt x="1740547" y="1366399"/>
                  </a:lnTo>
                  <a:lnTo>
                    <a:pt x="1657664" y="1291123"/>
                  </a:lnTo>
                  <a:lnTo>
                    <a:pt x="1574780" y="1220287"/>
                  </a:lnTo>
                  <a:lnTo>
                    <a:pt x="1491897" y="1154200"/>
                  </a:lnTo>
                  <a:lnTo>
                    <a:pt x="1409014" y="1093152"/>
                  </a:lnTo>
                  <a:lnTo>
                    <a:pt x="1326131" y="1037381"/>
                  </a:lnTo>
                  <a:lnTo>
                    <a:pt x="1243248" y="987057"/>
                  </a:lnTo>
                  <a:lnTo>
                    <a:pt x="1160364" y="942279"/>
                  </a:lnTo>
                  <a:lnTo>
                    <a:pt x="1077481" y="903081"/>
                  </a:lnTo>
                  <a:lnTo>
                    <a:pt x="994598" y="869448"/>
                  </a:lnTo>
                  <a:lnTo>
                    <a:pt x="911715" y="841330"/>
                  </a:lnTo>
                  <a:lnTo>
                    <a:pt x="828832" y="818659"/>
                  </a:lnTo>
                  <a:lnTo>
                    <a:pt x="745948" y="801356"/>
                  </a:lnTo>
                  <a:lnTo>
                    <a:pt x="663065" y="789340"/>
                  </a:lnTo>
                  <a:lnTo>
                    <a:pt x="580182" y="782531"/>
                  </a:lnTo>
                  <a:lnTo>
                    <a:pt x="497299" y="780853"/>
                  </a:lnTo>
                  <a:lnTo>
                    <a:pt x="414416" y="784233"/>
                  </a:lnTo>
                  <a:lnTo>
                    <a:pt x="331532" y="792605"/>
                  </a:lnTo>
                  <a:lnTo>
                    <a:pt x="248649" y="805905"/>
                  </a:lnTo>
                  <a:lnTo>
                    <a:pt x="165766" y="824075"/>
                  </a:lnTo>
                  <a:lnTo>
                    <a:pt x="82883" y="847060"/>
                  </a:lnTo>
                  <a:lnTo>
                    <a:pt x="0" y="8748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678083" y="1367948"/>
              <a:ext cx="5409777" cy="3687016"/>
            </a:xfrm>
            <a:custGeom>
              <a:avLst/>
              <a:pathLst>
                <a:path w="5409777" h="3687016">
                  <a:moveTo>
                    <a:pt x="0" y="0"/>
                  </a:moveTo>
                  <a:lnTo>
                    <a:pt x="57447" y="53082"/>
                  </a:lnTo>
                  <a:lnTo>
                    <a:pt x="140330" y="130109"/>
                  </a:lnTo>
                  <a:lnTo>
                    <a:pt x="223214" y="207530"/>
                  </a:lnTo>
                  <a:lnTo>
                    <a:pt x="306097" y="285301"/>
                  </a:lnTo>
                  <a:lnTo>
                    <a:pt x="388980" y="363376"/>
                  </a:lnTo>
                  <a:lnTo>
                    <a:pt x="471863" y="441722"/>
                  </a:lnTo>
                  <a:lnTo>
                    <a:pt x="554746" y="520324"/>
                  </a:lnTo>
                  <a:lnTo>
                    <a:pt x="637630" y="599201"/>
                  </a:lnTo>
                  <a:lnTo>
                    <a:pt x="720513" y="678423"/>
                  </a:lnTo>
                  <a:lnTo>
                    <a:pt x="803396" y="758120"/>
                  </a:lnTo>
                  <a:lnTo>
                    <a:pt x="886279" y="838500"/>
                  </a:lnTo>
                  <a:lnTo>
                    <a:pt x="969162" y="919835"/>
                  </a:lnTo>
                  <a:lnTo>
                    <a:pt x="1052046" y="1002448"/>
                  </a:lnTo>
                  <a:lnTo>
                    <a:pt x="1134929" y="1086683"/>
                  </a:lnTo>
                  <a:lnTo>
                    <a:pt x="1217812" y="1173514"/>
                  </a:lnTo>
                  <a:lnTo>
                    <a:pt x="1300695" y="1264229"/>
                  </a:lnTo>
                  <a:lnTo>
                    <a:pt x="1383578" y="1357957"/>
                  </a:lnTo>
                  <a:lnTo>
                    <a:pt x="1466462" y="1453715"/>
                  </a:lnTo>
                  <a:lnTo>
                    <a:pt x="1549345" y="1550571"/>
                  </a:lnTo>
                  <a:lnTo>
                    <a:pt x="1632228" y="1647692"/>
                  </a:lnTo>
                  <a:lnTo>
                    <a:pt x="1715111" y="1746387"/>
                  </a:lnTo>
                  <a:lnTo>
                    <a:pt x="1797994" y="1856083"/>
                  </a:lnTo>
                  <a:lnTo>
                    <a:pt x="1880878" y="1970881"/>
                  </a:lnTo>
                  <a:lnTo>
                    <a:pt x="1963761" y="2083411"/>
                  </a:lnTo>
                  <a:lnTo>
                    <a:pt x="2046644" y="2188590"/>
                  </a:lnTo>
                  <a:lnTo>
                    <a:pt x="2129527" y="2298628"/>
                  </a:lnTo>
                  <a:lnTo>
                    <a:pt x="2212410" y="2412769"/>
                  </a:lnTo>
                  <a:lnTo>
                    <a:pt x="2295294" y="2522753"/>
                  </a:lnTo>
                  <a:lnTo>
                    <a:pt x="2378177" y="2622792"/>
                  </a:lnTo>
                  <a:lnTo>
                    <a:pt x="2461060" y="2717593"/>
                  </a:lnTo>
                  <a:lnTo>
                    <a:pt x="2543943" y="2811678"/>
                  </a:lnTo>
                  <a:lnTo>
                    <a:pt x="2626826" y="2899919"/>
                  </a:lnTo>
                  <a:lnTo>
                    <a:pt x="2709710" y="2980330"/>
                  </a:lnTo>
                  <a:lnTo>
                    <a:pt x="2792593" y="3054744"/>
                  </a:lnTo>
                  <a:lnTo>
                    <a:pt x="2875476" y="3123859"/>
                  </a:lnTo>
                  <a:lnTo>
                    <a:pt x="2958359" y="3187186"/>
                  </a:lnTo>
                  <a:lnTo>
                    <a:pt x="3041242" y="3245638"/>
                  </a:lnTo>
                  <a:lnTo>
                    <a:pt x="3124126" y="3301082"/>
                  </a:lnTo>
                  <a:lnTo>
                    <a:pt x="3207009" y="3352490"/>
                  </a:lnTo>
                  <a:lnTo>
                    <a:pt x="3289892" y="3398814"/>
                  </a:lnTo>
                  <a:lnTo>
                    <a:pt x="3372775" y="3440308"/>
                  </a:lnTo>
                  <a:lnTo>
                    <a:pt x="3455658" y="3477449"/>
                  </a:lnTo>
                  <a:lnTo>
                    <a:pt x="3538542" y="3510941"/>
                  </a:lnTo>
                  <a:lnTo>
                    <a:pt x="3621425" y="3541647"/>
                  </a:lnTo>
                  <a:lnTo>
                    <a:pt x="3704308" y="3570477"/>
                  </a:lnTo>
                  <a:lnTo>
                    <a:pt x="3787191" y="3596943"/>
                  </a:lnTo>
                  <a:lnTo>
                    <a:pt x="3870074" y="3620306"/>
                  </a:lnTo>
                  <a:lnTo>
                    <a:pt x="3952958" y="3640468"/>
                  </a:lnTo>
                  <a:lnTo>
                    <a:pt x="4035841" y="3657283"/>
                  </a:lnTo>
                  <a:lnTo>
                    <a:pt x="4118724" y="3670561"/>
                  </a:lnTo>
                  <a:lnTo>
                    <a:pt x="4201607" y="3680089"/>
                  </a:lnTo>
                  <a:lnTo>
                    <a:pt x="4284490" y="3685646"/>
                  </a:lnTo>
                  <a:lnTo>
                    <a:pt x="4367374" y="3687016"/>
                  </a:lnTo>
                  <a:lnTo>
                    <a:pt x="4450257" y="3684005"/>
                  </a:lnTo>
                  <a:lnTo>
                    <a:pt x="4533140" y="3676449"/>
                  </a:lnTo>
                  <a:lnTo>
                    <a:pt x="4616023" y="3664217"/>
                  </a:lnTo>
                  <a:lnTo>
                    <a:pt x="4698906" y="3647217"/>
                  </a:lnTo>
                  <a:lnTo>
                    <a:pt x="4781790" y="3625386"/>
                  </a:lnTo>
                  <a:lnTo>
                    <a:pt x="4864673" y="3598689"/>
                  </a:lnTo>
                  <a:lnTo>
                    <a:pt x="4947556" y="3567115"/>
                  </a:lnTo>
                  <a:lnTo>
                    <a:pt x="5030439" y="3530664"/>
                  </a:lnTo>
                  <a:lnTo>
                    <a:pt x="5113322" y="3489348"/>
                  </a:lnTo>
                  <a:lnTo>
                    <a:pt x="5196206" y="3443185"/>
                  </a:lnTo>
                  <a:lnTo>
                    <a:pt x="5279089" y="3392196"/>
                  </a:lnTo>
                  <a:lnTo>
                    <a:pt x="5361972" y="3336404"/>
                  </a:lnTo>
                  <a:lnTo>
                    <a:pt x="5409777" y="33014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72465" y="2148802"/>
              <a:ext cx="4736116" cy="3229657"/>
            </a:xfrm>
            <a:custGeom>
              <a:avLst/>
              <a:pathLst>
                <a:path w="4736116" h="3229657">
                  <a:moveTo>
                    <a:pt x="4736116" y="3229657"/>
                  </a:moveTo>
                  <a:lnTo>
                    <a:pt x="4724342" y="3226386"/>
                  </a:lnTo>
                  <a:lnTo>
                    <a:pt x="4641459" y="3201711"/>
                  </a:lnTo>
                  <a:lnTo>
                    <a:pt x="4558576" y="3175205"/>
                  </a:lnTo>
                  <a:lnTo>
                    <a:pt x="4475692" y="3146708"/>
                  </a:lnTo>
                  <a:lnTo>
                    <a:pt x="4392809" y="3116097"/>
                  </a:lnTo>
                  <a:lnTo>
                    <a:pt x="4309926" y="3083303"/>
                  </a:lnTo>
                  <a:lnTo>
                    <a:pt x="4227043" y="3048472"/>
                  </a:lnTo>
                  <a:lnTo>
                    <a:pt x="4144160" y="3011658"/>
                  </a:lnTo>
                  <a:lnTo>
                    <a:pt x="4061276" y="2972622"/>
                  </a:lnTo>
                  <a:lnTo>
                    <a:pt x="3978393" y="2931066"/>
                  </a:lnTo>
                  <a:lnTo>
                    <a:pt x="3895510" y="2886532"/>
                  </a:lnTo>
                  <a:lnTo>
                    <a:pt x="3812627" y="2838338"/>
                  </a:lnTo>
                  <a:lnTo>
                    <a:pt x="3729744" y="2785575"/>
                  </a:lnTo>
                  <a:lnTo>
                    <a:pt x="3646860" y="2727380"/>
                  </a:lnTo>
                  <a:lnTo>
                    <a:pt x="3563977" y="2664439"/>
                  </a:lnTo>
                  <a:lnTo>
                    <a:pt x="3481094" y="2597981"/>
                  </a:lnTo>
                  <a:lnTo>
                    <a:pt x="3398211" y="2528217"/>
                  </a:lnTo>
                  <a:lnTo>
                    <a:pt x="3315328" y="2453957"/>
                  </a:lnTo>
                  <a:lnTo>
                    <a:pt x="3232444" y="2370617"/>
                  </a:lnTo>
                  <a:lnTo>
                    <a:pt x="3149561" y="2278729"/>
                  </a:lnTo>
                  <a:lnTo>
                    <a:pt x="3066678" y="2184397"/>
                  </a:lnTo>
                  <a:lnTo>
                    <a:pt x="2983795" y="2090590"/>
                  </a:lnTo>
                  <a:lnTo>
                    <a:pt x="2900912" y="1988584"/>
                  </a:lnTo>
                  <a:lnTo>
                    <a:pt x="2818028" y="1876929"/>
                  </a:lnTo>
                  <a:lnTo>
                    <a:pt x="2735145" y="1764230"/>
                  </a:lnTo>
                  <a:lnTo>
                    <a:pt x="2652262" y="1656618"/>
                  </a:lnTo>
                  <a:lnTo>
                    <a:pt x="2569379" y="1551053"/>
                  </a:lnTo>
                  <a:lnTo>
                    <a:pt x="2486496" y="1437930"/>
                  </a:lnTo>
                  <a:lnTo>
                    <a:pt x="2403612" y="1324804"/>
                  </a:lnTo>
                  <a:lnTo>
                    <a:pt x="2320729" y="1218160"/>
                  </a:lnTo>
                  <a:lnTo>
                    <a:pt x="2237846" y="1121181"/>
                  </a:lnTo>
                  <a:lnTo>
                    <a:pt x="2154963" y="1025769"/>
                  </a:lnTo>
                  <a:lnTo>
                    <a:pt x="2072080" y="931440"/>
                  </a:lnTo>
                  <a:lnTo>
                    <a:pt x="1989196" y="839285"/>
                  </a:lnTo>
                  <a:lnTo>
                    <a:pt x="1906313" y="750295"/>
                  </a:lnTo>
                  <a:lnTo>
                    <a:pt x="1823430" y="665412"/>
                  </a:lnTo>
                  <a:lnTo>
                    <a:pt x="1740547" y="585546"/>
                  </a:lnTo>
                  <a:lnTo>
                    <a:pt x="1657664" y="510269"/>
                  </a:lnTo>
                  <a:lnTo>
                    <a:pt x="1574780" y="439434"/>
                  </a:lnTo>
                  <a:lnTo>
                    <a:pt x="1491897" y="373347"/>
                  </a:lnTo>
                  <a:lnTo>
                    <a:pt x="1409014" y="312299"/>
                  </a:lnTo>
                  <a:lnTo>
                    <a:pt x="1326131" y="256527"/>
                  </a:lnTo>
                  <a:lnTo>
                    <a:pt x="1243248" y="206204"/>
                  </a:lnTo>
                  <a:lnTo>
                    <a:pt x="1160364" y="161426"/>
                  </a:lnTo>
                  <a:lnTo>
                    <a:pt x="1077481" y="122228"/>
                  </a:lnTo>
                  <a:lnTo>
                    <a:pt x="994598" y="88595"/>
                  </a:lnTo>
                  <a:lnTo>
                    <a:pt x="911715" y="60477"/>
                  </a:lnTo>
                  <a:lnTo>
                    <a:pt x="828832" y="37805"/>
                  </a:lnTo>
                  <a:lnTo>
                    <a:pt x="745948" y="20502"/>
                  </a:lnTo>
                  <a:lnTo>
                    <a:pt x="663065" y="8487"/>
                  </a:lnTo>
                  <a:lnTo>
                    <a:pt x="580182" y="1678"/>
                  </a:lnTo>
                  <a:lnTo>
                    <a:pt x="497299" y="0"/>
                  </a:lnTo>
                  <a:lnTo>
                    <a:pt x="414416" y="3380"/>
                  </a:lnTo>
                  <a:lnTo>
                    <a:pt x="331532" y="11751"/>
                  </a:lnTo>
                  <a:lnTo>
                    <a:pt x="248649" y="25052"/>
                  </a:lnTo>
                  <a:lnTo>
                    <a:pt x="165766" y="43222"/>
                  </a:lnTo>
                  <a:lnTo>
                    <a:pt x="82883" y="66207"/>
                  </a:lnTo>
                  <a:lnTo>
                    <a:pt x="0" y="93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1533202"/>
              <a:ext cx="6015395" cy="3730397"/>
            </a:xfrm>
            <a:custGeom>
              <a:avLst/>
              <a:pathLst>
                <a:path w="6015395" h="3730397">
                  <a:moveTo>
                    <a:pt x="0" y="0"/>
                  </a:moveTo>
                  <a:lnTo>
                    <a:pt x="82883" y="22413"/>
                  </a:lnTo>
                  <a:lnTo>
                    <a:pt x="165766" y="47529"/>
                  </a:lnTo>
                  <a:lnTo>
                    <a:pt x="248649" y="75366"/>
                  </a:lnTo>
                  <a:lnTo>
                    <a:pt x="331532" y="105940"/>
                  </a:lnTo>
                  <a:lnTo>
                    <a:pt x="414416" y="139269"/>
                  </a:lnTo>
                  <a:lnTo>
                    <a:pt x="497299" y="175370"/>
                  </a:lnTo>
                  <a:lnTo>
                    <a:pt x="580182" y="214261"/>
                  </a:lnTo>
                  <a:lnTo>
                    <a:pt x="663065" y="255958"/>
                  </a:lnTo>
                  <a:lnTo>
                    <a:pt x="745948" y="300479"/>
                  </a:lnTo>
                  <a:lnTo>
                    <a:pt x="828832" y="347841"/>
                  </a:lnTo>
                  <a:lnTo>
                    <a:pt x="911715" y="398062"/>
                  </a:lnTo>
                  <a:lnTo>
                    <a:pt x="994598" y="451159"/>
                  </a:lnTo>
                  <a:lnTo>
                    <a:pt x="1077481" y="507149"/>
                  </a:lnTo>
                  <a:lnTo>
                    <a:pt x="1160364" y="566048"/>
                  </a:lnTo>
                  <a:lnTo>
                    <a:pt x="1243248" y="627876"/>
                  </a:lnTo>
                  <a:lnTo>
                    <a:pt x="1326131" y="692648"/>
                  </a:lnTo>
                  <a:lnTo>
                    <a:pt x="1409014" y="760383"/>
                  </a:lnTo>
                  <a:lnTo>
                    <a:pt x="1491897" y="831097"/>
                  </a:lnTo>
                  <a:lnTo>
                    <a:pt x="1574780" y="904807"/>
                  </a:lnTo>
                  <a:lnTo>
                    <a:pt x="1657664" y="981532"/>
                  </a:lnTo>
                  <a:lnTo>
                    <a:pt x="1740547" y="1061288"/>
                  </a:lnTo>
                  <a:lnTo>
                    <a:pt x="1823430" y="1144636"/>
                  </a:lnTo>
                  <a:lnTo>
                    <a:pt x="1906313" y="1232435"/>
                  </a:lnTo>
                  <a:lnTo>
                    <a:pt x="1989196" y="1323794"/>
                  </a:lnTo>
                  <a:lnTo>
                    <a:pt x="2072080" y="1417751"/>
                  </a:lnTo>
                  <a:lnTo>
                    <a:pt x="2154963" y="1513344"/>
                  </a:lnTo>
                  <a:lnTo>
                    <a:pt x="2237846" y="1609610"/>
                  </a:lnTo>
                  <a:lnTo>
                    <a:pt x="2320729" y="1707447"/>
                  </a:lnTo>
                  <a:lnTo>
                    <a:pt x="2403612" y="1815617"/>
                  </a:lnTo>
                  <a:lnTo>
                    <a:pt x="2486496" y="1929579"/>
                  </a:lnTo>
                  <a:lnTo>
                    <a:pt x="2569379" y="2042405"/>
                  </a:lnTo>
                  <a:lnTo>
                    <a:pt x="2652262" y="2147777"/>
                  </a:lnTo>
                  <a:lnTo>
                    <a:pt x="2735145" y="2256602"/>
                  </a:lnTo>
                  <a:lnTo>
                    <a:pt x="2818028" y="2370023"/>
                  </a:lnTo>
                  <a:lnTo>
                    <a:pt x="2900912" y="2480842"/>
                  </a:lnTo>
                  <a:lnTo>
                    <a:pt x="2983795" y="2581865"/>
                  </a:lnTo>
                  <a:lnTo>
                    <a:pt x="3066678" y="2676168"/>
                  </a:lnTo>
                  <a:lnTo>
                    <a:pt x="3149561" y="2770377"/>
                  </a:lnTo>
                  <a:lnTo>
                    <a:pt x="3232444" y="2860441"/>
                  </a:lnTo>
                  <a:lnTo>
                    <a:pt x="3315328" y="2942317"/>
                  </a:lnTo>
                  <a:lnTo>
                    <a:pt x="3398211" y="3016654"/>
                  </a:lnTo>
                  <a:lnTo>
                    <a:pt x="3481094" y="3086093"/>
                  </a:lnTo>
                  <a:lnTo>
                    <a:pt x="3563977" y="3150986"/>
                  </a:lnTo>
                  <a:lnTo>
                    <a:pt x="3646860" y="3211683"/>
                  </a:lnTo>
                  <a:lnTo>
                    <a:pt x="3729744" y="3268502"/>
                  </a:lnTo>
                  <a:lnTo>
                    <a:pt x="3812627" y="3320587"/>
                  </a:lnTo>
                  <a:lnTo>
                    <a:pt x="3895510" y="3367847"/>
                  </a:lnTo>
                  <a:lnTo>
                    <a:pt x="3978393" y="3410860"/>
                  </a:lnTo>
                  <a:lnTo>
                    <a:pt x="4061276" y="3450209"/>
                  </a:lnTo>
                  <a:lnTo>
                    <a:pt x="4144160" y="3486473"/>
                  </a:lnTo>
                  <a:lnTo>
                    <a:pt x="4227043" y="3520233"/>
                  </a:lnTo>
                  <a:lnTo>
                    <a:pt x="4309926" y="3552064"/>
                  </a:lnTo>
                  <a:lnTo>
                    <a:pt x="4392809" y="3581694"/>
                  </a:lnTo>
                  <a:lnTo>
                    <a:pt x="4475692" y="3608680"/>
                  </a:lnTo>
                  <a:lnTo>
                    <a:pt x="4558576" y="3633010"/>
                  </a:lnTo>
                  <a:lnTo>
                    <a:pt x="4641459" y="3654670"/>
                  </a:lnTo>
                  <a:lnTo>
                    <a:pt x="4724342" y="3673647"/>
                  </a:lnTo>
                  <a:lnTo>
                    <a:pt x="4807225" y="3689926"/>
                  </a:lnTo>
                  <a:lnTo>
                    <a:pt x="4890108" y="3703495"/>
                  </a:lnTo>
                  <a:lnTo>
                    <a:pt x="4972992" y="3714340"/>
                  </a:lnTo>
                  <a:lnTo>
                    <a:pt x="5055875" y="3722448"/>
                  </a:lnTo>
                  <a:lnTo>
                    <a:pt x="5138758" y="3727805"/>
                  </a:lnTo>
                  <a:lnTo>
                    <a:pt x="5221641" y="3730397"/>
                  </a:lnTo>
                  <a:lnTo>
                    <a:pt x="5304524" y="3730212"/>
                  </a:lnTo>
                  <a:lnTo>
                    <a:pt x="5387408" y="3727236"/>
                  </a:lnTo>
                  <a:lnTo>
                    <a:pt x="5470291" y="3721455"/>
                  </a:lnTo>
                  <a:lnTo>
                    <a:pt x="5553174" y="3712855"/>
                  </a:lnTo>
                  <a:lnTo>
                    <a:pt x="5636057" y="3701424"/>
                  </a:lnTo>
                  <a:lnTo>
                    <a:pt x="5718940" y="3687149"/>
                  </a:lnTo>
                  <a:lnTo>
                    <a:pt x="5801824" y="3670014"/>
                  </a:lnTo>
                  <a:lnTo>
                    <a:pt x="5884707" y="3650008"/>
                  </a:lnTo>
                  <a:lnTo>
                    <a:pt x="5967590" y="3627116"/>
                  </a:lnTo>
                  <a:lnTo>
                    <a:pt x="6015395" y="361224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4096331"/>
              <a:ext cx="6015395" cy="1282128"/>
            </a:xfrm>
            <a:custGeom>
              <a:avLst/>
              <a:pathLst>
                <a:path w="6015395" h="1282128">
                  <a:moveTo>
                    <a:pt x="0" y="0"/>
                  </a:moveTo>
                  <a:lnTo>
                    <a:pt x="82883" y="35507"/>
                  </a:lnTo>
                  <a:lnTo>
                    <a:pt x="165766" y="69845"/>
                  </a:lnTo>
                  <a:lnTo>
                    <a:pt x="248649" y="103014"/>
                  </a:lnTo>
                  <a:lnTo>
                    <a:pt x="331532" y="135018"/>
                  </a:lnTo>
                  <a:lnTo>
                    <a:pt x="414416" y="165853"/>
                  </a:lnTo>
                  <a:lnTo>
                    <a:pt x="497299" y="195516"/>
                  </a:lnTo>
                  <a:lnTo>
                    <a:pt x="580182" y="223997"/>
                  </a:lnTo>
                  <a:lnTo>
                    <a:pt x="663065" y="251287"/>
                  </a:lnTo>
                  <a:lnTo>
                    <a:pt x="745948" y="277369"/>
                  </a:lnTo>
                  <a:lnTo>
                    <a:pt x="828832" y="302227"/>
                  </a:lnTo>
                  <a:lnTo>
                    <a:pt x="911715" y="325842"/>
                  </a:lnTo>
                  <a:lnTo>
                    <a:pt x="994598" y="348198"/>
                  </a:lnTo>
                  <a:lnTo>
                    <a:pt x="1077481" y="369285"/>
                  </a:lnTo>
                  <a:lnTo>
                    <a:pt x="1160364" y="389110"/>
                  </a:lnTo>
                  <a:lnTo>
                    <a:pt x="1243248" y="407702"/>
                  </a:lnTo>
                  <a:lnTo>
                    <a:pt x="1326131" y="425127"/>
                  </a:lnTo>
                  <a:lnTo>
                    <a:pt x="1409014" y="441499"/>
                  </a:lnTo>
                  <a:lnTo>
                    <a:pt x="1491897" y="456983"/>
                  </a:lnTo>
                  <a:lnTo>
                    <a:pt x="1574780" y="471796"/>
                  </a:lnTo>
                  <a:lnTo>
                    <a:pt x="1657664" y="486191"/>
                  </a:lnTo>
                  <a:lnTo>
                    <a:pt x="1740547" y="500436"/>
                  </a:lnTo>
                  <a:lnTo>
                    <a:pt x="1823430" y="515011"/>
                  </a:lnTo>
                  <a:lnTo>
                    <a:pt x="1906313" y="530366"/>
                  </a:lnTo>
                  <a:lnTo>
                    <a:pt x="1989196" y="546042"/>
                  </a:lnTo>
                  <a:lnTo>
                    <a:pt x="2072080" y="561529"/>
                  </a:lnTo>
                  <a:lnTo>
                    <a:pt x="2154963" y="576355"/>
                  </a:lnTo>
                  <a:lnTo>
                    <a:pt x="2237846" y="590119"/>
                  </a:lnTo>
                  <a:lnTo>
                    <a:pt x="2320729" y="602406"/>
                  </a:lnTo>
                  <a:lnTo>
                    <a:pt x="2403612" y="612497"/>
                  </a:lnTo>
                  <a:lnTo>
                    <a:pt x="2486496" y="620518"/>
                  </a:lnTo>
                  <a:lnTo>
                    <a:pt x="2569379" y="627606"/>
                  </a:lnTo>
                  <a:lnTo>
                    <a:pt x="2652262" y="636105"/>
                  </a:lnTo>
                  <a:lnTo>
                    <a:pt x="2735145" y="647246"/>
                  </a:lnTo>
                  <a:lnTo>
                    <a:pt x="2818028" y="658823"/>
                  </a:lnTo>
                  <a:lnTo>
                    <a:pt x="2900912" y="669315"/>
                  </a:lnTo>
                  <a:lnTo>
                    <a:pt x="2983795" y="679015"/>
                  </a:lnTo>
                  <a:lnTo>
                    <a:pt x="3066678" y="689271"/>
                  </a:lnTo>
                  <a:lnTo>
                    <a:pt x="3149561" y="699158"/>
                  </a:lnTo>
                  <a:lnTo>
                    <a:pt x="3232444" y="707645"/>
                  </a:lnTo>
                  <a:lnTo>
                    <a:pt x="3315328" y="715994"/>
                  </a:lnTo>
                  <a:lnTo>
                    <a:pt x="3398211" y="723671"/>
                  </a:lnTo>
                  <a:lnTo>
                    <a:pt x="3481094" y="729305"/>
                  </a:lnTo>
                  <a:lnTo>
                    <a:pt x="3563977" y="733680"/>
                  </a:lnTo>
                  <a:lnTo>
                    <a:pt x="3646860" y="738609"/>
                  </a:lnTo>
                  <a:lnTo>
                    <a:pt x="3729744" y="746558"/>
                  </a:lnTo>
                  <a:lnTo>
                    <a:pt x="3812627" y="755848"/>
                  </a:lnTo>
                  <a:lnTo>
                    <a:pt x="3895510" y="764694"/>
                  </a:lnTo>
                  <a:lnTo>
                    <a:pt x="3978393" y="772992"/>
                  </a:lnTo>
                  <a:lnTo>
                    <a:pt x="4061276" y="780803"/>
                  </a:lnTo>
                  <a:lnTo>
                    <a:pt x="4144160" y="788353"/>
                  </a:lnTo>
                  <a:lnTo>
                    <a:pt x="4227043" y="795990"/>
                  </a:lnTo>
                  <a:lnTo>
                    <a:pt x="4309926" y="804090"/>
                  </a:lnTo>
                  <a:lnTo>
                    <a:pt x="4392809" y="812217"/>
                  </a:lnTo>
                  <a:lnTo>
                    <a:pt x="4475692" y="819905"/>
                  </a:lnTo>
                  <a:lnTo>
                    <a:pt x="4558576" y="827097"/>
                  </a:lnTo>
                  <a:lnTo>
                    <a:pt x="4641459" y="833695"/>
                  </a:lnTo>
                  <a:lnTo>
                    <a:pt x="4724342" y="839574"/>
                  </a:lnTo>
                  <a:lnTo>
                    <a:pt x="4807225" y="844591"/>
                  </a:lnTo>
                  <a:lnTo>
                    <a:pt x="4890108" y="848594"/>
                  </a:lnTo>
                  <a:lnTo>
                    <a:pt x="4972992" y="851438"/>
                  </a:lnTo>
                  <a:lnTo>
                    <a:pt x="5055875" y="852995"/>
                  </a:lnTo>
                  <a:lnTo>
                    <a:pt x="5138758" y="853154"/>
                  </a:lnTo>
                  <a:lnTo>
                    <a:pt x="5221641" y="851834"/>
                  </a:lnTo>
                  <a:lnTo>
                    <a:pt x="5304524" y="848979"/>
                  </a:lnTo>
                  <a:lnTo>
                    <a:pt x="5387408" y="844555"/>
                  </a:lnTo>
                  <a:lnTo>
                    <a:pt x="5470291" y="838549"/>
                  </a:lnTo>
                  <a:lnTo>
                    <a:pt x="5553174" y="830964"/>
                  </a:lnTo>
                  <a:lnTo>
                    <a:pt x="5636057" y="821814"/>
                  </a:lnTo>
                  <a:lnTo>
                    <a:pt x="5718940" y="811120"/>
                  </a:lnTo>
                  <a:lnTo>
                    <a:pt x="5801824" y="798906"/>
                  </a:lnTo>
                  <a:lnTo>
                    <a:pt x="5884707" y="785202"/>
                  </a:lnTo>
                  <a:lnTo>
                    <a:pt x="5967590" y="770035"/>
                  </a:lnTo>
                  <a:lnTo>
                    <a:pt x="6015395" y="760460"/>
                  </a:lnTo>
                  <a:lnTo>
                    <a:pt x="6015395" y="1282128"/>
                  </a:lnTo>
                  <a:lnTo>
                    <a:pt x="5538676" y="1282128"/>
                  </a:lnTo>
                  <a:lnTo>
                    <a:pt x="5470291" y="1260608"/>
                  </a:lnTo>
                  <a:lnTo>
                    <a:pt x="5387408" y="1235965"/>
                  </a:lnTo>
                  <a:lnTo>
                    <a:pt x="5304524" y="1212760"/>
                  </a:lnTo>
                  <a:lnTo>
                    <a:pt x="5221641" y="1190974"/>
                  </a:lnTo>
                  <a:lnTo>
                    <a:pt x="5138758" y="1170571"/>
                  </a:lnTo>
                  <a:lnTo>
                    <a:pt x="5055875" y="1151489"/>
                  </a:lnTo>
                  <a:lnTo>
                    <a:pt x="4972992" y="1133639"/>
                  </a:lnTo>
                  <a:lnTo>
                    <a:pt x="4890108" y="1116910"/>
                  </a:lnTo>
                  <a:lnTo>
                    <a:pt x="4807225" y="1101166"/>
                  </a:lnTo>
                  <a:lnTo>
                    <a:pt x="4724342" y="1086257"/>
                  </a:lnTo>
                  <a:lnTo>
                    <a:pt x="4641459" y="1072027"/>
                  </a:lnTo>
                  <a:lnTo>
                    <a:pt x="4558576" y="1058328"/>
                  </a:lnTo>
                  <a:lnTo>
                    <a:pt x="4475692" y="1045030"/>
                  </a:lnTo>
                  <a:lnTo>
                    <a:pt x="4392809" y="1032030"/>
                  </a:lnTo>
                  <a:lnTo>
                    <a:pt x="4309926" y="1019267"/>
                  </a:lnTo>
                  <a:lnTo>
                    <a:pt x="4227043" y="1006770"/>
                  </a:lnTo>
                  <a:lnTo>
                    <a:pt x="4144160" y="994659"/>
                  </a:lnTo>
                  <a:lnTo>
                    <a:pt x="4061276" y="983045"/>
                  </a:lnTo>
                  <a:lnTo>
                    <a:pt x="3978393" y="971999"/>
                  </a:lnTo>
                  <a:lnTo>
                    <a:pt x="3895510" y="961475"/>
                  </a:lnTo>
                  <a:lnTo>
                    <a:pt x="3812627" y="951259"/>
                  </a:lnTo>
                  <a:lnTo>
                    <a:pt x="3729744" y="940975"/>
                  </a:lnTo>
                  <a:lnTo>
                    <a:pt x="3646860" y="931011"/>
                  </a:lnTo>
                  <a:lnTo>
                    <a:pt x="3563977" y="922793"/>
                  </a:lnTo>
                  <a:lnTo>
                    <a:pt x="3481094" y="916124"/>
                  </a:lnTo>
                  <a:lnTo>
                    <a:pt x="3398211" y="910014"/>
                  </a:lnTo>
                  <a:lnTo>
                    <a:pt x="3315328" y="902450"/>
                  </a:lnTo>
                  <a:lnTo>
                    <a:pt x="3232444" y="891955"/>
                  </a:lnTo>
                  <a:lnTo>
                    <a:pt x="3149561" y="880796"/>
                  </a:lnTo>
                  <a:lnTo>
                    <a:pt x="3066678" y="870728"/>
                  </a:lnTo>
                  <a:lnTo>
                    <a:pt x="2983795" y="861200"/>
                  </a:lnTo>
                  <a:lnTo>
                    <a:pt x="2900912" y="850059"/>
                  </a:lnTo>
                  <a:lnTo>
                    <a:pt x="2818028" y="838343"/>
                  </a:lnTo>
                  <a:lnTo>
                    <a:pt x="2735145" y="827822"/>
                  </a:lnTo>
                  <a:lnTo>
                    <a:pt x="2652262" y="818460"/>
                  </a:lnTo>
                  <a:lnTo>
                    <a:pt x="2569379" y="809677"/>
                  </a:lnTo>
                  <a:lnTo>
                    <a:pt x="2486496" y="802155"/>
                  </a:lnTo>
                  <a:lnTo>
                    <a:pt x="2403612" y="795359"/>
                  </a:lnTo>
                  <a:lnTo>
                    <a:pt x="2320729" y="787504"/>
                  </a:lnTo>
                  <a:lnTo>
                    <a:pt x="2237846" y="776474"/>
                  </a:lnTo>
                  <a:lnTo>
                    <a:pt x="2154963" y="763963"/>
                  </a:lnTo>
                  <a:lnTo>
                    <a:pt x="2072080" y="750988"/>
                  </a:lnTo>
                  <a:lnTo>
                    <a:pt x="1989196" y="738140"/>
                  </a:lnTo>
                  <a:lnTo>
                    <a:pt x="1906313" y="725936"/>
                  </a:lnTo>
                  <a:lnTo>
                    <a:pt x="1823430" y="714854"/>
                  </a:lnTo>
                  <a:lnTo>
                    <a:pt x="1740547" y="705382"/>
                  </a:lnTo>
                  <a:lnTo>
                    <a:pt x="1657664" y="697702"/>
                  </a:lnTo>
                  <a:lnTo>
                    <a:pt x="1574780" y="691936"/>
                  </a:lnTo>
                  <a:lnTo>
                    <a:pt x="1491897" y="688295"/>
                  </a:lnTo>
                  <a:lnTo>
                    <a:pt x="1409014" y="686975"/>
                  </a:lnTo>
                  <a:lnTo>
                    <a:pt x="1326131" y="688134"/>
                  </a:lnTo>
                  <a:lnTo>
                    <a:pt x="1243248" y="691882"/>
                  </a:lnTo>
                  <a:lnTo>
                    <a:pt x="1160364" y="698274"/>
                  </a:lnTo>
                  <a:lnTo>
                    <a:pt x="1077481" y="707321"/>
                  </a:lnTo>
                  <a:lnTo>
                    <a:pt x="994598" y="718993"/>
                  </a:lnTo>
                  <a:lnTo>
                    <a:pt x="911715" y="733241"/>
                  </a:lnTo>
                  <a:lnTo>
                    <a:pt x="828832" y="749997"/>
                  </a:lnTo>
                  <a:lnTo>
                    <a:pt x="745948" y="769188"/>
                  </a:lnTo>
                  <a:lnTo>
                    <a:pt x="663065" y="790739"/>
                  </a:lnTo>
                  <a:lnTo>
                    <a:pt x="580182" y="814574"/>
                  </a:lnTo>
                  <a:lnTo>
                    <a:pt x="497299" y="840623"/>
                  </a:lnTo>
                  <a:lnTo>
                    <a:pt x="414416" y="868816"/>
                  </a:lnTo>
                  <a:lnTo>
                    <a:pt x="331532" y="899088"/>
                  </a:lnTo>
                  <a:lnTo>
                    <a:pt x="248649" y="931378"/>
                  </a:lnTo>
                  <a:lnTo>
                    <a:pt x="165766" y="965626"/>
                  </a:lnTo>
                  <a:lnTo>
                    <a:pt x="82883" y="1001776"/>
                  </a:lnTo>
                  <a:lnTo>
                    <a:pt x="0" y="103977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4096331"/>
              <a:ext cx="6015395" cy="853154"/>
            </a:xfrm>
            <a:custGeom>
              <a:avLst/>
              <a:pathLst>
                <a:path w="6015395" h="853154">
                  <a:moveTo>
                    <a:pt x="0" y="0"/>
                  </a:moveTo>
                  <a:lnTo>
                    <a:pt x="82883" y="35507"/>
                  </a:lnTo>
                  <a:lnTo>
                    <a:pt x="165766" y="69845"/>
                  </a:lnTo>
                  <a:lnTo>
                    <a:pt x="248649" y="103014"/>
                  </a:lnTo>
                  <a:lnTo>
                    <a:pt x="331532" y="135018"/>
                  </a:lnTo>
                  <a:lnTo>
                    <a:pt x="414416" y="165853"/>
                  </a:lnTo>
                  <a:lnTo>
                    <a:pt x="497299" y="195516"/>
                  </a:lnTo>
                  <a:lnTo>
                    <a:pt x="580182" y="223997"/>
                  </a:lnTo>
                  <a:lnTo>
                    <a:pt x="663065" y="251287"/>
                  </a:lnTo>
                  <a:lnTo>
                    <a:pt x="745948" y="277369"/>
                  </a:lnTo>
                  <a:lnTo>
                    <a:pt x="828832" y="302227"/>
                  </a:lnTo>
                  <a:lnTo>
                    <a:pt x="911715" y="325842"/>
                  </a:lnTo>
                  <a:lnTo>
                    <a:pt x="994598" y="348198"/>
                  </a:lnTo>
                  <a:lnTo>
                    <a:pt x="1077481" y="369285"/>
                  </a:lnTo>
                  <a:lnTo>
                    <a:pt x="1160364" y="389110"/>
                  </a:lnTo>
                  <a:lnTo>
                    <a:pt x="1243248" y="407702"/>
                  </a:lnTo>
                  <a:lnTo>
                    <a:pt x="1326131" y="425127"/>
                  </a:lnTo>
                  <a:lnTo>
                    <a:pt x="1409014" y="441499"/>
                  </a:lnTo>
                  <a:lnTo>
                    <a:pt x="1491897" y="456983"/>
                  </a:lnTo>
                  <a:lnTo>
                    <a:pt x="1574780" y="471796"/>
                  </a:lnTo>
                  <a:lnTo>
                    <a:pt x="1657664" y="486191"/>
                  </a:lnTo>
                  <a:lnTo>
                    <a:pt x="1740547" y="500436"/>
                  </a:lnTo>
                  <a:lnTo>
                    <a:pt x="1823430" y="515011"/>
                  </a:lnTo>
                  <a:lnTo>
                    <a:pt x="1906313" y="530366"/>
                  </a:lnTo>
                  <a:lnTo>
                    <a:pt x="1989196" y="546042"/>
                  </a:lnTo>
                  <a:lnTo>
                    <a:pt x="2072080" y="561529"/>
                  </a:lnTo>
                  <a:lnTo>
                    <a:pt x="2154963" y="576355"/>
                  </a:lnTo>
                  <a:lnTo>
                    <a:pt x="2237846" y="590119"/>
                  </a:lnTo>
                  <a:lnTo>
                    <a:pt x="2320729" y="602406"/>
                  </a:lnTo>
                  <a:lnTo>
                    <a:pt x="2403612" y="612497"/>
                  </a:lnTo>
                  <a:lnTo>
                    <a:pt x="2486496" y="620518"/>
                  </a:lnTo>
                  <a:lnTo>
                    <a:pt x="2569379" y="627606"/>
                  </a:lnTo>
                  <a:lnTo>
                    <a:pt x="2652262" y="636105"/>
                  </a:lnTo>
                  <a:lnTo>
                    <a:pt x="2735145" y="647246"/>
                  </a:lnTo>
                  <a:lnTo>
                    <a:pt x="2818028" y="658823"/>
                  </a:lnTo>
                  <a:lnTo>
                    <a:pt x="2900912" y="669315"/>
                  </a:lnTo>
                  <a:lnTo>
                    <a:pt x="2983795" y="679015"/>
                  </a:lnTo>
                  <a:lnTo>
                    <a:pt x="3066678" y="689271"/>
                  </a:lnTo>
                  <a:lnTo>
                    <a:pt x="3149561" y="699158"/>
                  </a:lnTo>
                  <a:lnTo>
                    <a:pt x="3232444" y="707645"/>
                  </a:lnTo>
                  <a:lnTo>
                    <a:pt x="3315328" y="715994"/>
                  </a:lnTo>
                  <a:lnTo>
                    <a:pt x="3398211" y="723671"/>
                  </a:lnTo>
                  <a:lnTo>
                    <a:pt x="3481094" y="729305"/>
                  </a:lnTo>
                  <a:lnTo>
                    <a:pt x="3563977" y="733680"/>
                  </a:lnTo>
                  <a:lnTo>
                    <a:pt x="3646860" y="738609"/>
                  </a:lnTo>
                  <a:lnTo>
                    <a:pt x="3729744" y="746558"/>
                  </a:lnTo>
                  <a:lnTo>
                    <a:pt x="3812627" y="755848"/>
                  </a:lnTo>
                  <a:lnTo>
                    <a:pt x="3895510" y="764694"/>
                  </a:lnTo>
                  <a:lnTo>
                    <a:pt x="3978393" y="772992"/>
                  </a:lnTo>
                  <a:lnTo>
                    <a:pt x="4061276" y="780803"/>
                  </a:lnTo>
                  <a:lnTo>
                    <a:pt x="4144160" y="788353"/>
                  </a:lnTo>
                  <a:lnTo>
                    <a:pt x="4227043" y="795990"/>
                  </a:lnTo>
                  <a:lnTo>
                    <a:pt x="4309926" y="804090"/>
                  </a:lnTo>
                  <a:lnTo>
                    <a:pt x="4392809" y="812217"/>
                  </a:lnTo>
                  <a:lnTo>
                    <a:pt x="4475692" y="819905"/>
                  </a:lnTo>
                  <a:lnTo>
                    <a:pt x="4558576" y="827097"/>
                  </a:lnTo>
                  <a:lnTo>
                    <a:pt x="4641459" y="833695"/>
                  </a:lnTo>
                  <a:lnTo>
                    <a:pt x="4724342" y="839574"/>
                  </a:lnTo>
                  <a:lnTo>
                    <a:pt x="4807225" y="844591"/>
                  </a:lnTo>
                  <a:lnTo>
                    <a:pt x="4890108" y="848594"/>
                  </a:lnTo>
                  <a:lnTo>
                    <a:pt x="4972992" y="851438"/>
                  </a:lnTo>
                  <a:lnTo>
                    <a:pt x="5055875" y="852995"/>
                  </a:lnTo>
                  <a:lnTo>
                    <a:pt x="5138758" y="853154"/>
                  </a:lnTo>
                  <a:lnTo>
                    <a:pt x="5221641" y="851834"/>
                  </a:lnTo>
                  <a:lnTo>
                    <a:pt x="5304524" y="848979"/>
                  </a:lnTo>
                  <a:lnTo>
                    <a:pt x="5387408" y="844555"/>
                  </a:lnTo>
                  <a:lnTo>
                    <a:pt x="5470291" y="838549"/>
                  </a:lnTo>
                  <a:lnTo>
                    <a:pt x="5553174" y="830964"/>
                  </a:lnTo>
                  <a:lnTo>
                    <a:pt x="5636057" y="821814"/>
                  </a:lnTo>
                  <a:lnTo>
                    <a:pt x="5718940" y="811120"/>
                  </a:lnTo>
                  <a:lnTo>
                    <a:pt x="5801824" y="798906"/>
                  </a:lnTo>
                  <a:lnTo>
                    <a:pt x="5884707" y="785202"/>
                  </a:lnTo>
                  <a:lnTo>
                    <a:pt x="5967590" y="770035"/>
                  </a:lnTo>
                  <a:lnTo>
                    <a:pt x="6015395" y="7604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72465" y="4783306"/>
              <a:ext cx="5538676" cy="595153"/>
            </a:xfrm>
            <a:custGeom>
              <a:avLst/>
              <a:pathLst>
                <a:path w="5538676" h="595153">
                  <a:moveTo>
                    <a:pt x="5538676" y="595153"/>
                  </a:moveTo>
                  <a:lnTo>
                    <a:pt x="5470291" y="573633"/>
                  </a:lnTo>
                  <a:lnTo>
                    <a:pt x="5387408" y="548990"/>
                  </a:lnTo>
                  <a:lnTo>
                    <a:pt x="5304524" y="525784"/>
                  </a:lnTo>
                  <a:lnTo>
                    <a:pt x="5221641" y="503999"/>
                  </a:lnTo>
                  <a:lnTo>
                    <a:pt x="5138758" y="483596"/>
                  </a:lnTo>
                  <a:lnTo>
                    <a:pt x="5055875" y="464513"/>
                  </a:lnTo>
                  <a:lnTo>
                    <a:pt x="4972992" y="446664"/>
                  </a:lnTo>
                  <a:lnTo>
                    <a:pt x="4890108" y="429935"/>
                  </a:lnTo>
                  <a:lnTo>
                    <a:pt x="4807225" y="414191"/>
                  </a:lnTo>
                  <a:lnTo>
                    <a:pt x="4724342" y="399282"/>
                  </a:lnTo>
                  <a:lnTo>
                    <a:pt x="4641459" y="385052"/>
                  </a:lnTo>
                  <a:lnTo>
                    <a:pt x="4558576" y="371353"/>
                  </a:lnTo>
                  <a:lnTo>
                    <a:pt x="4475692" y="358055"/>
                  </a:lnTo>
                  <a:lnTo>
                    <a:pt x="4392809" y="345055"/>
                  </a:lnTo>
                  <a:lnTo>
                    <a:pt x="4309926" y="332292"/>
                  </a:lnTo>
                  <a:lnTo>
                    <a:pt x="4227043" y="319794"/>
                  </a:lnTo>
                  <a:lnTo>
                    <a:pt x="4144160" y="307684"/>
                  </a:lnTo>
                  <a:lnTo>
                    <a:pt x="4061276" y="296070"/>
                  </a:lnTo>
                  <a:lnTo>
                    <a:pt x="3978393" y="285024"/>
                  </a:lnTo>
                  <a:lnTo>
                    <a:pt x="3895510" y="274500"/>
                  </a:lnTo>
                  <a:lnTo>
                    <a:pt x="3812627" y="264284"/>
                  </a:lnTo>
                  <a:lnTo>
                    <a:pt x="3729744" y="254000"/>
                  </a:lnTo>
                  <a:lnTo>
                    <a:pt x="3646860" y="244036"/>
                  </a:lnTo>
                  <a:lnTo>
                    <a:pt x="3563977" y="235818"/>
                  </a:lnTo>
                  <a:lnTo>
                    <a:pt x="3481094" y="229148"/>
                  </a:lnTo>
                  <a:lnTo>
                    <a:pt x="3398211" y="223039"/>
                  </a:lnTo>
                  <a:lnTo>
                    <a:pt x="3315328" y="215475"/>
                  </a:lnTo>
                  <a:lnTo>
                    <a:pt x="3232444" y="204980"/>
                  </a:lnTo>
                  <a:lnTo>
                    <a:pt x="3149561" y="193821"/>
                  </a:lnTo>
                  <a:lnTo>
                    <a:pt x="3066678" y="183753"/>
                  </a:lnTo>
                  <a:lnTo>
                    <a:pt x="2983795" y="174225"/>
                  </a:lnTo>
                  <a:lnTo>
                    <a:pt x="2900912" y="163084"/>
                  </a:lnTo>
                  <a:lnTo>
                    <a:pt x="2818028" y="151368"/>
                  </a:lnTo>
                  <a:lnTo>
                    <a:pt x="2735145" y="140847"/>
                  </a:lnTo>
                  <a:lnTo>
                    <a:pt x="2652262" y="131485"/>
                  </a:lnTo>
                  <a:lnTo>
                    <a:pt x="2569379" y="122702"/>
                  </a:lnTo>
                  <a:lnTo>
                    <a:pt x="2486496" y="115180"/>
                  </a:lnTo>
                  <a:lnTo>
                    <a:pt x="2403612" y="108384"/>
                  </a:lnTo>
                  <a:lnTo>
                    <a:pt x="2320729" y="100529"/>
                  </a:lnTo>
                  <a:lnTo>
                    <a:pt x="2237846" y="89499"/>
                  </a:lnTo>
                  <a:lnTo>
                    <a:pt x="2154963" y="76987"/>
                  </a:lnTo>
                  <a:lnTo>
                    <a:pt x="2072080" y="64013"/>
                  </a:lnTo>
                  <a:lnTo>
                    <a:pt x="1989196" y="51165"/>
                  </a:lnTo>
                  <a:lnTo>
                    <a:pt x="1906313" y="38961"/>
                  </a:lnTo>
                  <a:lnTo>
                    <a:pt x="1823430" y="27879"/>
                  </a:lnTo>
                  <a:lnTo>
                    <a:pt x="1740547" y="18407"/>
                  </a:lnTo>
                  <a:lnTo>
                    <a:pt x="1657664" y="10727"/>
                  </a:lnTo>
                  <a:lnTo>
                    <a:pt x="1574780" y="4961"/>
                  </a:lnTo>
                  <a:lnTo>
                    <a:pt x="1491897" y="1320"/>
                  </a:lnTo>
                  <a:lnTo>
                    <a:pt x="1409014" y="0"/>
                  </a:lnTo>
                  <a:lnTo>
                    <a:pt x="1326131" y="1159"/>
                  </a:lnTo>
                  <a:lnTo>
                    <a:pt x="1243248" y="4907"/>
                  </a:lnTo>
                  <a:lnTo>
                    <a:pt x="1160364" y="11299"/>
                  </a:lnTo>
                  <a:lnTo>
                    <a:pt x="1077481" y="20346"/>
                  </a:lnTo>
                  <a:lnTo>
                    <a:pt x="994598" y="32018"/>
                  </a:lnTo>
                  <a:lnTo>
                    <a:pt x="911715" y="46266"/>
                  </a:lnTo>
                  <a:lnTo>
                    <a:pt x="828832" y="63022"/>
                  </a:lnTo>
                  <a:lnTo>
                    <a:pt x="745948" y="82213"/>
                  </a:lnTo>
                  <a:lnTo>
                    <a:pt x="663065" y="103763"/>
                  </a:lnTo>
                  <a:lnTo>
                    <a:pt x="580182" y="127599"/>
                  </a:lnTo>
                  <a:lnTo>
                    <a:pt x="497299" y="153648"/>
                  </a:lnTo>
                  <a:lnTo>
                    <a:pt x="414416" y="181841"/>
                  </a:lnTo>
                  <a:lnTo>
                    <a:pt x="331532" y="212113"/>
                  </a:lnTo>
                  <a:lnTo>
                    <a:pt x="248649" y="244403"/>
                  </a:lnTo>
                  <a:lnTo>
                    <a:pt x="165766" y="278651"/>
                  </a:lnTo>
                  <a:lnTo>
                    <a:pt x="82883" y="314801"/>
                  </a:lnTo>
                  <a:lnTo>
                    <a:pt x="0" y="3528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4613384"/>
              <a:ext cx="6015395" cy="592189"/>
            </a:xfrm>
            <a:custGeom>
              <a:avLst/>
              <a:pathLst>
                <a:path w="6015395" h="592189">
                  <a:moveTo>
                    <a:pt x="0" y="2834"/>
                  </a:moveTo>
                  <a:lnTo>
                    <a:pt x="82883" y="1588"/>
                  </a:lnTo>
                  <a:lnTo>
                    <a:pt x="165766" y="682"/>
                  </a:lnTo>
                  <a:lnTo>
                    <a:pt x="248649" y="143"/>
                  </a:lnTo>
                  <a:lnTo>
                    <a:pt x="331532" y="0"/>
                  </a:lnTo>
                  <a:lnTo>
                    <a:pt x="414416" y="281"/>
                  </a:lnTo>
                  <a:lnTo>
                    <a:pt x="497299" y="1016"/>
                  </a:lnTo>
                  <a:lnTo>
                    <a:pt x="580182" y="2232"/>
                  </a:lnTo>
                  <a:lnTo>
                    <a:pt x="663065" y="3959"/>
                  </a:lnTo>
                  <a:lnTo>
                    <a:pt x="745948" y="6225"/>
                  </a:lnTo>
                  <a:lnTo>
                    <a:pt x="828832" y="9058"/>
                  </a:lnTo>
                  <a:lnTo>
                    <a:pt x="911715" y="12488"/>
                  </a:lnTo>
                  <a:lnTo>
                    <a:pt x="994598" y="16542"/>
                  </a:lnTo>
                  <a:lnTo>
                    <a:pt x="1077481" y="21249"/>
                  </a:lnTo>
                  <a:lnTo>
                    <a:pt x="1160364" y="26639"/>
                  </a:lnTo>
                  <a:lnTo>
                    <a:pt x="1243248" y="32738"/>
                  </a:lnTo>
                  <a:lnTo>
                    <a:pt x="1326131" y="39577"/>
                  </a:lnTo>
                  <a:lnTo>
                    <a:pt x="1409014" y="47183"/>
                  </a:lnTo>
                  <a:lnTo>
                    <a:pt x="1491897" y="55586"/>
                  </a:lnTo>
                  <a:lnTo>
                    <a:pt x="1574780" y="64813"/>
                  </a:lnTo>
                  <a:lnTo>
                    <a:pt x="1657664" y="74893"/>
                  </a:lnTo>
                  <a:lnTo>
                    <a:pt x="1740547" y="85856"/>
                  </a:lnTo>
                  <a:lnTo>
                    <a:pt x="1823430" y="97879"/>
                  </a:lnTo>
                  <a:lnTo>
                    <a:pt x="1906313" y="111097"/>
                  </a:lnTo>
                  <a:lnTo>
                    <a:pt x="1989196" y="125037"/>
                  </a:lnTo>
                  <a:lnTo>
                    <a:pt x="2072080" y="139205"/>
                  </a:lnTo>
                  <a:lnTo>
                    <a:pt x="2154963" y="153105"/>
                  </a:lnTo>
                  <a:lnTo>
                    <a:pt x="2237846" y="166243"/>
                  </a:lnTo>
                  <a:lnTo>
                    <a:pt x="2320729" y="177902"/>
                  </a:lnTo>
                  <a:lnTo>
                    <a:pt x="2403612" y="186875"/>
                  </a:lnTo>
                  <a:lnTo>
                    <a:pt x="2486496" y="194283"/>
                  </a:lnTo>
                  <a:lnTo>
                    <a:pt x="2569379" y="201588"/>
                  </a:lnTo>
                  <a:lnTo>
                    <a:pt x="2652262" y="210229"/>
                  </a:lnTo>
                  <a:lnTo>
                    <a:pt x="2735145" y="220481"/>
                  </a:lnTo>
                  <a:lnTo>
                    <a:pt x="2818028" y="231529"/>
                  </a:lnTo>
                  <a:lnTo>
                    <a:pt x="2900912" y="242634"/>
                  </a:lnTo>
                  <a:lnTo>
                    <a:pt x="2983795" y="253054"/>
                  </a:lnTo>
                  <a:lnTo>
                    <a:pt x="3066678" y="262946"/>
                  </a:lnTo>
                  <a:lnTo>
                    <a:pt x="3149561" y="272924"/>
                  </a:lnTo>
                  <a:lnTo>
                    <a:pt x="3232444" y="282747"/>
                  </a:lnTo>
                  <a:lnTo>
                    <a:pt x="3315328" y="292168"/>
                  </a:lnTo>
                  <a:lnTo>
                    <a:pt x="3398211" y="299789"/>
                  </a:lnTo>
                  <a:lnTo>
                    <a:pt x="3481094" y="305661"/>
                  </a:lnTo>
                  <a:lnTo>
                    <a:pt x="3563977" y="311183"/>
                  </a:lnTo>
                  <a:lnTo>
                    <a:pt x="3646860" y="317756"/>
                  </a:lnTo>
                  <a:lnTo>
                    <a:pt x="3729744" y="326713"/>
                  </a:lnTo>
                  <a:lnTo>
                    <a:pt x="3812627" y="336500"/>
                  </a:lnTo>
                  <a:lnTo>
                    <a:pt x="3895510" y="346031"/>
                  </a:lnTo>
                  <a:lnTo>
                    <a:pt x="3978393" y="355442"/>
                  </a:lnTo>
                  <a:lnTo>
                    <a:pt x="4061276" y="364870"/>
                  </a:lnTo>
                  <a:lnTo>
                    <a:pt x="4144160" y="374453"/>
                  </a:lnTo>
                  <a:lnTo>
                    <a:pt x="4227043" y="384326"/>
                  </a:lnTo>
                  <a:lnTo>
                    <a:pt x="4309926" y="394625"/>
                  </a:lnTo>
                  <a:lnTo>
                    <a:pt x="4392809" y="405070"/>
                  </a:lnTo>
                  <a:lnTo>
                    <a:pt x="4475692" y="415414"/>
                  </a:lnTo>
                  <a:lnTo>
                    <a:pt x="4558576" y="425659"/>
                  </a:lnTo>
                  <a:lnTo>
                    <a:pt x="4641459" y="435808"/>
                  </a:lnTo>
                  <a:lnTo>
                    <a:pt x="4724342" y="445862"/>
                  </a:lnTo>
                  <a:lnTo>
                    <a:pt x="4807225" y="455825"/>
                  </a:lnTo>
                  <a:lnTo>
                    <a:pt x="4890108" y="465699"/>
                  </a:lnTo>
                  <a:lnTo>
                    <a:pt x="4972992" y="475485"/>
                  </a:lnTo>
                  <a:lnTo>
                    <a:pt x="5055875" y="485188"/>
                  </a:lnTo>
                  <a:lnTo>
                    <a:pt x="5138758" y="494809"/>
                  </a:lnTo>
                  <a:lnTo>
                    <a:pt x="5221641" y="504351"/>
                  </a:lnTo>
                  <a:lnTo>
                    <a:pt x="5304524" y="513816"/>
                  </a:lnTo>
                  <a:lnTo>
                    <a:pt x="5387408" y="523206"/>
                  </a:lnTo>
                  <a:lnTo>
                    <a:pt x="5470291" y="532525"/>
                  </a:lnTo>
                  <a:lnTo>
                    <a:pt x="5553174" y="541774"/>
                  </a:lnTo>
                  <a:lnTo>
                    <a:pt x="5636057" y="550956"/>
                  </a:lnTo>
                  <a:lnTo>
                    <a:pt x="5718940" y="560074"/>
                  </a:lnTo>
                  <a:lnTo>
                    <a:pt x="5801824" y="569130"/>
                  </a:lnTo>
                  <a:lnTo>
                    <a:pt x="5884707" y="578126"/>
                  </a:lnTo>
                  <a:lnTo>
                    <a:pt x="5967590" y="587065"/>
                  </a:lnTo>
                  <a:lnTo>
                    <a:pt x="6015395" y="59218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3906369"/>
              <a:ext cx="6015395" cy="1472090"/>
            </a:xfrm>
            <a:custGeom>
              <a:avLst/>
              <a:pathLst>
                <a:path w="6015395" h="1472090">
                  <a:moveTo>
                    <a:pt x="0" y="0"/>
                  </a:moveTo>
                  <a:lnTo>
                    <a:pt x="82883" y="52354"/>
                  </a:lnTo>
                  <a:lnTo>
                    <a:pt x="165766" y="102931"/>
                  </a:lnTo>
                  <a:lnTo>
                    <a:pt x="248649" y="151731"/>
                  </a:lnTo>
                  <a:lnTo>
                    <a:pt x="331532" y="198755"/>
                  </a:lnTo>
                  <a:lnTo>
                    <a:pt x="414416" y="244000"/>
                  </a:lnTo>
                  <a:lnTo>
                    <a:pt x="497299" y="287459"/>
                  </a:lnTo>
                  <a:lnTo>
                    <a:pt x="580182" y="329123"/>
                  </a:lnTo>
                  <a:lnTo>
                    <a:pt x="663065" y="368981"/>
                  </a:lnTo>
                  <a:lnTo>
                    <a:pt x="745948" y="407016"/>
                  </a:lnTo>
                  <a:lnTo>
                    <a:pt x="828832" y="443209"/>
                  </a:lnTo>
                  <a:lnTo>
                    <a:pt x="911715" y="477543"/>
                  </a:lnTo>
                  <a:lnTo>
                    <a:pt x="994598" y="509999"/>
                  </a:lnTo>
                  <a:lnTo>
                    <a:pt x="1077481" y="540568"/>
                  </a:lnTo>
                  <a:lnTo>
                    <a:pt x="1160364" y="569253"/>
                  </a:lnTo>
                  <a:lnTo>
                    <a:pt x="1243248" y="596083"/>
                  </a:lnTo>
                  <a:lnTo>
                    <a:pt x="1326131" y="621119"/>
                  </a:lnTo>
                  <a:lnTo>
                    <a:pt x="1409014" y="644469"/>
                  </a:lnTo>
                  <a:lnTo>
                    <a:pt x="1491897" y="666293"/>
                  </a:lnTo>
                  <a:lnTo>
                    <a:pt x="1574780" y="686799"/>
                  </a:lnTo>
                  <a:lnTo>
                    <a:pt x="1657664" y="706230"/>
                  </a:lnTo>
                  <a:lnTo>
                    <a:pt x="1740547" y="724842"/>
                  </a:lnTo>
                  <a:lnTo>
                    <a:pt x="1823430" y="743008"/>
                  </a:lnTo>
                  <a:lnTo>
                    <a:pt x="1906313" y="760996"/>
                  </a:lnTo>
                  <a:lnTo>
                    <a:pt x="1989196" y="778475"/>
                  </a:lnTo>
                  <a:lnTo>
                    <a:pt x="2072080" y="795072"/>
                  </a:lnTo>
                  <a:lnTo>
                    <a:pt x="2154963" y="810454"/>
                  </a:lnTo>
                  <a:lnTo>
                    <a:pt x="2237846" y="824357"/>
                  </a:lnTo>
                  <a:lnTo>
                    <a:pt x="2320729" y="836205"/>
                  </a:lnTo>
                  <a:lnTo>
                    <a:pt x="2403612" y="843945"/>
                  </a:lnTo>
                  <a:lnTo>
                    <a:pt x="2486496" y="848573"/>
                  </a:lnTo>
                  <a:lnTo>
                    <a:pt x="2569379" y="852449"/>
                  </a:lnTo>
                  <a:lnTo>
                    <a:pt x="2652262" y="859027"/>
                  </a:lnTo>
                  <a:lnTo>
                    <a:pt x="2735145" y="868316"/>
                  </a:lnTo>
                  <a:lnTo>
                    <a:pt x="2818028" y="877755"/>
                  </a:lnTo>
                  <a:lnTo>
                    <a:pt x="2900912" y="886426"/>
                  </a:lnTo>
                  <a:lnTo>
                    <a:pt x="2983795" y="895160"/>
                  </a:lnTo>
                  <a:lnTo>
                    <a:pt x="3066678" y="906349"/>
                  </a:lnTo>
                  <a:lnTo>
                    <a:pt x="3149561" y="918875"/>
                  </a:lnTo>
                  <a:lnTo>
                    <a:pt x="3232444" y="930141"/>
                  </a:lnTo>
                  <a:lnTo>
                    <a:pt x="3315328" y="939773"/>
                  </a:lnTo>
                  <a:lnTo>
                    <a:pt x="3398211" y="948285"/>
                  </a:lnTo>
                  <a:lnTo>
                    <a:pt x="3481094" y="955373"/>
                  </a:lnTo>
                  <a:lnTo>
                    <a:pt x="3563977" y="961087"/>
                  </a:lnTo>
                  <a:lnTo>
                    <a:pt x="3646860" y="966468"/>
                  </a:lnTo>
                  <a:lnTo>
                    <a:pt x="3729744" y="973218"/>
                  </a:lnTo>
                  <a:lnTo>
                    <a:pt x="3812627" y="980271"/>
                  </a:lnTo>
                  <a:lnTo>
                    <a:pt x="3895510" y="986507"/>
                  </a:lnTo>
                  <a:lnTo>
                    <a:pt x="3978393" y="991987"/>
                  </a:lnTo>
                  <a:lnTo>
                    <a:pt x="4061276" y="996929"/>
                  </a:lnTo>
                  <a:lnTo>
                    <a:pt x="4144160" y="1001714"/>
                  </a:lnTo>
                  <a:lnTo>
                    <a:pt x="4227043" y="1006834"/>
                  </a:lnTo>
                  <a:lnTo>
                    <a:pt x="4309926" y="1012814"/>
                  </a:lnTo>
                  <a:lnTo>
                    <a:pt x="4392809" y="1019080"/>
                  </a:lnTo>
                  <a:lnTo>
                    <a:pt x="4475692" y="1025008"/>
                  </a:lnTo>
                  <a:lnTo>
                    <a:pt x="4558576" y="1030539"/>
                  </a:lnTo>
                  <a:lnTo>
                    <a:pt x="4641459" y="1035578"/>
                  </a:lnTo>
                  <a:lnTo>
                    <a:pt x="4724342" y="1040001"/>
                  </a:lnTo>
                  <a:lnTo>
                    <a:pt x="4807225" y="1043667"/>
                  </a:lnTo>
                  <a:lnTo>
                    <a:pt x="4890108" y="1046427"/>
                  </a:lnTo>
                  <a:lnTo>
                    <a:pt x="4972992" y="1048140"/>
                  </a:lnTo>
                  <a:lnTo>
                    <a:pt x="5055875" y="1048678"/>
                  </a:lnTo>
                  <a:lnTo>
                    <a:pt x="5138758" y="1047933"/>
                  </a:lnTo>
                  <a:lnTo>
                    <a:pt x="5221641" y="1045823"/>
                  </a:lnTo>
                  <a:lnTo>
                    <a:pt x="5304524" y="1042291"/>
                  </a:lnTo>
                  <a:lnTo>
                    <a:pt x="5387408" y="1037304"/>
                  </a:lnTo>
                  <a:lnTo>
                    <a:pt x="5470291" y="1030846"/>
                  </a:lnTo>
                  <a:lnTo>
                    <a:pt x="5553174" y="1022918"/>
                  </a:lnTo>
                  <a:lnTo>
                    <a:pt x="5636057" y="1013530"/>
                  </a:lnTo>
                  <a:lnTo>
                    <a:pt x="5718940" y="1002701"/>
                  </a:lnTo>
                  <a:lnTo>
                    <a:pt x="5801824" y="990453"/>
                  </a:lnTo>
                  <a:lnTo>
                    <a:pt x="5884707" y="976811"/>
                  </a:lnTo>
                  <a:lnTo>
                    <a:pt x="5967590" y="961799"/>
                  </a:lnTo>
                  <a:lnTo>
                    <a:pt x="6015395" y="952365"/>
                  </a:lnTo>
                  <a:lnTo>
                    <a:pt x="6015395" y="1472090"/>
                  </a:lnTo>
                  <a:lnTo>
                    <a:pt x="5580400" y="1472090"/>
                  </a:lnTo>
                  <a:lnTo>
                    <a:pt x="5553174" y="1463529"/>
                  </a:lnTo>
                  <a:lnTo>
                    <a:pt x="5470291" y="1438906"/>
                  </a:lnTo>
                  <a:lnTo>
                    <a:pt x="5387408" y="1415732"/>
                  </a:lnTo>
                  <a:lnTo>
                    <a:pt x="5304524" y="1394006"/>
                  </a:lnTo>
                  <a:lnTo>
                    <a:pt x="5221641" y="1373714"/>
                  </a:lnTo>
                  <a:lnTo>
                    <a:pt x="5138758" y="1354822"/>
                  </a:lnTo>
                  <a:lnTo>
                    <a:pt x="5055875" y="1337272"/>
                  </a:lnTo>
                  <a:lnTo>
                    <a:pt x="4972992" y="1320982"/>
                  </a:lnTo>
                  <a:lnTo>
                    <a:pt x="4890108" y="1305845"/>
                  </a:lnTo>
                  <a:lnTo>
                    <a:pt x="4807225" y="1291732"/>
                  </a:lnTo>
                  <a:lnTo>
                    <a:pt x="4724342" y="1278502"/>
                  </a:lnTo>
                  <a:lnTo>
                    <a:pt x="4641459" y="1266005"/>
                  </a:lnTo>
                  <a:lnTo>
                    <a:pt x="4558576" y="1254101"/>
                  </a:lnTo>
                  <a:lnTo>
                    <a:pt x="4475692" y="1242666"/>
                  </a:lnTo>
                  <a:lnTo>
                    <a:pt x="4392809" y="1231603"/>
                  </a:lnTo>
                  <a:lnTo>
                    <a:pt x="4309926" y="1220854"/>
                  </a:lnTo>
                  <a:lnTo>
                    <a:pt x="4227043" y="1210623"/>
                  </a:lnTo>
                  <a:lnTo>
                    <a:pt x="4144160" y="1201177"/>
                  </a:lnTo>
                  <a:lnTo>
                    <a:pt x="4061276" y="1192464"/>
                  </a:lnTo>
                  <a:lnTo>
                    <a:pt x="3978393" y="1184394"/>
                  </a:lnTo>
                  <a:lnTo>
                    <a:pt x="3895510" y="1176761"/>
                  </a:lnTo>
                  <a:lnTo>
                    <a:pt x="3812627" y="1169201"/>
                  </a:lnTo>
                  <a:lnTo>
                    <a:pt x="3729744" y="1161188"/>
                  </a:lnTo>
                  <a:lnTo>
                    <a:pt x="3646860" y="1152489"/>
                  </a:lnTo>
                  <a:lnTo>
                    <a:pt x="3563977" y="1143928"/>
                  </a:lnTo>
                  <a:lnTo>
                    <a:pt x="3481094" y="1135996"/>
                  </a:lnTo>
                  <a:lnTo>
                    <a:pt x="3398211" y="1128447"/>
                  </a:lnTo>
                  <a:lnTo>
                    <a:pt x="3315328" y="1120045"/>
                  </a:lnTo>
                  <a:lnTo>
                    <a:pt x="3232444" y="1108338"/>
                  </a:lnTo>
                  <a:lnTo>
                    <a:pt x="3149561" y="1094489"/>
                  </a:lnTo>
                  <a:lnTo>
                    <a:pt x="3066678" y="1081787"/>
                  </a:lnTo>
                  <a:lnTo>
                    <a:pt x="2983795" y="1071303"/>
                  </a:lnTo>
                  <a:lnTo>
                    <a:pt x="2900912" y="1061176"/>
                  </a:lnTo>
                  <a:lnTo>
                    <a:pt x="2818028" y="1051321"/>
                  </a:lnTo>
                  <a:lnTo>
                    <a:pt x="2735145" y="1042903"/>
                  </a:lnTo>
                  <a:lnTo>
                    <a:pt x="2652262" y="1035333"/>
                  </a:lnTo>
                  <a:lnTo>
                    <a:pt x="2569379" y="1028482"/>
                  </a:lnTo>
                  <a:lnTo>
                    <a:pt x="2486496" y="1024185"/>
                  </a:lnTo>
                  <a:lnTo>
                    <a:pt x="2403612" y="1020742"/>
                  </a:lnTo>
                  <a:lnTo>
                    <a:pt x="2320729" y="1015163"/>
                  </a:lnTo>
                  <a:lnTo>
                    <a:pt x="2237846" y="1004531"/>
                  </a:lnTo>
                  <a:lnTo>
                    <a:pt x="2154963" y="991840"/>
                  </a:lnTo>
                  <a:lnTo>
                    <a:pt x="2072080" y="978247"/>
                  </a:lnTo>
                  <a:lnTo>
                    <a:pt x="1989196" y="964202"/>
                  </a:lnTo>
                  <a:lnTo>
                    <a:pt x="1906313" y="950080"/>
                  </a:lnTo>
                  <a:lnTo>
                    <a:pt x="1823430" y="936223"/>
                  </a:lnTo>
                  <a:lnTo>
                    <a:pt x="1740547" y="922991"/>
                  </a:lnTo>
                  <a:lnTo>
                    <a:pt x="1657664" y="910725"/>
                  </a:lnTo>
                  <a:lnTo>
                    <a:pt x="1574780" y="899637"/>
                  </a:lnTo>
                  <a:lnTo>
                    <a:pt x="1491897" y="889933"/>
                  </a:lnTo>
                  <a:lnTo>
                    <a:pt x="1409014" y="881803"/>
                  </a:lnTo>
                  <a:lnTo>
                    <a:pt x="1326131" y="875402"/>
                  </a:lnTo>
                  <a:lnTo>
                    <a:pt x="1243248" y="870837"/>
                  </a:lnTo>
                  <a:lnTo>
                    <a:pt x="1160364" y="868164"/>
                  </a:lnTo>
                  <a:lnTo>
                    <a:pt x="1077481" y="867392"/>
                  </a:lnTo>
                  <a:lnTo>
                    <a:pt x="994598" y="868497"/>
                  </a:lnTo>
                  <a:lnTo>
                    <a:pt x="911715" y="871430"/>
                  </a:lnTo>
                  <a:lnTo>
                    <a:pt x="828832" y="876128"/>
                  </a:lnTo>
                  <a:lnTo>
                    <a:pt x="745948" y="882522"/>
                  </a:lnTo>
                  <a:lnTo>
                    <a:pt x="663065" y="890541"/>
                  </a:lnTo>
                  <a:lnTo>
                    <a:pt x="580182" y="900113"/>
                  </a:lnTo>
                  <a:lnTo>
                    <a:pt x="497299" y="911170"/>
                  </a:lnTo>
                  <a:lnTo>
                    <a:pt x="414416" y="923648"/>
                  </a:lnTo>
                  <a:lnTo>
                    <a:pt x="331532" y="937484"/>
                  </a:lnTo>
                  <a:lnTo>
                    <a:pt x="248649" y="952620"/>
                  </a:lnTo>
                  <a:lnTo>
                    <a:pt x="165766" y="969002"/>
                  </a:lnTo>
                  <a:lnTo>
                    <a:pt x="82883" y="986575"/>
                  </a:lnTo>
                  <a:lnTo>
                    <a:pt x="0" y="100528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3906369"/>
              <a:ext cx="6015395" cy="1048678"/>
            </a:xfrm>
            <a:custGeom>
              <a:avLst/>
              <a:pathLst>
                <a:path w="6015395" h="1048678">
                  <a:moveTo>
                    <a:pt x="0" y="0"/>
                  </a:moveTo>
                  <a:lnTo>
                    <a:pt x="82883" y="52354"/>
                  </a:lnTo>
                  <a:lnTo>
                    <a:pt x="165766" y="102931"/>
                  </a:lnTo>
                  <a:lnTo>
                    <a:pt x="248649" y="151731"/>
                  </a:lnTo>
                  <a:lnTo>
                    <a:pt x="331532" y="198755"/>
                  </a:lnTo>
                  <a:lnTo>
                    <a:pt x="414416" y="244000"/>
                  </a:lnTo>
                  <a:lnTo>
                    <a:pt x="497299" y="287459"/>
                  </a:lnTo>
                  <a:lnTo>
                    <a:pt x="580182" y="329123"/>
                  </a:lnTo>
                  <a:lnTo>
                    <a:pt x="663065" y="368981"/>
                  </a:lnTo>
                  <a:lnTo>
                    <a:pt x="745948" y="407016"/>
                  </a:lnTo>
                  <a:lnTo>
                    <a:pt x="828832" y="443209"/>
                  </a:lnTo>
                  <a:lnTo>
                    <a:pt x="911715" y="477543"/>
                  </a:lnTo>
                  <a:lnTo>
                    <a:pt x="994598" y="509999"/>
                  </a:lnTo>
                  <a:lnTo>
                    <a:pt x="1077481" y="540568"/>
                  </a:lnTo>
                  <a:lnTo>
                    <a:pt x="1160364" y="569253"/>
                  </a:lnTo>
                  <a:lnTo>
                    <a:pt x="1243248" y="596083"/>
                  </a:lnTo>
                  <a:lnTo>
                    <a:pt x="1326131" y="621119"/>
                  </a:lnTo>
                  <a:lnTo>
                    <a:pt x="1409014" y="644469"/>
                  </a:lnTo>
                  <a:lnTo>
                    <a:pt x="1491897" y="666293"/>
                  </a:lnTo>
                  <a:lnTo>
                    <a:pt x="1574780" y="686799"/>
                  </a:lnTo>
                  <a:lnTo>
                    <a:pt x="1657664" y="706230"/>
                  </a:lnTo>
                  <a:lnTo>
                    <a:pt x="1740547" y="724842"/>
                  </a:lnTo>
                  <a:lnTo>
                    <a:pt x="1823430" y="743008"/>
                  </a:lnTo>
                  <a:lnTo>
                    <a:pt x="1906313" y="760996"/>
                  </a:lnTo>
                  <a:lnTo>
                    <a:pt x="1989196" y="778475"/>
                  </a:lnTo>
                  <a:lnTo>
                    <a:pt x="2072080" y="795072"/>
                  </a:lnTo>
                  <a:lnTo>
                    <a:pt x="2154963" y="810454"/>
                  </a:lnTo>
                  <a:lnTo>
                    <a:pt x="2237846" y="824357"/>
                  </a:lnTo>
                  <a:lnTo>
                    <a:pt x="2320729" y="836205"/>
                  </a:lnTo>
                  <a:lnTo>
                    <a:pt x="2403612" y="843945"/>
                  </a:lnTo>
                  <a:lnTo>
                    <a:pt x="2486496" y="848573"/>
                  </a:lnTo>
                  <a:lnTo>
                    <a:pt x="2569379" y="852449"/>
                  </a:lnTo>
                  <a:lnTo>
                    <a:pt x="2652262" y="859027"/>
                  </a:lnTo>
                  <a:lnTo>
                    <a:pt x="2735145" y="868316"/>
                  </a:lnTo>
                  <a:lnTo>
                    <a:pt x="2818028" y="877755"/>
                  </a:lnTo>
                  <a:lnTo>
                    <a:pt x="2900912" y="886426"/>
                  </a:lnTo>
                  <a:lnTo>
                    <a:pt x="2983795" y="895160"/>
                  </a:lnTo>
                  <a:lnTo>
                    <a:pt x="3066678" y="906349"/>
                  </a:lnTo>
                  <a:lnTo>
                    <a:pt x="3149561" y="918875"/>
                  </a:lnTo>
                  <a:lnTo>
                    <a:pt x="3232444" y="930141"/>
                  </a:lnTo>
                  <a:lnTo>
                    <a:pt x="3315328" y="939773"/>
                  </a:lnTo>
                  <a:lnTo>
                    <a:pt x="3398211" y="948285"/>
                  </a:lnTo>
                  <a:lnTo>
                    <a:pt x="3481094" y="955373"/>
                  </a:lnTo>
                  <a:lnTo>
                    <a:pt x="3563977" y="961087"/>
                  </a:lnTo>
                  <a:lnTo>
                    <a:pt x="3646860" y="966468"/>
                  </a:lnTo>
                  <a:lnTo>
                    <a:pt x="3729744" y="973218"/>
                  </a:lnTo>
                  <a:lnTo>
                    <a:pt x="3812627" y="980271"/>
                  </a:lnTo>
                  <a:lnTo>
                    <a:pt x="3895510" y="986507"/>
                  </a:lnTo>
                  <a:lnTo>
                    <a:pt x="3978393" y="991987"/>
                  </a:lnTo>
                  <a:lnTo>
                    <a:pt x="4061276" y="996929"/>
                  </a:lnTo>
                  <a:lnTo>
                    <a:pt x="4144160" y="1001714"/>
                  </a:lnTo>
                  <a:lnTo>
                    <a:pt x="4227043" y="1006834"/>
                  </a:lnTo>
                  <a:lnTo>
                    <a:pt x="4309926" y="1012814"/>
                  </a:lnTo>
                  <a:lnTo>
                    <a:pt x="4392809" y="1019080"/>
                  </a:lnTo>
                  <a:lnTo>
                    <a:pt x="4475692" y="1025008"/>
                  </a:lnTo>
                  <a:lnTo>
                    <a:pt x="4558576" y="1030539"/>
                  </a:lnTo>
                  <a:lnTo>
                    <a:pt x="4641459" y="1035578"/>
                  </a:lnTo>
                  <a:lnTo>
                    <a:pt x="4724342" y="1040001"/>
                  </a:lnTo>
                  <a:lnTo>
                    <a:pt x="4807225" y="1043667"/>
                  </a:lnTo>
                  <a:lnTo>
                    <a:pt x="4890108" y="1046427"/>
                  </a:lnTo>
                  <a:lnTo>
                    <a:pt x="4972992" y="1048140"/>
                  </a:lnTo>
                  <a:lnTo>
                    <a:pt x="5055875" y="1048678"/>
                  </a:lnTo>
                  <a:lnTo>
                    <a:pt x="5138758" y="1047933"/>
                  </a:lnTo>
                  <a:lnTo>
                    <a:pt x="5221641" y="1045823"/>
                  </a:lnTo>
                  <a:lnTo>
                    <a:pt x="5304524" y="1042291"/>
                  </a:lnTo>
                  <a:lnTo>
                    <a:pt x="5387408" y="1037304"/>
                  </a:lnTo>
                  <a:lnTo>
                    <a:pt x="5470291" y="1030846"/>
                  </a:lnTo>
                  <a:lnTo>
                    <a:pt x="5553174" y="1022918"/>
                  </a:lnTo>
                  <a:lnTo>
                    <a:pt x="5636057" y="1013530"/>
                  </a:lnTo>
                  <a:lnTo>
                    <a:pt x="5718940" y="1002701"/>
                  </a:lnTo>
                  <a:lnTo>
                    <a:pt x="5801824" y="990453"/>
                  </a:lnTo>
                  <a:lnTo>
                    <a:pt x="5884707" y="976811"/>
                  </a:lnTo>
                  <a:lnTo>
                    <a:pt x="5967590" y="961799"/>
                  </a:lnTo>
                  <a:lnTo>
                    <a:pt x="6015395" y="9523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72465" y="4773761"/>
              <a:ext cx="5580400" cy="604698"/>
            </a:xfrm>
            <a:custGeom>
              <a:avLst/>
              <a:pathLst>
                <a:path w="5580400" h="604698">
                  <a:moveTo>
                    <a:pt x="5580400" y="604698"/>
                  </a:moveTo>
                  <a:lnTo>
                    <a:pt x="5553174" y="596137"/>
                  </a:lnTo>
                  <a:lnTo>
                    <a:pt x="5470291" y="571514"/>
                  </a:lnTo>
                  <a:lnTo>
                    <a:pt x="5387408" y="548340"/>
                  </a:lnTo>
                  <a:lnTo>
                    <a:pt x="5304524" y="526614"/>
                  </a:lnTo>
                  <a:lnTo>
                    <a:pt x="5221641" y="506322"/>
                  </a:lnTo>
                  <a:lnTo>
                    <a:pt x="5138758" y="487429"/>
                  </a:lnTo>
                  <a:lnTo>
                    <a:pt x="5055875" y="469879"/>
                  </a:lnTo>
                  <a:lnTo>
                    <a:pt x="4972992" y="453589"/>
                  </a:lnTo>
                  <a:lnTo>
                    <a:pt x="4890108" y="438452"/>
                  </a:lnTo>
                  <a:lnTo>
                    <a:pt x="4807225" y="424340"/>
                  </a:lnTo>
                  <a:lnTo>
                    <a:pt x="4724342" y="411109"/>
                  </a:lnTo>
                  <a:lnTo>
                    <a:pt x="4641459" y="398613"/>
                  </a:lnTo>
                  <a:lnTo>
                    <a:pt x="4558576" y="386709"/>
                  </a:lnTo>
                  <a:lnTo>
                    <a:pt x="4475692" y="375273"/>
                  </a:lnTo>
                  <a:lnTo>
                    <a:pt x="4392809" y="364210"/>
                  </a:lnTo>
                  <a:lnTo>
                    <a:pt x="4309926" y="353462"/>
                  </a:lnTo>
                  <a:lnTo>
                    <a:pt x="4227043" y="343231"/>
                  </a:lnTo>
                  <a:lnTo>
                    <a:pt x="4144160" y="333785"/>
                  </a:lnTo>
                  <a:lnTo>
                    <a:pt x="4061276" y="325072"/>
                  </a:lnTo>
                  <a:lnTo>
                    <a:pt x="3978393" y="317002"/>
                  </a:lnTo>
                  <a:lnTo>
                    <a:pt x="3895510" y="309369"/>
                  </a:lnTo>
                  <a:lnTo>
                    <a:pt x="3812627" y="301808"/>
                  </a:lnTo>
                  <a:lnTo>
                    <a:pt x="3729744" y="293796"/>
                  </a:lnTo>
                  <a:lnTo>
                    <a:pt x="3646860" y="285096"/>
                  </a:lnTo>
                  <a:lnTo>
                    <a:pt x="3563977" y="276535"/>
                  </a:lnTo>
                  <a:lnTo>
                    <a:pt x="3481094" y="268603"/>
                  </a:lnTo>
                  <a:lnTo>
                    <a:pt x="3398211" y="261055"/>
                  </a:lnTo>
                  <a:lnTo>
                    <a:pt x="3315328" y="252652"/>
                  </a:lnTo>
                  <a:lnTo>
                    <a:pt x="3232444" y="240946"/>
                  </a:lnTo>
                  <a:lnTo>
                    <a:pt x="3149561" y="227097"/>
                  </a:lnTo>
                  <a:lnTo>
                    <a:pt x="3066678" y="214395"/>
                  </a:lnTo>
                  <a:lnTo>
                    <a:pt x="2983795" y="203911"/>
                  </a:lnTo>
                  <a:lnTo>
                    <a:pt x="2900912" y="193783"/>
                  </a:lnTo>
                  <a:lnTo>
                    <a:pt x="2818028" y="183929"/>
                  </a:lnTo>
                  <a:lnTo>
                    <a:pt x="2735145" y="175511"/>
                  </a:lnTo>
                  <a:lnTo>
                    <a:pt x="2652262" y="167941"/>
                  </a:lnTo>
                  <a:lnTo>
                    <a:pt x="2569379" y="161090"/>
                  </a:lnTo>
                  <a:lnTo>
                    <a:pt x="2486496" y="156793"/>
                  </a:lnTo>
                  <a:lnTo>
                    <a:pt x="2403612" y="153349"/>
                  </a:lnTo>
                  <a:lnTo>
                    <a:pt x="2320729" y="147771"/>
                  </a:lnTo>
                  <a:lnTo>
                    <a:pt x="2237846" y="137139"/>
                  </a:lnTo>
                  <a:lnTo>
                    <a:pt x="2154963" y="124447"/>
                  </a:lnTo>
                  <a:lnTo>
                    <a:pt x="2072080" y="110855"/>
                  </a:lnTo>
                  <a:lnTo>
                    <a:pt x="1989196" y="96809"/>
                  </a:lnTo>
                  <a:lnTo>
                    <a:pt x="1906313" y="82688"/>
                  </a:lnTo>
                  <a:lnTo>
                    <a:pt x="1823430" y="68831"/>
                  </a:lnTo>
                  <a:lnTo>
                    <a:pt x="1740547" y="55599"/>
                  </a:lnTo>
                  <a:lnTo>
                    <a:pt x="1657664" y="43333"/>
                  </a:lnTo>
                  <a:lnTo>
                    <a:pt x="1574780" y="32245"/>
                  </a:lnTo>
                  <a:lnTo>
                    <a:pt x="1491897" y="22541"/>
                  </a:lnTo>
                  <a:lnTo>
                    <a:pt x="1409014" y="14411"/>
                  </a:lnTo>
                  <a:lnTo>
                    <a:pt x="1326131" y="8010"/>
                  </a:lnTo>
                  <a:lnTo>
                    <a:pt x="1243248" y="3445"/>
                  </a:lnTo>
                  <a:lnTo>
                    <a:pt x="1160364" y="771"/>
                  </a:lnTo>
                  <a:lnTo>
                    <a:pt x="1077481" y="0"/>
                  </a:lnTo>
                  <a:lnTo>
                    <a:pt x="994598" y="1104"/>
                  </a:lnTo>
                  <a:lnTo>
                    <a:pt x="911715" y="4037"/>
                  </a:lnTo>
                  <a:lnTo>
                    <a:pt x="828832" y="8736"/>
                  </a:lnTo>
                  <a:lnTo>
                    <a:pt x="745948" y="15130"/>
                  </a:lnTo>
                  <a:lnTo>
                    <a:pt x="663065" y="23148"/>
                  </a:lnTo>
                  <a:lnTo>
                    <a:pt x="580182" y="32720"/>
                  </a:lnTo>
                  <a:lnTo>
                    <a:pt x="497299" y="43778"/>
                  </a:lnTo>
                  <a:lnTo>
                    <a:pt x="414416" y="56255"/>
                  </a:lnTo>
                  <a:lnTo>
                    <a:pt x="331532" y="70092"/>
                  </a:lnTo>
                  <a:lnTo>
                    <a:pt x="248649" y="85228"/>
                  </a:lnTo>
                  <a:lnTo>
                    <a:pt x="165766" y="101609"/>
                  </a:lnTo>
                  <a:lnTo>
                    <a:pt x="82883" y="119182"/>
                  </a:lnTo>
                  <a:lnTo>
                    <a:pt x="0" y="1378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4409014"/>
              <a:ext cx="6015395" cy="786935"/>
            </a:xfrm>
            <a:custGeom>
              <a:avLst/>
              <a:pathLst>
                <a:path w="6015395" h="786935">
                  <a:moveTo>
                    <a:pt x="0" y="0"/>
                  </a:moveTo>
                  <a:lnTo>
                    <a:pt x="82883" y="16820"/>
                  </a:lnTo>
                  <a:lnTo>
                    <a:pt x="165766" y="33321"/>
                  </a:lnTo>
                  <a:lnTo>
                    <a:pt x="248649" y="49531"/>
                  </a:lnTo>
                  <a:lnTo>
                    <a:pt x="331532" y="65475"/>
                  </a:lnTo>
                  <a:lnTo>
                    <a:pt x="414416" y="81179"/>
                  </a:lnTo>
                  <a:lnTo>
                    <a:pt x="497299" y="96670"/>
                  </a:lnTo>
                  <a:lnTo>
                    <a:pt x="580182" y="111973"/>
                  </a:lnTo>
                  <a:lnTo>
                    <a:pt x="663065" y="127116"/>
                  </a:lnTo>
                  <a:lnTo>
                    <a:pt x="745948" y="142124"/>
                  </a:lnTo>
                  <a:lnTo>
                    <a:pt x="828832" y="157024"/>
                  </a:lnTo>
                  <a:lnTo>
                    <a:pt x="911715" y="171841"/>
                  </a:lnTo>
                  <a:lnTo>
                    <a:pt x="994598" y="186603"/>
                  </a:lnTo>
                  <a:lnTo>
                    <a:pt x="1077481" y="201335"/>
                  </a:lnTo>
                  <a:lnTo>
                    <a:pt x="1160364" y="216064"/>
                  </a:lnTo>
                  <a:lnTo>
                    <a:pt x="1243248" y="230815"/>
                  </a:lnTo>
                  <a:lnTo>
                    <a:pt x="1326131" y="245615"/>
                  </a:lnTo>
                  <a:lnTo>
                    <a:pt x="1409014" y="260491"/>
                  </a:lnTo>
                  <a:lnTo>
                    <a:pt x="1491897" y="275468"/>
                  </a:lnTo>
                  <a:lnTo>
                    <a:pt x="1574780" y="290573"/>
                  </a:lnTo>
                  <a:lnTo>
                    <a:pt x="1657664" y="305832"/>
                  </a:lnTo>
                  <a:lnTo>
                    <a:pt x="1740547" y="321272"/>
                  </a:lnTo>
                  <a:lnTo>
                    <a:pt x="1823430" y="336971"/>
                  </a:lnTo>
                  <a:lnTo>
                    <a:pt x="1906313" y="352894"/>
                  </a:lnTo>
                  <a:lnTo>
                    <a:pt x="1989196" y="368693"/>
                  </a:lnTo>
                  <a:lnTo>
                    <a:pt x="2072080" y="384015"/>
                  </a:lnTo>
                  <a:lnTo>
                    <a:pt x="2154963" y="398502"/>
                  </a:lnTo>
                  <a:lnTo>
                    <a:pt x="2237846" y="411799"/>
                  </a:lnTo>
                  <a:lnTo>
                    <a:pt x="2320729" y="423039"/>
                  </a:lnTo>
                  <a:lnTo>
                    <a:pt x="2403612" y="429698"/>
                  </a:lnTo>
                  <a:lnTo>
                    <a:pt x="2486496" y="433734"/>
                  </a:lnTo>
                  <a:lnTo>
                    <a:pt x="2569379" y="437821"/>
                  </a:lnTo>
                  <a:lnTo>
                    <a:pt x="2652262" y="444535"/>
                  </a:lnTo>
                  <a:lnTo>
                    <a:pt x="2735145" y="452965"/>
                  </a:lnTo>
                  <a:lnTo>
                    <a:pt x="2818028" y="461893"/>
                  </a:lnTo>
                  <a:lnTo>
                    <a:pt x="2900912" y="471156"/>
                  </a:lnTo>
                  <a:lnTo>
                    <a:pt x="2983795" y="480587"/>
                  </a:lnTo>
                  <a:lnTo>
                    <a:pt x="3066678" y="491423"/>
                  </a:lnTo>
                  <a:lnTo>
                    <a:pt x="3149561" y="504037"/>
                  </a:lnTo>
                  <a:lnTo>
                    <a:pt x="3232444" y="516595"/>
                  </a:lnTo>
                  <a:lnTo>
                    <a:pt x="3315328" y="527264"/>
                  </a:lnTo>
                  <a:lnTo>
                    <a:pt x="3398211" y="535721"/>
                  </a:lnTo>
                  <a:lnTo>
                    <a:pt x="3481094" y="543039"/>
                  </a:lnTo>
                  <a:lnTo>
                    <a:pt x="3563977" y="549862"/>
                  </a:lnTo>
                  <a:lnTo>
                    <a:pt x="3646860" y="556834"/>
                  </a:lnTo>
                  <a:lnTo>
                    <a:pt x="3729744" y="564558"/>
                  </a:lnTo>
                  <a:lnTo>
                    <a:pt x="3812627" y="572091"/>
                  </a:lnTo>
                  <a:lnTo>
                    <a:pt x="3895510" y="578989"/>
                  </a:lnTo>
                  <a:lnTo>
                    <a:pt x="3978393" y="585545"/>
                  </a:lnTo>
                  <a:lnTo>
                    <a:pt x="4061276" y="592052"/>
                  </a:lnTo>
                  <a:lnTo>
                    <a:pt x="4144160" y="598800"/>
                  </a:lnTo>
                  <a:lnTo>
                    <a:pt x="4227043" y="606084"/>
                  </a:lnTo>
                  <a:lnTo>
                    <a:pt x="4309926" y="614189"/>
                  </a:lnTo>
                  <a:lnTo>
                    <a:pt x="4392809" y="622697"/>
                  </a:lnTo>
                  <a:lnTo>
                    <a:pt x="4475692" y="631192"/>
                  </a:lnTo>
                  <a:lnTo>
                    <a:pt x="4558576" y="639675"/>
                  </a:lnTo>
                  <a:lnTo>
                    <a:pt x="4641459" y="648147"/>
                  </a:lnTo>
                  <a:lnTo>
                    <a:pt x="4724342" y="656606"/>
                  </a:lnTo>
                  <a:lnTo>
                    <a:pt x="4807225" y="665055"/>
                  </a:lnTo>
                  <a:lnTo>
                    <a:pt x="4890108" y="673491"/>
                  </a:lnTo>
                  <a:lnTo>
                    <a:pt x="4972992" y="681916"/>
                  </a:lnTo>
                  <a:lnTo>
                    <a:pt x="5055875" y="690330"/>
                  </a:lnTo>
                  <a:lnTo>
                    <a:pt x="5138758" y="698732"/>
                  </a:lnTo>
                  <a:lnTo>
                    <a:pt x="5221641" y="707124"/>
                  </a:lnTo>
                  <a:lnTo>
                    <a:pt x="5304524" y="715504"/>
                  </a:lnTo>
                  <a:lnTo>
                    <a:pt x="5387408" y="723873"/>
                  </a:lnTo>
                  <a:lnTo>
                    <a:pt x="5470291" y="732231"/>
                  </a:lnTo>
                  <a:lnTo>
                    <a:pt x="5553174" y="740579"/>
                  </a:lnTo>
                  <a:lnTo>
                    <a:pt x="5636057" y="748915"/>
                  </a:lnTo>
                  <a:lnTo>
                    <a:pt x="5718940" y="757241"/>
                  </a:lnTo>
                  <a:lnTo>
                    <a:pt x="5801824" y="765557"/>
                  </a:lnTo>
                  <a:lnTo>
                    <a:pt x="5884707" y="773862"/>
                  </a:lnTo>
                  <a:lnTo>
                    <a:pt x="5967590" y="782157"/>
                  </a:lnTo>
                  <a:lnTo>
                    <a:pt x="6015395" y="78693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4295486"/>
              <a:ext cx="6015395" cy="1082973"/>
            </a:xfrm>
            <a:custGeom>
              <a:avLst/>
              <a:pathLst>
                <a:path w="6015395" h="1082973">
                  <a:moveTo>
                    <a:pt x="0" y="0"/>
                  </a:moveTo>
                  <a:lnTo>
                    <a:pt x="82883" y="30827"/>
                  </a:lnTo>
                  <a:lnTo>
                    <a:pt x="165766" y="60625"/>
                  </a:lnTo>
                  <a:lnTo>
                    <a:pt x="248649" y="89391"/>
                  </a:lnTo>
                  <a:lnTo>
                    <a:pt x="331532" y="117120"/>
                  </a:lnTo>
                  <a:lnTo>
                    <a:pt x="414416" y="143806"/>
                  </a:lnTo>
                  <a:lnTo>
                    <a:pt x="497299" y="169440"/>
                  </a:lnTo>
                  <a:lnTo>
                    <a:pt x="580182" y="194009"/>
                  </a:lnTo>
                  <a:lnTo>
                    <a:pt x="663065" y="217500"/>
                  </a:lnTo>
                  <a:lnTo>
                    <a:pt x="745948" y="239893"/>
                  </a:lnTo>
                  <a:lnTo>
                    <a:pt x="828832" y="261169"/>
                  </a:lnTo>
                  <a:lnTo>
                    <a:pt x="911715" y="281306"/>
                  </a:lnTo>
                  <a:lnTo>
                    <a:pt x="994598" y="300286"/>
                  </a:lnTo>
                  <a:lnTo>
                    <a:pt x="1077481" y="318095"/>
                  </a:lnTo>
                  <a:lnTo>
                    <a:pt x="1160364" y="334733"/>
                  </a:lnTo>
                  <a:lnTo>
                    <a:pt x="1243248" y="350221"/>
                  </a:lnTo>
                  <a:lnTo>
                    <a:pt x="1326131" y="364612"/>
                  </a:lnTo>
                  <a:lnTo>
                    <a:pt x="1409014" y="377998"/>
                  </a:lnTo>
                  <a:lnTo>
                    <a:pt x="1491897" y="390521"/>
                  </a:lnTo>
                  <a:lnTo>
                    <a:pt x="1574780" y="402362"/>
                  </a:lnTo>
                  <a:lnTo>
                    <a:pt x="1657664" y="413739"/>
                  </a:lnTo>
                  <a:lnTo>
                    <a:pt x="1740547" y="424877"/>
                  </a:lnTo>
                  <a:lnTo>
                    <a:pt x="1823430" y="436194"/>
                  </a:lnTo>
                  <a:lnTo>
                    <a:pt x="1906313" y="448107"/>
                  </a:lnTo>
                  <a:lnTo>
                    <a:pt x="1989196" y="460264"/>
                  </a:lnTo>
                  <a:lnTo>
                    <a:pt x="2072080" y="472271"/>
                  </a:lnTo>
                  <a:lnTo>
                    <a:pt x="2154963" y="483762"/>
                  </a:lnTo>
                  <a:lnTo>
                    <a:pt x="2237846" y="494439"/>
                  </a:lnTo>
                  <a:lnTo>
                    <a:pt x="2320729" y="503931"/>
                  </a:lnTo>
                  <a:lnTo>
                    <a:pt x="2403612" y="511371"/>
                  </a:lnTo>
                  <a:lnTo>
                    <a:pt x="2486496" y="517044"/>
                  </a:lnTo>
                  <a:lnTo>
                    <a:pt x="2569379" y="522187"/>
                  </a:lnTo>
                  <a:lnTo>
                    <a:pt x="2652262" y="529065"/>
                  </a:lnTo>
                  <a:lnTo>
                    <a:pt x="2735145" y="538234"/>
                  </a:lnTo>
                  <a:lnTo>
                    <a:pt x="2818028" y="547766"/>
                  </a:lnTo>
                  <a:lnTo>
                    <a:pt x="2900912" y="556706"/>
                  </a:lnTo>
                  <a:lnTo>
                    <a:pt x="2983795" y="565682"/>
                  </a:lnTo>
                  <a:lnTo>
                    <a:pt x="3066678" y="577050"/>
                  </a:lnTo>
                  <a:lnTo>
                    <a:pt x="3149561" y="589955"/>
                  </a:lnTo>
                  <a:lnTo>
                    <a:pt x="3232444" y="601774"/>
                  </a:lnTo>
                  <a:lnTo>
                    <a:pt x="3315328" y="611891"/>
                  </a:lnTo>
                  <a:lnTo>
                    <a:pt x="3398211" y="620810"/>
                  </a:lnTo>
                  <a:lnTo>
                    <a:pt x="3481094" y="628464"/>
                  </a:lnTo>
                  <a:lnTo>
                    <a:pt x="3563977" y="634959"/>
                  </a:lnTo>
                  <a:lnTo>
                    <a:pt x="3646860" y="641296"/>
                  </a:lnTo>
                  <a:lnTo>
                    <a:pt x="3729744" y="649066"/>
                  </a:lnTo>
                  <a:lnTo>
                    <a:pt x="3812627" y="657326"/>
                  </a:lnTo>
                  <a:lnTo>
                    <a:pt x="3895510" y="664983"/>
                  </a:lnTo>
                  <a:lnTo>
                    <a:pt x="3978393" y="671990"/>
                  </a:lnTo>
                  <a:lnTo>
                    <a:pt x="4061276" y="678447"/>
                  </a:lnTo>
                  <a:lnTo>
                    <a:pt x="4144160" y="684597"/>
                  </a:lnTo>
                  <a:lnTo>
                    <a:pt x="4227043" y="690785"/>
                  </a:lnTo>
                  <a:lnTo>
                    <a:pt x="4309926" y="697384"/>
                  </a:lnTo>
                  <a:lnTo>
                    <a:pt x="4392809" y="703944"/>
                  </a:lnTo>
                  <a:lnTo>
                    <a:pt x="4475692" y="709989"/>
                  </a:lnTo>
                  <a:lnTo>
                    <a:pt x="4558576" y="715469"/>
                  </a:lnTo>
                  <a:lnTo>
                    <a:pt x="4641459" y="720299"/>
                  </a:lnTo>
                  <a:lnTo>
                    <a:pt x="4724342" y="724370"/>
                  </a:lnTo>
                  <a:lnTo>
                    <a:pt x="4807225" y="727556"/>
                  </a:lnTo>
                  <a:lnTo>
                    <a:pt x="4890108" y="729727"/>
                  </a:lnTo>
                  <a:lnTo>
                    <a:pt x="4972992" y="730757"/>
                  </a:lnTo>
                  <a:lnTo>
                    <a:pt x="5055875" y="730531"/>
                  </a:lnTo>
                  <a:lnTo>
                    <a:pt x="5138758" y="728955"/>
                  </a:lnTo>
                  <a:lnTo>
                    <a:pt x="5221641" y="725957"/>
                  </a:lnTo>
                  <a:lnTo>
                    <a:pt x="5304524" y="721489"/>
                  </a:lnTo>
                  <a:lnTo>
                    <a:pt x="5387408" y="715520"/>
                  </a:lnTo>
                  <a:lnTo>
                    <a:pt x="5470291" y="708041"/>
                  </a:lnTo>
                  <a:lnTo>
                    <a:pt x="5553174" y="699053"/>
                  </a:lnTo>
                  <a:lnTo>
                    <a:pt x="5636057" y="688568"/>
                  </a:lnTo>
                  <a:lnTo>
                    <a:pt x="5718940" y="676605"/>
                  </a:lnTo>
                  <a:lnTo>
                    <a:pt x="5801824" y="663184"/>
                  </a:lnTo>
                  <a:lnTo>
                    <a:pt x="5884707" y="648331"/>
                  </a:lnTo>
                  <a:lnTo>
                    <a:pt x="5967590" y="632071"/>
                  </a:lnTo>
                  <a:lnTo>
                    <a:pt x="6015395" y="621894"/>
                  </a:lnTo>
                  <a:lnTo>
                    <a:pt x="6015395" y="1082973"/>
                  </a:lnTo>
                  <a:lnTo>
                    <a:pt x="5499806" y="1082973"/>
                  </a:lnTo>
                  <a:lnTo>
                    <a:pt x="5470291" y="1075729"/>
                  </a:lnTo>
                  <a:lnTo>
                    <a:pt x="5387408" y="1056508"/>
                  </a:lnTo>
                  <a:lnTo>
                    <a:pt x="5304524" y="1038406"/>
                  </a:lnTo>
                  <a:lnTo>
                    <a:pt x="5221641" y="1021408"/>
                  </a:lnTo>
                  <a:lnTo>
                    <a:pt x="5138758" y="1005481"/>
                  </a:lnTo>
                  <a:lnTo>
                    <a:pt x="5055875" y="990572"/>
                  </a:lnTo>
                  <a:lnTo>
                    <a:pt x="4972992" y="976604"/>
                  </a:lnTo>
                  <a:lnTo>
                    <a:pt x="4890108" y="963479"/>
                  </a:lnTo>
                  <a:lnTo>
                    <a:pt x="4807225" y="951079"/>
                  </a:lnTo>
                  <a:lnTo>
                    <a:pt x="4724342" y="939274"/>
                  </a:lnTo>
                  <a:lnTo>
                    <a:pt x="4641459" y="927928"/>
                  </a:lnTo>
                  <a:lnTo>
                    <a:pt x="4558576" y="916912"/>
                  </a:lnTo>
                  <a:lnTo>
                    <a:pt x="4475692" y="906112"/>
                  </a:lnTo>
                  <a:lnTo>
                    <a:pt x="4392809" y="895440"/>
                  </a:lnTo>
                  <a:lnTo>
                    <a:pt x="4309926" y="884842"/>
                  </a:lnTo>
                  <a:lnTo>
                    <a:pt x="4227043" y="874411"/>
                  </a:lnTo>
                  <a:lnTo>
                    <a:pt x="4144160" y="864326"/>
                  </a:lnTo>
                  <a:lnTo>
                    <a:pt x="4061276" y="854636"/>
                  </a:lnTo>
                  <a:lnTo>
                    <a:pt x="3978393" y="845361"/>
                  </a:lnTo>
                  <a:lnTo>
                    <a:pt x="3895510" y="836414"/>
                  </a:lnTo>
                  <a:lnTo>
                    <a:pt x="3812627" y="827564"/>
                  </a:lnTo>
                  <a:lnTo>
                    <a:pt x="3729744" y="818439"/>
                  </a:lnTo>
                  <a:lnTo>
                    <a:pt x="3646860" y="808912"/>
                  </a:lnTo>
                  <a:lnTo>
                    <a:pt x="3563977" y="799711"/>
                  </a:lnTo>
                  <a:lnTo>
                    <a:pt x="3481094" y="791217"/>
                  </a:lnTo>
                  <a:lnTo>
                    <a:pt x="3398211" y="783148"/>
                  </a:lnTo>
                  <a:lnTo>
                    <a:pt x="3315328" y="774327"/>
                  </a:lnTo>
                  <a:lnTo>
                    <a:pt x="3232444" y="762341"/>
                  </a:lnTo>
                  <a:lnTo>
                    <a:pt x="3149561" y="748194"/>
                  </a:lnTo>
                  <a:lnTo>
                    <a:pt x="3066678" y="735131"/>
                  </a:lnTo>
                  <a:lnTo>
                    <a:pt x="2983795" y="724398"/>
                  </a:lnTo>
                  <a:lnTo>
                    <a:pt x="2900912" y="714167"/>
                  </a:lnTo>
                  <a:lnTo>
                    <a:pt x="2818028" y="704159"/>
                  </a:lnTo>
                  <a:lnTo>
                    <a:pt x="2735145" y="695548"/>
                  </a:lnTo>
                  <a:lnTo>
                    <a:pt x="2652262" y="687928"/>
                  </a:lnTo>
                  <a:lnTo>
                    <a:pt x="2569379" y="680803"/>
                  </a:lnTo>
                  <a:lnTo>
                    <a:pt x="2486496" y="675281"/>
                  </a:lnTo>
                  <a:lnTo>
                    <a:pt x="2403612" y="670676"/>
                  </a:lnTo>
                  <a:lnTo>
                    <a:pt x="2320729" y="665184"/>
                  </a:lnTo>
                  <a:lnTo>
                    <a:pt x="2237846" y="656787"/>
                  </a:lnTo>
                  <a:lnTo>
                    <a:pt x="2154963" y="647202"/>
                  </a:lnTo>
                  <a:lnTo>
                    <a:pt x="2072080" y="637323"/>
                  </a:lnTo>
                  <a:lnTo>
                    <a:pt x="1989196" y="627616"/>
                  </a:lnTo>
                  <a:lnTo>
                    <a:pt x="1906313" y="618484"/>
                  </a:lnTo>
                  <a:lnTo>
                    <a:pt x="1823430" y="610293"/>
                  </a:lnTo>
                  <a:lnTo>
                    <a:pt x="1740547" y="603422"/>
                  </a:lnTo>
                  <a:lnTo>
                    <a:pt x="1657664" y="598002"/>
                  </a:lnTo>
                  <a:lnTo>
                    <a:pt x="1574780" y="594143"/>
                  </a:lnTo>
                  <a:lnTo>
                    <a:pt x="1491897" y="592034"/>
                  </a:lnTo>
                  <a:lnTo>
                    <a:pt x="1409014" y="591851"/>
                  </a:lnTo>
                  <a:lnTo>
                    <a:pt x="1326131" y="593737"/>
                  </a:lnTo>
                  <a:lnTo>
                    <a:pt x="1243248" y="597792"/>
                  </a:lnTo>
                  <a:lnTo>
                    <a:pt x="1160364" y="604070"/>
                  </a:lnTo>
                  <a:lnTo>
                    <a:pt x="1077481" y="612584"/>
                  </a:lnTo>
                  <a:lnTo>
                    <a:pt x="994598" y="623315"/>
                  </a:lnTo>
                  <a:lnTo>
                    <a:pt x="911715" y="636223"/>
                  </a:lnTo>
                  <a:lnTo>
                    <a:pt x="828832" y="651256"/>
                  </a:lnTo>
                  <a:lnTo>
                    <a:pt x="745948" y="668355"/>
                  </a:lnTo>
                  <a:lnTo>
                    <a:pt x="663065" y="687458"/>
                  </a:lnTo>
                  <a:lnTo>
                    <a:pt x="580182" y="708507"/>
                  </a:lnTo>
                  <a:lnTo>
                    <a:pt x="497299" y="731443"/>
                  </a:lnTo>
                  <a:lnTo>
                    <a:pt x="414416" y="756211"/>
                  </a:lnTo>
                  <a:lnTo>
                    <a:pt x="331532" y="782761"/>
                  </a:lnTo>
                  <a:lnTo>
                    <a:pt x="248649" y="811042"/>
                  </a:lnTo>
                  <a:lnTo>
                    <a:pt x="165766" y="841010"/>
                  </a:lnTo>
                  <a:lnTo>
                    <a:pt x="82883" y="872619"/>
                  </a:lnTo>
                  <a:lnTo>
                    <a:pt x="0" y="90582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4295486"/>
              <a:ext cx="6015395" cy="730757"/>
            </a:xfrm>
            <a:custGeom>
              <a:avLst/>
              <a:pathLst>
                <a:path w="6015395" h="730757">
                  <a:moveTo>
                    <a:pt x="0" y="0"/>
                  </a:moveTo>
                  <a:lnTo>
                    <a:pt x="82883" y="30827"/>
                  </a:lnTo>
                  <a:lnTo>
                    <a:pt x="165766" y="60625"/>
                  </a:lnTo>
                  <a:lnTo>
                    <a:pt x="248649" y="89391"/>
                  </a:lnTo>
                  <a:lnTo>
                    <a:pt x="331532" y="117120"/>
                  </a:lnTo>
                  <a:lnTo>
                    <a:pt x="414416" y="143806"/>
                  </a:lnTo>
                  <a:lnTo>
                    <a:pt x="497299" y="169440"/>
                  </a:lnTo>
                  <a:lnTo>
                    <a:pt x="580182" y="194009"/>
                  </a:lnTo>
                  <a:lnTo>
                    <a:pt x="663065" y="217500"/>
                  </a:lnTo>
                  <a:lnTo>
                    <a:pt x="745948" y="239893"/>
                  </a:lnTo>
                  <a:lnTo>
                    <a:pt x="828832" y="261169"/>
                  </a:lnTo>
                  <a:lnTo>
                    <a:pt x="911715" y="281306"/>
                  </a:lnTo>
                  <a:lnTo>
                    <a:pt x="994598" y="300286"/>
                  </a:lnTo>
                  <a:lnTo>
                    <a:pt x="1077481" y="318095"/>
                  </a:lnTo>
                  <a:lnTo>
                    <a:pt x="1160364" y="334733"/>
                  </a:lnTo>
                  <a:lnTo>
                    <a:pt x="1243248" y="350221"/>
                  </a:lnTo>
                  <a:lnTo>
                    <a:pt x="1326131" y="364612"/>
                  </a:lnTo>
                  <a:lnTo>
                    <a:pt x="1409014" y="377998"/>
                  </a:lnTo>
                  <a:lnTo>
                    <a:pt x="1491897" y="390521"/>
                  </a:lnTo>
                  <a:lnTo>
                    <a:pt x="1574780" y="402362"/>
                  </a:lnTo>
                  <a:lnTo>
                    <a:pt x="1657664" y="413739"/>
                  </a:lnTo>
                  <a:lnTo>
                    <a:pt x="1740547" y="424877"/>
                  </a:lnTo>
                  <a:lnTo>
                    <a:pt x="1823430" y="436194"/>
                  </a:lnTo>
                  <a:lnTo>
                    <a:pt x="1906313" y="448107"/>
                  </a:lnTo>
                  <a:lnTo>
                    <a:pt x="1989196" y="460264"/>
                  </a:lnTo>
                  <a:lnTo>
                    <a:pt x="2072080" y="472271"/>
                  </a:lnTo>
                  <a:lnTo>
                    <a:pt x="2154963" y="483762"/>
                  </a:lnTo>
                  <a:lnTo>
                    <a:pt x="2237846" y="494439"/>
                  </a:lnTo>
                  <a:lnTo>
                    <a:pt x="2320729" y="503931"/>
                  </a:lnTo>
                  <a:lnTo>
                    <a:pt x="2403612" y="511371"/>
                  </a:lnTo>
                  <a:lnTo>
                    <a:pt x="2486496" y="517044"/>
                  </a:lnTo>
                  <a:lnTo>
                    <a:pt x="2569379" y="522187"/>
                  </a:lnTo>
                  <a:lnTo>
                    <a:pt x="2652262" y="529065"/>
                  </a:lnTo>
                  <a:lnTo>
                    <a:pt x="2735145" y="538234"/>
                  </a:lnTo>
                  <a:lnTo>
                    <a:pt x="2818028" y="547766"/>
                  </a:lnTo>
                  <a:lnTo>
                    <a:pt x="2900912" y="556706"/>
                  </a:lnTo>
                  <a:lnTo>
                    <a:pt x="2983795" y="565682"/>
                  </a:lnTo>
                  <a:lnTo>
                    <a:pt x="3066678" y="577050"/>
                  </a:lnTo>
                  <a:lnTo>
                    <a:pt x="3149561" y="589955"/>
                  </a:lnTo>
                  <a:lnTo>
                    <a:pt x="3232444" y="601774"/>
                  </a:lnTo>
                  <a:lnTo>
                    <a:pt x="3315328" y="611891"/>
                  </a:lnTo>
                  <a:lnTo>
                    <a:pt x="3398211" y="620810"/>
                  </a:lnTo>
                  <a:lnTo>
                    <a:pt x="3481094" y="628464"/>
                  </a:lnTo>
                  <a:lnTo>
                    <a:pt x="3563977" y="634959"/>
                  </a:lnTo>
                  <a:lnTo>
                    <a:pt x="3646860" y="641296"/>
                  </a:lnTo>
                  <a:lnTo>
                    <a:pt x="3729744" y="649066"/>
                  </a:lnTo>
                  <a:lnTo>
                    <a:pt x="3812627" y="657326"/>
                  </a:lnTo>
                  <a:lnTo>
                    <a:pt x="3895510" y="664983"/>
                  </a:lnTo>
                  <a:lnTo>
                    <a:pt x="3978393" y="671990"/>
                  </a:lnTo>
                  <a:lnTo>
                    <a:pt x="4061276" y="678447"/>
                  </a:lnTo>
                  <a:lnTo>
                    <a:pt x="4144160" y="684597"/>
                  </a:lnTo>
                  <a:lnTo>
                    <a:pt x="4227043" y="690785"/>
                  </a:lnTo>
                  <a:lnTo>
                    <a:pt x="4309926" y="697384"/>
                  </a:lnTo>
                  <a:lnTo>
                    <a:pt x="4392809" y="703944"/>
                  </a:lnTo>
                  <a:lnTo>
                    <a:pt x="4475692" y="709989"/>
                  </a:lnTo>
                  <a:lnTo>
                    <a:pt x="4558576" y="715469"/>
                  </a:lnTo>
                  <a:lnTo>
                    <a:pt x="4641459" y="720299"/>
                  </a:lnTo>
                  <a:lnTo>
                    <a:pt x="4724342" y="724370"/>
                  </a:lnTo>
                  <a:lnTo>
                    <a:pt x="4807225" y="727556"/>
                  </a:lnTo>
                  <a:lnTo>
                    <a:pt x="4890108" y="729727"/>
                  </a:lnTo>
                  <a:lnTo>
                    <a:pt x="4972992" y="730757"/>
                  </a:lnTo>
                  <a:lnTo>
                    <a:pt x="5055875" y="730531"/>
                  </a:lnTo>
                  <a:lnTo>
                    <a:pt x="5138758" y="728955"/>
                  </a:lnTo>
                  <a:lnTo>
                    <a:pt x="5221641" y="725957"/>
                  </a:lnTo>
                  <a:lnTo>
                    <a:pt x="5304524" y="721489"/>
                  </a:lnTo>
                  <a:lnTo>
                    <a:pt x="5387408" y="715520"/>
                  </a:lnTo>
                  <a:lnTo>
                    <a:pt x="5470291" y="708041"/>
                  </a:lnTo>
                  <a:lnTo>
                    <a:pt x="5553174" y="699053"/>
                  </a:lnTo>
                  <a:lnTo>
                    <a:pt x="5636057" y="688568"/>
                  </a:lnTo>
                  <a:lnTo>
                    <a:pt x="5718940" y="676605"/>
                  </a:lnTo>
                  <a:lnTo>
                    <a:pt x="5801824" y="663184"/>
                  </a:lnTo>
                  <a:lnTo>
                    <a:pt x="5884707" y="648331"/>
                  </a:lnTo>
                  <a:lnTo>
                    <a:pt x="5967590" y="632071"/>
                  </a:lnTo>
                  <a:lnTo>
                    <a:pt x="6015395" y="621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72465" y="4887337"/>
              <a:ext cx="5499806" cy="491122"/>
            </a:xfrm>
            <a:custGeom>
              <a:avLst/>
              <a:pathLst>
                <a:path w="5499806" h="491122">
                  <a:moveTo>
                    <a:pt x="5499806" y="491122"/>
                  </a:moveTo>
                  <a:lnTo>
                    <a:pt x="5470291" y="483878"/>
                  </a:lnTo>
                  <a:lnTo>
                    <a:pt x="5387408" y="464656"/>
                  </a:lnTo>
                  <a:lnTo>
                    <a:pt x="5304524" y="446555"/>
                  </a:lnTo>
                  <a:lnTo>
                    <a:pt x="5221641" y="429556"/>
                  </a:lnTo>
                  <a:lnTo>
                    <a:pt x="5138758" y="413629"/>
                  </a:lnTo>
                  <a:lnTo>
                    <a:pt x="5055875" y="398720"/>
                  </a:lnTo>
                  <a:lnTo>
                    <a:pt x="4972992" y="384752"/>
                  </a:lnTo>
                  <a:lnTo>
                    <a:pt x="4890108" y="371627"/>
                  </a:lnTo>
                  <a:lnTo>
                    <a:pt x="4807225" y="359227"/>
                  </a:lnTo>
                  <a:lnTo>
                    <a:pt x="4724342" y="347422"/>
                  </a:lnTo>
                  <a:lnTo>
                    <a:pt x="4641459" y="336076"/>
                  </a:lnTo>
                  <a:lnTo>
                    <a:pt x="4558576" y="325060"/>
                  </a:lnTo>
                  <a:lnTo>
                    <a:pt x="4475692" y="314261"/>
                  </a:lnTo>
                  <a:lnTo>
                    <a:pt x="4392809" y="303589"/>
                  </a:lnTo>
                  <a:lnTo>
                    <a:pt x="4309926" y="292990"/>
                  </a:lnTo>
                  <a:lnTo>
                    <a:pt x="4227043" y="282560"/>
                  </a:lnTo>
                  <a:lnTo>
                    <a:pt x="4144160" y="272474"/>
                  </a:lnTo>
                  <a:lnTo>
                    <a:pt x="4061276" y="262785"/>
                  </a:lnTo>
                  <a:lnTo>
                    <a:pt x="3978393" y="253510"/>
                  </a:lnTo>
                  <a:lnTo>
                    <a:pt x="3895510" y="244562"/>
                  </a:lnTo>
                  <a:lnTo>
                    <a:pt x="3812627" y="235713"/>
                  </a:lnTo>
                  <a:lnTo>
                    <a:pt x="3729744" y="226587"/>
                  </a:lnTo>
                  <a:lnTo>
                    <a:pt x="3646860" y="217060"/>
                  </a:lnTo>
                  <a:lnTo>
                    <a:pt x="3563977" y="207859"/>
                  </a:lnTo>
                  <a:lnTo>
                    <a:pt x="3481094" y="199365"/>
                  </a:lnTo>
                  <a:lnTo>
                    <a:pt x="3398211" y="191296"/>
                  </a:lnTo>
                  <a:lnTo>
                    <a:pt x="3315328" y="182476"/>
                  </a:lnTo>
                  <a:lnTo>
                    <a:pt x="3232444" y="170490"/>
                  </a:lnTo>
                  <a:lnTo>
                    <a:pt x="3149561" y="156343"/>
                  </a:lnTo>
                  <a:lnTo>
                    <a:pt x="3066678" y="143280"/>
                  </a:lnTo>
                  <a:lnTo>
                    <a:pt x="2983795" y="132546"/>
                  </a:lnTo>
                  <a:lnTo>
                    <a:pt x="2900912" y="122315"/>
                  </a:lnTo>
                  <a:lnTo>
                    <a:pt x="2818028" y="112308"/>
                  </a:lnTo>
                  <a:lnTo>
                    <a:pt x="2735145" y="103697"/>
                  </a:lnTo>
                  <a:lnTo>
                    <a:pt x="2652262" y="96076"/>
                  </a:lnTo>
                  <a:lnTo>
                    <a:pt x="2569379" y="88952"/>
                  </a:lnTo>
                  <a:lnTo>
                    <a:pt x="2486496" y="83430"/>
                  </a:lnTo>
                  <a:lnTo>
                    <a:pt x="2403612" y="78825"/>
                  </a:lnTo>
                  <a:lnTo>
                    <a:pt x="2320729" y="73332"/>
                  </a:lnTo>
                  <a:lnTo>
                    <a:pt x="2237846" y="64936"/>
                  </a:lnTo>
                  <a:lnTo>
                    <a:pt x="2154963" y="55350"/>
                  </a:lnTo>
                  <a:lnTo>
                    <a:pt x="2072080" y="45471"/>
                  </a:lnTo>
                  <a:lnTo>
                    <a:pt x="1989196" y="35765"/>
                  </a:lnTo>
                  <a:lnTo>
                    <a:pt x="1906313" y="26632"/>
                  </a:lnTo>
                  <a:lnTo>
                    <a:pt x="1823430" y="18442"/>
                  </a:lnTo>
                  <a:lnTo>
                    <a:pt x="1740547" y="11571"/>
                  </a:lnTo>
                  <a:lnTo>
                    <a:pt x="1657664" y="6150"/>
                  </a:lnTo>
                  <a:lnTo>
                    <a:pt x="1574780" y="2292"/>
                  </a:lnTo>
                  <a:lnTo>
                    <a:pt x="1491897" y="183"/>
                  </a:lnTo>
                  <a:lnTo>
                    <a:pt x="1409014" y="0"/>
                  </a:lnTo>
                  <a:lnTo>
                    <a:pt x="1326131" y="1885"/>
                  </a:lnTo>
                  <a:lnTo>
                    <a:pt x="1243248" y="5940"/>
                  </a:lnTo>
                  <a:lnTo>
                    <a:pt x="1160364" y="12218"/>
                  </a:lnTo>
                  <a:lnTo>
                    <a:pt x="1077481" y="20732"/>
                  </a:lnTo>
                  <a:lnTo>
                    <a:pt x="994598" y="31463"/>
                  </a:lnTo>
                  <a:lnTo>
                    <a:pt x="911715" y="44372"/>
                  </a:lnTo>
                  <a:lnTo>
                    <a:pt x="828832" y="59405"/>
                  </a:lnTo>
                  <a:lnTo>
                    <a:pt x="745948" y="76503"/>
                  </a:lnTo>
                  <a:lnTo>
                    <a:pt x="663065" y="95606"/>
                  </a:lnTo>
                  <a:lnTo>
                    <a:pt x="580182" y="116655"/>
                  </a:lnTo>
                  <a:lnTo>
                    <a:pt x="497299" y="139591"/>
                  </a:lnTo>
                  <a:lnTo>
                    <a:pt x="414416" y="164360"/>
                  </a:lnTo>
                  <a:lnTo>
                    <a:pt x="331532" y="190909"/>
                  </a:lnTo>
                  <a:lnTo>
                    <a:pt x="248649" y="219191"/>
                  </a:lnTo>
                  <a:lnTo>
                    <a:pt x="165766" y="249158"/>
                  </a:lnTo>
                  <a:lnTo>
                    <a:pt x="82883" y="280768"/>
                  </a:lnTo>
                  <a:lnTo>
                    <a:pt x="0" y="3139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4745426"/>
              <a:ext cx="6015395" cy="475805"/>
            </a:xfrm>
            <a:custGeom>
              <a:avLst/>
              <a:pathLst>
                <a:path w="6015395" h="475805">
                  <a:moveTo>
                    <a:pt x="0" y="2974"/>
                  </a:moveTo>
                  <a:lnTo>
                    <a:pt x="82883" y="1783"/>
                  </a:lnTo>
                  <a:lnTo>
                    <a:pt x="165766" y="877"/>
                  </a:lnTo>
                  <a:lnTo>
                    <a:pt x="248649" y="276"/>
                  </a:lnTo>
                  <a:lnTo>
                    <a:pt x="331532" y="0"/>
                  </a:lnTo>
                  <a:lnTo>
                    <a:pt x="414416" y="68"/>
                  </a:lnTo>
                  <a:lnTo>
                    <a:pt x="497299" y="500"/>
                  </a:lnTo>
                  <a:lnTo>
                    <a:pt x="580182" y="1317"/>
                  </a:lnTo>
                  <a:lnTo>
                    <a:pt x="663065" y="2538"/>
                  </a:lnTo>
                  <a:lnTo>
                    <a:pt x="745948" y="4183"/>
                  </a:lnTo>
                  <a:lnTo>
                    <a:pt x="828832" y="6272"/>
                  </a:lnTo>
                  <a:lnTo>
                    <a:pt x="911715" y="8824"/>
                  </a:lnTo>
                  <a:lnTo>
                    <a:pt x="994598" y="11860"/>
                  </a:lnTo>
                  <a:lnTo>
                    <a:pt x="1077481" y="15399"/>
                  </a:lnTo>
                  <a:lnTo>
                    <a:pt x="1160364" y="19461"/>
                  </a:lnTo>
                  <a:lnTo>
                    <a:pt x="1243248" y="24066"/>
                  </a:lnTo>
                  <a:lnTo>
                    <a:pt x="1326131" y="29234"/>
                  </a:lnTo>
                  <a:lnTo>
                    <a:pt x="1409014" y="34984"/>
                  </a:lnTo>
                  <a:lnTo>
                    <a:pt x="1491897" y="41337"/>
                  </a:lnTo>
                  <a:lnTo>
                    <a:pt x="1574780" y="48312"/>
                  </a:lnTo>
                  <a:lnTo>
                    <a:pt x="1657664" y="55930"/>
                  </a:lnTo>
                  <a:lnTo>
                    <a:pt x="1740547" y="64209"/>
                  </a:lnTo>
                  <a:lnTo>
                    <a:pt x="1823430" y="73303"/>
                  </a:lnTo>
                  <a:lnTo>
                    <a:pt x="1906313" y="83355"/>
                  </a:lnTo>
                  <a:lnTo>
                    <a:pt x="1989196" y="94000"/>
                  </a:lnTo>
                  <a:lnTo>
                    <a:pt x="2072080" y="104856"/>
                  </a:lnTo>
                  <a:lnTo>
                    <a:pt x="2154963" y="115541"/>
                  </a:lnTo>
                  <a:lnTo>
                    <a:pt x="2237846" y="125673"/>
                  </a:lnTo>
                  <a:lnTo>
                    <a:pt x="2320729" y="134617"/>
                  </a:lnTo>
                  <a:lnTo>
                    <a:pt x="2403612" y="141083"/>
                  </a:lnTo>
                  <a:lnTo>
                    <a:pt x="2486496" y="146222"/>
                  </a:lnTo>
                  <a:lnTo>
                    <a:pt x="2569379" y="151554"/>
                  </a:lnTo>
                  <a:lnTo>
                    <a:pt x="2652262" y="158556"/>
                  </a:lnTo>
                  <a:lnTo>
                    <a:pt x="2735145" y="166951"/>
                  </a:lnTo>
                  <a:lnTo>
                    <a:pt x="2818028" y="176022"/>
                  </a:lnTo>
                  <a:lnTo>
                    <a:pt x="2900912" y="185496"/>
                  </a:lnTo>
                  <a:lnTo>
                    <a:pt x="2983795" y="195099"/>
                  </a:lnTo>
                  <a:lnTo>
                    <a:pt x="3066678" y="206150"/>
                  </a:lnTo>
                  <a:lnTo>
                    <a:pt x="3149561" y="219134"/>
                  </a:lnTo>
                  <a:lnTo>
                    <a:pt x="3232444" y="232117"/>
                  </a:lnTo>
                  <a:lnTo>
                    <a:pt x="3315328" y="243168"/>
                  </a:lnTo>
                  <a:lnTo>
                    <a:pt x="3398211" y="252038"/>
                  </a:lnTo>
                  <a:lnTo>
                    <a:pt x="3481094" y="259900"/>
                  </a:lnTo>
                  <a:lnTo>
                    <a:pt x="3563977" y="267394"/>
                  </a:lnTo>
                  <a:lnTo>
                    <a:pt x="3646860" y="275163"/>
                  </a:lnTo>
                  <a:lnTo>
                    <a:pt x="3729744" y="283812"/>
                  </a:lnTo>
                  <a:lnTo>
                    <a:pt x="3812627" y="292505"/>
                  </a:lnTo>
                  <a:lnTo>
                    <a:pt x="3895510" y="300758"/>
                  </a:lnTo>
                  <a:lnTo>
                    <a:pt x="3978393" y="308735"/>
                  </a:lnTo>
                  <a:lnTo>
                    <a:pt x="4061276" y="316601"/>
                  </a:lnTo>
                  <a:lnTo>
                    <a:pt x="4144160" y="324521"/>
                  </a:lnTo>
                  <a:lnTo>
                    <a:pt x="4227043" y="332657"/>
                  </a:lnTo>
                  <a:lnTo>
                    <a:pt x="4309926" y="341172"/>
                  </a:lnTo>
                  <a:lnTo>
                    <a:pt x="4392809" y="349752"/>
                  </a:lnTo>
                  <a:lnTo>
                    <a:pt x="4475692" y="358110"/>
                  </a:lnTo>
                  <a:lnTo>
                    <a:pt x="4558576" y="366250"/>
                  </a:lnTo>
                  <a:lnTo>
                    <a:pt x="4641459" y="374173"/>
                  </a:lnTo>
                  <a:lnTo>
                    <a:pt x="4724342" y="381881"/>
                  </a:lnTo>
                  <a:lnTo>
                    <a:pt x="4807225" y="389377"/>
                  </a:lnTo>
                  <a:lnTo>
                    <a:pt x="4890108" y="396662"/>
                  </a:lnTo>
                  <a:lnTo>
                    <a:pt x="4972992" y="403740"/>
                  </a:lnTo>
                  <a:lnTo>
                    <a:pt x="5055875" y="410611"/>
                  </a:lnTo>
                  <a:lnTo>
                    <a:pt x="5138758" y="417277"/>
                  </a:lnTo>
                  <a:lnTo>
                    <a:pt x="5221641" y="423742"/>
                  </a:lnTo>
                  <a:lnTo>
                    <a:pt x="5304524" y="430007"/>
                  </a:lnTo>
                  <a:lnTo>
                    <a:pt x="5387408" y="436074"/>
                  </a:lnTo>
                  <a:lnTo>
                    <a:pt x="5470291" y="441945"/>
                  </a:lnTo>
                  <a:lnTo>
                    <a:pt x="5553174" y="447622"/>
                  </a:lnTo>
                  <a:lnTo>
                    <a:pt x="5636057" y="453108"/>
                  </a:lnTo>
                  <a:lnTo>
                    <a:pt x="5718940" y="458404"/>
                  </a:lnTo>
                  <a:lnTo>
                    <a:pt x="5801824" y="463512"/>
                  </a:lnTo>
                  <a:lnTo>
                    <a:pt x="5884707" y="468436"/>
                  </a:lnTo>
                  <a:lnTo>
                    <a:pt x="5967590" y="473176"/>
                  </a:lnTo>
                  <a:lnTo>
                    <a:pt x="6015395" y="47580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4612718"/>
              <a:ext cx="6015395" cy="765741"/>
            </a:xfrm>
            <a:custGeom>
              <a:avLst/>
              <a:pathLst>
                <a:path w="6015395" h="765741">
                  <a:moveTo>
                    <a:pt x="0" y="15645"/>
                  </a:moveTo>
                  <a:lnTo>
                    <a:pt x="82883" y="47136"/>
                  </a:lnTo>
                  <a:lnTo>
                    <a:pt x="165766" y="77111"/>
                  </a:lnTo>
                  <a:lnTo>
                    <a:pt x="248649" y="105555"/>
                  </a:lnTo>
                  <a:lnTo>
                    <a:pt x="331532" y="132453"/>
                  </a:lnTo>
                  <a:lnTo>
                    <a:pt x="414416" y="157787"/>
                  </a:lnTo>
                  <a:lnTo>
                    <a:pt x="497299" y="181536"/>
                  </a:lnTo>
                  <a:lnTo>
                    <a:pt x="580182" y="203675"/>
                  </a:lnTo>
                  <a:lnTo>
                    <a:pt x="663065" y="224180"/>
                  </a:lnTo>
                  <a:lnTo>
                    <a:pt x="745948" y="243019"/>
                  </a:lnTo>
                  <a:lnTo>
                    <a:pt x="828832" y="260162"/>
                  </a:lnTo>
                  <a:lnTo>
                    <a:pt x="911715" y="275577"/>
                  </a:lnTo>
                  <a:lnTo>
                    <a:pt x="994598" y="289232"/>
                  </a:lnTo>
                  <a:lnTo>
                    <a:pt x="1077481" y="301103"/>
                  </a:lnTo>
                  <a:lnTo>
                    <a:pt x="1160364" y="311178"/>
                  </a:lnTo>
                  <a:lnTo>
                    <a:pt x="1243248" y="319466"/>
                  </a:lnTo>
                  <a:lnTo>
                    <a:pt x="1326131" y="326006"/>
                  </a:lnTo>
                  <a:lnTo>
                    <a:pt x="1409014" y="330877"/>
                  </a:lnTo>
                  <a:lnTo>
                    <a:pt x="1491897" y="334205"/>
                  </a:lnTo>
                  <a:lnTo>
                    <a:pt x="1574780" y="336156"/>
                  </a:lnTo>
                  <a:lnTo>
                    <a:pt x="1657664" y="336929"/>
                  </a:lnTo>
                  <a:lnTo>
                    <a:pt x="1740547" y="336736"/>
                  </a:lnTo>
                  <a:lnTo>
                    <a:pt x="1823430" y="335798"/>
                  </a:lnTo>
                  <a:lnTo>
                    <a:pt x="1906313" y="334278"/>
                  </a:lnTo>
                  <a:lnTo>
                    <a:pt x="1989196" y="332175"/>
                  </a:lnTo>
                  <a:lnTo>
                    <a:pt x="2072080" y="329463"/>
                  </a:lnTo>
                  <a:lnTo>
                    <a:pt x="2154963" y="326150"/>
                  </a:lnTo>
                  <a:lnTo>
                    <a:pt x="2237846" y="322308"/>
                  </a:lnTo>
                  <a:lnTo>
                    <a:pt x="2320729" y="317779"/>
                  </a:lnTo>
                  <a:lnTo>
                    <a:pt x="2403612" y="311004"/>
                  </a:lnTo>
                  <a:lnTo>
                    <a:pt x="2486496" y="302254"/>
                  </a:lnTo>
                  <a:lnTo>
                    <a:pt x="2569379" y="292898"/>
                  </a:lnTo>
                  <a:lnTo>
                    <a:pt x="2652262" y="285193"/>
                  </a:lnTo>
                  <a:lnTo>
                    <a:pt x="2735145" y="276883"/>
                  </a:lnTo>
                  <a:lnTo>
                    <a:pt x="2818028" y="266615"/>
                  </a:lnTo>
                  <a:lnTo>
                    <a:pt x="2900912" y="255851"/>
                  </a:lnTo>
                  <a:lnTo>
                    <a:pt x="2983795" y="247598"/>
                  </a:lnTo>
                  <a:lnTo>
                    <a:pt x="3066678" y="242284"/>
                  </a:lnTo>
                  <a:lnTo>
                    <a:pt x="3149561" y="236624"/>
                  </a:lnTo>
                  <a:lnTo>
                    <a:pt x="3232444" y="230534"/>
                  </a:lnTo>
                  <a:lnTo>
                    <a:pt x="3315328" y="225888"/>
                  </a:lnTo>
                  <a:lnTo>
                    <a:pt x="3398211" y="223418"/>
                  </a:lnTo>
                  <a:lnTo>
                    <a:pt x="3481094" y="221436"/>
                  </a:lnTo>
                  <a:lnTo>
                    <a:pt x="3563977" y="219142"/>
                  </a:lnTo>
                  <a:lnTo>
                    <a:pt x="3646860" y="216610"/>
                  </a:lnTo>
                  <a:lnTo>
                    <a:pt x="3729744" y="214541"/>
                  </a:lnTo>
                  <a:lnTo>
                    <a:pt x="3812627" y="213046"/>
                  </a:lnTo>
                  <a:lnTo>
                    <a:pt x="3895510" y="211597"/>
                  </a:lnTo>
                  <a:lnTo>
                    <a:pt x="3978393" y="209836"/>
                  </a:lnTo>
                  <a:lnTo>
                    <a:pt x="4061276" y="207544"/>
                  </a:lnTo>
                  <a:lnTo>
                    <a:pt x="4144160" y="204642"/>
                  </a:lnTo>
                  <a:lnTo>
                    <a:pt x="4227043" y="201151"/>
                  </a:lnTo>
                  <a:lnTo>
                    <a:pt x="4309926" y="197131"/>
                  </a:lnTo>
                  <a:lnTo>
                    <a:pt x="4392809" y="192933"/>
                  </a:lnTo>
                  <a:lnTo>
                    <a:pt x="4475692" y="188769"/>
                  </a:lnTo>
                  <a:lnTo>
                    <a:pt x="4558576" y="184579"/>
                  </a:lnTo>
                  <a:lnTo>
                    <a:pt x="4641459" y="180271"/>
                  </a:lnTo>
                  <a:lnTo>
                    <a:pt x="4724342" y="175726"/>
                  </a:lnTo>
                  <a:lnTo>
                    <a:pt x="4807225" y="170811"/>
                  </a:lnTo>
                  <a:lnTo>
                    <a:pt x="4890108" y="165388"/>
                  </a:lnTo>
                  <a:lnTo>
                    <a:pt x="4972992" y="159322"/>
                  </a:lnTo>
                  <a:lnTo>
                    <a:pt x="5055875" y="152492"/>
                  </a:lnTo>
                  <a:lnTo>
                    <a:pt x="5138758" y="144795"/>
                  </a:lnTo>
                  <a:lnTo>
                    <a:pt x="5221641" y="136149"/>
                  </a:lnTo>
                  <a:lnTo>
                    <a:pt x="5304524" y="126496"/>
                  </a:lnTo>
                  <a:lnTo>
                    <a:pt x="5387408" y="115798"/>
                  </a:lnTo>
                  <a:lnTo>
                    <a:pt x="5470291" y="104032"/>
                  </a:lnTo>
                  <a:lnTo>
                    <a:pt x="5553174" y="91190"/>
                  </a:lnTo>
                  <a:lnTo>
                    <a:pt x="5636057" y="77272"/>
                  </a:lnTo>
                  <a:lnTo>
                    <a:pt x="5718940" y="62287"/>
                  </a:lnTo>
                  <a:lnTo>
                    <a:pt x="5801824" y="46243"/>
                  </a:lnTo>
                  <a:lnTo>
                    <a:pt x="5884707" y="29156"/>
                  </a:lnTo>
                  <a:lnTo>
                    <a:pt x="5967590" y="11037"/>
                  </a:lnTo>
                  <a:lnTo>
                    <a:pt x="6015395" y="0"/>
                  </a:lnTo>
                  <a:lnTo>
                    <a:pt x="6015395" y="593679"/>
                  </a:lnTo>
                  <a:lnTo>
                    <a:pt x="5967590" y="579695"/>
                  </a:lnTo>
                  <a:lnTo>
                    <a:pt x="5884707" y="556782"/>
                  </a:lnTo>
                  <a:lnTo>
                    <a:pt x="5801824" y="535230"/>
                  </a:lnTo>
                  <a:lnTo>
                    <a:pt x="5718940" y="515070"/>
                  </a:lnTo>
                  <a:lnTo>
                    <a:pt x="5636057" y="496333"/>
                  </a:lnTo>
                  <a:lnTo>
                    <a:pt x="5553174" y="479046"/>
                  </a:lnTo>
                  <a:lnTo>
                    <a:pt x="5470291" y="463235"/>
                  </a:lnTo>
                  <a:lnTo>
                    <a:pt x="5387408" y="448917"/>
                  </a:lnTo>
                  <a:lnTo>
                    <a:pt x="5304524" y="436100"/>
                  </a:lnTo>
                  <a:lnTo>
                    <a:pt x="5221641" y="424782"/>
                  </a:lnTo>
                  <a:lnTo>
                    <a:pt x="5138758" y="414939"/>
                  </a:lnTo>
                  <a:lnTo>
                    <a:pt x="5055875" y="406532"/>
                  </a:lnTo>
                  <a:lnTo>
                    <a:pt x="4972992" y="399496"/>
                  </a:lnTo>
                  <a:lnTo>
                    <a:pt x="4890108" y="393745"/>
                  </a:lnTo>
                  <a:lnTo>
                    <a:pt x="4807225" y="389175"/>
                  </a:lnTo>
                  <a:lnTo>
                    <a:pt x="4724342" y="385670"/>
                  </a:lnTo>
                  <a:lnTo>
                    <a:pt x="4641459" y="383108"/>
                  </a:lnTo>
                  <a:lnTo>
                    <a:pt x="4558576" y="381374"/>
                  </a:lnTo>
                  <a:lnTo>
                    <a:pt x="4475692" y="380366"/>
                  </a:lnTo>
                  <a:lnTo>
                    <a:pt x="4392809" y="380010"/>
                  </a:lnTo>
                  <a:lnTo>
                    <a:pt x="4309926" y="380262"/>
                  </a:lnTo>
                  <a:lnTo>
                    <a:pt x="4227043" y="380540"/>
                  </a:lnTo>
                  <a:lnTo>
                    <a:pt x="4144160" y="380223"/>
                  </a:lnTo>
                  <a:lnTo>
                    <a:pt x="4061276" y="379667"/>
                  </a:lnTo>
                  <a:lnTo>
                    <a:pt x="3978393" y="379207"/>
                  </a:lnTo>
                  <a:lnTo>
                    <a:pt x="3895510" y="379072"/>
                  </a:lnTo>
                  <a:lnTo>
                    <a:pt x="3812627" y="379355"/>
                  </a:lnTo>
                  <a:lnTo>
                    <a:pt x="3729744" y="380005"/>
                  </a:lnTo>
                  <a:lnTo>
                    <a:pt x="3646860" y="380358"/>
                  </a:lnTo>
                  <a:lnTo>
                    <a:pt x="3563977" y="380091"/>
                  </a:lnTo>
                  <a:lnTo>
                    <a:pt x="3481094" y="380433"/>
                  </a:lnTo>
                  <a:lnTo>
                    <a:pt x="3398211" y="382010"/>
                  </a:lnTo>
                  <a:lnTo>
                    <a:pt x="3315328" y="384576"/>
                  </a:lnTo>
                  <a:lnTo>
                    <a:pt x="3232444" y="387395"/>
                  </a:lnTo>
                  <a:lnTo>
                    <a:pt x="3149561" y="391211"/>
                  </a:lnTo>
                  <a:lnTo>
                    <a:pt x="3066678" y="396717"/>
                  </a:lnTo>
                  <a:lnTo>
                    <a:pt x="2983795" y="402651"/>
                  </a:lnTo>
                  <a:lnTo>
                    <a:pt x="2900912" y="409678"/>
                  </a:lnTo>
                  <a:lnTo>
                    <a:pt x="2818028" y="419399"/>
                  </a:lnTo>
                  <a:lnTo>
                    <a:pt x="2735145" y="430566"/>
                  </a:lnTo>
                  <a:lnTo>
                    <a:pt x="2652262" y="440391"/>
                  </a:lnTo>
                  <a:lnTo>
                    <a:pt x="2569379" y="447855"/>
                  </a:lnTo>
                  <a:lnTo>
                    <a:pt x="2486496" y="456840"/>
                  </a:lnTo>
                  <a:lnTo>
                    <a:pt x="2403612" y="466633"/>
                  </a:lnTo>
                  <a:lnTo>
                    <a:pt x="2320729" y="475311"/>
                  </a:lnTo>
                  <a:lnTo>
                    <a:pt x="2237846" y="480910"/>
                  </a:lnTo>
                  <a:lnTo>
                    <a:pt x="2154963" y="485818"/>
                  </a:lnTo>
                  <a:lnTo>
                    <a:pt x="2072080" y="490706"/>
                  </a:lnTo>
                  <a:lnTo>
                    <a:pt x="1989196" y="495664"/>
                  </a:lnTo>
                  <a:lnTo>
                    <a:pt x="1906313" y="500723"/>
                  </a:lnTo>
                  <a:lnTo>
                    <a:pt x="1823430" y="505879"/>
                  </a:lnTo>
                  <a:lnTo>
                    <a:pt x="1740547" y="511160"/>
                  </a:lnTo>
                  <a:lnTo>
                    <a:pt x="1657664" y="516940"/>
                  </a:lnTo>
                  <a:lnTo>
                    <a:pt x="1574780" y="523511"/>
                  </a:lnTo>
                  <a:lnTo>
                    <a:pt x="1491897" y="531068"/>
                  </a:lnTo>
                  <a:lnTo>
                    <a:pt x="1409014" y="539795"/>
                  </a:lnTo>
                  <a:lnTo>
                    <a:pt x="1326131" y="549844"/>
                  </a:lnTo>
                  <a:lnTo>
                    <a:pt x="1243248" y="561324"/>
                  </a:lnTo>
                  <a:lnTo>
                    <a:pt x="1160364" y="574300"/>
                  </a:lnTo>
                  <a:lnTo>
                    <a:pt x="1077481" y="588796"/>
                  </a:lnTo>
                  <a:lnTo>
                    <a:pt x="994598" y="604806"/>
                  </a:lnTo>
                  <a:lnTo>
                    <a:pt x="911715" y="622303"/>
                  </a:lnTo>
                  <a:lnTo>
                    <a:pt x="828832" y="641248"/>
                  </a:lnTo>
                  <a:lnTo>
                    <a:pt x="745948" y="661593"/>
                  </a:lnTo>
                  <a:lnTo>
                    <a:pt x="663065" y="683293"/>
                  </a:lnTo>
                  <a:lnTo>
                    <a:pt x="580182" y="706299"/>
                  </a:lnTo>
                  <a:lnTo>
                    <a:pt x="497299" y="730569"/>
                  </a:lnTo>
                  <a:lnTo>
                    <a:pt x="414416" y="756060"/>
                  </a:lnTo>
                  <a:lnTo>
                    <a:pt x="384334" y="76574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72465" y="4612718"/>
              <a:ext cx="6015395" cy="336929"/>
            </a:xfrm>
            <a:custGeom>
              <a:avLst/>
              <a:pathLst>
                <a:path w="6015395" h="336929">
                  <a:moveTo>
                    <a:pt x="0" y="15645"/>
                  </a:moveTo>
                  <a:lnTo>
                    <a:pt x="82883" y="47136"/>
                  </a:lnTo>
                  <a:lnTo>
                    <a:pt x="165766" y="77111"/>
                  </a:lnTo>
                  <a:lnTo>
                    <a:pt x="248649" y="105555"/>
                  </a:lnTo>
                  <a:lnTo>
                    <a:pt x="331532" y="132453"/>
                  </a:lnTo>
                  <a:lnTo>
                    <a:pt x="414416" y="157787"/>
                  </a:lnTo>
                  <a:lnTo>
                    <a:pt x="497299" y="181536"/>
                  </a:lnTo>
                  <a:lnTo>
                    <a:pt x="580182" y="203675"/>
                  </a:lnTo>
                  <a:lnTo>
                    <a:pt x="663065" y="224180"/>
                  </a:lnTo>
                  <a:lnTo>
                    <a:pt x="745948" y="243019"/>
                  </a:lnTo>
                  <a:lnTo>
                    <a:pt x="828832" y="260162"/>
                  </a:lnTo>
                  <a:lnTo>
                    <a:pt x="911715" y="275577"/>
                  </a:lnTo>
                  <a:lnTo>
                    <a:pt x="994598" y="289232"/>
                  </a:lnTo>
                  <a:lnTo>
                    <a:pt x="1077481" y="301103"/>
                  </a:lnTo>
                  <a:lnTo>
                    <a:pt x="1160364" y="311178"/>
                  </a:lnTo>
                  <a:lnTo>
                    <a:pt x="1243248" y="319466"/>
                  </a:lnTo>
                  <a:lnTo>
                    <a:pt x="1326131" y="326006"/>
                  </a:lnTo>
                  <a:lnTo>
                    <a:pt x="1409014" y="330877"/>
                  </a:lnTo>
                  <a:lnTo>
                    <a:pt x="1491897" y="334205"/>
                  </a:lnTo>
                  <a:lnTo>
                    <a:pt x="1574780" y="336156"/>
                  </a:lnTo>
                  <a:lnTo>
                    <a:pt x="1657664" y="336929"/>
                  </a:lnTo>
                  <a:lnTo>
                    <a:pt x="1740547" y="336736"/>
                  </a:lnTo>
                  <a:lnTo>
                    <a:pt x="1823430" y="335798"/>
                  </a:lnTo>
                  <a:lnTo>
                    <a:pt x="1906313" y="334278"/>
                  </a:lnTo>
                  <a:lnTo>
                    <a:pt x="1989196" y="332175"/>
                  </a:lnTo>
                  <a:lnTo>
                    <a:pt x="2072080" y="329463"/>
                  </a:lnTo>
                  <a:lnTo>
                    <a:pt x="2154963" y="326150"/>
                  </a:lnTo>
                  <a:lnTo>
                    <a:pt x="2237846" y="322308"/>
                  </a:lnTo>
                  <a:lnTo>
                    <a:pt x="2320729" y="317779"/>
                  </a:lnTo>
                  <a:lnTo>
                    <a:pt x="2403612" y="311004"/>
                  </a:lnTo>
                  <a:lnTo>
                    <a:pt x="2486496" y="302254"/>
                  </a:lnTo>
                  <a:lnTo>
                    <a:pt x="2569379" y="292898"/>
                  </a:lnTo>
                  <a:lnTo>
                    <a:pt x="2652262" y="285193"/>
                  </a:lnTo>
                  <a:lnTo>
                    <a:pt x="2735145" y="276883"/>
                  </a:lnTo>
                  <a:lnTo>
                    <a:pt x="2818028" y="266615"/>
                  </a:lnTo>
                  <a:lnTo>
                    <a:pt x="2900912" y="255851"/>
                  </a:lnTo>
                  <a:lnTo>
                    <a:pt x="2983795" y="247598"/>
                  </a:lnTo>
                  <a:lnTo>
                    <a:pt x="3066678" y="242284"/>
                  </a:lnTo>
                  <a:lnTo>
                    <a:pt x="3149561" y="236624"/>
                  </a:lnTo>
                  <a:lnTo>
                    <a:pt x="3232444" y="230534"/>
                  </a:lnTo>
                  <a:lnTo>
                    <a:pt x="3315328" y="225888"/>
                  </a:lnTo>
                  <a:lnTo>
                    <a:pt x="3398211" y="223418"/>
                  </a:lnTo>
                  <a:lnTo>
                    <a:pt x="3481094" y="221436"/>
                  </a:lnTo>
                  <a:lnTo>
                    <a:pt x="3563977" y="219142"/>
                  </a:lnTo>
                  <a:lnTo>
                    <a:pt x="3646860" y="216610"/>
                  </a:lnTo>
                  <a:lnTo>
                    <a:pt x="3729744" y="214541"/>
                  </a:lnTo>
                  <a:lnTo>
                    <a:pt x="3812627" y="213046"/>
                  </a:lnTo>
                  <a:lnTo>
                    <a:pt x="3895510" y="211597"/>
                  </a:lnTo>
                  <a:lnTo>
                    <a:pt x="3978393" y="209836"/>
                  </a:lnTo>
                  <a:lnTo>
                    <a:pt x="4061276" y="207544"/>
                  </a:lnTo>
                  <a:lnTo>
                    <a:pt x="4144160" y="204642"/>
                  </a:lnTo>
                  <a:lnTo>
                    <a:pt x="4227043" y="201151"/>
                  </a:lnTo>
                  <a:lnTo>
                    <a:pt x="4309926" y="197131"/>
                  </a:lnTo>
                  <a:lnTo>
                    <a:pt x="4392809" y="192933"/>
                  </a:lnTo>
                  <a:lnTo>
                    <a:pt x="4475692" y="188769"/>
                  </a:lnTo>
                  <a:lnTo>
                    <a:pt x="4558576" y="184579"/>
                  </a:lnTo>
                  <a:lnTo>
                    <a:pt x="4641459" y="180271"/>
                  </a:lnTo>
                  <a:lnTo>
                    <a:pt x="4724342" y="175726"/>
                  </a:lnTo>
                  <a:lnTo>
                    <a:pt x="4807225" y="170811"/>
                  </a:lnTo>
                  <a:lnTo>
                    <a:pt x="4890108" y="165388"/>
                  </a:lnTo>
                  <a:lnTo>
                    <a:pt x="4972992" y="159322"/>
                  </a:lnTo>
                  <a:lnTo>
                    <a:pt x="5055875" y="152492"/>
                  </a:lnTo>
                  <a:lnTo>
                    <a:pt x="5138758" y="144795"/>
                  </a:lnTo>
                  <a:lnTo>
                    <a:pt x="5221641" y="136149"/>
                  </a:lnTo>
                  <a:lnTo>
                    <a:pt x="5304524" y="126496"/>
                  </a:lnTo>
                  <a:lnTo>
                    <a:pt x="5387408" y="115798"/>
                  </a:lnTo>
                  <a:lnTo>
                    <a:pt x="5470291" y="104032"/>
                  </a:lnTo>
                  <a:lnTo>
                    <a:pt x="5553174" y="91190"/>
                  </a:lnTo>
                  <a:lnTo>
                    <a:pt x="5636057" y="77272"/>
                  </a:lnTo>
                  <a:lnTo>
                    <a:pt x="5718940" y="62287"/>
                  </a:lnTo>
                  <a:lnTo>
                    <a:pt x="5801824" y="46243"/>
                  </a:lnTo>
                  <a:lnTo>
                    <a:pt x="5884707" y="29156"/>
                  </a:lnTo>
                  <a:lnTo>
                    <a:pt x="5967590" y="11037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56799" y="4991791"/>
              <a:ext cx="5631061" cy="386668"/>
            </a:xfrm>
            <a:custGeom>
              <a:avLst/>
              <a:pathLst>
                <a:path w="5631061" h="386668">
                  <a:moveTo>
                    <a:pt x="5631061" y="214606"/>
                  </a:moveTo>
                  <a:lnTo>
                    <a:pt x="5583255" y="200623"/>
                  </a:lnTo>
                  <a:lnTo>
                    <a:pt x="5500372" y="177710"/>
                  </a:lnTo>
                  <a:lnTo>
                    <a:pt x="5417489" y="156158"/>
                  </a:lnTo>
                  <a:lnTo>
                    <a:pt x="5334606" y="135998"/>
                  </a:lnTo>
                  <a:lnTo>
                    <a:pt x="5251723" y="117261"/>
                  </a:lnTo>
                  <a:lnTo>
                    <a:pt x="5168839" y="99974"/>
                  </a:lnTo>
                  <a:lnTo>
                    <a:pt x="5085956" y="84162"/>
                  </a:lnTo>
                  <a:lnTo>
                    <a:pt x="5003073" y="69844"/>
                  </a:lnTo>
                  <a:lnTo>
                    <a:pt x="4920190" y="57028"/>
                  </a:lnTo>
                  <a:lnTo>
                    <a:pt x="4837307" y="45709"/>
                  </a:lnTo>
                  <a:lnTo>
                    <a:pt x="4754423" y="35867"/>
                  </a:lnTo>
                  <a:lnTo>
                    <a:pt x="4671540" y="27459"/>
                  </a:lnTo>
                  <a:lnTo>
                    <a:pt x="4588657" y="20423"/>
                  </a:lnTo>
                  <a:lnTo>
                    <a:pt x="4505774" y="14672"/>
                  </a:lnTo>
                  <a:lnTo>
                    <a:pt x="4422891" y="10103"/>
                  </a:lnTo>
                  <a:lnTo>
                    <a:pt x="4340007" y="6598"/>
                  </a:lnTo>
                  <a:lnTo>
                    <a:pt x="4257124" y="4036"/>
                  </a:lnTo>
                  <a:lnTo>
                    <a:pt x="4174241" y="2301"/>
                  </a:lnTo>
                  <a:lnTo>
                    <a:pt x="4091358" y="1294"/>
                  </a:lnTo>
                  <a:lnTo>
                    <a:pt x="4008475" y="937"/>
                  </a:lnTo>
                  <a:lnTo>
                    <a:pt x="3925591" y="1190"/>
                  </a:lnTo>
                  <a:lnTo>
                    <a:pt x="3842708" y="1468"/>
                  </a:lnTo>
                  <a:lnTo>
                    <a:pt x="3759825" y="1150"/>
                  </a:lnTo>
                  <a:lnTo>
                    <a:pt x="3676942" y="595"/>
                  </a:lnTo>
                  <a:lnTo>
                    <a:pt x="3594059" y="134"/>
                  </a:lnTo>
                  <a:lnTo>
                    <a:pt x="3511175" y="0"/>
                  </a:lnTo>
                  <a:lnTo>
                    <a:pt x="3428292" y="282"/>
                  </a:lnTo>
                  <a:lnTo>
                    <a:pt x="3345409" y="932"/>
                  </a:lnTo>
                  <a:lnTo>
                    <a:pt x="3262526" y="1285"/>
                  </a:lnTo>
                  <a:lnTo>
                    <a:pt x="3179643" y="1018"/>
                  </a:lnTo>
                  <a:lnTo>
                    <a:pt x="3096759" y="1360"/>
                  </a:lnTo>
                  <a:lnTo>
                    <a:pt x="3013876" y="2937"/>
                  </a:lnTo>
                  <a:lnTo>
                    <a:pt x="2930993" y="5503"/>
                  </a:lnTo>
                  <a:lnTo>
                    <a:pt x="2848110" y="8323"/>
                  </a:lnTo>
                  <a:lnTo>
                    <a:pt x="2765227" y="12139"/>
                  </a:lnTo>
                  <a:lnTo>
                    <a:pt x="2682343" y="17645"/>
                  </a:lnTo>
                  <a:lnTo>
                    <a:pt x="2599460" y="23578"/>
                  </a:lnTo>
                  <a:lnTo>
                    <a:pt x="2516577" y="30606"/>
                  </a:lnTo>
                  <a:lnTo>
                    <a:pt x="2433694" y="40327"/>
                  </a:lnTo>
                  <a:lnTo>
                    <a:pt x="2350811" y="51494"/>
                  </a:lnTo>
                  <a:lnTo>
                    <a:pt x="2267927" y="61318"/>
                  </a:lnTo>
                  <a:lnTo>
                    <a:pt x="2185044" y="68782"/>
                  </a:lnTo>
                  <a:lnTo>
                    <a:pt x="2102161" y="77767"/>
                  </a:lnTo>
                  <a:lnTo>
                    <a:pt x="2019278" y="87561"/>
                  </a:lnTo>
                  <a:lnTo>
                    <a:pt x="1936395" y="96238"/>
                  </a:lnTo>
                  <a:lnTo>
                    <a:pt x="1853511" y="101837"/>
                  </a:lnTo>
                  <a:lnTo>
                    <a:pt x="1770628" y="106746"/>
                  </a:lnTo>
                  <a:lnTo>
                    <a:pt x="1687745" y="111633"/>
                  </a:lnTo>
                  <a:lnTo>
                    <a:pt x="1604862" y="116592"/>
                  </a:lnTo>
                  <a:lnTo>
                    <a:pt x="1521979" y="121650"/>
                  </a:lnTo>
                  <a:lnTo>
                    <a:pt x="1439095" y="126806"/>
                  </a:lnTo>
                  <a:lnTo>
                    <a:pt x="1356212" y="132088"/>
                  </a:lnTo>
                  <a:lnTo>
                    <a:pt x="1273329" y="137868"/>
                  </a:lnTo>
                  <a:lnTo>
                    <a:pt x="1190446" y="144439"/>
                  </a:lnTo>
                  <a:lnTo>
                    <a:pt x="1107563" y="151996"/>
                  </a:lnTo>
                  <a:lnTo>
                    <a:pt x="1024679" y="160722"/>
                  </a:lnTo>
                  <a:lnTo>
                    <a:pt x="941796" y="170771"/>
                  </a:lnTo>
                  <a:lnTo>
                    <a:pt x="858913" y="182251"/>
                  </a:lnTo>
                  <a:lnTo>
                    <a:pt x="776030" y="195227"/>
                  </a:lnTo>
                  <a:lnTo>
                    <a:pt x="693147" y="209723"/>
                  </a:lnTo>
                  <a:lnTo>
                    <a:pt x="610263" y="225734"/>
                  </a:lnTo>
                  <a:lnTo>
                    <a:pt x="527380" y="243231"/>
                  </a:lnTo>
                  <a:lnTo>
                    <a:pt x="444497" y="262175"/>
                  </a:lnTo>
                  <a:lnTo>
                    <a:pt x="361614" y="282521"/>
                  </a:lnTo>
                  <a:lnTo>
                    <a:pt x="278731" y="304220"/>
                  </a:lnTo>
                  <a:lnTo>
                    <a:pt x="195847" y="327227"/>
                  </a:lnTo>
                  <a:lnTo>
                    <a:pt x="112964" y="351496"/>
                  </a:lnTo>
                  <a:lnTo>
                    <a:pt x="30081" y="376987"/>
                  </a:lnTo>
                  <a:lnTo>
                    <a:pt x="0" y="3866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2465" y="4892128"/>
              <a:ext cx="6015395" cy="178910"/>
            </a:xfrm>
            <a:custGeom>
              <a:avLst/>
              <a:pathLst>
                <a:path w="6015395" h="178910">
                  <a:moveTo>
                    <a:pt x="0" y="178698"/>
                  </a:moveTo>
                  <a:lnTo>
                    <a:pt x="82883" y="178910"/>
                  </a:lnTo>
                  <a:lnTo>
                    <a:pt x="165766" y="178889"/>
                  </a:lnTo>
                  <a:lnTo>
                    <a:pt x="248649" y="178645"/>
                  </a:lnTo>
                  <a:lnTo>
                    <a:pt x="331532" y="178184"/>
                  </a:lnTo>
                  <a:lnTo>
                    <a:pt x="414416" y="177514"/>
                  </a:lnTo>
                  <a:lnTo>
                    <a:pt x="497299" y="176643"/>
                  </a:lnTo>
                  <a:lnTo>
                    <a:pt x="580182" y="175578"/>
                  </a:lnTo>
                  <a:lnTo>
                    <a:pt x="663065" y="174327"/>
                  </a:lnTo>
                  <a:lnTo>
                    <a:pt x="745948" y="172897"/>
                  </a:lnTo>
                  <a:lnTo>
                    <a:pt x="828832" y="171296"/>
                  </a:lnTo>
                  <a:lnTo>
                    <a:pt x="911715" y="169531"/>
                  </a:lnTo>
                  <a:lnTo>
                    <a:pt x="994598" y="167610"/>
                  </a:lnTo>
                  <a:lnTo>
                    <a:pt x="1077481" y="165540"/>
                  </a:lnTo>
                  <a:lnTo>
                    <a:pt x="1160364" y="163330"/>
                  </a:lnTo>
                  <a:lnTo>
                    <a:pt x="1243248" y="160986"/>
                  </a:lnTo>
                  <a:lnTo>
                    <a:pt x="1326131" y="158515"/>
                  </a:lnTo>
                  <a:lnTo>
                    <a:pt x="1409014" y="155927"/>
                  </a:lnTo>
                  <a:lnTo>
                    <a:pt x="1491897" y="153227"/>
                  </a:lnTo>
                  <a:lnTo>
                    <a:pt x="1574780" y="150424"/>
                  </a:lnTo>
                  <a:lnTo>
                    <a:pt x="1657664" y="147526"/>
                  </a:lnTo>
                  <a:lnTo>
                    <a:pt x="1740547" y="144539"/>
                  </a:lnTo>
                  <a:lnTo>
                    <a:pt x="1823430" y="141429"/>
                  </a:lnTo>
                  <a:lnTo>
                    <a:pt x="1906313" y="138091"/>
                  </a:lnTo>
                  <a:lnTo>
                    <a:pt x="1989196" y="134510"/>
                  </a:lnTo>
                  <a:lnTo>
                    <a:pt x="2072080" y="130675"/>
                  </a:lnTo>
                  <a:lnTo>
                    <a:pt x="2154963" y="126575"/>
                  </a:lnTo>
                  <a:lnTo>
                    <a:pt x="2237846" y="122199"/>
                  </a:lnTo>
                  <a:lnTo>
                    <a:pt x="2320729" y="117136"/>
                  </a:lnTo>
                  <a:lnTo>
                    <a:pt x="2403612" y="109410"/>
                  </a:lnTo>
                  <a:lnTo>
                    <a:pt x="2486496" y="100137"/>
                  </a:lnTo>
                  <a:lnTo>
                    <a:pt x="2569379" y="90967"/>
                  </a:lnTo>
                  <a:lnTo>
                    <a:pt x="2652262" y="83383"/>
                  </a:lnTo>
                  <a:lnTo>
                    <a:pt x="2735145" y="74315"/>
                  </a:lnTo>
                  <a:lnTo>
                    <a:pt x="2818028" y="63598"/>
                  </a:lnTo>
                  <a:lnTo>
                    <a:pt x="2900912" y="53355"/>
                  </a:lnTo>
                  <a:lnTo>
                    <a:pt x="2983795" y="45715"/>
                  </a:lnTo>
                  <a:lnTo>
                    <a:pt x="3066678" y="40091"/>
                  </a:lnTo>
                  <a:lnTo>
                    <a:pt x="3149561" y="34508"/>
                  </a:lnTo>
                  <a:lnTo>
                    <a:pt x="3232444" y="29555"/>
                  </a:lnTo>
                  <a:lnTo>
                    <a:pt x="3315328" y="25823"/>
                  </a:lnTo>
                  <a:lnTo>
                    <a:pt x="3398211" y="23305"/>
                  </a:lnTo>
                  <a:lnTo>
                    <a:pt x="3481094" y="21525"/>
                  </a:lnTo>
                  <a:lnTo>
                    <a:pt x="3563977" y="20207"/>
                  </a:lnTo>
                  <a:lnTo>
                    <a:pt x="3646860" y="19075"/>
                  </a:lnTo>
                  <a:lnTo>
                    <a:pt x="3729744" y="17864"/>
                  </a:lnTo>
                  <a:lnTo>
                    <a:pt x="3812627" y="16791"/>
                  </a:lnTo>
                  <a:lnTo>
                    <a:pt x="3895510" y="15925"/>
                  </a:lnTo>
                  <a:lnTo>
                    <a:pt x="3978393" y="15112"/>
                  </a:lnTo>
                  <a:lnTo>
                    <a:pt x="4061276" y="14197"/>
                  </a:lnTo>
                  <a:lnTo>
                    <a:pt x="4144160" y="13023"/>
                  </a:lnTo>
                  <a:lnTo>
                    <a:pt x="4227043" y="11437"/>
                  </a:lnTo>
                  <a:lnTo>
                    <a:pt x="4309926" y="9287"/>
                  </a:lnTo>
                  <a:lnTo>
                    <a:pt x="4392809" y="7062"/>
                  </a:lnTo>
                  <a:lnTo>
                    <a:pt x="4475692" y="5158"/>
                  </a:lnTo>
                  <a:lnTo>
                    <a:pt x="4558576" y="3567"/>
                  </a:lnTo>
                  <a:lnTo>
                    <a:pt x="4641459" y="2280"/>
                  </a:lnTo>
                  <a:lnTo>
                    <a:pt x="4724342" y="1289"/>
                  </a:lnTo>
                  <a:lnTo>
                    <a:pt x="4807225" y="584"/>
                  </a:lnTo>
                  <a:lnTo>
                    <a:pt x="4890108" y="157"/>
                  </a:lnTo>
                  <a:lnTo>
                    <a:pt x="4972992" y="0"/>
                  </a:lnTo>
                  <a:lnTo>
                    <a:pt x="5055875" y="103"/>
                  </a:lnTo>
                  <a:lnTo>
                    <a:pt x="5138758" y="458"/>
                  </a:lnTo>
                  <a:lnTo>
                    <a:pt x="5221641" y="1056"/>
                  </a:lnTo>
                  <a:lnTo>
                    <a:pt x="5304524" y="1889"/>
                  </a:lnTo>
                  <a:lnTo>
                    <a:pt x="5387408" y="2948"/>
                  </a:lnTo>
                  <a:lnTo>
                    <a:pt x="5470291" y="4224"/>
                  </a:lnTo>
                  <a:lnTo>
                    <a:pt x="5553174" y="5709"/>
                  </a:lnTo>
                  <a:lnTo>
                    <a:pt x="5636057" y="7393"/>
                  </a:lnTo>
                  <a:lnTo>
                    <a:pt x="5718940" y="9269"/>
                  </a:lnTo>
                  <a:lnTo>
                    <a:pt x="5801824" y="11328"/>
                  </a:lnTo>
                  <a:lnTo>
                    <a:pt x="5884707" y="13560"/>
                  </a:lnTo>
                  <a:lnTo>
                    <a:pt x="5967590" y="15957"/>
                  </a:lnTo>
                  <a:lnTo>
                    <a:pt x="6015395" y="1743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3726819"/>
              <a:ext cx="6015395" cy="1651640"/>
            </a:xfrm>
            <a:custGeom>
              <a:avLst/>
              <a:pathLst>
                <a:path w="6015395" h="1651640">
                  <a:moveTo>
                    <a:pt x="0" y="527582"/>
                  </a:moveTo>
                  <a:lnTo>
                    <a:pt x="82883" y="578684"/>
                  </a:lnTo>
                  <a:lnTo>
                    <a:pt x="165766" y="627319"/>
                  </a:lnTo>
                  <a:lnTo>
                    <a:pt x="248649" y="673465"/>
                  </a:lnTo>
                  <a:lnTo>
                    <a:pt x="331532" y="717097"/>
                  </a:lnTo>
                  <a:lnTo>
                    <a:pt x="414416" y="758187"/>
                  </a:lnTo>
                  <a:lnTo>
                    <a:pt x="497299" y="796703"/>
                  </a:lnTo>
                  <a:lnTo>
                    <a:pt x="580182" y="832612"/>
                  </a:lnTo>
                  <a:lnTo>
                    <a:pt x="663065" y="865872"/>
                  </a:lnTo>
                  <a:lnTo>
                    <a:pt x="745948" y="896440"/>
                  </a:lnTo>
                  <a:lnTo>
                    <a:pt x="828832" y="924272"/>
                  </a:lnTo>
                  <a:lnTo>
                    <a:pt x="911715" y="949319"/>
                  </a:lnTo>
                  <a:lnTo>
                    <a:pt x="994598" y="971537"/>
                  </a:lnTo>
                  <a:lnTo>
                    <a:pt x="1077481" y="990889"/>
                  </a:lnTo>
                  <a:lnTo>
                    <a:pt x="1160364" y="1007356"/>
                  </a:lnTo>
                  <a:lnTo>
                    <a:pt x="1243248" y="1020946"/>
                  </a:lnTo>
                  <a:lnTo>
                    <a:pt x="1326131" y="1031710"/>
                  </a:lnTo>
                  <a:lnTo>
                    <a:pt x="1409014" y="1039753"/>
                  </a:lnTo>
                  <a:lnTo>
                    <a:pt x="1491897" y="1045243"/>
                  </a:lnTo>
                  <a:lnTo>
                    <a:pt x="1574780" y="1048404"/>
                  </a:lnTo>
                  <a:lnTo>
                    <a:pt x="1657664" y="1049504"/>
                  </a:lnTo>
                  <a:lnTo>
                    <a:pt x="1740547" y="1048827"/>
                  </a:lnTo>
                  <a:lnTo>
                    <a:pt x="1823430" y="1046583"/>
                  </a:lnTo>
                  <a:lnTo>
                    <a:pt x="1906313" y="1042833"/>
                  </a:lnTo>
                  <a:lnTo>
                    <a:pt x="1989196" y="1037691"/>
                  </a:lnTo>
                  <a:lnTo>
                    <a:pt x="2072080" y="1031257"/>
                  </a:lnTo>
                  <a:lnTo>
                    <a:pt x="2154963" y="1023671"/>
                  </a:lnTo>
                  <a:lnTo>
                    <a:pt x="2237846" y="1015159"/>
                  </a:lnTo>
                  <a:lnTo>
                    <a:pt x="2320729" y="1005678"/>
                  </a:lnTo>
                  <a:lnTo>
                    <a:pt x="2403612" y="993351"/>
                  </a:lnTo>
                  <a:lnTo>
                    <a:pt x="2486496" y="978428"/>
                  </a:lnTo>
                  <a:lnTo>
                    <a:pt x="2569379" y="962602"/>
                  </a:lnTo>
                  <a:lnTo>
                    <a:pt x="2652262" y="948854"/>
                  </a:lnTo>
                  <a:lnTo>
                    <a:pt x="2735145" y="935930"/>
                  </a:lnTo>
                  <a:lnTo>
                    <a:pt x="2818028" y="921596"/>
                  </a:lnTo>
                  <a:lnTo>
                    <a:pt x="2900912" y="906207"/>
                  </a:lnTo>
                  <a:lnTo>
                    <a:pt x="2983795" y="892219"/>
                  </a:lnTo>
                  <a:lnTo>
                    <a:pt x="3066678" y="880253"/>
                  </a:lnTo>
                  <a:lnTo>
                    <a:pt x="3149561" y="867253"/>
                  </a:lnTo>
                  <a:lnTo>
                    <a:pt x="3232444" y="853243"/>
                  </a:lnTo>
                  <a:lnTo>
                    <a:pt x="3315328" y="840915"/>
                  </a:lnTo>
                  <a:lnTo>
                    <a:pt x="3398211" y="831481"/>
                  </a:lnTo>
                  <a:lnTo>
                    <a:pt x="3481094" y="822654"/>
                  </a:lnTo>
                  <a:lnTo>
                    <a:pt x="3563977" y="813239"/>
                  </a:lnTo>
                  <a:lnTo>
                    <a:pt x="3646860" y="803229"/>
                  </a:lnTo>
                  <a:lnTo>
                    <a:pt x="3729744" y="793482"/>
                  </a:lnTo>
                  <a:lnTo>
                    <a:pt x="3812627" y="784389"/>
                  </a:lnTo>
                  <a:lnTo>
                    <a:pt x="3895510" y="775210"/>
                  </a:lnTo>
                  <a:lnTo>
                    <a:pt x="3978393" y="765223"/>
                  </a:lnTo>
                  <a:lnTo>
                    <a:pt x="4061276" y="753896"/>
                  </a:lnTo>
                  <a:lnTo>
                    <a:pt x="4144160" y="740889"/>
                  </a:lnTo>
                  <a:lnTo>
                    <a:pt x="4227043" y="726002"/>
                  </a:lnTo>
                  <a:lnTo>
                    <a:pt x="4309926" y="709081"/>
                  </a:lnTo>
                  <a:lnTo>
                    <a:pt x="4392809" y="690772"/>
                  </a:lnTo>
                  <a:lnTo>
                    <a:pt x="4475692" y="671575"/>
                  </a:lnTo>
                  <a:lnTo>
                    <a:pt x="4558576" y="651416"/>
                  </a:lnTo>
                  <a:lnTo>
                    <a:pt x="4641459" y="630171"/>
                  </a:lnTo>
                  <a:lnTo>
                    <a:pt x="4724342" y="607687"/>
                  </a:lnTo>
                  <a:lnTo>
                    <a:pt x="4807225" y="583787"/>
                  </a:lnTo>
                  <a:lnTo>
                    <a:pt x="4890108" y="558287"/>
                  </a:lnTo>
                  <a:lnTo>
                    <a:pt x="4972992" y="531011"/>
                  </a:lnTo>
                  <a:lnTo>
                    <a:pt x="5055875" y="501797"/>
                  </a:lnTo>
                  <a:lnTo>
                    <a:pt x="5138758" y="470510"/>
                  </a:lnTo>
                  <a:lnTo>
                    <a:pt x="5221641" y="437047"/>
                  </a:lnTo>
                  <a:lnTo>
                    <a:pt x="5304524" y="401331"/>
                  </a:lnTo>
                  <a:lnTo>
                    <a:pt x="5387408" y="363315"/>
                  </a:lnTo>
                  <a:lnTo>
                    <a:pt x="5470291" y="322976"/>
                  </a:lnTo>
                  <a:lnTo>
                    <a:pt x="5553174" y="280307"/>
                  </a:lnTo>
                  <a:lnTo>
                    <a:pt x="5636057" y="235315"/>
                  </a:lnTo>
                  <a:lnTo>
                    <a:pt x="5718940" y="188015"/>
                  </a:lnTo>
                  <a:lnTo>
                    <a:pt x="5801824" y="138426"/>
                  </a:lnTo>
                  <a:lnTo>
                    <a:pt x="5884707" y="86573"/>
                  </a:lnTo>
                  <a:lnTo>
                    <a:pt x="5967590" y="32479"/>
                  </a:lnTo>
                  <a:lnTo>
                    <a:pt x="6015395" y="0"/>
                  </a:lnTo>
                  <a:lnTo>
                    <a:pt x="6015395" y="809524"/>
                  </a:lnTo>
                  <a:lnTo>
                    <a:pt x="5967590" y="807886"/>
                  </a:lnTo>
                  <a:lnTo>
                    <a:pt x="5884707" y="806030"/>
                  </a:lnTo>
                  <a:lnTo>
                    <a:pt x="5801824" y="805195"/>
                  </a:lnTo>
                  <a:lnTo>
                    <a:pt x="5718940" y="805418"/>
                  </a:lnTo>
                  <a:lnTo>
                    <a:pt x="5636057" y="806735"/>
                  </a:lnTo>
                  <a:lnTo>
                    <a:pt x="5553174" y="809178"/>
                  </a:lnTo>
                  <a:lnTo>
                    <a:pt x="5470291" y="812776"/>
                  </a:lnTo>
                  <a:lnTo>
                    <a:pt x="5387408" y="817547"/>
                  </a:lnTo>
                  <a:lnTo>
                    <a:pt x="5304524" y="823498"/>
                  </a:lnTo>
                  <a:lnTo>
                    <a:pt x="5221641" y="830618"/>
                  </a:lnTo>
                  <a:lnTo>
                    <a:pt x="5138758" y="838872"/>
                  </a:lnTo>
                  <a:lnTo>
                    <a:pt x="5055875" y="848199"/>
                  </a:lnTo>
                  <a:lnTo>
                    <a:pt x="4972992" y="858505"/>
                  </a:lnTo>
                  <a:lnTo>
                    <a:pt x="4890108" y="869669"/>
                  </a:lnTo>
                  <a:lnTo>
                    <a:pt x="4807225" y="881543"/>
                  </a:lnTo>
                  <a:lnTo>
                    <a:pt x="4724342" y="893962"/>
                  </a:lnTo>
                  <a:lnTo>
                    <a:pt x="4641459" y="906755"/>
                  </a:lnTo>
                  <a:lnTo>
                    <a:pt x="4558576" y="919759"/>
                  </a:lnTo>
                  <a:lnTo>
                    <a:pt x="4475692" y="932832"/>
                  </a:lnTo>
                  <a:lnTo>
                    <a:pt x="4392809" y="945865"/>
                  </a:lnTo>
                  <a:lnTo>
                    <a:pt x="4309926" y="958794"/>
                  </a:lnTo>
                  <a:lnTo>
                    <a:pt x="4227043" y="970611"/>
                  </a:lnTo>
                  <a:lnTo>
                    <a:pt x="4144160" y="980307"/>
                  </a:lnTo>
                  <a:lnTo>
                    <a:pt x="4061276" y="988598"/>
                  </a:lnTo>
                  <a:lnTo>
                    <a:pt x="3978393" y="996172"/>
                  </a:lnTo>
                  <a:lnTo>
                    <a:pt x="3895510" y="1003574"/>
                  </a:lnTo>
                  <a:lnTo>
                    <a:pt x="3812627" y="1011163"/>
                  </a:lnTo>
                  <a:lnTo>
                    <a:pt x="3729744" y="1019103"/>
                  </a:lnTo>
                  <a:lnTo>
                    <a:pt x="3646860" y="1026511"/>
                  </a:lnTo>
                  <a:lnTo>
                    <a:pt x="3563977" y="1032705"/>
                  </a:lnTo>
                  <a:lnTo>
                    <a:pt x="3481094" y="1039458"/>
                  </a:lnTo>
                  <a:lnTo>
                    <a:pt x="3398211" y="1047732"/>
                  </a:lnTo>
                  <a:lnTo>
                    <a:pt x="3315328" y="1057298"/>
                  </a:lnTo>
                  <a:lnTo>
                    <a:pt x="3232444" y="1067135"/>
                  </a:lnTo>
                  <a:lnTo>
                    <a:pt x="3149561" y="1078044"/>
                  </a:lnTo>
                  <a:lnTo>
                    <a:pt x="3066678" y="1090834"/>
                  </a:lnTo>
                  <a:lnTo>
                    <a:pt x="2983795" y="1103645"/>
                  </a:lnTo>
                  <a:lnTo>
                    <a:pt x="2900912" y="1115961"/>
                  </a:lnTo>
                  <a:lnTo>
                    <a:pt x="2818028" y="1129929"/>
                  </a:lnTo>
                  <a:lnTo>
                    <a:pt x="2735145" y="1145489"/>
                  </a:lnTo>
                  <a:lnTo>
                    <a:pt x="2652262" y="1160476"/>
                  </a:lnTo>
                  <a:lnTo>
                    <a:pt x="2569379" y="1173896"/>
                  </a:lnTo>
                  <a:lnTo>
                    <a:pt x="2486496" y="1189217"/>
                  </a:lnTo>
                  <a:lnTo>
                    <a:pt x="2403612" y="1205563"/>
                  </a:lnTo>
                  <a:lnTo>
                    <a:pt x="2320729" y="1220484"/>
                  </a:lnTo>
                  <a:lnTo>
                    <a:pt x="2237846" y="1231424"/>
                  </a:lnTo>
                  <a:lnTo>
                    <a:pt x="2154963" y="1241389"/>
                  </a:lnTo>
                  <a:lnTo>
                    <a:pt x="2072080" y="1251124"/>
                  </a:lnTo>
                  <a:lnTo>
                    <a:pt x="1989196" y="1260621"/>
                  </a:lnTo>
                  <a:lnTo>
                    <a:pt x="1906313" y="1269792"/>
                  </a:lnTo>
                  <a:lnTo>
                    <a:pt x="1823430" y="1278501"/>
                  </a:lnTo>
                  <a:lnTo>
                    <a:pt x="1740547" y="1286668"/>
                  </a:lnTo>
                  <a:lnTo>
                    <a:pt x="1657664" y="1294962"/>
                  </a:lnTo>
                  <a:lnTo>
                    <a:pt x="1574780" y="1303876"/>
                  </a:lnTo>
                  <a:lnTo>
                    <a:pt x="1491897" y="1313680"/>
                  </a:lnTo>
                  <a:lnTo>
                    <a:pt x="1409014" y="1324627"/>
                  </a:lnTo>
                  <a:lnTo>
                    <a:pt x="1326131" y="1336929"/>
                  </a:lnTo>
                  <a:lnTo>
                    <a:pt x="1243248" y="1350736"/>
                  </a:lnTo>
                  <a:lnTo>
                    <a:pt x="1160364" y="1366141"/>
                  </a:lnTo>
                  <a:lnTo>
                    <a:pt x="1077481" y="1383179"/>
                  </a:lnTo>
                  <a:lnTo>
                    <a:pt x="994598" y="1401846"/>
                  </a:lnTo>
                  <a:lnTo>
                    <a:pt x="911715" y="1422106"/>
                  </a:lnTo>
                  <a:lnTo>
                    <a:pt x="828832" y="1443909"/>
                  </a:lnTo>
                  <a:lnTo>
                    <a:pt x="745948" y="1467196"/>
                  </a:lnTo>
                  <a:lnTo>
                    <a:pt x="663065" y="1491905"/>
                  </a:lnTo>
                  <a:lnTo>
                    <a:pt x="580182" y="1517976"/>
                  </a:lnTo>
                  <a:lnTo>
                    <a:pt x="497299" y="1545350"/>
                  </a:lnTo>
                  <a:lnTo>
                    <a:pt x="414416" y="1573975"/>
                  </a:lnTo>
                  <a:lnTo>
                    <a:pt x="331532" y="1603801"/>
                  </a:lnTo>
                  <a:lnTo>
                    <a:pt x="248649" y="1634781"/>
                  </a:lnTo>
                  <a:lnTo>
                    <a:pt x="205109" y="165164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72465" y="3726819"/>
              <a:ext cx="6015395" cy="1049504"/>
            </a:xfrm>
            <a:custGeom>
              <a:avLst/>
              <a:pathLst>
                <a:path w="6015395" h="1049504">
                  <a:moveTo>
                    <a:pt x="0" y="527582"/>
                  </a:moveTo>
                  <a:lnTo>
                    <a:pt x="82883" y="578684"/>
                  </a:lnTo>
                  <a:lnTo>
                    <a:pt x="165766" y="627319"/>
                  </a:lnTo>
                  <a:lnTo>
                    <a:pt x="248649" y="673465"/>
                  </a:lnTo>
                  <a:lnTo>
                    <a:pt x="331532" y="717097"/>
                  </a:lnTo>
                  <a:lnTo>
                    <a:pt x="414416" y="758187"/>
                  </a:lnTo>
                  <a:lnTo>
                    <a:pt x="497299" y="796703"/>
                  </a:lnTo>
                  <a:lnTo>
                    <a:pt x="580182" y="832612"/>
                  </a:lnTo>
                  <a:lnTo>
                    <a:pt x="663065" y="865872"/>
                  </a:lnTo>
                  <a:lnTo>
                    <a:pt x="745948" y="896440"/>
                  </a:lnTo>
                  <a:lnTo>
                    <a:pt x="828832" y="924272"/>
                  </a:lnTo>
                  <a:lnTo>
                    <a:pt x="911715" y="949319"/>
                  </a:lnTo>
                  <a:lnTo>
                    <a:pt x="994598" y="971537"/>
                  </a:lnTo>
                  <a:lnTo>
                    <a:pt x="1077481" y="990889"/>
                  </a:lnTo>
                  <a:lnTo>
                    <a:pt x="1160364" y="1007356"/>
                  </a:lnTo>
                  <a:lnTo>
                    <a:pt x="1243248" y="1020946"/>
                  </a:lnTo>
                  <a:lnTo>
                    <a:pt x="1326131" y="1031710"/>
                  </a:lnTo>
                  <a:lnTo>
                    <a:pt x="1409014" y="1039753"/>
                  </a:lnTo>
                  <a:lnTo>
                    <a:pt x="1491897" y="1045243"/>
                  </a:lnTo>
                  <a:lnTo>
                    <a:pt x="1574780" y="1048404"/>
                  </a:lnTo>
                  <a:lnTo>
                    <a:pt x="1657664" y="1049504"/>
                  </a:lnTo>
                  <a:lnTo>
                    <a:pt x="1740547" y="1048827"/>
                  </a:lnTo>
                  <a:lnTo>
                    <a:pt x="1823430" y="1046583"/>
                  </a:lnTo>
                  <a:lnTo>
                    <a:pt x="1906313" y="1042833"/>
                  </a:lnTo>
                  <a:lnTo>
                    <a:pt x="1989196" y="1037691"/>
                  </a:lnTo>
                  <a:lnTo>
                    <a:pt x="2072080" y="1031257"/>
                  </a:lnTo>
                  <a:lnTo>
                    <a:pt x="2154963" y="1023671"/>
                  </a:lnTo>
                  <a:lnTo>
                    <a:pt x="2237846" y="1015159"/>
                  </a:lnTo>
                  <a:lnTo>
                    <a:pt x="2320729" y="1005678"/>
                  </a:lnTo>
                  <a:lnTo>
                    <a:pt x="2403612" y="993351"/>
                  </a:lnTo>
                  <a:lnTo>
                    <a:pt x="2486496" y="978428"/>
                  </a:lnTo>
                  <a:lnTo>
                    <a:pt x="2569379" y="962602"/>
                  </a:lnTo>
                  <a:lnTo>
                    <a:pt x="2652262" y="948854"/>
                  </a:lnTo>
                  <a:lnTo>
                    <a:pt x="2735145" y="935930"/>
                  </a:lnTo>
                  <a:lnTo>
                    <a:pt x="2818028" y="921596"/>
                  </a:lnTo>
                  <a:lnTo>
                    <a:pt x="2900912" y="906207"/>
                  </a:lnTo>
                  <a:lnTo>
                    <a:pt x="2983795" y="892219"/>
                  </a:lnTo>
                  <a:lnTo>
                    <a:pt x="3066678" y="880253"/>
                  </a:lnTo>
                  <a:lnTo>
                    <a:pt x="3149561" y="867253"/>
                  </a:lnTo>
                  <a:lnTo>
                    <a:pt x="3232444" y="853243"/>
                  </a:lnTo>
                  <a:lnTo>
                    <a:pt x="3315328" y="840915"/>
                  </a:lnTo>
                  <a:lnTo>
                    <a:pt x="3398211" y="831481"/>
                  </a:lnTo>
                  <a:lnTo>
                    <a:pt x="3481094" y="822654"/>
                  </a:lnTo>
                  <a:lnTo>
                    <a:pt x="3563977" y="813239"/>
                  </a:lnTo>
                  <a:lnTo>
                    <a:pt x="3646860" y="803229"/>
                  </a:lnTo>
                  <a:lnTo>
                    <a:pt x="3729744" y="793482"/>
                  </a:lnTo>
                  <a:lnTo>
                    <a:pt x="3812627" y="784389"/>
                  </a:lnTo>
                  <a:lnTo>
                    <a:pt x="3895510" y="775210"/>
                  </a:lnTo>
                  <a:lnTo>
                    <a:pt x="3978393" y="765223"/>
                  </a:lnTo>
                  <a:lnTo>
                    <a:pt x="4061276" y="753896"/>
                  </a:lnTo>
                  <a:lnTo>
                    <a:pt x="4144160" y="740889"/>
                  </a:lnTo>
                  <a:lnTo>
                    <a:pt x="4227043" y="726002"/>
                  </a:lnTo>
                  <a:lnTo>
                    <a:pt x="4309926" y="709081"/>
                  </a:lnTo>
                  <a:lnTo>
                    <a:pt x="4392809" y="690772"/>
                  </a:lnTo>
                  <a:lnTo>
                    <a:pt x="4475692" y="671575"/>
                  </a:lnTo>
                  <a:lnTo>
                    <a:pt x="4558576" y="651416"/>
                  </a:lnTo>
                  <a:lnTo>
                    <a:pt x="4641459" y="630171"/>
                  </a:lnTo>
                  <a:lnTo>
                    <a:pt x="4724342" y="607687"/>
                  </a:lnTo>
                  <a:lnTo>
                    <a:pt x="4807225" y="583787"/>
                  </a:lnTo>
                  <a:lnTo>
                    <a:pt x="4890108" y="558287"/>
                  </a:lnTo>
                  <a:lnTo>
                    <a:pt x="4972992" y="531011"/>
                  </a:lnTo>
                  <a:lnTo>
                    <a:pt x="5055875" y="501797"/>
                  </a:lnTo>
                  <a:lnTo>
                    <a:pt x="5138758" y="470510"/>
                  </a:lnTo>
                  <a:lnTo>
                    <a:pt x="5221641" y="437047"/>
                  </a:lnTo>
                  <a:lnTo>
                    <a:pt x="5304524" y="401331"/>
                  </a:lnTo>
                  <a:lnTo>
                    <a:pt x="5387408" y="363315"/>
                  </a:lnTo>
                  <a:lnTo>
                    <a:pt x="5470291" y="322976"/>
                  </a:lnTo>
                  <a:lnTo>
                    <a:pt x="5553174" y="280307"/>
                  </a:lnTo>
                  <a:lnTo>
                    <a:pt x="5636057" y="235315"/>
                  </a:lnTo>
                  <a:lnTo>
                    <a:pt x="5718940" y="188015"/>
                  </a:lnTo>
                  <a:lnTo>
                    <a:pt x="5801824" y="138426"/>
                  </a:lnTo>
                  <a:lnTo>
                    <a:pt x="5884707" y="86573"/>
                  </a:lnTo>
                  <a:lnTo>
                    <a:pt x="5967590" y="32479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77574" y="4532015"/>
              <a:ext cx="5810286" cy="846444"/>
            </a:xfrm>
            <a:custGeom>
              <a:avLst/>
              <a:pathLst>
                <a:path w="5810286" h="846444">
                  <a:moveTo>
                    <a:pt x="5810286" y="4328"/>
                  </a:moveTo>
                  <a:lnTo>
                    <a:pt x="5762481" y="2690"/>
                  </a:lnTo>
                  <a:lnTo>
                    <a:pt x="5679598" y="834"/>
                  </a:lnTo>
                  <a:lnTo>
                    <a:pt x="5596714" y="0"/>
                  </a:lnTo>
                  <a:lnTo>
                    <a:pt x="5513831" y="223"/>
                  </a:lnTo>
                  <a:lnTo>
                    <a:pt x="5430948" y="1539"/>
                  </a:lnTo>
                  <a:lnTo>
                    <a:pt x="5348065" y="3982"/>
                  </a:lnTo>
                  <a:lnTo>
                    <a:pt x="5265182" y="7580"/>
                  </a:lnTo>
                  <a:lnTo>
                    <a:pt x="5182298" y="12351"/>
                  </a:lnTo>
                  <a:lnTo>
                    <a:pt x="5099415" y="18302"/>
                  </a:lnTo>
                  <a:lnTo>
                    <a:pt x="5016532" y="25422"/>
                  </a:lnTo>
                  <a:lnTo>
                    <a:pt x="4933649" y="33677"/>
                  </a:lnTo>
                  <a:lnTo>
                    <a:pt x="4850766" y="43003"/>
                  </a:lnTo>
                  <a:lnTo>
                    <a:pt x="4767882" y="53309"/>
                  </a:lnTo>
                  <a:lnTo>
                    <a:pt x="4684999" y="64473"/>
                  </a:lnTo>
                  <a:lnTo>
                    <a:pt x="4602116" y="76347"/>
                  </a:lnTo>
                  <a:lnTo>
                    <a:pt x="4519233" y="88766"/>
                  </a:lnTo>
                  <a:lnTo>
                    <a:pt x="4436350" y="101559"/>
                  </a:lnTo>
                  <a:lnTo>
                    <a:pt x="4353466" y="114564"/>
                  </a:lnTo>
                  <a:lnTo>
                    <a:pt x="4270583" y="127637"/>
                  </a:lnTo>
                  <a:lnTo>
                    <a:pt x="4187700" y="140669"/>
                  </a:lnTo>
                  <a:lnTo>
                    <a:pt x="4104817" y="153599"/>
                  </a:lnTo>
                  <a:lnTo>
                    <a:pt x="4021933" y="165416"/>
                  </a:lnTo>
                  <a:lnTo>
                    <a:pt x="3939050" y="175111"/>
                  </a:lnTo>
                  <a:lnTo>
                    <a:pt x="3856167" y="183403"/>
                  </a:lnTo>
                  <a:lnTo>
                    <a:pt x="3773284" y="190976"/>
                  </a:lnTo>
                  <a:lnTo>
                    <a:pt x="3690401" y="198379"/>
                  </a:lnTo>
                  <a:lnTo>
                    <a:pt x="3607517" y="205968"/>
                  </a:lnTo>
                  <a:lnTo>
                    <a:pt x="3524634" y="213908"/>
                  </a:lnTo>
                  <a:lnTo>
                    <a:pt x="3441751" y="221315"/>
                  </a:lnTo>
                  <a:lnTo>
                    <a:pt x="3358868" y="227509"/>
                  </a:lnTo>
                  <a:lnTo>
                    <a:pt x="3275985" y="234262"/>
                  </a:lnTo>
                  <a:lnTo>
                    <a:pt x="3193101" y="242536"/>
                  </a:lnTo>
                  <a:lnTo>
                    <a:pt x="3110218" y="252102"/>
                  </a:lnTo>
                  <a:lnTo>
                    <a:pt x="3027335" y="261939"/>
                  </a:lnTo>
                  <a:lnTo>
                    <a:pt x="2944452" y="272848"/>
                  </a:lnTo>
                  <a:lnTo>
                    <a:pt x="2861569" y="285638"/>
                  </a:lnTo>
                  <a:lnTo>
                    <a:pt x="2778685" y="298449"/>
                  </a:lnTo>
                  <a:lnTo>
                    <a:pt x="2695802" y="310765"/>
                  </a:lnTo>
                  <a:lnTo>
                    <a:pt x="2612919" y="324733"/>
                  </a:lnTo>
                  <a:lnTo>
                    <a:pt x="2530036" y="340293"/>
                  </a:lnTo>
                  <a:lnTo>
                    <a:pt x="2447153" y="355280"/>
                  </a:lnTo>
                  <a:lnTo>
                    <a:pt x="2364269" y="368700"/>
                  </a:lnTo>
                  <a:lnTo>
                    <a:pt x="2281386" y="384021"/>
                  </a:lnTo>
                  <a:lnTo>
                    <a:pt x="2198503" y="400367"/>
                  </a:lnTo>
                  <a:lnTo>
                    <a:pt x="2115620" y="415288"/>
                  </a:lnTo>
                  <a:lnTo>
                    <a:pt x="2032737" y="426229"/>
                  </a:lnTo>
                  <a:lnTo>
                    <a:pt x="1949853" y="436193"/>
                  </a:lnTo>
                  <a:lnTo>
                    <a:pt x="1866970" y="445928"/>
                  </a:lnTo>
                  <a:lnTo>
                    <a:pt x="1784087" y="455426"/>
                  </a:lnTo>
                  <a:lnTo>
                    <a:pt x="1701204" y="464596"/>
                  </a:lnTo>
                  <a:lnTo>
                    <a:pt x="1618321" y="473305"/>
                  </a:lnTo>
                  <a:lnTo>
                    <a:pt x="1535437" y="481472"/>
                  </a:lnTo>
                  <a:lnTo>
                    <a:pt x="1452554" y="489766"/>
                  </a:lnTo>
                  <a:lnTo>
                    <a:pt x="1369671" y="498680"/>
                  </a:lnTo>
                  <a:lnTo>
                    <a:pt x="1286788" y="508484"/>
                  </a:lnTo>
                  <a:lnTo>
                    <a:pt x="1203905" y="519432"/>
                  </a:lnTo>
                  <a:lnTo>
                    <a:pt x="1121021" y="531733"/>
                  </a:lnTo>
                  <a:lnTo>
                    <a:pt x="1038138" y="545540"/>
                  </a:lnTo>
                  <a:lnTo>
                    <a:pt x="955255" y="560945"/>
                  </a:lnTo>
                  <a:lnTo>
                    <a:pt x="872372" y="577983"/>
                  </a:lnTo>
                  <a:lnTo>
                    <a:pt x="789489" y="596650"/>
                  </a:lnTo>
                  <a:lnTo>
                    <a:pt x="706605" y="616910"/>
                  </a:lnTo>
                  <a:lnTo>
                    <a:pt x="623722" y="638713"/>
                  </a:lnTo>
                  <a:lnTo>
                    <a:pt x="540839" y="662000"/>
                  </a:lnTo>
                  <a:lnTo>
                    <a:pt x="457956" y="686709"/>
                  </a:lnTo>
                  <a:lnTo>
                    <a:pt x="375073" y="712780"/>
                  </a:lnTo>
                  <a:lnTo>
                    <a:pt x="292189" y="740155"/>
                  </a:lnTo>
                  <a:lnTo>
                    <a:pt x="209306" y="768780"/>
                  </a:lnTo>
                  <a:lnTo>
                    <a:pt x="126423" y="798605"/>
                  </a:lnTo>
                  <a:lnTo>
                    <a:pt x="43540" y="829585"/>
                  </a:lnTo>
                  <a:lnTo>
                    <a:pt x="0" y="8464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4131582"/>
              <a:ext cx="6015395" cy="782272"/>
            </a:xfrm>
            <a:custGeom>
              <a:avLst/>
              <a:pathLst>
                <a:path w="6015395" h="782272">
                  <a:moveTo>
                    <a:pt x="0" y="726149"/>
                  </a:moveTo>
                  <a:lnTo>
                    <a:pt x="82883" y="734599"/>
                  </a:lnTo>
                  <a:lnTo>
                    <a:pt x="165766" y="742334"/>
                  </a:lnTo>
                  <a:lnTo>
                    <a:pt x="248649" y="749361"/>
                  </a:lnTo>
                  <a:lnTo>
                    <a:pt x="331532" y="755686"/>
                  </a:lnTo>
                  <a:lnTo>
                    <a:pt x="414416" y="761319"/>
                  </a:lnTo>
                  <a:lnTo>
                    <a:pt x="497299" y="766265"/>
                  </a:lnTo>
                  <a:lnTo>
                    <a:pt x="580182" y="770531"/>
                  </a:lnTo>
                  <a:lnTo>
                    <a:pt x="663065" y="774126"/>
                  </a:lnTo>
                  <a:lnTo>
                    <a:pt x="745948" y="777056"/>
                  </a:lnTo>
                  <a:lnTo>
                    <a:pt x="828832" y="779328"/>
                  </a:lnTo>
                  <a:lnTo>
                    <a:pt x="911715" y="780950"/>
                  </a:lnTo>
                  <a:lnTo>
                    <a:pt x="994598" y="781929"/>
                  </a:lnTo>
                  <a:lnTo>
                    <a:pt x="1077481" y="782272"/>
                  </a:lnTo>
                  <a:lnTo>
                    <a:pt x="1160364" y="781986"/>
                  </a:lnTo>
                  <a:lnTo>
                    <a:pt x="1243248" y="781079"/>
                  </a:lnTo>
                  <a:lnTo>
                    <a:pt x="1326131" y="779557"/>
                  </a:lnTo>
                  <a:lnTo>
                    <a:pt x="1409014" y="777428"/>
                  </a:lnTo>
                  <a:lnTo>
                    <a:pt x="1491897" y="774699"/>
                  </a:lnTo>
                  <a:lnTo>
                    <a:pt x="1574780" y="771378"/>
                  </a:lnTo>
                  <a:lnTo>
                    <a:pt x="1657664" y="767471"/>
                  </a:lnTo>
                  <a:lnTo>
                    <a:pt x="1740547" y="762985"/>
                  </a:lnTo>
                  <a:lnTo>
                    <a:pt x="1823430" y="757780"/>
                  </a:lnTo>
                  <a:lnTo>
                    <a:pt x="1906313" y="751550"/>
                  </a:lnTo>
                  <a:lnTo>
                    <a:pt x="1989196" y="744394"/>
                  </a:lnTo>
                  <a:lnTo>
                    <a:pt x="2072080" y="736428"/>
                  </a:lnTo>
                  <a:lnTo>
                    <a:pt x="2154963" y="727768"/>
                  </a:lnTo>
                  <a:lnTo>
                    <a:pt x="2237846" y="718529"/>
                  </a:lnTo>
                  <a:lnTo>
                    <a:pt x="2320729" y="708319"/>
                  </a:lnTo>
                  <a:lnTo>
                    <a:pt x="2403612" y="694695"/>
                  </a:lnTo>
                  <a:lnTo>
                    <a:pt x="2486496" y="679060"/>
                  </a:lnTo>
                  <a:lnTo>
                    <a:pt x="2569379" y="663487"/>
                  </a:lnTo>
                  <a:lnTo>
                    <a:pt x="2652262" y="649902"/>
                  </a:lnTo>
                  <a:lnTo>
                    <a:pt x="2735145" y="635947"/>
                  </a:lnTo>
                  <a:lnTo>
                    <a:pt x="2818028" y="621000"/>
                  </a:lnTo>
                  <a:lnTo>
                    <a:pt x="2900912" y="606321"/>
                  </a:lnTo>
                  <a:lnTo>
                    <a:pt x="2983795" y="593170"/>
                  </a:lnTo>
                  <a:lnTo>
                    <a:pt x="3066678" y="580781"/>
                  </a:lnTo>
                  <a:lnTo>
                    <a:pt x="3149561" y="567886"/>
                  </a:lnTo>
                  <a:lnTo>
                    <a:pt x="3232444" y="555426"/>
                  </a:lnTo>
                  <a:lnTo>
                    <a:pt x="3315328" y="544344"/>
                  </a:lnTo>
                  <a:lnTo>
                    <a:pt x="3398211" y="534844"/>
                  </a:lnTo>
                  <a:lnTo>
                    <a:pt x="3481094" y="526294"/>
                  </a:lnTo>
                  <a:lnTo>
                    <a:pt x="3563977" y="518210"/>
                  </a:lnTo>
                  <a:lnTo>
                    <a:pt x="3646860" y="510108"/>
                  </a:lnTo>
                  <a:lnTo>
                    <a:pt x="3729744" y="501530"/>
                  </a:lnTo>
                  <a:lnTo>
                    <a:pt x="3812627" y="493014"/>
                  </a:lnTo>
                  <a:lnTo>
                    <a:pt x="3895510" y="484630"/>
                  </a:lnTo>
                  <a:lnTo>
                    <a:pt x="3978393" y="475935"/>
                  </a:lnTo>
                  <a:lnTo>
                    <a:pt x="4061276" y="466485"/>
                  </a:lnTo>
                  <a:lnTo>
                    <a:pt x="4144160" y="455836"/>
                  </a:lnTo>
                  <a:lnTo>
                    <a:pt x="4227043" y="443544"/>
                  </a:lnTo>
                  <a:lnTo>
                    <a:pt x="4309926" y="429175"/>
                  </a:lnTo>
                  <a:lnTo>
                    <a:pt x="4392809" y="413556"/>
                  </a:lnTo>
                  <a:lnTo>
                    <a:pt x="4475692" y="397441"/>
                  </a:lnTo>
                  <a:lnTo>
                    <a:pt x="4558576" y="380825"/>
                  </a:lnTo>
                  <a:lnTo>
                    <a:pt x="4641459" y="363701"/>
                  </a:lnTo>
                  <a:lnTo>
                    <a:pt x="4724342" y="346062"/>
                  </a:lnTo>
                  <a:lnTo>
                    <a:pt x="4807225" y="327902"/>
                  </a:lnTo>
                  <a:lnTo>
                    <a:pt x="4890108" y="309216"/>
                  </a:lnTo>
                  <a:lnTo>
                    <a:pt x="4972992" y="289995"/>
                  </a:lnTo>
                  <a:lnTo>
                    <a:pt x="5055875" y="270235"/>
                  </a:lnTo>
                  <a:lnTo>
                    <a:pt x="5138758" y="249929"/>
                  </a:lnTo>
                  <a:lnTo>
                    <a:pt x="5221641" y="229070"/>
                  </a:lnTo>
                  <a:lnTo>
                    <a:pt x="5304524" y="207652"/>
                  </a:lnTo>
                  <a:lnTo>
                    <a:pt x="5387408" y="185669"/>
                  </a:lnTo>
                  <a:lnTo>
                    <a:pt x="5470291" y="163114"/>
                  </a:lnTo>
                  <a:lnTo>
                    <a:pt x="5553174" y="139980"/>
                  </a:lnTo>
                  <a:lnTo>
                    <a:pt x="5636057" y="116263"/>
                  </a:lnTo>
                  <a:lnTo>
                    <a:pt x="5718940" y="91954"/>
                  </a:lnTo>
                  <a:lnTo>
                    <a:pt x="5801824" y="67048"/>
                  </a:lnTo>
                  <a:lnTo>
                    <a:pt x="5884707" y="41539"/>
                  </a:lnTo>
                  <a:lnTo>
                    <a:pt x="5967590" y="15420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3691727"/>
              <a:ext cx="6015395" cy="1686732"/>
            </a:xfrm>
            <a:custGeom>
              <a:avLst/>
              <a:pathLst>
                <a:path w="6015395" h="1686732">
                  <a:moveTo>
                    <a:pt x="0" y="885062"/>
                  </a:moveTo>
                  <a:lnTo>
                    <a:pt x="82883" y="915308"/>
                  </a:lnTo>
                  <a:lnTo>
                    <a:pt x="165766" y="944036"/>
                  </a:lnTo>
                  <a:lnTo>
                    <a:pt x="248649" y="971230"/>
                  </a:lnTo>
                  <a:lnTo>
                    <a:pt x="331532" y="996869"/>
                  </a:lnTo>
                  <a:lnTo>
                    <a:pt x="414416" y="1020932"/>
                  </a:lnTo>
                  <a:lnTo>
                    <a:pt x="497299" y="1043395"/>
                  </a:lnTo>
                  <a:lnTo>
                    <a:pt x="580182" y="1064228"/>
                  </a:lnTo>
                  <a:lnTo>
                    <a:pt x="663065" y="1083400"/>
                  </a:lnTo>
                  <a:lnTo>
                    <a:pt x="745948" y="1100877"/>
                  </a:lnTo>
                  <a:lnTo>
                    <a:pt x="828832" y="1116619"/>
                  </a:lnTo>
                  <a:lnTo>
                    <a:pt x="911715" y="1130589"/>
                  </a:lnTo>
                  <a:lnTo>
                    <a:pt x="994598" y="1142749"/>
                  </a:lnTo>
                  <a:lnTo>
                    <a:pt x="1077481" y="1153071"/>
                  </a:lnTo>
                  <a:lnTo>
                    <a:pt x="1160364" y="1161540"/>
                  </a:lnTo>
                  <a:lnTo>
                    <a:pt x="1243248" y="1168165"/>
                  </a:lnTo>
                  <a:lnTo>
                    <a:pt x="1326131" y="1172994"/>
                  </a:lnTo>
                  <a:lnTo>
                    <a:pt x="1409014" y="1176120"/>
                  </a:lnTo>
                  <a:lnTo>
                    <a:pt x="1491897" y="1177689"/>
                  </a:lnTo>
                  <a:lnTo>
                    <a:pt x="1574780" y="1177900"/>
                  </a:lnTo>
                  <a:lnTo>
                    <a:pt x="1657664" y="1176987"/>
                  </a:lnTo>
                  <a:lnTo>
                    <a:pt x="1740547" y="1175200"/>
                  </a:lnTo>
                  <a:lnTo>
                    <a:pt x="1823430" y="1172950"/>
                  </a:lnTo>
                  <a:lnTo>
                    <a:pt x="1906313" y="1170700"/>
                  </a:lnTo>
                  <a:lnTo>
                    <a:pt x="1989196" y="1168277"/>
                  </a:lnTo>
                  <a:lnTo>
                    <a:pt x="2072080" y="1165464"/>
                  </a:lnTo>
                  <a:lnTo>
                    <a:pt x="2154963" y="1162082"/>
                  </a:lnTo>
                  <a:lnTo>
                    <a:pt x="2237846" y="1158024"/>
                  </a:lnTo>
                  <a:lnTo>
                    <a:pt x="2320729" y="1153132"/>
                  </a:lnTo>
                  <a:lnTo>
                    <a:pt x="2403612" y="1146583"/>
                  </a:lnTo>
                  <a:lnTo>
                    <a:pt x="2486496" y="1138333"/>
                  </a:lnTo>
                  <a:lnTo>
                    <a:pt x="2569379" y="1129376"/>
                  </a:lnTo>
                  <a:lnTo>
                    <a:pt x="2652262" y="1121880"/>
                  </a:lnTo>
                  <a:lnTo>
                    <a:pt x="2735145" y="1115921"/>
                  </a:lnTo>
                  <a:lnTo>
                    <a:pt x="2818028" y="1109612"/>
                  </a:lnTo>
                  <a:lnTo>
                    <a:pt x="2900912" y="1102493"/>
                  </a:lnTo>
                  <a:lnTo>
                    <a:pt x="2983795" y="1095929"/>
                  </a:lnTo>
                  <a:lnTo>
                    <a:pt x="3066678" y="1093093"/>
                  </a:lnTo>
                  <a:lnTo>
                    <a:pt x="3149561" y="1092601"/>
                  </a:lnTo>
                  <a:lnTo>
                    <a:pt x="3232444" y="1090793"/>
                  </a:lnTo>
                  <a:lnTo>
                    <a:pt x="3315328" y="1086344"/>
                  </a:lnTo>
                  <a:lnTo>
                    <a:pt x="3398211" y="1082356"/>
                  </a:lnTo>
                  <a:lnTo>
                    <a:pt x="3481094" y="1079182"/>
                  </a:lnTo>
                  <a:lnTo>
                    <a:pt x="3563977" y="1074475"/>
                  </a:lnTo>
                  <a:lnTo>
                    <a:pt x="3646860" y="1066915"/>
                  </a:lnTo>
                  <a:lnTo>
                    <a:pt x="3729744" y="1055977"/>
                  </a:lnTo>
                  <a:lnTo>
                    <a:pt x="3812627" y="1042620"/>
                  </a:lnTo>
                  <a:lnTo>
                    <a:pt x="3895510" y="1027164"/>
                  </a:lnTo>
                  <a:lnTo>
                    <a:pt x="3978393" y="1009338"/>
                  </a:lnTo>
                  <a:lnTo>
                    <a:pt x="4061276" y="989039"/>
                  </a:lnTo>
                  <a:lnTo>
                    <a:pt x="4144160" y="966327"/>
                  </a:lnTo>
                  <a:lnTo>
                    <a:pt x="4227043" y="941385"/>
                  </a:lnTo>
                  <a:lnTo>
                    <a:pt x="4309926" y="914436"/>
                  </a:lnTo>
                  <a:lnTo>
                    <a:pt x="4392809" y="886213"/>
                  </a:lnTo>
                  <a:lnTo>
                    <a:pt x="4475692" y="857109"/>
                  </a:lnTo>
                  <a:lnTo>
                    <a:pt x="4558576" y="827041"/>
                  </a:lnTo>
                  <a:lnTo>
                    <a:pt x="4641459" y="795883"/>
                  </a:lnTo>
                  <a:lnTo>
                    <a:pt x="4724342" y="763484"/>
                  </a:lnTo>
                  <a:lnTo>
                    <a:pt x="4807225" y="729672"/>
                  </a:lnTo>
                  <a:lnTo>
                    <a:pt x="4890108" y="694270"/>
                  </a:lnTo>
                  <a:lnTo>
                    <a:pt x="4972992" y="657104"/>
                  </a:lnTo>
                  <a:lnTo>
                    <a:pt x="5055875" y="618017"/>
                  </a:lnTo>
                  <a:lnTo>
                    <a:pt x="5138758" y="576874"/>
                  </a:lnTo>
                  <a:lnTo>
                    <a:pt x="5221641" y="533565"/>
                  </a:lnTo>
                  <a:lnTo>
                    <a:pt x="5304524" y="488007"/>
                  </a:lnTo>
                  <a:lnTo>
                    <a:pt x="5387408" y="440141"/>
                  </a:lnTo>
                  <a:lnTo>
                    <a:pt x="5470291" y="389926"/>
                  </a:lnTo>
                  <a:lnTo>
                    <a:pt x="5553174" y="337340"/>
                  </a:lnTo>
                  <a:lnTo>
                    <a:pt x="5636057" y="282369"/>
                  </a:lnTo>
                  <a:lnTo>
                    <a:pt x="5718940" y="225009"/>
                  </a:lnTo>
                  <a:lnTo>
                    <a:pt x="5801824" y="165258"/>
                  </a:lnTo>
                  <a:lnTo>
                    <a:pt x="5884707" y="103119"/>
                  </a:lnTo>
                  <a:lnTo>
                    <a:pt x="5967590" y="38592"/>
                  </a:lnTo>
                  <a:lnTo>
                    <a:pt x="6015395" y="0"/>
                  </a:lnTo>
                  <a:lnTo>
                    <a:pt x="6015395" y="702595"/>
                  </a:lnTo>
                  <a:lnTo>
                    <a:pt x="5967590" y="711577"/>
                  </a:lnTo>
                  <a:lnTo>
                    <a:pt x="5884707" y="727543"/>
                  </a:lnTo>
                  <a:lnTo>
                    <a:pt x="5801824" y="743954"/>
                  </a:lnTo>
                  <a:lnTo>
                    <a:pt x="5718940" y="760861"/>
                  </a:lnTo>
                  <a:lnTo>
                    <a:pt x="5636057" y="778311"/>
                  </a:lnTo>
                  <a:lnTo>
                    <a:pt x="5553174" y="796353"/>
                  </a:lnTo>
                  <a:lnTo>
                    <a:pt x="5470291" y="815028"/>
                  </a:lnTo>
                  <a:lnTo>
                    <a:pt x="5387408" y="834373"/>
                  </a:lnTo>
                  <a:lnTo>
                    <a:pt x="5304524" y="854411"/>
                  </a:lnTo>
                  <a:lnTo>
                    <a:pt x="5221641" y="875150"/>
                  </a:lnTo>
                  <a:lnTo>
                    <a:pt x="5138758" y="896579"/>
                  </a:lnTo>
                  <a:lnTo>
                    <a:pt x="5055875" y="918663"/>
                  </a:lnTo>
                  <a:lnTo>
                    <a:pt x="4972992" y="941340"/>
                  </a:lnTo>
                  <a:lnTo>
                    <a:pt x="4890108" y="964521"/>
                  </a:lnTo>
                  <a:lnTo>
                    <a:pt x="4807225" y="988098"/>
                  </a:lnTo>
                  <a:lnTo>
                    <a:pt x="4724342" y="1011945"/>
                  </a:lnTo>
                  <a:lnTo>
                    <a:pt x="4641459" y="1035934"/>
                  </a:lnTo>
                  <a:lnTo>
                    <a:pt x="4558576" y="1059939"/>
                  </a:lnTo>
                  <a:lnTo>
                    <a:pt x="4475692" y="1083857"/>
                  </a:lnTo>
                  <a:lnTo>
                    <a:pt x="4392809" y="1107611"/>
                  </a:lnTo>
                  <a:lnTo>
                    <a:pt x="4309926" y="1131165"/>
                  </a:lnTo>
                  <a:lnTo>
                    <a:pt x="4227043" y="1153684"/>
                  </a:lnTo>
                  <a:lnTo>
                    <a:pt x="4144160" y="1174120"/>
                  </a:lnTo>
                  <a:lnTo>
                    <a:pt x="4061276" y="1192740"/>
                  </a:lnTo>
                  <a:lnTo>
                    <a:pt x="3978393" y="1209781"/>
                  </a:lnTo>
                  <a:lnTo>
                    <a:pt x="3895510" y="1225364"/>
                  </a:lnTo>
                  <a:lnTo>
                    <a:pt x="3812627" y="1239440"/>
                  </a:lnTo>
                  <a:lnTo>
                    <a:pt x="3729744" y="1251797"/>
                  </a:lnTo>
                  <a:lnTo>
                    <a:pt x="3646860" y="1260704"/>
                  </a:lnTo>
                  <a:lnTo>
                    <a:pt x="3563977" y="1264951"/>
                  </a:lnTo>
                  <a:lnTo>
                    <a:pt x="3481094" y="1267349"/>
                  </a:lnTo>
                  <a:lnTo>
                    <a:pt x="3398211" y="1270042"/>
                  </a:lnTo>
                  <a:lnTo>
                    <a:pt x="3315328" y="1274145"/>
                  </a:lnTo>
                  <a:lnTo>
                    <a:pt x="3232444" y="1276432"/>
                  </a:lnTo>
                  <a:lnTo>
                    <a:pt x="3149561" y="1275549"/>
                  </a:lnTo>
                  <a:lnTo>
                    <a:pt x="3066678" y="1275858"/>
                  </a:lnTo>
                  <a:lnTo>
                    <a:pt x="2983795" y="1279428"/>
                  </a:lnTo>
                  <a:lnTo>
                    <a:pt x="2900912" y="1284540"/>
                  </a:lnTo>
                  <a:lnTo>
                    <a:pt x="2818028" y="1290426"/>
                  </a:lnTo>
                  <a:lnTo>
                    <a:pt x="2735145" y="1297799"/>
                  </a:lnTo>
                  <a:lnTo>
                    <a:pt x="2652262" y="1305550"/>
                  </a:lnTo>
                  <a:lnTo>
                    <a:pt x="2569379" y="1312761"/>
                  </a:lnTo>
                  <a:lnTo>
                    <a:pt x="2486496" y="1321280"/>
                  </a:lnTo>
                  <a:lnTo>
                    <a:pt x="2403612" y="1330764"/>
                  </a:lnTo>
                  <a:lnTo>
                    <a:pt x="2320729" y="1339565"/>
                  </a:lnTo>
                  <a:lnTo>
                    <a:pt x="2237846" y="1345723"/>
                  </a:lnTo>
                  <a:lnTo>
                    <a:pt x="2154963" y="1351042"/>
                  </a:lnTo>
                  <a:lnTo>
                    <a:pt x="2072080" y="1356289"/>
                  </a:lnTo>
                  <a:lnTo>
                    <a:pt x="1989196" y="1361761"/>
                  </a:lnTo>
                  <a:lnTo>
                    <a:pt x="1906313" y="1367681"/>
                  </a:lnTo>
                  <a:lnTo>
                    <a:pt x="1823430" y="1374234"/>
                  </a:lnTo>
                  <a:lnTo>
                    <a:pt x="1740547" y="1381624"/>
                  </a:lnTo>
                  <a:lnTo>
                    <a:pt x="1657664" y="1390023"/>
                  </a:lnTo>
                  <a:lnTo>
                    <a:pt x="1574780" y="1399627"/>
                  </a:lnTo>
                  <a:lnTo>
                    <a:pt x="1491897" y="1410669"/>
                  </a:lnTo>
                  <a:lnTo>
                    <a:pt x="1409014" y="1423365"/>
                  </a:lnTo>
                  <a:lnTo>
                    <a:pt x="1326131" y="1437897"/>
                  </a:lnTo>
                  <a:lnTo>
                    <a:pt x="1243248" y="1454395"/>
                  </a:lnTo>
                  <a:lnTo>
                    <a:pt x="1160364" y="1472934"/>
                  </a:lnTo>
                  <a:lnTo>
                    <a:pt x="1077481" y="1493544"/>
                  </a:lnTo>
                  <a:lnTo>
                    <a:pt x="994598" y="1516219"/>
                  </a:lnTo>
                  <a:lnTo>
                    <a:pt x="911715" y="1540925"/>
                  </a:lnTo>
                  <a:lnTo>
                    <a:pt x="828832" y="1567618"/>
                  </a:lnTo>
                  <a:lnTo>
                    <a:pt x="745948" y="1596242"/>
                  </a:lnTo>
                  <a:lnTo>
                    <a:pt x="663065" y="1626742"/>
                  </a:lnTo>
                  <a:lnTo>
                    <a:pt x="580182" y="1659064"/>
                  </a:lnTo>
                  <a:lnTo>
                    <a:pt x="512911" y="168673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3691727"/>
              <a:ext cx="6015395" cy="1177900"/>
            </a:xfrm>
            <a:custGeom>
              <a:avLst/>
              <a:pathLst>
                <a:path w="6015395" h="1177900">
                  <a:moveTo>
                    <a:pt x="0" y="885062"/>
                  </a:moveTo>
                  <a:lnTo>
                    <a:pt x="82883" y="915308"/>
                  </a:lnTo>
                  <a:lnTo>
                    <a:pt x="165766" y="944036"/>
                  </a:lnTo>
                  <a:lnTo>
                    <a:pt x="248649" y="971230"/>
                  </a:lnTo>
                  <a:lnTo>
                    <a:pt x="331532" y="996869"/>
                  </a:lnTo>
                  <a:lnTo>
                    <a:pt x="414416" y="1020932"/>
                  </a:lnTo>
                  <a:lnTo>
                    <a:pt x="497299" y="1043395"/>
                  </a:lnTo>
                  <a:lnTo>
                    <a:pt x="580182" y="1064228"/>
                  </a:lnTo>
                  <a:lnTo>
                    <a:pt x="663065" y="1083400"/>
                  </a:lnTo>
                  <a:lnTo>
                    <a:pt x="745948" y="1100877"/>
                  </a:lnTo>
                  <a:lnTo>
                    <a:pt x="828832" y="1116619"/>
                  </a:lnTo>
                  <a:lnTo>
                    <a:pt x="911715" y="1130589"/>
                  </a:lnTo>
                  <a:lnTo>
                    <a:pt x="994598" y="1142749"/>
                  </a:lnTo>
                  <a:lnTo>
                    <a:pt x="1077481" y="1153071"/>
                  </a:lnTo>
                  <a:lnTo>
                    <a:pt x="1160364" y="1161540"/>
                  </a:lnTo>
                  <a:lnTo>
                    <a:pt x="1243248" y="1168165"/>
                  </a:lnTo>
                  <a:lnTo>
                    <a:pt x="1326131" y="1172994"/>
                  </a:lnTo>
                  <a:lnTo>
                    <a:pt x="1409014" y="1176120"/>
                  </a:lnTo>
                  <a:lnTo>
                    <a:pt x="1491897" y="1177689"/>
                  </a:lnTo>
                  <a:lnTo>
                    <a:pt x="1574780" y="1177900"/>
                  </a:lnTo>
                  <a:lnTo>
                    <a:pt x="1657664" y="1176987"/>
                  </a:lnTo>
                  <a:lnTo>
                    <a:pt x="1740547" y="1175200"/>
                  </a:lnTo>
                  <a:lnTo>
                    <a:pt x="1823430" y="1172950"/>
                  </a:lnTo>
                  <a:lnTo>
                    <a:pt x="1906313" y="1170700"/>
                  </a:lnTo>
                  <a:lnTo>
                    <a:pt x="1989196" y="1168277"/>
                  </a:lnTo>
                  <a:lnTo>
                    <a:pt x="2072080" y="1165464"/>
                  </a:lnTo>
                  <a:lnTo>
                    <a:pt x="2154963" y="1162082"/>
                  </a:lnTo>
                  <a:lnTo>
                    <a:pt x="2237846" y="1158024"/>
                  </a:lnTo>
                  <a:lnTo>
                    <a:pt x="2320729" y="1153132"/>
                  </a:lnTo>
                  <a:lnTo>
                    <a:pt x="2403612" y="1146583"/>
                  </a:lnTo>
                  <a:lnTo>
                    <a:pt x="2486496" y="1138333"/>
                  </a:lnTo>
                  <a:lnTo>
                    <a:pt x="2569379" y="1129376"/>
                  </a:lnTo>
                  <a:lnTo>
                    <a:pt x="2652262" y="1121880"/>
                  </a:lnTo>
                  <a:lnTo>
                    <a:pt x="2735145" y="1115921"/>
                  </a:lnTo>
                  <a:lnTo>
                    <a:pt x="2818028" y="1109612"/>
                  </a:lnTo>
                  <a:lnTo>
                    <a:pt x="2900912" y="1102493"/>
                  </a:lnTo>
                  <a:lnTo>
                    <a:pt x="2983795" y="1095929"/>
                  </a:lnTo>
                  <a:lnTo>
                    <a:pt x="3066678" y="1093093"/>
                  </a:lnTo>
                  <a:lnTo>
                    <a:pt x="3149561" y="1092601"/>
                  </a:lnTo>
                  <a:lnTo>
                    <a:pt x="3232444" y="1090793"/>
                  </a:lnTo>
                  <a:lnTo>
                    <a:pt x="3315328" y="1086344"/>
                  </a:lnTo>
                  <a:lnTo>
                    <a:pt x="3398211" y="1082356"/>
                  </a:lnTo>
                  <a:lnTo>
                    <a:pt x="3481094" y="1079182"/>
                  </a:lnTo>
                  <a:lnTo>
                    <a:pt x="3563977" y="1074475"/>
                  </a:lnTo>
                  <a:lnTo>
                    <a:pt x="3646860" y="1066915"/>
                  </a:lnTo>
                  <a:lnTo>
                    <a:pt x="3729744" y="1055977"/>
                  </a:lnTo>
                  <a:lnTo>
                    <a:pt x="3812627" y="1042620"/>
                  </a:lnTo>
                  <a:lnTo>
                    <a:pt x="3895510" y="1027164"/>
                  </a:lnTo>
                  <a:lnTo>
                    <a:pt x="3978393" y="1009338"/>
                  </a:lnTo>
                  <a:lnTo>
                    <a:pt x="4061276" y="989039"/>
                  </a:lnTo>
                  <a:lnTo>
                    <a:pt x="4144160" y="966327"/>
                  </a:lnTo>
                  <a:lnTo>
                    <a:pt x="4227043" y="941385"/>
                  </a:lnTo>
                  <a:lnTo>
                    <a:pt x="4309926" y="914436"/>
                  </a:lnTo>
                  <a:lnTo>
                    <a:pt x="4392809" y="886213"/>
                  </a:lnTo>
                  <a:lnTo>
                    <a:pt x="4475692" y="857109"/>
                  </a:lnTo>
                  <a:lnTo>
                    <a:pt x="4558576" y="827041"/>
                  </a:lnTo>
                  <a:lnTo>
                    <a:pt x="4641459" y="795883"/>
                  </a:lnTo>
                  <a:lnTo>
                    <a:pt x="4724342" y="763484"/>
                  </a:lnTo>
                  <a:lnTo>
                    <a:pt x="4807225" y="729672"/>
                  </a:lnTo>
                  <a:lnTo>
                    <a:pt x="4890108" y="694270"/>
                  </a:lnTo>
                  <a:lnTo>
                    <a:pt x="4972992" y="657104"/>
                  </a:lnTo>
                  <a:lnTo>
                    <a:pt x="5055875" y="618017"/>
                  </a:lnTo>
                  <a:lnTo>
                    <a:pt x="5138758" y="576874"/>
                  </a:lnTo>
                  <a:lnTo>
                    <a:pt x="5221641" y="533565"/>
                  </a:lnTo>
                  <a:lnTo>
                    <a:pt x="5304524" y="488007"/>
                  </a:lnTo>
                  <a:lnTo>
                    <a:pt x="5387408" y="440141"/>
                  </a:lnTo>
                  <a:lnTo>
                    <a:pt x="5470291" y="389926"/>
                  </a:lnTo>
                  <a:lnTo>
                    <a:pt x="5553174" y="337340"/>
                  </a:lnTo>
                  <a:lnTo>
                    <a:pt x="5636057" y="282369"/>
                  </a:lnTo>
                  <a:lnTo>
                    <a:pt x="5718940" y="225009"/>
                  </a:lnTo>
                  <a:lnTo>
                    <a:pt x="5801824" y="165258"/>
                  </a:lnTo>
                  <a:lnTo>
                    <a:pt x="5884707" y="103119"/>
                  </a:lnTo>
                  <a:lnTo>
                    <a:pt x="5967590" y="38592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85377" y="4394322"/>
              <a:ext cx="5502483" cy="984137"/>
            </a:xfrm>
            <a:custGeom>
              <a:avLst/>
              <a:pathLst>
                <a:path w="5502483" h="984137">
                  <a:moveTo>
                    <a:pt x="5502483" y="0"/>
                  </a:moveTo>
                  <a:lnTo>
                    <a:pt x="5454678" y="8981"/>
                  </a:lnTo>
                  <a:lnTo>
                    <a:pt x="5371795" y="24947"/>
                  </a:lnTo>
                  <a:lnTo>
                    <a:pt x="5288912" y="41359"/>
                  </a:lnTo>
                  <a:lnTo>
                    <a:pt x="5206028" y="58265"/>
                  </a:lnTo>
                  <a:lnTo>
                    <a:pt x="5123145" y="75715"/>
                  </a:lnTo>
                  <a:lnTo>
                    <a:pt x="5040262" y="93757"/>
                  </a:lnTo>
                  <a:lnTo>
                    <a:pt x="4957379" y="112433"/>
                  </a:lnTo>
                  <a:lnTo>
                    <a:pt x="4874496" y="131777"/>
                  </a:lnTo>
                  <a:lnTo>
                    <a:pt x="4791612" y="151815"/>
                  </a:lnTo>
                  <a:lnTo>
                    <a:pt x="4708729" y="172555"/>
                  </a:lnTo>
                  <a:lnTo>
                    <a:pt x="4625846" y="193984"/>
                  </a:lnTo>
                  <a:lnTo>
                    <a:pt x="4542963" y="216067"/>
                  </a:lnTo>
                  <a:lnTo>
                    <a:pt x="4460080" y="238744"/>
                  </a:lnTo>
                  <a:lnTo>
                    <a:pt x="4377196" y="261925"/>
                  </a:lnTo>
                  <a:lnTo>
                    <a:pt x="4294313" y="285502"/>
                  </a:lnTo>
                  <a:lnTo>
                    <a:pt x="4211430" y="309350"/>
                  </a:lnTo>
                  <a:lnTo>
                    <a:pt x="4128547" y="333338"/>
                  </a:lnTo>
                  <a:lnTo>
                    <a:pt x="4045664" y="357344"/>
                  </a:lnTo>
                  <a:lnTo>
                    <a:pt x="3962780" y="381261"/>
                  </a:lnTo>
                  <a:lnTo>
                    <a:pt x="3879897" y="405015"/>
                  </a:lnTo>
                  <a:lnTo>
                    <a:pt x="3797014" y="428569"/>
                  </a:lnTo>
                  <a:lnTo>
                    <a:pt x="3714131" y="451089"/>
                  </a:lnTo>
                  <a:lnTo>
                    <a:pt x="3631248" y="471525"/>
                  </a:lnTo>
                  <a:lnTo>
                    <a:pt x="3548364" y="490144"/>
                  </a:lnTo>
                  <a:lnTo>
                    <a:pt x="3465481" y="507186"/>
                  </a:lnTo>
                  <a:lnTo>
                    <a:pt x="3382598" y="522768"/>
                  </a:lnTo>
                  <a:lnTo>
                    <a:pt x="3299715" y="536844"/>
                  </a:lnTo>
                  <a:lnTo>
                    <a:pt x="3216832" y="549201"/>
                  </a:lnTo>
                  <a:lnTo>
                    <a:pt x="3133948" y="558109"/>
                  </a:lnTo>
                  <a:lnTo>
                    <a:pt x="3051065" y="562356"/>
                  </a:lnTo>
                  <a:lnTo>
                    <a:pt x="2968182" y="564753"/>
                  </a:lnTo>
                  <a:lnTo>
                    <a:pt x="2885299" y="567446"/>
                  </a:lnTo>
                  <a:lnTo>
                    <a:pt x="2802416" y="571549"/>
                  </a:lnTo>
                  <a:lnTo>
                    <a:pt x="2719532" y="573836"/>
                  </a:lnTo>
                  <a:lnTo>
                    <a:pt x="2636649" y="572953"/>
                  </a:lnTo>
                  <a:lnTo>
                    <a:pt x="2553766" y="573263"/>
                  </a:lnTo>
                  <a:lnTo>
                    <a:pt x="2470883" y="576832"/>
                  </a:lnTo>
                  <a:lnTo>
                    <a:pt x="2388000" y="581945"/>
                  </a:lnTo>
                  <a:lnTo>
                    <a:pt x="2305116" y="587830"/>
                  </a:lnTo>
                  <a:lnTo>
                    <a:pt x="2222233" y="595204"/>
                  </a:lnTo>
                  <a:lnTo>
                    <a:pt x="2139350" y="602954"/>
                  </a:lnTo>
                  <a:lnTo>
                    <a:pt x="2056467" y="610165"/>
                  </a:lnTo>
                  <a:lnTo>
                    <a:pt x="1973584" y="618684"/>
                  </a:lnTo>
                  <a:lnTo>
                    <a:pt x="1890700" y="628168"/>
                  </a:lnTo>
                  <a:lnTo>
                    <a:pt x="1807817" y="636969"/>
                  </a:lnTo>
                  <a:lnTo>
                    <a:pt x="1724934" y="643127"/>
                  </a:lnTo>
                  <a:lnTo>
                    <a:pt x="1642051" y="648447"/>
                  </a:lnTo>
                  <a:lnTo>
                    <a:pt x="1559168" y="653694"/>
                  </a:lnTo>
                  <a:lnTo>
                    <a:pt x="1476284" y="659165"/>
                  </a:lnTo>
                  <a:lnTo>
                    <a:pt x="1393401" y="665085"/>
                  </a:lnTo>
                  <a:lnTo>
                    <a:pt x="1310518" y="671638"/>
                  </a:lnTo>
                  <a:lnTo>
                    <a:pt x="1227635" y="679029"/>
                  </a:lnTo>
                  <a:lnTo>
                    <a:pt x="1144752" y="687427"/>
                  </a:lnTo>
                  <a:lnTo>
                    <a:pt x="1061868" y="697031"/>
                  </a:lnTo>
                  <a:lnTo>
                    <a:pt x="978985" y="708073"/>
                  </a:lnTo>
                  <a:lnTo>
                    <a:pt x="896102" y="720770"/>
                  </a:lnTo>
                  <a:lnTo>
                    <a:pt x="813219" y="735302"/>
                  </a:lnTo>
                  <a:lnTo>
                    <a:pt x="730336" y="751799"/>
                  </a:lnTo>
                  <a:lnTo>
                    <a:pt x="647452" y="770338"/>
                  </a:lnTo>
                  <a:lnTo>
                    <a:pt x="564569" y="790948"/>
                  </a:lnTo>
                  <a:lnTo>
                    <a:pt x="481686" y="813623"/>
                  </a:lnTo>
                  <a:lnTo>
                    <a:pt x="398803" y="838330"/>
                  </a:lnTo>
                  <a:lnTo>
                    <a:pt x="315920" y="865022"/>
                  </a:lnTo>
                  <a:lnTo>
                    <a:pt x="233036" y="893646"/>
                  </a:lnTo>
                  <a:lnTo>
                    <a:pt x="150153" y="924147"/>
                  </a:lnTo>
                  <a:lnTo>
                    <a:pt x="67270" y="956468"/>
                  </a:lnTo>
                  <a:lnTo>
                    <a:pt x="0" y="9841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4043024"/>
              <a:ext cx="6015395" cy="1057401"/>
            </a:xfrm>
            <a:custGeom>
              <a:avLst/>
              <a:pathLst>
                <a:path w="6015395" h="1057401">
                  <a:moveTo>
                    <a:pt x="0" y="1057401"/>
                  </a:moveTo>
                  <a:lnTo>
                    <a:pt x="82883" y="1050629"/>
                  </a:lnTo>
                  <a:lnTo>
                    <a:pt x="165766" y="1043859"/>
                  </a:lnTo>
                  <a:lnTo>
                    <a:pt x="248649" y="1037100"/>
                  </a:lnTo>
                  <a:lnTo>
                    <a:pt x="331532" y="1030361"/>
                  </a:lnTo>
                  <a:lnTo>
                    <a:pt x="414416" y="1023651"/>
                  </a:lnTo>
                  <a:lnTo>
                    <a:pt x="497299" y="1016977"/>
                  </a:lnTo>
                  <a:lnTo>
                    <a:pt x="580182" y="1010348"/>
                  </a:lnTo>
                  <a:lnTo>
                    <a:pt x="663065" y="1003774"/>
                  </a:lnTo>
                  <a:lnTo>
                    <a:pt x="745948" y="997261"/>
                  </a:lnTo>
                  <a:lnTo>
                    <a:pt x="828832" y="990820"/>
                  </a:lnTo>
                  <a:lnTo>
                    <a:pt x="911715" y="984459"/>
                  </a:lnTo>
                  <a:lnTo>
                    <a:pt x="994598" y="978186"/>
                  </a:lnTo>
                  <a:lnTo>
                    <a:pt x="1077481" y="972010"/>
                  </a:lnTo>
                  <a:lnTo>
                    <a:pt x="1160364" y="965939"/>
                  </a:lnTo>
                  <a:lnTo>
                    <a:pt x="1243248" y="959982"/>
                  </a:lnTo>
                  <a:lnTo>
                    <a:pt x="1326131" y="954148"/>
                  </a:lnTo>
                  <a:lnTo>
                    <a:pt x="1409014" y="948445"/>
                  </a:lnTo>
                  <a:lnTo>
                    <a:pt x="1491897" y="942881"/>
                  </a:lnTo>
                  <a:lnTo>
                    <a:pt x="1574780" y="937466"/>
                  </a:lnTo>
                  <a:lnTo>
                    <a:pt x="1657664" y="932207"/>
                  </a:lnTo>
                  <a:lnTo>
                    <a:pt x="1740547" y="927114"/>
                  </a:lnTo>
                  <a:lnTo>
                    <a:pt x="1823430" y="922294"/>
                  </a:lnTo>
                  <a:lnTo>
                    <a:pt x="1906313" y="917892"/>
                  </a:lnTo>
                  <a:lnTo>
                    <a:pt x="1989196" y="913721"/>
                  </a:lnTo>
                  <a:lnTo>
                    <a:pt x="2072080" y="909579"/>
                  </a:lnTo>
                  <a:lnTo>
                    <a:pt x="2154963" y="905264"/>
                  </a:lnTo>
                  <a:lnTo>
                    <a:pt x="2237846" y="900576"/>
                  </a:lnTo>
                  <a:lnTo>
                    <a:pt x="2320729" y="895051"/>
                  </a:lnTo>
                  <a:lnTo>
                    <a:pt x="2403612" y="887376"/>
                  </a:lnTo>
                  <a:lnTo>
                    <a:pt x="2486496" y="878509"/>
                  </a:lnTo>
                  <a:lnTo>
                    <a:pt x="2569379" y="869771"/>
                  </a:lnTo>
                  <a:lnTo>
                    <a:pt x="2652262" y="862417"/>
                  </a:lnTo>
                  <a:lnTo>
                    <a:pt x="2735145" y="855562"/>
                  </a:lnTo>
                  <a:lnTo>
                    <a:pt x="2818028" y="848721"/>
                  </a:lnTo>
                  <a:lnTo>
                    <a:pt x="2900912" y="842219"/>
                  </a:lnTo>
                  <a:lnTo>
                    <a:pt x="2983795" y="836380"/>
                  </a:lnTo>
                  <a:lnTo>
                    <a:pt x="3066678" y="833178"/>
                  </a:lnTo>
                  <a:lnTo>
                    <a:pt x="3149561" y="832777"/>
                  </a:lnTo>
                  <a:lnTo>
                    <a:pt x="3232444" y="832314"/>
                  </a:lnTo>
                  <a:lnTo>
                    <a:pt x="3315328" y="828947"/>
                  </a:lnTo>
                  <a:lnTo>
                    <a:pt x="3398211" y="824901"/>
                  </a:lnTo>
                  <a:lnTo>
                    <a:pt x="3481094" y="821968"/>
                  </a:lnTo>
                  <a:lnTo>
                    <a:pt x="3563977" y="818415"/>
                  </a:lnTo>
                  <a:lnTo>
                    <a:pt x="3646860" y="812512"/>
                  </a:lnTo>
                  <a:lnTo>
                    <a:pt x="3729744" y="802589"/>
                  </a:lnTo>
                  <a:lnTo>
                    <a:pt x="3812627" y="789732"/>
                  </a:lnTo>
                  <a:lnTo>
                    <a:pt x="3895510" y="774966"/>
                  </a:lnTo>
                  <a:lnTo>
                    <a:pt x="3978393" y="758262"/>
                  </a:lnTo>
                  <a:lnTo>
                    <a:pt x="4061276" y="739592"/>
                  </a:lnTo>
                  <a:lnTo>
                    <a:pt x="4144160" y="718926"/>
                  </a:lnTo>
                  <a:lnTo>
                    <a:pt x="4227043" y="696237"/>
                  </a:lnTo>
                  <a:lnTo>
                    <a:pt x="4309926" y="671502"/>
                  </a:lnTo>
                  <a:lnTo>
                    <a:pt x="4392809" y="645614"/>
                  </a:lnTo>
                  <a:lnTo>
                    <a:pt x="4475692" y="619185"/>
                  </a:lnTo>
                  <a:lnTo>
                    <a:pt x="4558576" y="592192"/>
                  </a:lnTo>
                  <a:lnTo>
                    <a:pt x="4641459" y="564611"/>
                  </a:lnTo>
                  <a:lnTo>
                    <a:pt x="4724342" y="536417"/>
                  </a:lnTo>
                  <a:lnTo>
                    <a:pt x="4807225" y="507587"/>
                  </a:lnTo>
                  <a:lnTo>
                    <a:pt x="4890108" y="478097"/>
                  </a:lnTo>
                  <a:lnTo>
                    <a:pt x="4972992" y="447924"/>
                  </a:lnTo>
                  <a:lnTo>
                    <a:pt x="5055875" y="417042"/>
                  </a:lnTo>
                  <a:lnTo>
                    <a:pt x="5138758" y="385429"/>
                  </a:lnTo>
                  <a:lnTo>
                    <a:pt x="5221641" y="353060"/>
                  </a:lnTo>
                  <a:lnTo>
                    <a:pt x="5304524" y="319911"/>
                  </a:lnTo>
                  <a:lnTo>
                    <a:pt x="5387408" y="285959"/>
                  </a:lnTo>
                  <a:lnTo>
                    <a:pt x="5470291" y="251179"/>
                  </a:lnTo>
                  <a:lnTo>
                    <a:pt x="5553174" y="215548"/>
                  </a:lnTo>
                  <a:lnTo>
                    <a:pt x="5636057" y="179042"/>
                  </a:lnTo>
                  <a:lnTo>
                    <a:pt x="5718940" y="141637"/>
                  </a:lnTo>
                  <a:lnTo>
                    <a:pt x="5801824" y="103308"/>
                  </a:lnTo>
                  <a:lnTo>
                    <a:pt x="5884707" y="64033"/>
                  </a:lnTo>
                  <a:lnTo>
                    <a:pt x="5967590" y="23787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3944989"/>
              <a:ext cx="6015395" cy="1433470"/>
            </a:xfrm>
            <a:custGeom>
              <a:avLst/>
              <a:pathLst>
                <a:path w="6015395" h="1433470">
                  <a:moveTo>
                    <a:pt x="0" y="709928"/>
                  </a:moveTo>
                  <a:lnTo>
                    <a:pt x="82883" y="732665"/>
                  </a:lnTo>
                  <a:lnTo>
                    <a:pt x="165766" y="754290"/>
                  </a:lnTo>
                  <a:lnTo>
                    <a:pt x="248649" y="774791"/>
                  </a:lnTo>
                  <a:lnTo>
                    <a:pt x="331532" y="794152"/>
                  </a:lnTo>
                  <a:lnTo>
                    <a:pt x="414416" y="812355"/>
                  </a:lnTo>
                  <a:lnTo>
                    <a:pt x="497299" y="829379"/>
                  </a:lnTo>
                  <a:lnTo>
                    <a:pt x="580182" y="845201"/>
                  </a:lnTo>
                  <a:lnTo>
                    <a:pt x="663065" y="859793"/>
                  </a:lnTo>
                  <a:lnTo>
                    <a:pt x="745948" y="873124"/>
                  </a:lnTo>
                  <a:lnTo>
                    <a:pt x="828832" y="885164"/>
                  </a:lnTo>
                  <a:lnTo>
                    <a:pt x="911715" y="895877"/>
                  </a:lnTo>
                  <a:lnTo>
                    <a:pt x="994598" y="905232"/>
                  </a:lnTo>
                  <a:lnTo>
                    <a:pt x="1077481" y="913204"/>
                  </a:lnTo>
                  <a:lnTo>
                    <a:pt x="1160364" y="919782"/>
                  </a:lnTo>
                  <a:lnTo>
                    <a:pt x="1243248" y="924978"/>
                  </a:lnTo>
                  <a:lnTo>
                    <a:pt x="1326131" y="928838"/>
                  </a:lnTo>
                  <a:lnTo>
                    <a:pt x="1409014" y="931451"/>
                  </a:lnTo>
                  <a:lnTo>
                    <a:pt x="1491897" y="932958"/>
                  </a:lnTo>
                  <a:lnTo>
                    <a:pt x="1574780" y="933547"/>
                  </a:lnTo>
                  <a:lnTo>
                    <a:pt x="1657664" y="933438"/>
                  </a:lnTo>
                  <a:lnTo>
                    <a:pt x="1740547" y="932868"/>
                  </a:lnTo>
                  <a:lnTo>
                    <a:pt x="1823430" y="932342"/>
                  </a:lnTo>
                  <a:lnTo>
                    <a:pt x="1906313" y="932487"/>
                  </a:lnTo>
                  <a:lnTo>
                    <a:pt x="1989196" y="932965"/>
                  </a:lnTo>
                  <a:lnTo>
                    <a:pt x="2072080" y="933379"/>
                  </a:lnTo>
                  <a:lnTo>
                    <a:pt x="2154963" y="933370"/>
                  </a:lnTo>
                  <a:lnTo>
                    <a:pt x="2237846" y="932645"/>
                  </a:lnTo>
                  <a:lnTo>
                    <a:pt x="2320729" y="931225"/>
                  </a:lnTo>
                  <a:lnTo>
                    <a:pt x="2403612" y="930040"/>
                  </a:lnTo>
                  <a:lnTo>
                    <a:pt x="2486496" y="928179"/>
                  </a:lnTo>
                  <a:lnTo>
                    <a:pt x="2569379" y="925244"/>
                  </a:lnTo>
                  <a:lnTo>
                    <a:pt x="2652262" y="921989"/>
                  </a:lnTo>
                  <a:lnTo>
                    <a:pt x="2735145" y="919246"/>
                  </a:lnTo>
                  <a:lnTo>
                    <a:pt x="2818028" y="915861"/>
                  </a:lnTo>
                  <a:lnTo>
                    <a:pt x="2900912" y="911315"/>
                  </a:lnTo>
                  <a:lnTo>
                    <a:pt x="2983795" y="906790"/>
                  </a:lnTo>
                  <a:lnTo>
                    <a:pt x="3066678" y="904153"/>
                  </a:lnTo>
                  <a:lnTo>
                    <a:pt x="3149561" y="901929"/>
                  </a:lnTo>
                  <a:lnTo>
                    <a:pt x="3232444" y="898268"/>
                  </a:lnTo>
                  <a:lnTo>
                    <a:pt x="3315328" y="893490"/>
                  </a:lnTo>
                  <a:lnTo>
                    <a:pt x="3398211" y="888718"/>
                  </a:lnTo>
                  <a:lnTo>
                    <a:pt x="3481094" y="883296"/>
                  </a:lnTo>
                  <a:lnTo>
                    <a:pt x="3563977" y="876562"/>
                  </a:lnTo>
                  <a:lnTo>
                    <a:pt x="3646860" y="868816"/>
                  </a:lnTo>
                  <a:lnTo>
                    <a:pt x="3729744" y="861031"/>
                  </a:lnTo>
                  <a:lnTo>
                    <a:pt x="3812627" y="852630"/>
                  </a:lnTo>
                  <a:lnTo>
                    <a:pt x="3895510" y="842743"/>
                  </a:lnTo>
                  <a:lnTo>
                    <a:pt x="3978393" y="831143"/>
                  </a:lnTo>
                  <a:lnTo>
                    <a:pt x="4061276" y="817756"/>
                  </a:lnTo>
                  <a:lnTo>
                    <a:pt x="4144160" y="802667"/>
                  </a:lnTo>
                  <a:lnTo>
                    <a:pt x="4227043" y="786070"/>
                  </a:lnTo>
                  <a:lnTo>
                    <a:pt x="4309926" y="768195"/>
                  </a:lnTo>
                  <a:lnTo>
                    <a:pt x="4392809" y="749127"/>
                  </a:lnTo>
                  <a:lnTo>
                    <a:pt x="4475692" y="728820"/>
                  </a:lnTo>
                  <a:lnTo>
                    <a:pt x="4558576" y="707211"/>
                  </a:lnTo>
                  <a:lnTo>
                    <a:pt x="4641459" y="684200"/>
                  </a:lnTo>
                  <a:lnTo>
                    <a:pt x="4724342" y="659660"/>
                  </a:lnTo>
                  <a:lnTo>
                    <a:pt x="4807225" y="633447"/>
                  </a:lnTo>
                  <a:lnTo>
                    <a:pt x="4890108" y="605410"/>
                  </a:lnTo>
                  <a:lnTo>
                    <a:pt x="4972992" y="575405"/>
                  </a:lnTo>
                  <a:lnTo>
                    <a:pt x="5055875" y="543300"/>
                  </a:lnTo>
                  <a:lnTo>
                    <a:pt x="5138758" y="508985"/>
                  </a:lnTo>
                  <a:lnTo>
                    <a:pt x="5221641" y="472372"/>
                  </a:lnTo>
                  <a:lnTo>
                    <a:pt x="5304524" y="433401"/>
                  </a:lnTo>
                  <a:lnTo>
                    <a:pt x="5387408" y="392032"/>
                  </a:lnTo>
                  <a:lnTo>
                    <a:pt x="5470291" y="348243"/>
                  </a:lnTo>
                  <a:lnTo>
                    <a:pt x="5553174" y="302029"/>
                  </a:lnTo>
                  <a:lnTo>
                    <a:pt x="5636057" y="253393"/>
                  </a:lnTo>
                  <a:lnTo>
                    <a:pt x="5718940" y="202347"/>
                  </a:lnTo>
                  <a:lnTo>
                    <a:pt x="5801824" y="148905"/>
                  </a:lnTo>
                  <a:lnTo>
                    <a:pt x="5884707" y="93086"/>
                  </a:lnTo>
                  <a:lnTo>
                    <a:pt x="5967590" y="34907"/>
                  </a:lnTo>
                  <a:lnTo>
                    <a:pt x="6015395" y="0"/>
                  </a:lnTo>
                  <a:lnTo>
                    <a:pt x="6015395" y="656559"/>
                  </a:lnTo>
                  <a:lnTo>
                    <a:pt x="5967590" y="663795"/>
                  </a:lnTo>
                  <a:lnTo>
                    <a:pt x="5884707" y="676596"/>
                  </a:lnTo>
                  <a:lnTo>
                    <a:pt x="5801824" y="689683"/>
                  </a:lnTo>
                  <a:lnTo>
                    <a:pt x="5718940" y="703087"/>
                  </a:lnTo>
                  <a:lnTo>
                    <a:pt x="5636057" y="716839"/>
                  </a:lnTo>
                  <a:lnTo>
                    <a:pt x="5553174" y="730965"/>
                  </a:lnTo>
                  <a:lnTo>
                    <a:pt x="5470291" y="745491"/>
                  </a:lnTo>
                  <a:lnTo>
                    <a:pt x="5387408" y="760433"/>
                  </a:lnTo>
                  <a:lnTo>
                    <a:pt x="5304524" y="775797"/>
                  </a:lnTo>
                  <a:lnTo>
                    <a:pt x="5221641" y="791576"/>
                  </a:lnTo>
                  <a:lnTo>
                    <a:pt x="5138758" y="807742"/>
                  </a:lnTo>
                  <a:lnTo>
                    <a:pt x="5055875" y="824247"/>
                  </a:lnTo>
                  <a:lnTo>
                    <a:pt x="4972992" y="841017"/>
                  </a:lnTo>
                  <a:lnTo>
                    <a:pt x="4890108" y="857954"/>
                  </a:lnTo>
                  <a:lnTo>
                    <a:pt x="4807225" y="874940"/>
                  </a:lnTo>
                  <a:lnTo>
                    <a:pt x="4724342" y="891841"/>
                  </a:lnTo>
                  <a:lnTo>
                    <a:pt x="4641459" y="908522"/>
                  </a:lnTo>
                  <a:lnTo>
                    <a:pt x="4558576" y="924850"/>
                  </a:lnTo>
                  <a:lnTo>
                    <a:pt x="4475692" y="940711"/>
                  </a:lnTo>
                  <a:lnTo>
                    <a:pt x="4392809" y="956019"/>
                  </a:lnTo>
                  <a:lnTo>
                    <a:pt x="4309926" y="970723"/>
                  </a:lnTo>
                  <a:lnTo>
                    <a:pt x="4227043" y="984459"/>
                  </a:lnTo>
                  <a:lnTo>
                    <a:pt x="4144160" y="996845"/>
                  </a:lnTo>
                  <a:lnTo>
                    <a:pt x="4061276" y="1008110"/>
                  </a:lnTo>
                  <a:lnTo>
                    <a:pt x="3978393" y="1018452"/>
                  </a:lnTo>
                  <a:lnTo>
                    <a:pt x="3895510" y="1027956"/>
                  </a:lnTo>
                  <a:lnTo>
                    <a:pt x="3812627" y="1036554"/>
                  </a:lnTo>
                  <a:lnTo>
                    <a:pt x="3729744" y="1044020"/>
                  </a:lnTo>
                  <a:lnTo>
                    <a:pt x="3646860" y="1049908"/>
                  </a:lnTo>
                  <a:lnTo>
                    <a:pt x="3563977" y="1054558"/>
                  </a:lnTo>
                  <a:lnTo>
                    <a:pt x="3481094" y="1059133"/>
                  </a:lnTo>
                  <a:lnTo>
                    <a:pt x="3398211" y="1064107"/>
                  </a:lnTo>
                  <a:lnTo>
                    <a:pt x="3315328" y="1068986"/>
                  </a:lnTo>
                  <a:lnTo>
                    <a:pt x="3232444" y="1071743"/>
                  </a:lnTo>
                  <a:lnTo>
                    <a:pt x="3149561" y="1072889"/>
                  </a:lnTo>
                  <a:lnTo>
                    <a:pt x="3066678" y="1074943"/>
                  </a:lnTo>
                  <a:lnTo>
                    <a:pt x="2983795" y="1078266"/>
                  </a:lnTo>
                  <a:lnTo>
                    <a:pt x="2900912" y="1081434"/>
                  </a:lnTo>
                  <a:lnTo>
                    <a:pt x="2818028" y="1084828"/>
                  </a:lnTo>
                  <a:lnTo>
                    <a:pt x="2735145" y="1089207"/>
                  </a:lnTo>
                  <a:lnTo>
                    <a:pt x="2652262" y="1093624"/>
                  </a:lnTo>
                  <a:lnTo>
                    <a:pt x="2569379" y="1096612"/>
                  </a:lnTo>
                  <a:lnTo>
                    <a:pt x="2486496" y="1099138"/>
                  </a:lnTo>
                  <a:lnTo>
                    <a:pt x="2403612" y="1102152"/>
                  </a:lnTo>
                  <a:lnTo>
                    <a:pt x="2320729" y="1105441"/>
                  </a:lnTo>
                  <a:lnTo>
                    <a:pt x="2237846" y="1108045"/>
                  </a:lnTo>
                  <a:lnTo>
                    <a:pt x="2154963" y="1109949"/>
                  </a:lnTo>
                  <a:lnTo>
                    <a:pt x="2072080" y="1111700"/>
                  </a:lnTo>
                  <a:lnTo>
                    <a:pt x="1989196" y="1113771"/>
                  </a:lnTo>
                  <a:lnTo>
                    <a:pt x="1906313" y="1116561"/>
                  </a:lnTo>
                  <a:lnTo>
                    <a:pt x="1823430" y="1120437"/>
                  </a:lnTo>
                  <a:lnTo>
                    <a:pt x="1740547" y="1125767"/>
                  </a:lnTo>
                  <a:lnTo>
                    <a:pt x="1657664" y="1132515"/>
                  </a:lnTo>
                  <a:lnTo>
                    <a:pt x="1574780" y="1140746"/>
                  </a:lnTo>
                  <a:lnTo>
                    <a:pt x="1491897" y="1150673"/>
                  </a:lnTo>
                  <a:lnTo>
                    <a:pt x="1409014" y="1162496"/>
                  </a:lnTo>
                  <a:lnTo>
                    <a:pt x="1326131" y="1176383"/>
                  </a:lnTo>
                  <a:lnTo>
                    <a:pt x="1243248" y="1192452"/>
                  </a:lnTo>
                  <a:lnTo>
                    <a:pt x="1160364" y="1210772"/>
                  </a:lnTo>
                  <a:lnTo>
                    <a:pt x="1077481" y="1231368"/>
                  </a:lnTo>
                  <a:lnTo>
                    <a:pt x="994598" y="1254230"/>
                  </a:lnTo>
                  <a:lnTo>
                    <a:pt x="911715" y="1279327"/>
                  </a:lnTo>
                  <a:lnTo>
                    <a:pt x="828832" y="1306612"/>
                  </a:lnTo>
                  <a:lnTo>
                    <a:pt x="745948" y="1336032"/>
                  </a:lnTo>
                  <a:lnTo>
                    <a:pt x="663065" y="1367533"/>
                  </a:lnTo>
                  <a:lnTo>
                    <a:pt x="580182" y="1401060"/>
                  </a:lnTo>
                  <a:lnTo>
                    <a:pt x="504520" y="143347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3944989"/>
              <a:ext cx="6015395" cy="933547"/>
            </a:xfrm>
            <a:custGeom>
              <a:avLst/>
              <a:pathLst>
                <a:path w="6015395" h="933547">
                  <a:moveTo>
                    <a:pt x="0" y="709928"/>
                  </a:moveTo>
                  <a:lnTo>
                    <a:pt x="82883" y="732665"/>
                  </a:lnTo>
                  <a:lnTo>
                    <a:pt x="165766" y="754290"/>
                  </a:lnTo>
                  <a:lnTo>
                    <a:pt x="248649" y="774791"/>
                  </a:lnTo>
                  <a:lnTo>
                    <a:pt x="331532" y="794152"/>
                  </a:lnTo>
                  <a:lnTo>
                    <a:pt x="414416" y="812355"/>
                  </a:lnTo>
                  <a:lnTo>
                    <a:pt x="497299" y="829379"/>
                  </a:lnTo>
                  <a:lnTo>
                    <a:pt x="580182" y="845201"/>
                  </a:lnTo>
                  <a:lnTo>
                    <a:pt x="663065" y="859793"/>
                  </a:lnTo>
                  <a:lnTo>
                    <a:pt x="745948" y="873124"/>
                  </a:lnTo>
                  <a:lnTo>
                    <a:pt x="828832" y="885164"/>
                  </a:lnTo>
                  <a:lnTo>
                    <a:pt x="911715" y="895877"/>
                  </a:lnTo>
                  <a:lnTo>
                    <a:pt x="994598" y="905232"/>
                  </a:lnTo>
                  <a:lnTo>
                    <a:pt x="1077481" y="913204"/>
                  </a:lnTo>
                  <a:lnTo>
                    <a:pt x="1160364" y="919782"/>
                  </a:lnTo>
                  <a:lnTo>
                    <a:pt x="1243248" y="924978"/>
                  </a:lnTo>
                  <a:lnTo>
                    <a:pt x="1326131" y="928838"/>
                  </a:lnTo>
                  <a:lnTo>
                    <a:pt x="1409014" y="931451"/>
                  </a:lnTo>
                  <a:lnTo>
                    <a:pt x="1491897" y="932958"/>
                  </a:lnTo>
                  <a:lnTo>
                    <a:pt x="1574780" y="933547"/>
                  </a:lnTo>
                  <a:lnTo>
                    <a:pt x="1657664" y="933438"/>
                  </a:lnTo>
                  <a:lnTo>
                    <a:pt x="1740547" y="932868"/>
                  </a:lnTo>
                  <a:lnTo>
                    <a:pt x="1823430" y="932342"/>
                  </a:lnTo>
                  <a:lnTo>
                    <a:pt x="1906313" y="932487"/>
                  </a:lnTo>
                  <a:lnTo>
                    <a:pt x="1989196" y="932965"/>
                  </a:lnTo>
                  <a:lnTo>
                    <a:pt x="2072080" y="933379"/>
                  </a:lnTo>
                  <a:lnTo>
                    <a:pt x="2154963" y="933370"/>
                  </a:lnTo>
                  <a:lnTo>
                    <a:pt x="2237846" y="932645"/>
                  </a:lnTo>
                  <a:lnTo>
                    <a:pt x="2320729" y="931225"/>
                  </a:lnTo>
                  <a:lnTo>
                    <a:pt x="2403612" y="930040"/>
                  </a:lnTo>
                  <a:lnTo>
                    <a:pt x="2486496" y="928179"/>
                  </a:lnTo>
                  <a:lnTo>
                    <a:pt x="2569379" y="925244"/>
                  </a:lnTo>
                  <a:lnTo>
                    <a:pt x="2652262" y="921989"/>
                  </a:lnTo>
                  <a:lnTo>
                    <a:pt x="2735145" y="919246"/>
                  </a:lnTo>
                  <a:lnTo>
                    <a:pt x="2818028" y="915861"/>
                  </a:lnTo>
                  <a:lnTo>
                    <a:pt x="2900912" y="911315"/>
                  </a:lnTo>
                  <a:lnTo>
                    <a:pt x="2983795" y="906790"/>
                  </a:lnTo>
                  <a:lnTo>
                    <a:pt x="3066678" y="904153"/>
                  </a:lnTo>
                  <a:lnTo>
                    <a:pt x="3149561" y="901929"/>
                  </a:lnTo>
                  <a:lnTo>
                    <a:pt x="3232444" y="898268"/>
                  </a:lnTo>
                  <a:lnTo>
                    <a:pt x="3315328" y="893490"/>
                  </a:lnTo>
                  <a:lnTo>
                    <a:pt x="3398211" y="888718"/>
                  </a:lnTo>
                  <a:lnTo>
                    <a:pt x="3481094" y="883296"/>
                  </a:lnTo>
                  <a:lnTo>
                    <a:pt x="3563977" y="876562"/>
                  </a:lnTo>
                  <a:lnTo>
                    <a:pt x="3646860" y="868816"/>
                  </a:lnTo>
                  <a:lnTo>
                    <a:pt x="3729744" y="861031"/>
                  </a:lnTo>
                  <a:lnTo>
                    <a:pt x="3812627" y="852630"/>
                  </a:lnTo>
                  <a:lnTo>
                    <a:pt x="3895510" y="842743"/>
                  </a:lnTo>
                  <a:lnTo>
                    <a:pt x="3978393" y="831143"/>
                  </a:lnTo>
                  <a:lnTo>
                    <a:pt x="4061276" y="817756"/>
                  </a:lnTo>
                  <a:lnTo>
                    <a:pt x="4144160" y="802667"/>
                  </a:lnTo>
                  <a:lnTo>
                    <a:pt x="4227043" y="786070"/>
                  </a:lnTo>
                  <a:lnTo>
                    <a:pt x="4309926" y="768195"/>
                  </a:lnTo>
                  <a:lnTo>
                    <a:pt x="4392809" y="749127"/>
                  </a:lnTo>
                  <a:lnTo>
                    <a:pt x="4475692" y="728820"/>
                  </a:lnTo>
                  <a:lnTo>
                    <a:pt x="4558576" y="707211"/>
                  </a:lnTo>
                  <a:lnTo>
                    <a:pt x="4641459" y="684200"/>
                  </a:lnTo>
                  <a:lnTo>
                    <a:pt x="4724342" y="659660"/>
                  </a:lnTo>
                  <a:lnTo>
                    <a:pt x="4807225" y="633447"/>
                  </a:lnTo>
                  <a:lnTo>
                    <a:pt x="4890108" y="605410"/>
                  </a:lnTo>
                  <a:lnTo>
                    <a:pt x="4972992" y="575405"/>
                  </a:lnTo>
                  <a:lnTo>
                    <a:pt x="5055875" y="543300"/>
                  </a:lnTo>
                  <a:lnTo>
                    <a:pt x="5138758" y="508985"/>
                  </a:lnTo>
                  <a:lnTo>
                    <a:pt x="5221641" y="472372"/>
                  </a:lnTo>
                  <a:lnTo>
                    <a:pt x="5304524" y="433401"/>
                  </a:lnTo>
                  <a:lnTo>
                    <a:pt x="5387408" y="392032"/>
                  </a:lnTo>
                  <a:lnTo>
                    <a:pt x="5470291" y="348243"/>
                  </a:lnTo>
                  <a:lnTo>
                    <a:pt x="5553174" y="302029"/>
                  </a:lnTo>
                  <a:lnTo>
                    <a:pt x="5636057" y="253393"/>
                  </a:lnTo>
                  <a:lnTo>
                    <a:pt x="5718940" y="202347"/>
                  </a:lnTo>
                  <a:lnTo>
                    <a:pt x="5801824" y="148905"/>
                  </a:lnTo>
                  <a:lnTo>
                    <a:pt x="5884707" y="93086"/>
                  </a:lnTo>
                  <a:lnTo>
                    <a:pt x="5967590" y="34907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76985" y="4601548"/>
              <a:ext cx="5510875" cy="776911"/>
            </a:xfrm>
            <a:custGeom>
              <a:avLst/>
              <a:pathLst>
                <a:path w="5510875" h="776911">
                  <a:moveTo>
                    <a:pt x="5510875" y="0"/>
                  </a:moveTo>
                  <a:lnTo>
                    <a:pt x="5463069" y="7236"/>
                  </a:lnTo>
                  <a:lnTo>
                    <a:pt x="5380186" y="20037"/>
                  </a:lnTo>
                  <a:lnTo>
                    <a:pt x="5297303" y="33124"/>
                  </a:lnTo>
                  <a:lnTo>
                    <a:pt x="5214420" y="46528"/>
                  </a:lnTo>
                  <a:lnTo>
                    <a:pt x="5131537" y="60279"/>
                  </a:lnTo>
                  <a:lnTo>
                    <a:pt x="5048653" y="74406"/>
                  </a:lnTo>
                  <a:lnTo>
                    <a:pt x="4965770" y="88932"/>
                  </a:lnTo>
                  <a:lnTo>
                    <a:pt x="4882887" y="103874"/>
                  </a:lnTo>
                  <a:lnTo>
                    <a:pt x="4800004" y="119238"/>
                  </a:lnTo>
                  <a:lnTo>
                    <a:pt x="4717121" y="135017"/>
                  </a:lnTo>
                  <a:lnTo>
                    <a:pt x="4634237" y="151183"/>
                  </a:lnTo>
                  <a:lnTo>
                    <a:pt x="4551354" y="167688"/>
                  </a:lnTo>
                  <a:lnTo>
                    <a:pt x="4468471" y="184458"/>
                  </a:lnTo>
                  <a:lnTo>
                    <a:pt x="4385588" y="201395"/>
                  </a:lnTo>
                  <a:lnTo>
                    <a:pt x="4302705" y="218380"/>
                  </a:lnTo>
                  <a:lnTo>
                    <a:pt x="4219821" y="235282"/>
                  </a:lnTo>
                  <a:lnTo>
                    <a:pt x="4136938" y="251962"/>
                  </a:lnTo>
                  <a:lnTo>
                    <a:pt x="4054055" y="268290"/>
                  </a:lnTo>
                  <a:lnTo>
                    <a:pt x="3971172" y="284152"/>
                  </a:lnTo>
                  <a:lnTo>
                    <a:pt x="3888289" y="299459"/>
                  </a:lnTo>
                  <a:lnTo>
                    <a:pt x="3805405" y="314163"/>
                  </a:lnTo>
                  <a:lnTo>
                    <a:pt x="3722522" y="327900"/>
                  </a:lnTo>
                  <a:lnTo>
                    <a:pt x="3639639" y="340286"/>
                  </a:lnTo>
                  <a:lnTo>
                    <a:pt x="3556756" y="351551"/>
                  </a:lnTo>
                  <a:lnTo>
                    <a:pt x="3473873" y="361892"/>
                  </a:lnTo>
                  <a:lnTo>
                    <a:pt x="3390989" y="371397"/>
                  </a:lnTo>
                  <a:lnTo>
                    <a:pt x="3308106" y="379994"/>
                  </a:lnTo>
                  <a:lnTo>
                    <a:pt x="3225223" y="387461"/>
                  </a:lnTo>
                  <a:lnTo>
                    <a:pt x="3142340" y="393348"/>
                  </a:lnTo>
                  <a:lnTo>
                    <a:pt x="3059457" y="397999"/>
                  </a:lnTo>
                  <a:lnTo>
                    <a:pt x="2976573" y="402574"/>
                  </a:lnTo>
                  <a:lnTo>
                    <a:pt x="2893690" y="407547"/>
                  </a:lnTo>
                  <a:lnTo>
                    <a:pt x="2810807" y="412426"/>
                  </a:lnTo>
                  <a:lnTo>
                    <a:pt x="2727924" y="415184"/>
                  </a:lnTo>
                  <a:lnTo>
                    <a:pt x="2645041" y="416330"/>
                  </a:lnTo>
                  <a:lnTo>
                    <a:pt x="2562157" y="418384"/>
                  </a:lnTo>
                  <a:lnTo>
                    <a:pt x="2479274" y="421706"/>
                  </a:lnTo>
                  <a:lnTo>
                    <a:pt x="2396391" y="424875"/>
                  </a:lnTo>
                  <a:lnTo>
                    <a:pt x="2313508" y="428269"/>
                  </a:lnTo>
                  <a:lnTo>
                    <a:pt x="2230625" y="432648"/>
                  </a:lnTo>
                  <a:lnTo>
                    <a:pt x="2147741" y="437065"/>
                  </a:lnTo>
                  <a:lnTo>
                    <a:pt x="2064858" y="440053"/>
                  </a:lnTo>
                  <a:lnTo>
                    <a:pt x="1981975" y="442579"/>
                  </a:lnTo>
                  <a:lnTo>
                    <a:pt x="1899092" y="445593"/>
                  </a:lnTo>
                  <a:lnTo>
                    <a:pt x="1816209" y="448882"/>
                  </a:lnTo>
                  <a:lnTo>
                    <a:pt x="1733325" y="451486"/>
                  </a:lnTo>
                  <a:lnTo>
                    <a:pt x="1650442" y="453389"/>
                  </a:lnTo>
                  <a:lnTo>
                    <a:pt x="1567559" y="455141"/>
                  </a:lnTo>
                  <a:lnTo>
                    <a:pt x="1484676" y="457211"/>
                  </a:lnTo>
                  <a:lnTo>
                    <a:pt x="1401793" y="460001"/>
                  </a:lnTo>
                  <a:lnTo>
                    <a:pt x="1318909" y="463878"/>
                  </a:lnTo>
                  <a:lnTo>
                    <a:pt x="1236026" y="469207"/>
                  </a:lnTo>
                  <a:lnTo>
                    <a:pt x="1153143" y="475956"/>
                  </a:lnTo>
                  <a:lnTo>
                    <a:pt x="1070260" y="484186"/>
                  </a:lnTo>
                  <a:lnTo>
                    <a:pt x="987377" y="494113"/>
                  </a:lnTo>
                  <a:lnTo>
                    <a:pt x="904493" y="505937"/>
                  </a:lnTo>
                  <a:lnTo>
                    <a:pt x="821610" y="519824"/>
                  </a:lnTo>
                  <a:lnTo>
                    <a:pt x="738727" y="535893"/>
                  </a:lnTo>
                  <a:lnTo>
                    <a:pt x="655844" y="554213"/>
                  </a:lnTo>
                  <a:lnTo>
                    <a:pt x="572961" y="574809"/>
                  </a:lnTo>
                  <a:lnTo>
                    <a:pt x="490077" y="597671"/>
                  </a:lnTo>
                  <a:lnTo>
                    <a:pt x="407194" y="622768"/>
                  </a:lnTo>
                  <a:lnTo>
                    <a:pt x="324311" y="650052"/>
                  </a:lnTo>
                  <a:lnTo>
                    <a:pt x="241428" y="679473"/>
                  </a:lnTo>
                  <a:lnTo>
                    <a:pt x="158545" y="710973"/>
                  </a:lnTo>
                  <a:lnTo>
                    <a:pt x="75661" y="744501"/>
                  </a:lnTo>
                  <a:lnTo>
                    <a:pt x="0" y="7769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4273268"/>
              <a:ext cx="6015395" cy="870975"/>
            </a:xfrm>
            <a:custGeom>
              <a:avLst/>
              <a:pathLst>
                <a:path w="6015395" h="870975">
                  <a:moveTo>
                    <a:pt x="0" y="870975"/>
                  </a:moveTo>
                  <a:lnTo>
                    <a:pt x="82883" y="859119"/>
                  </a:lnTo>
                  <a:lnTo>
                    <a:pt x="165766" y="847572"/>
                  </a:lnTo>
                  <a:lnTo>
                    <a:pt x="248649" y="836346"/>
                  </a:lnTo>
                  <a:lnTo>
                    <a:pt x="331532" y="825449"/>
                  </a:lnTo>
                  <a:lnTo>
                    <a:pt x="414416" y="814895"/>
                  </a:lnTo>
                  <a:lnTo>
                    <a:pt x="497299" y="804692"/>
                  </a:lnTo>
                  <a:lnTo>
                    <a:pt x="580182" y="794851"/>
                  </a:lnTo>
                  <a:lnTo>
                    <a:pt x="663065" y="785383"/>
                  </a:lnTo>
                  <a:lnTo>
                    <a:pt x="745948" y="776299"/>
                  </a:lnTo>
                  <a:lnTo>
                    <a:pt x="828832" y="767608"/>
                  </a:lnTo>
                  <a:lnTo>
                    <a:pt x="911715" y="759322"/>
                  </a:lnTo>
                  <a:lnTo>
                    <a:pt x="994598" y="751451"/>
                  </a:lnTo>
                  <a:lnTo>
                    <a:pt x="1077481" y="744006"/>
                  </a:lnTo>
                  <a:lnTo>
                    <a:pt x="1160364" y="736998"/>
                  </a:lnTo>
                  <a:lnTo>
                    <a:pt x="1243248" y="730435"/>
                  </a:lnTo>
                  <a:lnTo>
                    <a:pt x="1326131" y="724331"/>
                  </a:lnTo>
                  <a:lnTo>
                    <a:pt x="1409014" y="718694"/>
                  </a:lnTo>
                  <a:lnTo>
                    <a:pt x="1491897" y="713536"/>
                  </a:lnTo>
                  <a:lnTo>
                    <a:pt x="1574780" y="708867"/>
                  </a:lnTo>
                  <a:lnTo>
                    <a:pt x="1657664" y="704697"/>
                  </a:lnTo>
                  <a:lnTo>
                    <a:pt x="1740547" y="701037"/>
                  </a:lnTo>
                  <a:lnTo>
                    <a:pt x="1823430" y="698110"/>
                  </a:lnTo>
                  <a:lnTo>
                    <a:pt x="1906313" y="696244"/>
                  </a:lnTo>
                  <a:lnTo>
                    <a:pt x="1989196" y="695088"/>
                  </a:lnTo>
                  <a:lnTo>
                    <a:pt x="2072080" y="694260"/>
                  </a:lnTo>
                  <a:lnTo>
                    <a:pt x="2154963" y="693379"/>
                  </a:lnTo>
                  <a:lnTo>
                    <a:pt x="2237846" y="692065"/>
                  </a:lnTo>
                  <a:lnTo>
                    <a:pt x="2320729" y="690053"/>
                  </a:lnTo>
                  <a:lnTo>
                    <a:pt x="2403612" y="687816"/>
                  </a:lnTo>
                  <a:lnTo>
                    <a:pt x="2486496" y="685379"/>
                  </a:lnTo>
                  <a:lnTo>
                    <a:pt x="2569379" y="682648"/>
                  </a:lnTo>
                  <a:lnTo>
                    <a:pt x="2652262" y="679527"/>
                  </a:lnTo>
                  <a:lnTo>
                    <a:pt x="2735145" y="675947"/>
                  </a:lnTo>
                  <a:lnTo>
                    <a:pt x="2818028" y="672065"/>
                  </a:lnTo>
                  <a:lnTo>
                    <a:pt x="2900912" y="668095"/>
                  </a:lnTo>
                  <a:lnTo>
                    <a:pt x="2983795" y="664248"/>
                  </a:lnTo>
                  <a:lnTo>
                    <a:pt x="3066678" y="661268"/>
                  </a:lnTo>
                  <a:lnTo>
                    <a:pt x="3149561" y="659129"/>
                  </a:lnTo>
                  <a:lnTo>
                    <a:pt x="3232444" y="656726"/>
                  </a:lnTo>
                  <a:lnTo>
                    <a:pt x="3315328" y="652958"/>
                  </a:lnTo>
                  <a:lnTo>
                    <a:pt x="3398211" y="648132"/>
                  </a:lnTo>
                  <a:lnTo>
                    <a:pt x="3481094" y="642935"/>
                  </a:lnTo>
                  <a:lnTo>
                    <a:pt x="3563977" y="637280"/>
                  </a:lnTo>
                  <a:lnTo>
                    <a:pt x="3646860" y="631082"/>
                  </a:lnTo>
                  <a:lnTo>
                    <a:pt x="3729744" y="624246"/>
                  </a:lnTo>
                  <a:lnTo>
                    <a:pt x="3812627" y="616312"/>
                  </a:lnTo>
                  <a:lnTo>
                    <a:pt x="3895510" y="607070"/>
                  </a:lnTo>
                  <a:lnTo>
                    <a:pt x="3978393" y="596517"/>
                  </a:lnTo>
                  <a:lnTo>
                    <a:pt x="4061276" y="584653"/>
                  </a:lnTo>
                  <a:lnTo>
                    <a:pt x="4144160" y="571476"/>
                  </a:lnTo>
                  <a:lnTo>
                    <a:pt x="4227043" y="556985"/>
                  </a:lnTo>
                  <a:lnTo>
                    <a:pt x="4309926" y="541179"/>
                  </a:lnTo>
                  <a:lnTo>
                    <a:pt x="4392809" y="524293"/>
                  </a:lnTo>
                  <a:lnTo>
                    <a:pt x="4475692" y="506486"/>
                  </a:lnTo>
                  <a:lnTo>
                    <a:pt x="4558576" y="487751"/>
                  </a:lnTo>
                  <a:lnTo>
                    <a:pt x="4641459" y="468081"/>
                  </a:lnTo>
                  <a:lnTo>
                    <a:pt x="4724342" y="447471"/>
                  </a:lnTo>
                  <a:lnTo>
                    <a:pt x="4807225" y="425913"/>
                  </a:lnTo>
                  <a:lnTo>
                    <a:pt x="4890108" y="403402"/>
                  </a:lnTo>
                  <a:lnTo>
                    <a:pt x="4972992" y="379931"/>
                  </a:lnTo>
                  <a:lnTo>
                    <a:pt x="5055875" y="355494"/>
                  </a:lnTo>
                  <a:lnTo>
                    <a:pt x="5138758" y="330084"/>
                  </a:lnTo>
                  <a:lnTo>
                    <a:pt x="5221641" y="303695"/>
                  </a:lnTo>
                  <a:lnTo>
                    <a:pt x="5304524" y="276320"/>
                  </a:lnTo>
                  <a:lnTo>
                    <a:pt x="5387408" y="247953"/>
                  </a:lnTo>
                  <a:lnTo>
                    <a:pt x="5470291" y="218587"/>
                  </a:lnTo>
                  <a:lnTo>
                    <a:pt x="5553174" y="188217"/>
                  </a:lnTo>
                  <a:lnTo>
                    <a:pt x="5636057" y="156836"/>
                  </a:lnTo>
                  <a:lnTo>
                    <a:pt x="5718940" y="124437"/>
                  </a:lnTo>
                  <a:lnTo>
                    <a:pt x="5801824" y="91014"/>
                  </a:lnTo>
                  <a:lnTo>
                    <a:pt x="5884707" y="56561"/>
                  </a:lnTo>
                  <a:lnTo>
                    <a:pt x="5967590" y="21071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3985611"/>
              <a:ext cx="6015395" cy="1392848"/>
            </a:xfrm>
            <a:custGeom>
              <a:avLst/>
              <a:pathLst>
                <a:path w="6015395" h="1392848">
                  <a:moveTo>
                    <a:pt x="0" y="703501"/>
                  </a:moveTo>
                  <a:lnTo>
                    <a:pt x="82883" y="726746"/>
                  </a:lnTo>
                  <a:lnTo>
                    <a:pt x="165766" y="748911"/>
                  </a:lnTo>
                  <a:lnTo>
                    <a:pt x="248649" y="769982"/>
                  </a:lnTo>
                  <a:lnTo>
                    <a:pt x="331532" y="789947"/>
                  </a:lnTo>
                  <a:lnTo>
                    <a:pt x="414416" y="808788"/>
                  </a:lnTo>
                  <a:lnTo>
                    <a:pt x="497299" y="826487"/>
                  </a:lnTo>
                  <a:lnTo>
                    <a:pt x="580182" y="843023"/>
                  </a:lnTo>
                  <a:lnTo>
                    <a:pt x="663065" y="858370"/>
                  </a:lnTo>
                  <a:lnTo>
                    <a:pt x="745948" y="872501"/>
                  </a:lnTo>
                  <a:lnTo>
                    <a:pt x="828832" y="885388"/>
                  </a:lnTo>
                  <a:lnTo>
                    <a:pt x="911715" y="897000"/>
                  </a:lnTo>
                  <a:lnTo>
                    <a:pt x="994598" y="907308"/>
                  </a:lnTo>
                  <a:lnTo>
                    <a:pt x="1077481" y="916291"/>
                  </a:lnTo>
                  <a:lnTo>
                    <a:pt x="1160364" y="923936"/>
                  </a:lnTo>
                  <a:lnTo>
                    <a:pt x="1243248" y="930256"/>
                  </a:lnTo>
                  <a:lnTo>
                    <a:pt x="1326131" y="935289"/>
                  </a:lnTo>
                  <a:lnTo>
                    <a:pt x="1409014" y="939116"/>
                  </a:lnTo>
                  <a:lnTo>
                    <a:pt x="1491897" y="941861"/>
                  </a:lnTo>
                  <a:lnTo>
                    <a:pt x="1574780" y="943688"/>
                  </a:lnTo>
                  <a:lnTo>
                    <a:pt x="1657664" y="944793"/>
                  </a:lnTo>
                  <a:lnTo>
                    <a:pt x="1740547" y="945386"/>
                  </a:lnTo>
                  <a:lnTo>
                    <a:pt x="1823430" y="945889"/>
                  </a:lnTo>
                  <a:lnTo>
                    <a:pt x="1906313" y="946817"/>
                  </a:lnTo>
                  <a:lnTo>
                    <a:pt x="1989196" y="947916"/>
                  </a:lnTo>
                  <a:lnTo>
                    <a:pt x="2072080" y="948883"/>
                  </a:lnTo>
                  <a:lnTo>
                    <a:pt x="2154963" y="949450"/>
                  </a:lnTo>
                  <a:lnTo>
                    <a:pt x="2237846" y="949407"/>
                  </a:lnTo>
                  <a:lnTo>
                    <a:pt x="2320729" y="948570"/>
                  </a:lnTo>
                  <a:lnTo>
                    <a:pt x="2403612" y="946579"/>
                  </a:lnTo>
                  <a:lnTo>
                    <a:pt x="2486496" y="943329"/>
                  </a:lnTo>
                  <a:lnTo>
                    <a:pt x="2569379" y="939495"/>
                  </a:lnTo>
                  <a:lnTo>
                    <a:pt x="2652262" y="936702"/>
                  </a:lnTo>
                  <a:lnTo>
                    <a:pt x="2735145" y="934487"/>
                  </a:lnTo>
                  <a:lnTo>
                    <a:pt x="2818028" y="931559"/>
                  </a:lnTo>
                  <a:lnTo>
                    <a:pt x="2900912" y="928142"/>
                  </a:lnTo>
                  <a:lnTo>
                    <a:pt x="2983795" y="925978"/>
                  </a:lnTo>
                  <a:lnTo>
                    <a:pt x="3066678" y="928116"/>
                  </a:lnTo>
                  <a:lnTo>
                    <a:pt x="3149561" y="932959"/>
                  </a:lnTo>
                  <a:lnTo>
                    <a:pt x="3232444" y="936769"/>
                  </a:lnTo>
                  <a:lnTo>
                    <a:pt x="3315328" y="937746"/>
                  </a:lnTo>
                  <a:lnTo>
                    <a:pt x="3398211" y="938520"/>
                  </a:lnTo>
                  <a:lnTo>
                    <a:pt x="3481094" y="939845"/>
                  </a:lnTo>
                  <a:lnTo>
                    <a:pt x="3563977" y="939891"/>
                  </a:lnTo>
                  <a:lnTo>
                    <a:pt x="3646860" y="937683"/>
                  </a:lnTo>
                  <a:lnTo>
                    <a:pt x="3729744" y="932895"/>
                  </a:lnTo>
                  <a:lnTo>
                    <a:pt x="3812627" y="926197"/>
                  </a:lnTo>
                  <a:lnTo>
                    <a:pt x="3895510" y="917736"/>
                  </a:lnTo>
                  <a:lnTo>
                    <a:pt x="3978393" y="907258"/>
                  </a:lnTo>
                  <a:lnTo>
                    <a:pt x="4061276" y="894647"/>
                  </a:lnTo>
                  <a:lnTo>
                    <a:pt x="4144160" y="879925"/>
                  </a:lnTo>
                  <a:lnTo>
                    <a:pt x="4227043" y="863212"/>
                  </a:lnTo>
                  <a:lnTo>
                    <a:pt x="4309926" y="844662"/>
                  </a:lnTo>
                  <a:lnTo>
                    <a:pt x="4392809" y="824483"/>
                  </a:lnTo>
                  <a:lnTo>
                    <a:pt x="4475692" y="802746"/>
                  </a:lnTo>
                  <a:lnTo>
                    <a:pt x="4558576" y="779393"/>
                  </a:lnTo>
                  <a:lnTo>
                    <a:pt x="4641459" y="754331"/>
                  </a:lnTo>
                  <a:lnTo>
                    <a:pt x="4724342" y="727445"/>
                  </a:lnTo>
                  <a:lnTo>
                    <a:pt x="4807225" y="698605"/>
                  </a:lnTo>
                  <a:lnTo>
                    <a:pt x="4890108" y="667674"/>
                  </a:lnTo>
                  <a:lnTo>
                    <a:pt x="4972992" y="634522"/>
                  </a:lnTo>
                  <a:lnTo>
                    <a:pt x="5055875" y="599027"/>
                  </a:lnTo>
                  <a:lnTo>
                    <a:pt x="5138758" y="561091"/>
                  </a:lnTo>
                  <a:lnTo>
                    <a:pt x="5221641" y="520632"/>
                  </a:lnTo>
                  <a:lnTo>
                    <a:pt x="5304524" y="477593"/>
                  </a:lnTo>
                  <a:lnTo>
                    <a:pt x="5387408" y="431937"/>
                  </a:lnTo>
                  <a:lnTo>
                    <a:pt x="5470291" y="383641"/>
                  </a:lnTo>
                  <a:lnTo>
                    <a:pt x="5553174" y="332698"/>
                  </a:lnTo>
                  <a:lnTo>
                    <a:pt x="5636057" y="279107"/>
                  </a:lnTo>
                  <a:lnTo>
                    <a:pt x="5718940" y="222876"/>
                  </a:lnTo>
                  <a:lnTo>
                    <a:pt x="5801824" y="164015"/>
                  </a:lnTo>
                  <a:lnTo>
                    <a:pt x="5884707" y="102537"/>
                  </a:lnTo>
                  <a:lnTo>
                    <a:pt x="5967590" y="38455"/>
                  </a:lnTo>
                  <a:lnTo>
                    <a:pt x="6015395" y="0"/>
                  </a:lnTo>
                  <a:lnTo>
                    <a:pt x="6015395" y="581946"/>
                  </a:lnTo>
                  <a:lnTo>
                    <a:pt x="5967590" y="595876"/>
                  </a:lnTo>
                  <a:lnTo>
                    <a:pt x="5884707" y="619736"/>
                  </a:lnTo>
                  <a:lnTo>
                    <a:pt x="5801824" y="643338"/>
                  </a:lnTo>
                  <a:lnTo>
                    <a:pt x="5718940" y="666712"/>
                  </a:lnTo>
                  <a:lnTo>
                    <a:pt x="5636057" y="689886"/>
                  </a:lnTo>
                  <a:lnTo>
                    <a:pt x="5553174" y="712889"/>
                  </a:lnTo>
                  <a:lnTo>
                    <a:pt x="5470291" y="735745"/>
                  </a:lnTo>
                  <a:lnTo>
                    <a:pt x="5387408" y="758472"/>
                  </a:lnTo>
                  <a:lnTo>
                    <a:pt x="5304524" y="781079"/>
                  </a:lnTo>
                  <a:lnTo>
                    <a:pt x="5221641" y="803561"/>
                  </a:lnTo>
                  <a:lnTo>
                    <a:pt x="5138758" y="825897"/>
                  </a:lnTo>
                  <a:lnTo>
                    <a:pt x="5055875" y="848047"/>
                  </a:lnTo>
                  <a:lnTo>
                    <a:pt x="4972992" y="869949"/>
                  </a:lnTo>
                  <a:lnTo>
                    <a:pt x="4890108" y="891519"/>
                  </a:lnTo>
                  <a:lnTo>
                    <a:pt x="4807225" y="912654"/>
                  </a:lnTo>
                  <a:lnTo>
                    <a:pt x="4724342" y="933241"/>
                  </a:lnTo>
                  <a:lnTo>
                    <a:pt x="4641459" y="953160"/>
                  </a:lnTo>
                  <a:lnTo>
                    <a:pt x="4558576" y="972298"/>
                  </a:lnTo>
                  <a:lnTo>
                    <a:pt x="4475692" y="990557"/>
                  </a:lnTo>
                  <a:lnTo>
                    <a:pt x="4392809" y="1007863"/>
                  </a:lnTo>
                  <a:lnTo>
                    <a:pt x="4309926" y="1024174"/>
                  </a:lnTo>
                  <a:lnTo>
                    <a:pt x="4227043" y="1039055"/>
                  </a:lnTo>
                  <a:lnTo>
                    <a:pt x="4144160" y="1052036"/>
                  </a:lnTo>
                  <a:lnTo>
                    <a:pt x="4061276" y="1063369"/>
                  </a:lnTo>
                  <a:lnTo>
                    <a:pt x="3978393" y="1073281"/>
                  </a:lnTo>
                  <a:lnTo>
                    <a:pt x="3895510" y="1081901"/>
                  </a:lnTo>
                  <a:lnTo>
                    <a:pt x="3812627" y="1089220"/>
                  </a:lnTo>
                  <a:lnTo>
                    <a:pt x="3729744" y="1095089"/>
                  </a:lnTo>
                  <a:lnTo>
                    <a:pt x="3646860" y="1098195"/>
                  </a:lnTo>
                  <a:lnTo>
                    <a:pt x="3563977" y="1097660"/>
                  </a:lnTo>
                  <a:lnTo>
                    <a:pt x="3481094" y="1095700"/>
                  </a:lnTo>
                  <a:lnTo>
                    <a:pt x="3398211" y="1093977"/>
                  </a:lnTo>
                  <a:lnTo>
                    <a:pt x="3315328" y="1093298"/>
                  </a:lnTo>
                  <a:lnTo>
                    <a:pt x="3232444" y="1090531"/>
                  </a:lnTo>
                  <a:lnTo>
                    <a:pt x="3149561" y="1084491"/>
                  </a:lnTo>
                  <a:lnTo>
                    <a:pt x="3066678" y="1079497"/>
                  </a:lnTo>
                  <a:lnTo>
                    <a:pt x="2983795" y="1077966"/>
                  </a:lnTo>
                  <a:lnTo>
                    <a:pt x="2900912" y="1078929"/>
                  </a:lnTo>
                  <a:lnTo>
                    <a:pt x="2818028" y="1081324"/>
                  </a:lnTo>
                  <a:lnTo>
                    <a:pt x="2735145" y="1085134"/>
                  </a:lnTo>
                  <a:lnTo>
                    <a:pt x="2652262" y="1088832"/>
                  </a:lnTo>
                  <a:lnTo>
                    <a:pt x="2569379" y="1091389"/>
                  </a:lnTo>
                  <a:lnTo>
                    <a:pt x="2486496" y="1094860"/>
                  </a:lnTo>
                  <a:lnTo>
                    <a:pt x="2403612" y="1099133"/>
                  </a:lnTo>
                  <a:lnTo>
                    <a:pt x="2320729" y="1102988"/>
                  </a:lnTo>
                  <a:lnTo>
                    <a:pt x="2237846" y="1104874"/>
                  </a:lnTo>
                  <a:lnTo>
                    <a:pt x="2154963" y="1105963"/>
                  </a:lnTo>
                  <a:lnTo>
                    <a:pt x="2072080" y="1106940"/>
                  </a:lnTo>
                  <a:lnTo>
                    <a:pt x="1989196" y="1108174"/>
                  </a:lnTo>
                  <a:lnTo>
                    <a:pt x="1906313" y="1109972"/>
                  </a:lnTo>
                  <a:lnTo>
                    <a:pt x="1823430" y="1112609"/>
                  </a:lnTo>
                  <a:lnTo>
                    <a:pt x="1740547" y="1116364"/>
                  </a:lnTo>
                  <a:lnTo>
                    <a:pt x="1657664" y="1121247"/>
                  </a:lnTo>
                  <a:lnTo>
                    <a:pt x="1574780" y="1127340"/>
                  </a:lnTo>
                  <a:lnTo>
                    <a:pt x="1491897" y="1134833"/>
                  </a:lnTo>
                  <a:lnTo>
                    <a:pt x="1409014" y="1143905"/>
                  </a:lnTo>
                  <a:lnTo>
                    <a:pt x="1326131" y="1154704"/>
                  </a:lnTo>
                  <a:lnTo>
                    <a:pt x="1243248" y="1167334"/>
                  </a:lnTo>
                  <a:lnTo>
                    <a:pt x="1160364" y="1181858"/>
                  </a:lnTo>
                  <a:lnTo>
                    <a:pt x="1077481" y="1198298"/>
                  </a:lnTo>
                  <a:lnTo>
                    <a:pt x="994598" y="1216646"/>
                  </a:lnTo>
                  <a:lnTo>
                    <a:pt x="911715" y="1236874"/>
                  </a:lnTo>
                  <a:lnTo>
                    <a:pt x="828832" y="1258942"/>
                  </a:lnTo>
                  <a:lnTo>
                    <a:pt x="745948" y="1282803"/>
                  </a:lnTo>
                  <a:lnTo>
                    <a:pt x="663065" y="1308409"/>
                  </a:lnTo>
                  <a:lnTo>
                    <a:pt x="580182" y="1335713"/>
                  </a:lnTo>
                  <a:lnTo>
                    <a:pt x="497299" y="1364670"/>
                  </a:lnTo>
                  <a:lnTo>
                    <a:pt x="420894" y="139284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3985611"/>
              <a:ext cx="6015395" cy="949450"/>
            </a:xfrm>
            <a:custGeom>
              <a:avLst/>
              <a:pathLst>
                <a:path w="6015395" h="949450">
                  <a:moveTo>
                    <a:pt x="0" y="703501"/>
                  </a:moveTo>
                  <a:lnTo>
                    <a:pt x="82883" y="726746"/>
                  </a:lnTo>
                  <a:lnTo>
                    <a:pt x="165766" y="748911"/>
                  </a:lnTo>
                  <a:lnTo>
                    <a:pt x="248649" y="769982"/>
                  </a:lnTo>
                  <a:lnTo>
                    <a:pt x="331532" y="789947"/>
                  </a:lnTo>
                  <a:lnTo>
                    <a:pt x="414416" y="808788"/>
                  </a:lnTo>
                  <a:lnTo>
                    <a:pt x="497299" y="826487"/>
                  </a:lnTo>
                  <a:lnTo>
                    <a:pt x="580182" y="843023"/>
                  </a:lnTo>
                  <a:lnTo>
                    <a:pt x="663065" y="858370"/>
                  </a:lnTo>
                  <a:lnTo>
                    <a:pt x="745948" y="872501"/>
                  </a:lnTo>
                  <a:lnTo>
                    <a:pt x="828832" y="885388"/>
                  </a:lnTo>
                  <a:lnTo>
                    <a:pt x="911715" y="897000"/>
                  </a:lnTo>
                  <a:lnTo>
                    <a:pt x="994598" y="907308"/>
                  </a:lnTo>
                  <a:lnTo>
                    <a:pt x="1077481" y="916291"/>
                  </a:lnTo>
                  <a:lnTo>
                    <a:pt x="1160364" y="923936"/>
                  </a:lnTo>
                  <a:lnTo>
                    <a:pt x="1243248" y="930256"/>
                  </a:lnTo>
                  <a:lnTo>
                    <a:pt x="1326131" y="935289"/>
                  </a:lnTo>
                  <a:lnTo>
                    <a:pt x="1409014" y="939116"/>
                  </a:lnTo>
                  <a:lnTo>
                    <a:pt x="1491897" y="941861"/>
                  </a:lnTo>
                  <a:lnTo>
                    <a:pt x="1574780" y="943688"/>
                  </a:lnTo>
                  <a:lnTo>
                    <a:pt x="1657664" y="944793"/>
                  </a:lnTo>
                  <a:lnTo>
                    <a:pt x="1740547" y="945386"/>
                  </a:lnTo>
                  <a:lnTo>
                    <a:pt x="1823430" y="945889"/>
                  </a:lnTo>
                  <a:lnTo>
                    <a:pt x="1906313" y="946817"/>
                  </a:lnTo>
                  <a:lnTo>
                    <a:pt x="1989196" y="947916"/>
                  </a:lnTo>
                  <a:lnTo>
                    <a:pt x="2072080" y="948883"/>
                  </a:lnTo>
                  <a:lnTo>
                    <a:pt x="2154963" y="949450"/>
                  </a:lnTo>
                  <a:lnTo>
                    <a:pt x="2237846" y="949407"/>
                  </a:lnTo>
                  <a:lnTo>
                    <a:pt x="2320729" y="948570"/>
                  </a:lnTo>
                  <a:lnTo>
                    <a:pt x="2403612" y="946579"/>
                  </a:lnTo>
                  <a:lnTo>
                    <a:pt x="2486496" y="943329"/>
                  </a:lnTo>
                  <a:lnTo>
                    <a:pt x="2569379" y="939495"/>
                  </a:lnTo>
                  <a:lnTo>
                    <a:pt x="2652262" y="936702"/>
                  </a:lnTo>
                  <a:lnTo>
                    <a:pt x="2735145" y="934487"/>
                  </a:lnTo>
                  <a:lnTo>
                    <a:pt x="2818028" y="931559"/>
                  </a:lnTo>
                  <a:lnTo>
                    <a:pt x="2900912" y="928142"/>
                  </a:lnTo>
                  <a:lnTo>
                    <a:pt x="2983795" y="925978"/>
                  </a:lnTo>
                  <a:lnTo>
                    <a:pt x="3066678" y="928116"/>
                  </a:lnTo>
                  <a:lnTo>
                    <a:pt x="3149561" y="932959"/>
                  </a:lnTo>
                  <a:lnTo>
                    <a:pt x="3232444" y="936769"/>
                  </a:lnTo>
                  <a:lnTo>
                    <a:pt x="3315328" y="937746"/>
                  </a:lnTo>
                  <a:lnTo>
                    <a:pt x="3398211" y="938520"/>
                  </a:lnTo>
                  <a:lnTo>
                    <a:pt x="3481094" y="939845"/>
                  </a:lnTo>
                  <a:lnTo>
                    <a:pt x="3563977" y="939891"/>
                  </a:lnTo>
                  <a:lnTo>
                    <a:pt x="3646860" y="937683"/>
                  </a:lnTo>
                  <a:lnTo>
                    <a:pt x="3729744" y="932895"/>
                  </a:lnTo>
                  <a:lnTo>
                    <a:pt x="3812627" y="926197"/>
                  </a:lnTo>
                  <a:lnTo>
                    <a:pt x="3895510" y="917736"/>
                  </a:lnTo>
                  <a:lnTo>
                    <a:pt x="3978393" y="907258"/>
                  </a:lnTo>
                  <a:lnTo>
                    <a:pt x="4061276" y="894647"/>
                  </a:lnTo>
                  <a:lnTo>
                    <a:pt x="4144160" y="879925"/>
                  </a:lnTo>
                  <a:lnTo>
                    <a:pt x="4227043" y="863212"/>
                  </a:lnTo>
                  <a:lnTo>
                    <a:pt x="4309926" y="844662"/>
                  </a:lnTo>
                  <a:lnTo>
                    <a:pt x="4392809" y="824483"/>
                  </a:lnTo>
                  <a:lnTo>
                    <a:pt x="4475692" y="802746"/>
                  </a:lnTo>
                  <a:lnTo>
                    <a:pt x="4558576" y="779393"/>
                  </a:lnTo>
                  <a:lnTo>
                    <a:pt x="4641459" y="754331"/>
                  </a:lnTo>
                  <a:lnTo>
                    <a:pt x="4724342" y="727445"/>
                  </a:lnTo>
                  <a:lnTo>
                    <a:pt x="4807225" y="698605"/>
                  </a:lnTo>
                  <a:lnTo>
                    <a:pt x="4890108" y="667674"/>
                  </a:lnTo>
                  <a:lnTo>
                    <a:pt x="4972992" y="634522"/>
                  </a:lnTo>
                  <a:lnTo>
                    <a:pt x="5055875" y="599027"/>
                  </a:lnTo>
                  <a:lnTo>
                    <a:pt x="5138758" y="561091"/>
                  </a:lnTo>
                  <a:lnTo>
                    <a:pt x="5221641" y="520632"/>
                  </a:lnTo>
                  <a:lnTo>
                    <a:pt x="5304524" y="477593"/>
                  </a:lnTo>
                  <a:lnTo>
                    <a:pt x="5387408" y="431937"/>
                  </a:lnTo>
                  <a:lnTo>
                    <a:pt x="5470291" y="383641"/>
                  </a:lnTo>
                  <a:lnTo>
                    <a:pt x="5553174" y="332698"/>
                  </a:lnTo>
                  <a:lnTo>
                    <a:pt x="5636057" y="279107"/>
                  </a:lnTo>
                  <a:lnTo>
                    <a:pt x="5718940" y="222876"/>
                  </a:lnTo>
                  <a:lnTo>
                    <a:pt x="5801824" y="164015"/>
                  </a:lnTo>
                  <a:lnTo>
                    <a:pt x="5884707" y="102537"/>
                  </a:lnTo>
                  <a:lnTo>
                    <a:pt x="5967590" y="38455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493359" y="4567557"/>
              <a:ext cx="5594501" cy="810902"/>
            </a:xfrm>
            <a:custGeom>
              <a:avLst/>
              <a:pathLst>
                <a:path w="5594501" h="810902">
                  <a:moveTo>
                    <a:pt x="5594501" y="0"/>
                  </a:moveTo>
                  <a:lnTo>
                    <a:pt x="5546695" y="13929"/>
                  </a:lnTo>
                  <a:lnTo>
                    <a:pt x="5463812" y="37790"/>
                  </a:lnTo>
                  <a:lnTo>
                    <a:pt x="5380929" y="61392"/>
                  </a:lnTo>
                  <a:lnTo>
                    <a:pt x="5298046" y="84765"/>
                  </a:lnTo>
                  <a:lnTo>
                    <a:pt x="5215163" y="107939"/>
                  </a:lnTo>
                  <a:lnTo>
                    <a:pt x="5132279" y="130943"/>
                  </a:lnTo>
                  <a:lnTo>
                    <a:pt x="5049396" y="153799"/>
                  </a:lnTo>
                  <a:lnTo>
                    <a:pt x="4966513" y="176526"/>
                  </a:lnTo>
                  <a:lnTo>
                    <a:pt x="4883630" y="199132"/>
                  </a:lnTo>
                  <a:lnTo>
                    <a:pt x="4800747" y="221614"/>
                  </a:lnTo>
                  <a:lnTo>
                    <a:pt x="4717863" y="243950"/>
                  </a:lnTo>
                  <a:lnTo>
                    <a:pt x="4634980" y="266100"/>
                  </a:lnTo>
                  <a:lnTo>
                    <a:pt x="4552097" y="288002"/>
                  </a:lnTo>
                  <a:lnTo>
                    <a:pt x="4469214" y="309572"/>
                  </a:lnTo>
                  <a:lnTo>
                    <a:pt x="4386331" y="330707"/>
                  </a:lnTo>
                  <a:lnTo>
                    <a:pt x="4303447" y="351294"/>
                  </a:lnTo>
                  <a:lnTo>
                    <a:pt x="4220564" y="371213"/>
                  </a:lnTo>
                  <a:lnTo>
                    <a:pt x="4137681" y="390352"/>
                  </a:lnTo>
                  <a:lnTo>
                    <a:pt x="4054798" y="408611"/>
                  </a:lnTo>
                  <a:lnTo>
                    <a:pt x="3971915" y="425916"/>
                  </a:lnTo>
                  <a:lnTo>
                    <a:pt x="3889031" y="442227"/>
                  </a:lnTo>
                  <a:lnTo>
                    <a:pt x="3806148" y="457109"/>
                  </a:lnTo>
                  <a:lnTo>
                    <a:pt x="3723265" y="470089"/>
                  </a:lnTo>
                  <a:lnTo>
                    <a:pt x="3640382" y="481422"/>
                  </a:lnTo>
                  <a:lnTo>
                    <a:pt x="3557499" y="491334"/>
                  </a:lnTo>
                  <a:lnTo>
                    <a:pt x="3474615" y="499955"/>
                  </a:lnTo>
                  <a:lnTo>
                    <a:pt x="3391732" y="507273"/>
                  </a:lnTo>
                  <a:lnTo>
                    <a:pt x="3308849" y="513142"/>
                  </a:lnTo>
                  <a:lnTo>
                    <a:pt x="3225966" y="516248"/>
                  </a:lnTo>
                  <a:lnTo>
                    <a:pt x="3143083" y="515713"/>
                  </a:lnTo>
                  <a:lnTo>
                    <a:pt x="3060199" y="513753"/>
                  </a:lnTo>
                  <a:lnTo>
                    <a:pt x="2977316" y="512030"/>
                  </a:lnTo>
                  <a:lnTo>
                    <a:pt x="2894433" y="511351"/>
                  </a:lnTo>
                  <a:lnTo>
                    <a:pt x="2811550" y="508584"/>
                  </a:lnTo>
                  <a:lnTo>
                    <a:pt x="2728667" y="502544"/>
                  </a:lnTo>
                  <a:lnTo>
                    <a:pt x="2645783" y="497550"/>
                  </a:lnTo>
                  <a:lnTo>
                    <a:pt x="2562900" y="496020"/>
                  </a:lnTo>
                  <a:lnTo>
                    <a:pt x="2480017" y="496982"/>
                  </a:lnTo>
                  <a:lnTo>
                    <a:pt x="2397134" y="499377"/>
                  </a:lnTo>
                  <a:lnTo>
                    <a:pt x="2314251" y="503187"/>
                  </a:lnTo>
                  <a:lnTo>
                    <a:pt x="2231367" y="506885"/>
                  </a:lnTo>
                  <a:lnTo>
                    <a:pt x="2148484" y="509442"/>
                  </a:lnTo>
                  <a:lnTo>
                    <a:pt x="2065601" y="512914"/>
                  </a:lnTo>
                  <a:lnTo>
                    <a:pt x="1982718" y="517186"/>
                  </a:lnTo>
                  <a:lnTo>
                    <a:pt x="1899835" y="521042"/>
                  </a:lnTo>
                  <a:lnTo>
                    <a:pt x="1816951" y="522927"/>
                  </a:lnTo>
                  <a:lnTo>
                    <a:pt x="1734068" y="524016"/>
                  </a:lnTo>
                  <a:lnTo>
                    <a:pt x="1651185" y="524994"/>
                  </a:lnTo>
                  <a:lnTo>
                    <a:pt x="1568302" y="526228"/>
                  </a:lnTo>
                  <a:lnTo>
                    <a:pt x="1485419" y="528025"/>
                  </a:lnTo>
                  <a:lnTo>
                    <a:pt x="1402535" y="530662"/>
                  </a:lnTo>
                  <a:lnTo>
                    <a:pt x="1319652" y="534417"/>
                  </a:lnTo>
                  <a:lnTo>
                    <a:pt x="1236769" y="539300"/>
                  </a:lnTo>
                  <a:lnTo>
                    <a:pt x="1153886" y="545393"/>
                  </a:lnTo>
                  <a:lnTo>
                    <a:pt x="1071003" y="552887"/>
                  </a:lnTo>
                  <a:lnTo>
                    <a:pt x="988119" y="561959"/>
                  </a:lnTo>
                  <a:lnTo>
                    <a:pt x="905236" y="572757"/>
                  </a:lnTo>
                  <a:lnTo>
                    <a:pt x="822353" y="585387"/>
                  </a:lnTo>
                  <a:lnTo>
                    <a:pt x="739470" y="599911"/>
                  </a:lnTo>
                  <a:lnTo>
                    <a:pt x="656587" y="616351"/>
                  </a:lnTo>
                  <a:lnTo>
                    <a:pt x="573703" y="634699"/>
                  </a:lnTo>
                  <a:lnTo>
                    <a:pt x="490820" y="654928"/>
                  </a:lnTo>
                  <a:lnTo>
                    <a:pt x="407937" y="676995"/>
                  </a:lnTo>
                  <a:lnTo>
                    <a:pt x="325054" y="700856"/>
                  </a:lnTo>
                  <a:lnTo>
                    <a:pt x="242171" y="726463"/>
                  </a:lnTo>
                  <a:lnTo>
                    <a:pt x="159287" y="753767"/>
                  </a:lnTo>
                  <a:lnTo>
                    <a:pt x="76404" y="782724"/>
                  </a:lnTo>
                  <a:lnTo>
                    <a:pt x="0" y="8109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4276584"/>
              <a:ext cx="6015395" cy="846246"/>
            </a:xfrm>
            <a:custGeom>
              <a:avLst/>
              <a:pathLst>
                <a:path w="6015395" h="846246">
                  <a:moveTo>
                    <a:pt x="0" y="846246"/>
                  </a:moveTo>
                  <a:lnTo>
                    <a:pt x="82883" y="838829"/>
                  </a:lnTo>
                  <a:lnTo>
                    <a:pt x="165766" y="831592"/>
                  </a:lnTo>
                  <a:lnTo>
                    <a:pt x="248649" y="824541"/>
                  </a:lnTo>
                  <a:lnTo>
                    <a:pt x="331532" y="817688"/>
                  </a:lnTo>
                  <a:lnTo>
                    <a:pt x="414416" y="811039"/>
                  </a:lnTo>
                  <a:lnTo>
                    <a:pt x="497299" y="804605"/>
                  </a:lnTo>
                  <a:lnTo>
                    <a:pt x="580182" y="798395"/>
                  </a:lnTo>
                  <a:lnTo>
                    <a:pt x="663065" y="792416"/>
                  </a:lnTo>
                  <a:lnTo>
                    <a:pt x="745948" y="786679"/>
                  </a:lnTo>
                  <a:lnTo>
                    <a:pt x="828832" y="781192"/>
                  </a:lnTo>
                  <a:lnTo>
                    <a:pt x="911715" y="775964"/>
                  </a:lnTo>
                  <a:lnTo>
                    <a:pt x="994598" y="771004"/>
                  </a:lnTo>
                  <a:lnTo>
                    <a:pt x="1077481" y="766321"/>
                  </a:lnTo>
                  <a:lnTo>
                    <a:pt x="1160364" y="761924"/>
                  </a:lnTo>
                  <a:lnTo>
                    <a:pt x="1243248" y="757822"/>
                  </a:lnTo>
                  <a:lnTo>
                    <a:pt x="1326131" y="754023"/>
                  </a:lnTo>
                  <a:lnTo>
                    <a:pt x="1409014" y="750538"/>
                  </a:lnTo>
                  <a:lnTo>
                    <a:pt x="1491897" y="747374"/>
                  </a:lnTo>
                  <a:lnTo>
                    <a:pt x="1574780" y="744540"/>
                  </a:lnTo>
                  <a:lnTo>
                    <a:pt x="1657664" y="742047"/>
                  </a:lnTo>
                  <a:lnTo>
                    <a:pt x="1740547" y="739902"/>
                  </a:lnTo>
                  <a:lnTo>
                    <a:pt x="1823430" y="738275"/>
                  </a:lnTo>
                  <a:lnTo>
                    <a:pt x="1906313" y="737421"/>
                  </a:lnTo>
                  <a:lnTo>
                    <a:pt x="1989196" y="737072"/>
                  </a:lnTo>
                  <a:lnTo>
                    <a:pt x="2072080" y="736939"/>
                  </a:lnTo>
                  <a:lnTo>
                    <a:pt x="2154963" y="736733"/>
                  </a:lnTo>
                  <a:lnTo>
                    <a:pt x="2237846" y="736167"/>
                  </a:lnTo>
                  <a:lnTo>
                    <a:pt x="2320729" y="734806"/>
                  </a:lnTo>
                  <a:lnTo>
                    <a:pt x="2403612" y="731882"/>
                  </a:lnTo>
                  <a:lnTo>
                    <a:pt x="2486496" y="728121"/>
                  </a:lnTo>
                  <a:lnTo>
                    <a:pt x="2569379" y="724468"/>
                  </a:lnTo>
                  <a:lnTo>
                    <a:pt x="2652262" y="721794"/>
                  </a:lnTo>
                  <a:lnTo>
                    <a:pt x="2735145" y="718837"/>
                  </a:lnTo>
                  <a:lnTo>
                    <a:pt x="2818028" y="715468"/>
                  </a:lnTo>
                  <a:lnTo>
                    <a:pt x="2900912" y="712562"/>
                  </a:lnTo>
                  <a:lnTo>
                    <a:pt x="2983795" y="710999"/>
                  </a:lnTo>
                  <a:lnTo>
                    <a:pt x="3066678" y="712833"/>
                  </a:lnTo>
                  <a:lnTo>
                    <a:pt x="3149561" y="717752"/>
                  </a:lnTo>
                  <a:lnTo>
                    <a:pt x="3232444" y="722677"/>
                  </a:lnTo>
                  <a:lnTo>
                    <a:pt x="3315328" y="724549"/>
                  </a:lnTo>
                  <a:lnTo>
                    <a:pt x="3398211" y="725275"/>
                  </a:lnTo>
                  <a:lnTo>
                    <a:pt x="3481094" y="726799"/>
                  </a:lnTo>
                  <a:lnTo>
                    <a:pt x="3563977" y="727802"/>
                  </a:lnTo>
                  <a:lnTo>
                    <a:pt x="3646860" y="726966"/>
                  </a:lnTo>
                  <a:lnTo>
                    <a:pt x="3729744" y="723018"/>
                  </a:lnTo>
                  <a:lnTo>
                    <a:pt x="3812627" y="716735"/>
                  </a:lnTo>
                  <a:lnTo>
                    <a:pt x="3895510" y="708845"/>
                  </a:lnTo>
                  <a:lnTo>
                    <a:pt x="3978393" y="699296"/>
                  </a:lnTo>
                  <a:lnTo>
                    <a:pt x="4061276" y="688034"/>
                  </a:lnTo>
                  <a:lnTo>
                    <a:pt x="4144160" y="675007"/>
                  </a:lnTo>
                  <a:lnTo>
                    <a:pt x="4227043" y="660160"/>
                  </a:lnTo>
                  <a:lnTo>
                    <a:pt x="4309926" y="643444"/>
                  </a:lnTo>
                  <a:lnTo>
                    <a:pt x="4392809" y="625200"/>
                  </a:lnTo>
                  <a:lnTo>
                    <a:pt x="4475692" y="605678"/>
                  </a:lnTo>
                  <a:lnTo>
                    <a:pt x="4558576" y="584872"/>
                  </a:lnTo>
                  <a:lnTo>
                    <a:pt x="4641459" y="562772"/>
                  </a:lnTo>
                  <a:lnTo>
                    <a:pt x="4724342" y="539370"/>
                  </a:lnTo>
                  <a:lnTo>
                    <a:pt x="4807225" y="514656"/>
                  </a:lnTo>
                  <a:lnTo>
                    <a:pt x="4890108" y="488623"/>
                  </a:lnTo>
                  <a:lnTo>
                    <a:pt x="4972992" y="461262"/>
                  </a:lnTo>
                  <a:lnTo>
                    <a:pt x="5055875" y="432564"/>
                  </a:lnTo>
                  <a:lnTo>
                    <a:pt x="5138758" y="402520"/>
                  </a:lnTo>
                  <a:lnTo>
                    <a:pt x="5221641" y="371123"/>
                  </a:lnTo>
                  <a:lnTo>
                    <a:pt x="5304524" y="338363"/>
                  </a:lnTo>
                  <a:lnTo>
                    <a:pt x="5387408" y="304231"/>
                  </a:lnTo>
                  <a:lnTo>
                    <a:pt x="5470291" y="268720"/>
                  </a:lnTo>
                  <a:lnTo>
                    <a:pt x="5553174" y="231820"/>
                  </a:lnTo>
                  <a:lnTo>
                    <a:pt x="5636057" y="193523"/>
                  </a:lnTo>
                  <a:lnTo>
                    <a:pt x="5718940" y="153821"/>
                  </a:lnTo>
                  <a:lnTo>
                    <a:pt x="5801824" y="112704"/>
                  </a:lnTo>
                  <a:lnTo>
                    <a:pt x="5884707" y="70164"/>
                  </a:lnTo>
                  <a:lnTo>
                    <a:pt x="5967590" y="26192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2026-09-14T15:17:06Z</dcterms:modified>
  <cp:category/>
</cp:coreProperties>
</file>