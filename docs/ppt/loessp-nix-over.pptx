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531311"/>
              <a:ext cx="6145984" cy="2862964"/>
            </a:xfrm>
            <a:custGeom>
              <a:avLst/>
              <a:pathLst>
                <a:path w="6145984" h="2862964">
                  <a:moveTo>
                    <a:pt x="0" y="0"/>
                  </a:moveTo>
                  <a:lnTo>
                    <a:pt x="94192" y="75518"/>
                  </a:lnTo>
                  <a:lnTo>
                    <a:pt x="244656" y="191614"/>
                  </a:lnTo>
                  <a:lnTo>
                    <a:pt x="395120" y="303118"/>
                  </a:lnTo>
                  <a:lnTo>
                    <a:pt x="545584" y="410045"/>
                  </a:lnTo>
                  <a:lnTo>
                    <a:pt x="696048" y="512537"/>
                  </a:lnTo>
                  <a:lnTo>
                    <a:pt x="846512" y="610906"/>
                  </a:lnTo>
                  <a:lnTo>
                    <a:pt x="996976" y="705660"/>
                  </a:lnTo>
                  <a:lnTo>
                    <a:pt x="1147440" y="797468"/>
                  </a:lnTo>
                  <a:lnTo>
                    <a:pt x="1297904" y="887049"/>
                  </a:lnTo>
                  <a:lnTo>
                    <a:pt x="1448369" y="975060"/>
                  </a:lnTo>
                  <a:lnTo>
                    <a:pt x="1598833" y="1063576"/>
                  </a:lnTo>
                  <a:lnTo>
                    <a:pt x="1749297" y="1151967"/>
                  </a:lnTo>
                  <a:lnTo>
                    <a:pt x="1899761" y="1238330"/>
                  </a:lnTo>
                  <a:lnTo>
                    <a:pt x="2050225" y="1322160"/>
                  </a:lnTo>
                  <a:lnTo>
                    <a:pt x="2200689" y="1412429"/>
                  </a:lnTo>
                  <a:lnTo>
                    <a:pt x="2351153" y="1501487"/>
                  </a:lnTo>
                  <a:lnTo>
                    <a:pt x="2501617" y="1580572"/>
                  </a:lnTo>
                  <a:lnTo>
                    <a:pt x="2652081" y="1647608"/>
                  </a:lnTo>
                  <a:lnTo>
                    <a:pt x="2802545" y="1703325"/>
                  </a:lnTo>
                  <a:lnTo>
                    <a:pt x="2953009" y="1755032"/>
                  </a:lnTo>
                  <a:lnTo>
                    <a:pt x="3103473" y="1810890"/>
                  </a:lnTo>
                  <a:lnTo>
                    <a:pt x="3253937" y="1860287"/>
                  </a:lnTo>
                  <a:lnTo>
                    <a:pt x="3404401" y="1904294"/>
                  </a:lnTo>
                  <a:lnTo>
                    <a:pt x="3554865" y="1952205"/>
                  </a:lnTo>
                  <a:lnTo>
                    <a:pt x="3705329" y="2003240"/>
                  </a:lnTo>
                  <a:lnTo>
                    <a:pt x="3855793" y="2050779"/>
                  </a:lnTo>
                  <a:lnTo>
                    <a:pt x="4006257" y="2096783"/>
                  </a:lnTo>
                  <a:lnTo>
                    <a:pt x="4156721" y="2142336"/>
                  </a:lnTo>
                  <a:lnTo>
                    <a:pt x="4307185" y="2183835"/>
                  </a:lnTo>
                  <a:lnTo>
                    <a:pt x="4457649" y="2220805"/>
                  </a:lnTo>
                  <a:lnTo>
                    <a:pt x="4608114" y="2253563"/>
                  </a:lnTo>
                  <a:lnTo>
                    <a:pt x="4758578" y="2282166"/>
                  </a:lnTo>
                  <a:lnTo>
                    <a:pt x="4909042" y="2307036"/>
                  </a:lnTo>
                  <a:lnTo>
                    <a:pt x="5059506" y="2328726"/>
                  </a:lnTo>
                  <a:lnTo>
                    <a:pt x="5209970" y="2347560"/>
                  </a:lnTo>
                  <a:lnTo>
                    <a:pt x="5360434" y="2363679"/>
                  </a:lnTo>
                  <a:lnTo>
                    <a:pt x="5510898" y="2377086"/>
                  </a:lnTo>
                  <a:lnTo>
                    <a:pt x="5661362" y="2387683"/>
                  </a:lnTo>
                  <a:lnTo>
                    <a:pt x="5811826" y="2395308"/>
                  </a:lnTo>
                  <a:lnTo>
                    <a:pt x="5962290" y="2399756"/>
                  </a:lnTo>
                  <a:lnTo>
                    <a:pt x="6112754" y="2400805"/>
                  </a:lnTo>
                  <a:lnTo>
                    <a:pt x="6145984" y="2400236"/>
                  </a:lnTo>
                  <a:lnTo>
                    <a:pt x="6145984" y="2862964"/>
                  </a:lnTo>
                  <a:lnTo>
                    <a:pt x="5827533" y="2862964"/>
                  </a:lnTo>
                  <a:lnTo>
                    <a:pt x="5811826" y="2859302"/>
                  </a:lnTo>
                  <a:lnTo>
                    <a:pt x="5661362" y="2823462"/>
                  </a:lnTo>
                  <a:lnTo>
                    <a:pt x="5510898" y="2786629"/>
                  </a:lnTo>
                  <a:lnTo>
                    <a:pt x="5360434" y="2748617"/>
                  </a:lnTo>
                  <a:lnTo>
                    <a:pt x="5209970" y="2709310"/>
                  </a:lnTo>
                  <a:lnTo>
                    <a:pt x="5059506" y="2668688"/>
                  </a:lnTo>
                  <a:lnTo>
                    <a:pt x="4909042" y="2626871"/>
                  </a:lnTo>
                  <a:lnTo>
                    <a:pt x="4758578" y="2584162"/>
                  </a:lnTo>
                  <a:lnTo>
                    <a:pt x="4608114" y="2541092"/>
                  </a:lnTo>
                  <a:lnTo>
                    <a:pt x="4457649" y="2497423"/>
                  </a:lnTo>
                  <a:lnTo>
                    <a:pt x="4307185" y="2452386"/>
                  </a:lnTo>
                  <a:lnTo>
                    <a:pt x="4156721" y="2406775"/>
                  </a:lnTo>
                  <a:lnTo>
                    <a:pt x="4006257" y="2360608"/>
                  </a:lnTo>
                  <a:lnTo>
                    <a:pt x="3855793" y="2313532"/>
                  </a:lnTo>
                  <a:lnTo>
                    <a:pt x="3705329" y="2267087"/>
                  </a:lnTo>
                  <a:lnTo>
                    <a:pt x="3554865" y="2220077"/>
                  </a:lnTo>
                  <a:lnTo>
                    <a:pt x="3404401" y="2171461"/>
                  </a:lnTo>
                  <a:lnTo>
                    <a:pt x="3253937" y="2126613"/>
                  </a:lnTo>
                  <a:lnTo>
                    <a:pt x="3103473" y="2082481"/>
                  </a:lnTo>
                  <a:lnTo>
                    <a:pt x="2953009" y="2028775"/>
                  </a:lnTo>
                  <a:lnTo>
                    <a:pt x="2802545" y="1970513"/>
                  </a:lnTo>
                  <a:lnTo>
                    <a:pt x="2652081" y="1912826"/>
                  </a:lnTo>
                  <a:lnTo>
                    <a:pt x="2501617" y="1847613"/>
                  </a:lnTo>
                  <a:lnTo>
                    <a:pt x="2351153" y="1764525"/>
                  </a:lnTo>
                  <a:lnTo>
                    <a:pt x="2200689" y="1673495"/>
                  </a:lnTo>
                  <a:lnTo>
                    <a:pt x="2050225" y="1585431"/>
                  </a:lnTo>
                  <a:lnTo>
                    <a:pt x="1899761" y="1502496"/>
                  </a:lnTo>
                  <a:lnTo>
                    <a:pt x="1749297" y="1419005"/>
                  </a:lnTo>
                  <a:lnTo>
                    <a:pt x="1598833" y="1336683"/>
                  </a:lnTo>
                  <a:lnTo>
                    <a:pt x="1448369" y="1257082"/>
                  </a:lnTo>
                  <a:lnTo>
                    <a:pt x="1297904" y="1180897"/>
                  </a:lnTo>
                  <a:lnTo>
                    <a:pt x="1147440" y="1107739"/>
                  </a:lnTo>
                  <a:lnTo>
                    <a:pt x="996976" y="1038124"/>
                  </a:lnTo>
                  <a:lnTo>
                    <a:pt x="846512" y="972706"/>
                  </a:lnTo>
                  <a:lnTo>
                    <a:pt x="696048" y="912089"/>
                  </a:lnTo>
                  <a:lnTo>
                    <a:pt x="545584" y="856714"/>
                  </a:lnTo>
                  <a:lnTo>
                    <a:pt x="395120" y="806831"/>
                  </a:lnTo>
                  <a:lnTo>
                    <a:pt x="244656" y="762512"/>
                  </a:lnTo>
                  <a:lnTo>
                    <a:pt x="94192" y="723710"/>
                  </a:lnTo>
                  <a:lnTo>
                    <a:pt x="0" y="70279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531311"/>
              <a:ext cx="6145984" cy="2400805"/>
            </a:xfrm>
            <a:custGeom>
              <a:avLst/>
              <a:pathLst>
                <a:path w="6145984" h="2400805">
                  <a:moveTo>
                    <a:pt x="0" y="0"/>
                  </a:moveTo>
                  <a:lnTo>
                    <a:pt x="94192" y="75518"/>
                  </a:lnTo>
                  <a:lnTo>
                    <a:pt x="244656" y="191614"/>
                  </a:lnTo>
                  <a:lnTo>
                    <a:pt x="395120" y="303118"/>
                  </a:lnTo>
                  <a:lnTo>
                    <a:pt x="545584" y="410045"/>
                  </a:lnTo>
                  <a:lnTo>
                    <a:pt x="696048" y="512537"/>
                  </a:lnTo>
                  <a:lnTo>
                    <a:pt x="846512" y="610906"/>
                  </a:lnTo>
                  <a:lnTo>
                    <a:pt x="996976" y="705660"/>
                  </a:lnTo>
                  <a:lnTo>
                    <a:pt x="1147440" y="797468"/>
                  </a:lnTo>
                  <a:lnTo>
                    <a:pt x="1297904" y="887049"/>
                  </a:lnTo>
                  <a:lnTo>
                    <a:pt x="1448369" y="975060"/>
                  </a:lnTo>
                  <a:lnTo>
                    <a:pt x="1598833" y="1063576"/>
                  </a:lnTo>
                  <a:lnTo>
                    <a:pt x="1749297" y="1151967"/>
                  </a:lnTo>
                  <a:lnTo>
                    <a:pt x="1899761" y="1238330"/>
                  </a:lnTo>
                  <a:lnTo>
                    <a:pt x="2050225" y="1322160"/>
                  </a:lnTo>
                  <a:lnTo>
                    <a:pt x="2200689" y="1412429"/>
                  </a:lnTo>
                  <a:lnTo>
                    <a:pt x="2351153" y="1501487"/>
                  </a:lnTo>
                  <a:lnTo>
                    <a:pt x="2501617" y="1580572"/>
                  </a:lnTo>
                  <a:lnTo>
                    <a:pt x="2652081" y="1647608"/>
                  </a:lnTo>
                  <a:lnTo>
                    <a:pt x="2802545" y="1703325"/>
                  </a:lnTo>
                  <a:lnTo>
                    <a:pt x="2953009" y="1755032"/>
                  </a:lnTo>
                  <a:lnTo>
                    <a:pt x="3103473" y="1810890"/>
                  </a:lnTo>
                  <a:lnTo>
                    <a:pt x="3253937" y="1860287"/>
                  </a:lnTo>
                  <a:lnTo>
                    <a:pt x="3404401" y="1904294"/>
                  </a:lnTo>
                  <a:lnTo>
                    <a:pt x="3554865" y="1952205"/>
                  </a:lnTo>
                  <a:lnTo>
                    <a:pt x="3705329" y="2003240"/>
                  </a:lnTo>
                  <a:lnTo>
                    <a:pt x="3855793" y="2050779"/>
                  </a:lnTo>
                  <a:lnTo>
                    <a:pt x="4006257" y="2096783"/>
                  </a:lnTo>
                  <a:lnTo>
                    <a:pt x="4156721" y="2142336"/>
                  </a:lnTo>
                  <a:lnTo>
                    <a:pt x="4307185" y="2183835"/>
                  </a:lnTo>
                  <a:lnTo>
                    <a:pt x="4457649" y="2220805"/>
                  </a:lnTo>
                  <a:lnTo>
                    <a:pt x="4608114" y="2253563"/>
                  </a:lnTo>
                  <a:lnTo>
                    <a:pt x="4758578" y="2282166"/>
                  </a:lnTo>
                  <a:lnTo>
                    <a:pt x="4909042" y="2307036"/>
                  </a:lnTo>
                  <a:lnTo>
                    <a:pt x="5059506" y="2328726"/>
                  </a:lnTo>
                  <a:lnTo>
                    <a:pt x="5209970" y="2347560"/>
                  </a:lnTo>
                  <a:lnTo>
                    <a:pt x="5360434" y="2363679"/>
                  </a:lnTo>
                  <a:lnTo>
                    <a:pt x="5510898" y="2377086"/>
                  </a:lnTo>
                  <a:lnTo>
                    <a:pt x="5661362" y="2387683"/>
                  </a:lnTo>
                  <a:lnTo>
                    <a:pt x="5811826" y="2395308"/>
                  </a:lnTo>
                  <a:lnTo>
                    <a:pt x="5962290" y="2399756"/>
                  </a:lnTo>
                  <a:lnTo>
                    <a:pt x="6112754" y="2400805"/>
                  </a:lnTo>
                  <a:lnTo>
                    <a:pt x="6145984" y="24002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34108"/>
              <a:ext cx="5827533" cy="2160167"/>
            </a:xfrm>
            <a:custGeom>
              <a:avLst/>
              <a:pathLst>
                <a:path w="5827533" h="2160167">
                  <a:moveTo>
                    <a:pt x="5827533" y="2160167"/>
                  </a:moveTo>
                  <a:lnTo>
                    <a:pt x="5811826" y="2156506"/>
                  </a:lnTo>
                  <a:lnTo>
                    <a:pt x="5661362" y="2120665"/>
                  </a:lnTo>
                  <a:lnTo>
                    <a:pt x="5510898" y="2083832"/>
                  </a:lnTo>
                  <a:lnTo>
                    <a:pt x="5360434" y="2045820"/>
                  </a:lnTo>
                  <a:lnTo>
                    <a:pt x="5209970" y="2006513"/>
                  </a:lnTo>
                  <a:lnTo>
                    <a:pt x="5059506" y="1965891"/>
                  </a:lnTo>
                  <a:lnTo>
                    <a:pt x="4909042" y="1924074"/>
                  </a:lnTo>
                  <a:lnTo>
                    <a:pt x="4758578" y="1881365"/>
                  </a:lnTo>
                  <a:lnTo>
                    <a:pt x="4608114" y="1838295"/>
                  </a:lnTo>
                  <a:lnTo>
                    <a:pt x="4457649" y="1794626"/>
                  </a:lnTo>
                  <a:lnTo>
                    <a:pt x="4307185" y="1749589"/>
                  </a:lnTo>
                  <a:lnTo>
                    <a:pt x="4156721" y="1703978"/>
                  </a:lnTo>
                  <a:lnTo>
                    <a:pt x="4006257" y="1657811"/>
                  </a:lnTo>
                  <a:lnTo>
                    <a:pt x="3855793" y="1610736"/>
                  </a:lnTo>
                  <a:lnTo>
                    <a:pt x="3705329" y="1564290"/>
                  </a:lnTo>
                  <a:lnTo>
                    <a:pt x="3554865" y="1517280"/>
                  </a:lnTo>
                  <a:lnTo>
                    <a:pt x="3404401" y="1468664"/>
                  </a:lnTo>
                  <a:lnTo>
                    <a:pt x="3253937" y="1423816"/>
                  </a:lnTo>
                  <a:lnTo>
                    <a:pt x="3103473" y="1379684"/>
                  </a:lnTo>
                  <a:lnTo>
                    <a:pt x="2953009" y="1325978"/>
                  </a:lnTo>
                  <a:lnTo>
                    <a:pt x="2802545" y="1267717"/>
                  </a:lnTo>
                  <a:lnTo>
                    <a:pt x="2652081" y="1210030"/>
                  </a:lnTo>
                  <a:lnTo>
                    <a:pt x="2501617" y="1144816"/>
                  </a:lnTo>
                  <a:lnTo>
                    <a:pt x="2351153" y="1061729"/>
                  </a:lnTo>
                  <a:lnTo>
                    <a:pt x="2200689" y="970698"/>
                  </a:lnTo>
                  <a:lnTo>
                    <a:pt x="2050225" y="882634"/>
                  </a:lnTo>
                  <a:lnTo>
                    <a:pt x="1899761" y="799699"/>
                  </a:lnTo>
                  <a:lnTo>
                    <a:pt x="1749297" y="716209"/>
                  </a:lnTo>
                  <a:lnTo>
                    <a:pt x="1598833" y="633887"/>
                  </a:lnTo>
                  <a:lnTo>
                    <a:pt x="1448369" y="554285"/>
                  </a:lnTo>
                  <a:lnTo>
                    <a:pt x="1297904" y="478101"/>
                  </a:lnTo>
                  <a:lnTo>
                    <a:pt x="1147440" y="404942"/>
                  </a:lnTo>
                  <a:lnTo>
                    <a:pt x="996976" y="335327"/>
                  </a:lnTo>
                  <a:lnTo>
                    <a:pt x="846512" y="269909"/>
                  </a:lnTo>
                  <a:lnTo>
                    <a:pt x="696048" y="209292"/>
                  </a:lnTo>
                  <a:lnTo>
                    <a:pt x="545584" y="153918"/>
                  </a:lnTo>
                  <a:lnTo>
                    <a:pt x="395120" y="104034"/>
                  </a:lnTo>
                  <a:lnTo>
                    <a:pt x="244656" y="59715"/>
                  </a:lnTo>
                  <a:lnTo>
                    <a:pt x="94192" y="209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882709"/>
              <a:ext cx="6145984" cy="2316965"/>
            </a:xfrm>
            <a:custGeom>
              <a:avLst/>
              <a:pathLst>
                <a:path w="6145984" h="2316965">
                  <a:moveTo>
                    <a:pt x="0" y="0"/>
                  </a:moveTo>
                  <a:lnTo>
                    <a:pt x="94192" y="48215"/>
                  </a:lnTo>
                  <a:lnTo>
                    <a:pt x="244656" y="125665"/>
                  </a:lnTo>
                  <a:lnTo>
                    <a:pt x="395120" y="203576"/>
                  </a:lnTo>
                  <a:lnTo>
                    <a:pt x="545584" y="281982"/>
                  </a:lnTo>
                  <a:lnTo>
                    <a:pt x="696048" y="360915"/>
                  </a:lnTo>
                  <a:lnTo>
                    <a:pt x="846512" y="440408"/>
                  </a:lnTo>
                  <a:lnTo>
                    <a:pt x="996976" y="520493"/>
                  </a:lnTo>
                  <a:lnTo>
                    <a:pt x="1147440" y="601205"/>
                  </a:lnTo>
                  <a:lnTo>
                    <a:pt x="1297904" y="682575"/>
                  </a:lnTo>
                  <a:lnTo>
                    <a:pt x="1448369" y="764672"/>
                  </a:lnTo>
                  <a:lnTo>
                    <a:pt x="1598833" y="848732"/>
                  </a:lnTo>
                  <a:lnTo>
                    <a:pt x="1749297" y="934088"/>
                  </a:lnTo>
                  <a:lnTo>
                    <a:pt x="1899761" y="1019014"/>
                  </a:lnTo>
                  <a:lnTo>
                    <a:pt x="2050225" y="1102397"/>
                  </a:lnTo>
                  <a:lnTo>
                    <a:pt x="2200689" y="1191564"/>
                  </a:lnTo>
                  <a:lnTo>
                    <a:pt x="2351153" y="1281608"/>
                  </a:lnTo>
                  <a:lnTo>
                    <a:pt x="2501617" y="1362694"/>
                  </a:lnTo>
                  <a:lnTo>
                    <a:pt x="2652081" y="1428819"/>
                  </a:lnTo>
                  <a:lnTo>
                    <a:pt x="2802545" y="1485521"/>
                  </a:lnTo>
                  <a:lnTo>
                    <a:pt x="2953009" y="1540505"/>
                  </a:lnTo>
                  <a:lnTo>
                    <a:pt x="3103473" y="1595287"/>
                  </a:lnTo>
                  <a:lnTo>
                    <a:pt x="3253937" y="1642052"/>
                  </a:lnTo>
                  <a:lnTo>
                    <a:pt x="3404401" y="1686479"/>
                  </a:lnTo>
                  <a:lnTo>
                    <a:pt x="3554865" y="1734743"/>
                  </a:lnTo>
                  <a:lnTo>
                    <a:pt x="3705329" y="1783765"/>
                  </a:lnTo>
                  <a:lnTo>
                    <a:pt x="3855793" y="1830757"/>
                  </a:lnTo>
                  <a:lnTo>
                    <a:pt x="4006257" y="1877297"/>
                  </a:lnTo>
                  <a:lnTo>
                    <a:pt x="4156721" y="1923157"/>
                  </a:lnTo>
                  <a:lnTo>
                    <a:pt x="4307185" y="1966712"/>
                  </a:lnTo>
                  <a:lnTo>
                    <a:pt x="4457649" y="2007715"/>
                  </a:lnTo>
                  <a:lnTo>
                    <a:pt x="4608114" y="2045929"/>
                  </a:lnTo>
                  <a:lnTo>
                    <a:pt x="4758578" y="2081765"/>
                  </a:lnTo>
                  <a:lnTo>
                    <a:pt x="4909042" y="2115555"/>
                  </a:lnTo>
                  <a:lnTo>
                    <a:pt x="5059506" y="2147308"/>
                  </a:lnTo>
                  <a:lnTo>
                    <a:pt x="5209970" y="2177036"/>
                  </a:lnTo>
                  <a:lnTo>
                    <a:pt x="5360434" y="2204750"/>
                  </a:lnTo>
                  <a:lnTo>
                    <a:pt x="5510898" y="2230459"/>
                  </a:lnTo>
                  <a:lnTo>
                    <a:pt x="5661362" y="2254174"/>
                  </a:lnTo>
                  <a:lnTo>
                    <a:pt x="5811826" y="2275907"/>
                  </a:lnTo>
                  <a:lnTo>
                    <a:pt x="5962290" y="2295667"/>
                  </a:lnTo>
                  <a:lnTo>
                    <a:pt x="6112754" y="2313465"/>
                  </a:lnTo>
                  <a:lnTo>
                    <a:pt x="6145984" y="23169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913065"/>
              <a:ext cx="6145984" cy="3379997"/>
            </a:xfrm>
            <a:custGeom>
              <a:avLst/>
              <a:pathLst>
                <a:path w="6145984" h="3379997">
                  <a:moveTo>
                    <a:pt x="0" y="0"/>
                  </a:moveTo>
                  <a:lnTo>
                    <a:pt x="94192" y="59629"/>
                  </a:lnTo>
                  <a:lnTo>
                    <a:pt x="244656" y="154069"/>
                  </a:lnTo>
                  <a:lnTo>
                    <a:pt x="395120" y="247668"/>
                  </a:lnTo>
                  <a:lnTo>
                    <a:pt x="545584" y="340477"/>
                  </a:lnTo>
                  <a:lnTo>
                    <a:pt x="696048" y="432680"/>
                  </a:lnTo>
                  <a:lnTo>
                    <a:pt x="846512" y="524647"/>
                  </a:lnTo>
                  <a:lnTo>
                    <a:pt x="996976" y="616962"/>
                  </a:lnTo>
                  <a:lnTo>
                    <a:pt x="1147440" y="710382"/>
                  </a:lnTo>
                  <a:lnTo>
                    <a:pt x="1297904" y="805715"/>
                  </a:lnTo>
                  <a:lnTo>
                    <a:pt x="1448369" y="903732"/>
                  </a:lnTo>
                  <a:lnTo>
                    <a:pt x="1598833" y="1007507"/>
                  </a:lnTo>
                  <a:lnTo>
                    <a:pt x="1749297" y="1115621"/>
                  </a:lnTo>
                  <a:lnTo>
                    <a:pt x="1899761" y="1224485"/>
                  </a:lnTo>
                  <a:lnTo>
                    <a:pt x="2050225" y="1332392"/>
                  </a:lnTo>
                  <a:lnTo>
                    <a:pt x="2200689" y="1453545"/>
                  </a:lnTo>
                  <a:lnTo>
                    <a:pt x="2351153" y="1577843"/>
                  </a:lnTo>
                  <a:lnTo>
                    <a:pt x="2501617" y="1691300"/>
                  </a:lnTo>
                  <a:lnTo>
                    <a:pt x="2652081" y="1807591"/>
                  </a:lnTo>
                  <a:lnTo>
                    <a:pt x="2802545" y="1925066"/>
                  </a:lnTo>
                  <a:lnTo>
                    <a:pt x="2953009" y="2029823"/>
                  </a:lnTo>
                  <a:lnTo>
                    <a:pt x="3103473" y="2123477"/>
                  </a:lnTo>
                  <a:lnTo>
                    <a:pt x="3253937" y="2213765"/>
                  </a:lnTo>
                  <a:lnTo>
                    <a:pt x="3404401" y="2293340"/>
                  </a:lnTo>
                  <a:lnTo>
                    <a:pt x="3554865" y="2362477"/>
                  </a:lnTo>
                  <a:lnTo>
                    <a:pt x="3705329" y="2420623"/>
                  </a:lnTo>
                  <a:lnTo>
                    <a:pt x="3855793" y="2468309"/>
                  </a:lnTo>
                  <a:lnTo>
                    <a:pt x="4006257" y="2513196"/>
                  </a:lnTo>
                  <a:lnTo>
                    <a:pt x="4156721" y="2556775"/>
                  </a:lnTo>
                  <a:lnTo>
                    <a:pt x="4307185" y="2592871"/>
                  </a:lnTo>
                  <a:lnTo>
                    <a:pt x="4457649" y="2623470"/>
                  </a:lnTo>
                  <a:lnTo>
                    <a:pt x="4608114" y="2651393"/>
                  </a:lnTo>
                  <a:lnTo>
                    <a:pt x="4758578" y="2676727"/>
                  </a:lnTo>
                  <a:lnTo>
                    <a:pt x="4909042" y="2699085"/>
                  </a:lnTo>
                  <a:lnTo>
                    <a:pt x="5059506" y="2719039"/>
                  </a:lnTo>
                  <a:lnTo>
                    <a:pt x="5209970" y="2736916"/>
                  </a:lnTo>
                  <a:lnTo>
                    <a:pt x="5360434" y="2752839"/>
                  </a:lnTo>
                  <a:lnTo>
                    <a:pt x="5510898" y="2766787"/>
                  </a:lnTo>
                  <a:lnTo>
                    <a:pt x="5661362" y="2778629"/>
                  </a:lnTo>
                  <a:lnTo>
                    <a:pt x="5811826" y="2788161"/>
                  </a:lnTo>
                  <a:lnTo>
                    <a:pt x="5962290" y="2795137"/>
                  </a:lnTo>
                  <a:lnTo>
                    <a:pt x="6112754" y="2799289"/>
                  </a:lnTo>
                  <a:lnTo>
                    <a:pt x="6145984" y="2799523"/>
                  </a:lnTo>
                  <a:lnTo>
                    <a:pt x="6145984" y="3379997"/>
                  </a:lnTo>
                  <a:lnTo>
                    <a:pt x="6112754" y="3370954"/>
                  </a:lnTo>
                  <a:lnTo>
                    <a:pt x="5962290" y="3330540"/>
                  </a:lnTo>
                  <a:lnTo>
                    <a:pt x="5811826" y="3290416"/>
                  </a:lnTo>
                  <a:lnTo>
                    <a:pt x="5661362" y="3250341"/>
                  </a:lnTo>
                  <a:lnTo>
                    <a:pt x="5510898" y="3210100"/>
                  </a:lnTo>
                  <a:lnTo>
                    <a:pt x="5360434" y="3169518"/>
                  </a:lnTo>
                  <a:lnTo>
                    <a:pt x="5209970" y="3128494"/>
                  </a:lnTo>
                  <a:lnTo>
                    <a:pt x="5059506" y="3087034"/>
                  </a:lnTo>
                  <a:lnTo>
                    <a:pt x="4909042" y="3045293"/>
                  </a:lnTo>
                  <a:lnTo>
                    <a:pt x="4758578" y="3003625"/>
                  </a:lnTo>
                  <a:lnTo>
                    <a:pt x="4608114" y="2962631"/>
                  </a:lnTo>
                  <a:lnTo>
                    <a:pt x="4457649" y="2922897"/>
                  </a:lnTo>
                  <a:lnTo>
                    <a:pt x="4307185" y="2883566"/>
                  </a:lnTo>
                  <a:lnTo>
                    <a:pt x="4156721" y="2843019"/>
                  </a:lnTo>
                  <a:lnTo>
                    <a:pt x="4006257" y="2798775"/>
                  </a:lnTo>
                  <a:lnTo>
                    <a:pt x="3855793" y="2752728"/>
                  </a:lnTo>
                  <a:lnTo>
                    <a:pt x="3705329" y="2706227"/>
                  </a:lnTo>
                  <a:lnTo>
                    <a:pt x="3554865" y="2652436"/>
                  </a:lnTo>
                  <a:lnTo>
                    <a:pt x="3404401" y="2582537"/>
                  </a:lnTo>
                  <a:lnTo>
                    <a:pt x="3253937" y="2502051"/>
                  </a:lnTo>
                  <a:lnTo>
                    <a:pt x="3103473" y="2417464"/>
                  </a:lnTo>
                  <a:lnTo>
                    <a:pt x="2953009" y="2326137"/>
                  </a:lnTo>
                  <a:lnTo>
                    <a:pt x="2802545" y="2214285"/>
                  </a:lnTo>
                  <a:lnTo>
                    <a:pt x="2652081" y="2094678"/>
                  </a:lnTo>
                  <a:lnTo>
                    <a:pt x="2501617" y="1980360"/>
                  </a:lnTo>
                  <a:lnTo>
                    <a:pt x="2351153" y="1862571"/>
                  </a:lnTo>
                  <a:lnTo>
                    <a:pt x="2200689" y="1736138"/>
                  </a:lnTo>
                  <a:lnTo>
                    <a:pt x="2050225" y="1617371"/>
                  </a:lnTo>
                  <a:lnTo>
                    <a:pt x="1899761" y="1510433"/>
                  </a:lnTo>
                  <a:lnTo>
                    <a:pt x="1749297" y="1404679"/>
                  </a:lnTo>
                  <a:lnTo>
                    <a:pt x="1598833" y="1303134"/>
                  </a:lnTo>
                  <a:lnTo>
                    <a:pt x="1448369" y="1209009"/>
                  </a:lnTo>
                  <a:lnTo>
                    <a:pt x="1297904" y="1123793"/>
                  </a:lnTo>
                  <a:lnTo>
                    <a:pt x="1147440" y="1046236"/>
                  </a:lnTo>
                  <a:lnTo>
                    <a:pt x="996976" y="976841"/>
                  </a:lnTo>
                  <a:lnTo>
                    <a:pt x="846512" y="916281"/>
                  </a:lnTo>
                  <a:lnTo>
                    <a:pt x="696048" y="865177"/>
                  </a:lnTo>
                  <a:lnTo>
                    <a:pt x="545584" y="823977"/>
                  </a:lnTo>
                  <a:lnTo>
                    <a:pt x="395120" y="792916"/>
                  </a:lnTo>
                  <a:lnTo>
                    <a:pt x="244656" y="772042"/>
                  </a:lnTo>
                  <a:lnTo>
                    <a:pt x="94192" y="761270"/>
                  </a:lnTo>
                  <a:lnTo>
                    <a:pt x="0" y="7607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13065"/>
              <a:ext cx="6145984" cy="2799523"/>
            </a:xfrm>
            <a:custGeom>
              <a:avLst/>
              <a:pathLst>
                <a:path w="6145984" h="2799523">
                  <a:moveTo>
                    <a:pt x="0" y="0"/>
                  </a:moveTo>
                  <a:lnTo>
                    <a:pt x="94192" y="59629"/>
                  </a:lnTo>
                  <a:lnTo>
                    <a:pt x="244656" y="154069"/>
                  </a:lnTo>
                  <a:lnTo>
                    <a:pt x="395120" y="247668"/>
                  </a:lnTo>
                  <a:lnTo>
                    <a:pt x="545584" y="340477"/>
                  </a:lnTo>
                  <a:lnTo>
                    <a:pt x="696048" y="432680"/>
                  </a:lnTo>
                  <a:lnTo>
                    <a:pt x="846512" y="524647"/>
                  </a:lnTo>
                  <a:lnTo>
                    <a:pt x="996976" y="616962"/>
                  </a:lnTo>
                  <a:lnTo>
                    <a:pt x="1147440" y="710382"/>
                  </a:lnTo>
                  <a:lnTo>
                    <a:pt x="1297904" y="805715"/>
                  </a:lnTo>
                  <a:lnTo>
                    <a:pt x="1448369" y="903732"/>
                  </a:lnTo>
                  <a:lnTo>
                    <a:pt x="1598833" y="1007507"/>
                  </a:lnTo>
                  <a:lnTo>
                    <a:pt x="1749297" y="1115621"/>
                  </a:lnTo>
                  <a:lnTo>
                    <a:pt x="1899761" y="1224485"/>
                  </a:lnTo>
                  <a:lnTo>
                    <a:pt x="2050225" y="1332392"/>
                  </a:lnTo>
                  <a:lnTo>
                    <a:pt x="2200689" y="1453545"/>
                  </a:lnTo>
                  <a:lnTo>
                    <a:pt x="2351153" y="1577843"/>
                  </a:lnTo>
                  <a:lnTo>
                    <a:pt x="2501617" y="1691300"/>
                  </a:lnTo>
                  <a:lnTo>
                    <a:pt x="2652081" y="1807591"/>
                  </a:lnTo>
                  <a:lnTo>
                    <a:pt x="2802545" y="1925066"/>
                  </a:lnTo>
                  <a:lnTo>
                    <a:pt x="2953009" y="2029823"/>
                  </a:lnTo>
                  <a:lnTo>
                    <a:pt x="3103473" y="2123477"/>
                  </a:lnTo>
                  <a:lnTo>
                    <a:pt x="3253937" y="2213765"/>
                  </a:lnTo>
                  <a:lnTo>
                    <a:pt x="3404401" y="2293340"/>
                  </a:lnTo>
                  <a:lnTo>
                    <a:pt x="3554865" y="2362477"/>
                  </a:lnTo>
                  <a:lnTo>
                    <a:pt x="3705329" y="2420623"/>
                  </a:lnTo>
                  <a:lnTo>
                    <a:pt x="3855793" y="2468309"/>
                  </a:lnTo>
                  <a:lnTo>
                    <a:pt x="4006257" y="2513196"/>
                  </a:lnTo>
                  <a:lnTo>
                    <a:pt x="4156721" y="2556775"/>
                  </a:lnTo>
                  <a:lnTo>
                    <a:pt x="4307185" y="2592871"/>
                  </a:lnTo>
                  <a:lnTo>
                    <a:pt x="4457649" y="2623470"/>
                  </a:lnTo>
                  <a:lnTo>
                    <a:pt x="4608114" y="2651393"/>
                  </a:lnTo>
                  <a:lnTo>
                    <a:pt x="4758578" y="2676727"/>
                  </a:lnTo>
                  <a:lnTo>
                    <a:pt x="4909042" y="2699085"/>
                  </a:lnTo>
                  <a:lnTo>
                    <a:pt x="5059506" y="2719039"/>
                  </a:lnTo>
                  <a:lnTo>
                    <a:pt x="5209970" y="2736916"/>
                  </a:lnTo>
                  <a:lnTo>
                    <a:pt x="5360434" y="2752839"/>
                  </a:lnTo>
                  <a:lnTo>
                    <a:pt x="5510898" y="2766787"/>
                  </a:lnTo>
                  <a:lnTo>
                    <a:pt x="5661362" y="2778629"/>
                  </a:lnTo>
                  <a:lnTo>
                    <a:pt x="5811826" y="2788161"/>
                  </a:lnTo>
                  <a:lnTo>
                    <a:pt x="5962290" y="2795137"/>
                  </a:lnTo>
                  <a:lnTo>
                    <a:pt x="6112754" y="2799289"/>
                  </a:lnTo>
                  <a:lnTo>
                    <a:pt x="6145984" y="27995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73813"/>
              <a:ext cx="6145984" cy="2619249"/>
            </a:xfrm>
            <a:custGeom>
              <a:avLst/>
              <a:pathLst>
                <a:path w="6145984" h="2619249">
                  <a:moveTo>
                    <a:pt x="6145984" y="2619249"/>
                  </a:moveTo>
                  <a:lnTo>
                    <a:pt x="6112754" y="2610206"/>
                  </a:lnTo>
                  <a:lnTo>
                    <a:pt x="5962290" y="2569792"/>
                  </a:lnTo>
                  <a:lnTo>
                    <a:pt x="5811826" y="2529668"/>
                  </a:lnTo>
                  <a:lnTo>
                    <a:pt x="5661362" y="2489593"/>
                  </a:lnTo>
                  <a:lnTo>
                    <a:pt x="5510898" y="2449352"/>
                  </a:lnTo>
                  <a:lnTo>
                    <a:pt x="5360434" y="2408770"/>
                  </a:lnTo>
                  <a:lnTo>
                    <a:pt x="5209970" y="2367746"/>
                  </a:lnTo>
                  <a:lnTo>
                    <a:pt x="5059506" y="2326286"/>
                  </a:lnTo>
                  <a:lnTo>
                    <a:pt x="4909042" y="2284545"/>
                  </a:lnTo>
                  <a:lnTo>
                    <a:pt x="4758578" y="2242877"/>
                  </a:lnTo>
                  <a:lnTo>
                    <a:pt x="4608114" y="2201883"/>
                  </a:lnTo>
                  <a:lnTo>
                    <a:pt x="4457649" y="2162149"/>
                  </a:lnTo>
                  <a:lnTo>
                    <a:pt x="4307185" y="2122818"/>
                  </a:lnTo>
                  <a:lnTo>
                    <a:pt x="4156721" y="2082271"/>
                  </a:lnTo>
                  <a:lnTo>
                    <a:pt x="4006257" y="2038027"/>
                  </a:lnTo>
                  <a:lnTo>
                    <a:pt x="3855793" y="1991980"/>
                  </a:lnTo>
                  <a:lnTo>
                    <a:pt x="3705329" y="1945479"/>
                  </a:lnTo>
                  <a:lnTo>
                    <a:pt x="3554865" y="1891688"/>
                  </a:lnTo>
                  <a:lnTo>
                    <a:pt x="3404401" y="1821789"/>
                  </a:lnTo>
                  <a:lnTo>
                    <a:pt x="3253937" y="1741303"/>
                  </a:lnTo>
                  <a:lnTo>
                    <a:pt x="3103473" y="1656716"/>
                  </a:lnTo>
                  <a:lnTo>
                    <a:pt x="2953009" y="1565389"/>
                  </a:lnTo>
                  <a:lnTo>
                    <a:pt x="2802545" y="1453537"/>
                  </a:lnTo>
                  <a:lnTo>
                    <a:pt x="2652081" y="1333930"/>
                  </a:lnTo>
                  <a:lnTo>
                    <a:pt x="2501617" y="1219612"/>
                  </a:lnTo>
                  <a:lnTo>
                    <a:pt x="2351153" y="1101823"/>
                  </a:lnTo>
                  <a:lnTo>
                    <a:pt x="2200689" y="975390"/>
                  </a:lnTo>
                  <a:lnTo>
                    <a:pt x="2050225" y="856623"/>
                  </a:lnTo>
                  <a:lnTo>
                    <a:pt x="1899761" y="749685"/>
                  </a:lnTo>
                  <a:lnTo>
                    <a:pt x="1749297" y="643931"/>
                  </a:lnTo>
                  <a:lnTo>
                    <a:pt x="1598833" y="542386"/>
                  </a:lnTo>
                  <a:lnTo>
                    <a:pt x="1448369" y="448261"/>
                  </a:lnTo>
                  <a:lnTo>
                    <a:pt x="1297904" y="363045"/>
                  </a:lnTo>
                  <a:lnTo>
                    <a:pt x="1147440" y="285488"/>
                  </a:lnTo>
                  <a:lnTo>
                    <a:pt x="996976" y="216093"/>
                  </a:lnTo>
                  <a:lnTo>
                    <a:pt x="846512" y="155533"/>
                  </a:lnTo>
                  <a:lnTo>
                    <a:pt x="696048" y="104429"/>
                  </a:lnTo>
                  <a:lnTo>
                    <a:pt x="545584" y="63229"/>
                  </a:lnTo>
                  <a:lnTo>
                    <a:pt x="395120" y="32168"/>
                  </a:lnTo>
                  <a:lnTo>
                    <a:pt x="244656" y="11294"/>
                  </a:lnTo>
                  <a:lnTo>
                    <a:pt x="94192" y="5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293439"/>
              <a:ext cx="6145984" cy="2709386"/>
            </a:xfrm>
            <a:custGeom>
              <a:avLst/>
              <a:pathLst>
                <a:path w="6145984" h="2709386">
                  <a:moveTo>
                    <a:pt x="0" y="0"/>
                  </a:moveTo>
                  <a:lnTo>
                    <a:pt x="94192" y="30075"/>
                  </a:lnTo>
                  <a:lnTo>
                    <a:pt x="244656" y="82681"/>
                  </a:lnTo>
                  <a:lnTo>
                    <a:pt x="395120" y="139918"/>
                  </a:lnTo>
                  <a:lnTo>
                    <a:pt x="545584" y="201853"/>
                  </a:lnTo>
                  <a:lnTo>
                    <a:pt x="696048" y="268554"/>
                  </a:lnTo>
                  <a:lnTo>
                    <a:pt x="846512" y="340090"/>
                  </a:lnTo>
                  <a:lnTo>
                    <a:pt x="996976" y="416528"/>
                  </a:lnTo>
                  <a:lnTo>
                    <a:pt x="1147440" y="497935"/>
                  </a:lnTo>
                  <a:lnTo>
                    <a:pt x="1297904" y="584380"/>
                  </a:lnTo>
                  <a:lnTo>
                    <a:pt x="1448369" y="675996"/>
                  </a:lnTo>
                  <a:lnTo>
                    <a:pt x="1598833" y="774946"/>
                  </a:lnTo>
                  <a:lnTo>
                    <a:pt x="1749297" y="879776"/>
                  </a:lnTo>
                  <a:lnTo>
                    <a:pt x="1899761" y="987085"/>
                  </a:lnTo>
                  <a:lnTo>
                    <a:pt x="2050225" y="1094508"/>
                  </a:lnTo>
                  <a:lnTo>
                    <a:pt x="2200689" y="1214468"/>
                  </a:lnTo>
                  <a:lnTo>
                    <a:pt x="2351153" y="1339833"/>
                  </a:lnTo>
                  <a:lnTo>
                    <a:pt x="2501617" y="1455456"/>
                  </a:lnTo>
                  <a:lnTo>
                    <a:pt x="2652081" y="1570761"/>
                  </a:lnTo>
                  <a:lnTo>
                    <a:pt x="2802545" y="1689301"/>
                  </a:lnTo>
                  <a:lnTo>
                    <a:pt x="2953009" y="1797606"/>
                  </a:lnTo>
                  <a:lnTo>
                    <a:pt x="3103473" y="1890097"/>
                  </a:lnTo>
                  <a:lnTo>
                    <a:pt x="3253937" y="1977534"/>
                  </a:lnTo>
                  <a:lnTo>
                    <a:pt x="3404401" y="2057564"/>
                  </a:lnTo>
                  <a:lnTo>
                    <a:pt x="3554865" y="2127083"/>
                  </a:lnTo>
                  <a:lnTo>
                    <a:pt x="3705329" y="2183051"/>
                  </a:lnTo>
                  <a:lnTo>
                    <a:pt x="3855793" y="2230144"/>
                  </a:lnTo>
                  <a:lnTo>
                    <a:pt x="4006257" y="2275612"/>
                  </a:lnTo>
                  <a:lnTo>
                    <a:pt x="4156721" y="2319523"/>
                  </a:lnTo>
                  <a:lnTo>
                    <a:pt x="4307185" y="2357844"/>
                  </a:lnTo>
                  <a:lnTo>
                    <a:pt x="4457649" y="2392810"/>
                  </a:lnTo>
                  <a:lnTo>
                    <a:pt x="4608114" y="2426638"/>
                  </a:lnTo>
                  <a:lnTo>
                    <a:pt x="4758578" y="2459802"/>
                  </a:lnTo>
                  <a:lnTo>
                    <a:pt x="4909042" y="2491815"/>
                  </a:lnTo>
                  <a:lnTo>
                    <a:pt x="5059506" y="2522663"/>
                  </a:lnTo>
                  <a:lnTo>
                    <a:pt x="5209970" y="2552331"/>
                  </a:lnTo>
                  <a:lnTo>
                    <a:pt x="5360434" y="2580805"/>
                  </a:lnTo>
                  <a:lnTo>
                    <a:pt x="5510898" y="2608070"/>
                  </a:lnTo>
                  <a:lnTo>
                    <a:pt x="5661362" y="2634111"/>
                  </a:lnTo>
                  <a:lnTo>
                    <a:pt x="5811826" y="2658914"/>
                  </a:lnTo>
                  <a:lnTo>
                    <a:pt x="5962290" y="2682465"/>
                  </a:lnTo>
                  <a:lnTo>
                    <a:pt x="6112754" y="2704748"/>
                  </a:lnTo>
                  <a:lnTo>
                    <a:pt x="6145984" y="270938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432355"/>
              <a:ext cx="6145984" cy="1948717"/>
            </a:xfrm>
            <a:custGeom>
              <a:avLst/>
              <a:pathLst>
                <a:path w="6145984" h="1948717">
                  <a:moveTo>
                    <a:pt x="0" y="0"/>
                  </a:moveTo>
                  <a:lnTo>
                    <a:pt x="94192" y="42944"/>
                  </a:lnTo>
                  <a:lnTo>
                    <a:pt x="244656" y="110726"/>
                  </a:lnTo>
                  <a:lnTo>
                    <a:pt x="395120" y="177658"/>
                  </a:lnTo>
                  <a:lnTo>
                    <a:pt x="545584" y="243761"/>
                  </a:lnTo>
                  <a:lnTo>
                    <a:pt x="696048" y="309155"/>
                  </a:lnTo>
                  <a:lnTo>
                    <a:pt x="846512" y="374096"/>
                  </a:lnTo>
                  <a:lnTo>
                    <a:pt x="996976" y="438995"/>
                  </a:lnTo>
                  <a:lnTo>
                    <a:pt x="1147440" y="504387"/>
                  </a:lnTo>
                  <a:lnTo>
                    <a:pt x="1297904" y="570850"/>
                  </a:lnTo>
                  <a:lnTo>
                    <a:pt x="1448369" y="638962"/>
                  </a:lnTo>
                  <a:lnTo>
                    <a:pt x="1598833" y="712262"/>
                  </a:lnTo>
                  <a:lnTo>
                    <a:pt x="1749297" y="789756"/>
                  </a:lnTo>
                  <a:lnTo>
                    <a:pt x="1899761" y="867961"/>
                  </a:lnTo>
                  <a:lnTo>
                    <a:pt x="2050225" y="945211"/>
                  </a:lnTo>
                  <a:lnTo>
                    <a:pt x="2200689" y="1037261"/>
                  </a:lnTo>
                  <a:lnTo>
                    <a:pt x="2351153" y="1132694"/>
                  </a:lnTo>
                  <a:lnTo>
                    <a:pt x="2501617" y="1213589"/>
                  </a:lnTo>
                  <a:lnTo>
                    <a:pt x="2652081" y="1281559"/>
                  </a:lnTo>
                  <a:lnTo>
                    <a:pt x="2802545" y="1340375"/>
                  </a:lnTo>
                  <a:lnTo>
                    <a:pt x="2953009" y="1390397"/>
                  </a:lnTo>
                  <a:lnTo>
                    <a:pt x="3103473" y="1433604"/>
                  </a:lnTo>
                  <a:lnTo>
                    <a:pt x="3253937" y="1463499"/>
                  </a:lnTo>
                  <a:lnTo>
                    <a:pt x="3404401" y="1485273"/>
                  </a:lnTo>
                  <a:lnTo>
                    <a:pt x="3554865" y="1510483"/>
                  </a:lnTo>
                  <a:lnTo>
                    <a:pt x="3705329" y="1535548"/>
                  </a:lnTo>
                  <a:lnTo>
                    <a:pt x="3855793" y="1554000"/>
                  </a:lnTo>
                  <a:lnTo>
                    <a:pt x="4006257" y="1570026"/>
                  </a:lnTo>
                  <a:lnTo>
                    <a:pt x="4156721" y="1584452"/>
                  </a:lnTo>
                  <a:lnTo>
                    <a:pt x="4307185" y="1593269"/>
                  </a:lnTo>
                  <a:lnTo>
                    <a:pt x="4457649" y="1597482"/>
                  </a:lnTo>
                  <a:lnTo>
                    <a:pt x="4608114" y="1598718"/>
                  </a:lnTo>
                  <a:lnTo>
                    <a:pt x="4758578" y="1597817"/>
                  </a:lnTo>
                  <a:lnTo>
                    <a:pt x="4909042" y="1595103"/>
                  </a:lnTo>
                  <a:lnTo>
                    <a:pt x="5059506" y="1590996"/>
                  </a:lnTo>
                  <a:lnTo>
                    <a:pt x="5209970" y="1585738"/>
                  </a:lnTo>
                  <a:lnTo>
                    <a:pt x="5360434" y="1579424"/>
                  </a:lnTo>
                  <a:lnTo>
                    <a:pt x="5510898" y="1572040"/>
                  </a:lnTo>
                  <a:lnTo>
                    <a:pt x="5661362" y="1563496"/>
                  </a:lnTo>
                  <a:lnTo>
                    <a:pt x="5811826" y="1553647"/>
                  </a:lnTo>
                  <a:lnTo>
                    <a:pt x="5962290" y="1542317"/>
                  </a:lnTo>
                  <a:lnTo>
                    <a:pt x="6112754" y="1529316"/>
                  </a:lnTo>
                  <a:lnTo>
                    <a:pt x="6145984" y="1526034"/>
                  </a:lnTo>
                  <a:lnTo>
                    <a:pt x="6145984" y="1948717"/>
                  </a:lnTo>
                  <a:lnTo>
                    <a:pt x="6112754" y="1945586"/>
                  </a:lnTo>
                  <a:lnTo>
                    <a:pt x="5962290" y="1932183"/>
                  </a:lnTo>
                  <a:lnTo>
                    <a:pt x="5811826" y="1919374"/>
                  </a:lnTo>
                  <a:lnTo>
                    <a:pt x="5661362" y="1906983"/>
                  </a:lnTo>
                  <a:lnTo>
                    <a:pt x="5510898" y="1894848"/>
                  </a:lnTo>
                  <a:lnTo>
                    <a:pt x="5360434" y="1882837"/>
                  </a:lnTo>
                  <a:lnTo>
                    <a:pt x="5209970" y="1870874"/>
                  </a:lnTo>
                  <a:lnTo>
                    <a:pt x="5059506" y="1858959"/>
                  </a:lnTo>
                  <a:lnTo>
                    <a:pt x="4909042" y="1847201"/>
                  </a:lnTo>
                  <a:lnTo>
                    <a:pt x="4758578" y="1835854"/>
                  </a:lnTo>
                  <a:lnTo>
                    <a:pt x="4608114" y="1825352"/>
                  </a:lnTo>
                  <a:lnTo>
                    <a:pt x="4457649" y="1815516"/>
                  </a:lnTo>
                  <a:lnTo>
                    <a:pt x="4307185" y="1804945"/>
                  </a:lnTo>
                  <a:lnTo>
                    <a:pt x="4156721" y="1792886"/>
                  </a:lnTo>
                  <a:lnTo>
                    <a:pt x="4006257" y="1777976"/>
                  </a:lnTo>
                  <a:lnTo>
                    <a:pt x="3855793" y="1761105"/>
                  </a:lnTo>
                  <a:lnTo>
                    <a:pt x="3705329" y="1743516"/>
                  </a:lnTo>
                  <a:lnTo>
                    <a:pt x="3554865" y="1721623"/>
                  </a:lnTo>
                  <a:lnTo>
                    <a:pt x="3404401" y="1695858"/>
                  </a:lnTo>
                  <a:lnTo>
                    <a:pt x="3253937" y="1673421"/>
                  </a:lnTo>
                  <a:lnTo>
                    <a:pt x="3103473" y="1647676"/>
                  </a:lnTo>
                  <a:lnTo>
                    <a:pt x="2953009" y="1606164"/>
                  </a:lnTo>
                  <a:lnTo>
                    <a:pt x="2802545" y="1550976"/>
                  </a:lnTo>
                  <a:lnTo>
                    <a:pt x="2652081" y="1490608"/>
                  </a:lnTo>
                  <a:lnTo>
                    <a:pt x="2501617" y="1424074"/>
                  </a:lnTo>
                  <a:lnTo>
                    <a:pt x="2351153" y="1340025"/>
                  </a:lnTo>
                  <a:lnTo>
                    <a:pt x="2200689" y="1243036"/>
                  </a:lnTo>
                  <a:lnTo>
                    <a:pt x="2050225" y="1152724"/>
                  </a:lnTo>
                  <a:lnTo>
                    <a:pt x="1899761" y="1076180"/>
                  </a:lnTo>
                  <a:lnTo>
                    <a:pt x="1749297" y="1000239"/>
                  </a:lnTo>
                  <a:lnTo>
                    <a:pt x="1598833" y="927529"/>
                  </a:lnTo>
                  <a:lnTo>
                    <a:pt x="1448369" y="861255"/>
                  </a:lnTo>
                  <a:lnTo>
                    <a:pt x="1297904" y="802465"/>
                  </a:lnTo>
                  <a:lnTo>
                    <a:pt x="1147440" y="748947"/>
                  </a:lnTo>
                  <a:lnTo>
                    <a:pt x="996976" y="701048"/>
                  </a:lnTo>
                  <a:lnTo>
                    <a:pt x="846512" y="659272"/>
                  </a:lnTo>
                  <a:lnTo>
                    <a:pt x="696048" y="624087"/>
                  </a:lnTo>
                  <a:lnTo>
                    <a:pt x="545584" y="595832"/>
                  </a:lnTo>
                  <a:lnTo>
                    <a:pt x="395120" y="574692"/>
                  </a:lnTo>
                  <a:lnTo>
                    <a:pt x="244656" y="560716"/>
                  </a:lnTo>
                  <a:lnTo>
                    <a:pt x="94192" y="553858"/>
                  </a:lnTo>
                  <a:lnTo>
                    <a:pt x="0" y="55395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432355"/>
              <a:ext cx="6145984" cy="1598718"/>
            </a:xfrm>
            <a:custGeom>
              <a:avLst/>
              <a:pathLst>
                <a:path w="6145984" h="1598718">
                  <a:moveTo>
                    <a:pt x="0" y="0"/>
                  </a:moveTo>
                  <a:lnTo>
                    <a:pt x="94192" y="42944"/>
                  </a:lnTo>
                  <a:lnTo>
                    <a:pt x="244656" y="110726"/>
                  </a:lnTo>
                  <a:lnTo>
                    <a:pt x="395120" y="177658"/>
                  </a:lnTo>
                  <a:lnTo>
                    <a:pt x="545584" y="243761"/>
                  </a:lnTo>
                  <a:lnTo>
                    <a:pt x="696048" y="309155"/>
                  </a:lnTo>
                  <a:lnTo>
                    <a:pt x="846512" y="374096"/>
                  </a:lnTo>
                  <a:lnTo>
                    <a:pt x="996976" y="438995"/>
                  </a:lnTo>
                  <a:lnTo>
                    <a:pt x="1147440" y="504387"/>
                  </a:lnTo>
                  <a:lnTo>
                    <a:pt x="1297904" y="570850"/>
                  </a:lnTo>
                  <a:lnTo>
                    <a:pt x="1448369" y="638962"/>
                  </a:lnTo>
                  <a:lnTo>
                    <a:pt x="1598833" y="712262"/>
                  </a:lnTo>
                  <a:lnTo>
                    <a:pt x="1749297" y="789756"/>
                  </a:lnTo>
                  <a:lnTo>
                    <a:pt x="1899761" y="867961"/>
                  </a:lnTo>
                  <a:lnTo>
                    <a:pt x="2050225" y="945211"/>
                  </a:lnTo>
                  <a:lnTo>
                    <a:pt x="2200689" y="1037261"/>
                  </a:lnTo>
                  <a:lnTo>
                    <a:pt x="2351153" y="1132694"/>
                  </a:lnTo>
                  <a:lnTo>
                    <a:pt x="2501617" y="1213589"/>
                  </a:lnTo>
                  <a:lnTo>
                    <a:pt x="2652081" y="1281559"/>
                  </a:lnTo>
                  <a:lnTo>
                    <a:pt x="2802545" y="1340375"/>
                  </a:lnTo>
                  <a:lnTo>
                    <a:pt x="2953009" y="1390397"/>
                  </a:lnTo>
                  <a:lnTo>
                    <a:pt x="3103473" y="1433604"/>
                  </a:lnTo>
                  <a:lnTo>
                    <a:pt x="3253937" y="1463499"/>
                  </a:lnTo>
                  <a:lnTo>
                    <a:pt x="3404401" y="1485273"/>
                  </a:lnTo>
                  <a:lnTo>
                    <a:pt x="3554865" y="1510483"/>
                  </a:lnTo>
                  <a:lnTo>
                    <a:pt x="3705329" y="1535548"/>
                  </a:lnTo>
                  <a:lnTo>
                    <a:pt x="3855793" y="1554000"/>
                  </a:lnTo>
                  <a:lnTo>
                    <a:pt x="4006257" y="1570026"/>
                  </a:lnTo>
                  <a:lnTo>
                    <a:pt x="4156721" y="1584452"/>
                  </a:lnTo>
                  <a:lnTo>
                    <a:pt x="4307185" y="1593269"/>
                  </a:lnTo>
                  <a:lnTo>
                    <a:pt x="4457649" y="1597482"/>
                  </a:lnTo>
                  <a:lnTo>
                    <a:pt x="4608114" y="1598718"/>
                  </a:lnTo>
                  <a:lnTo>
                    <a:pt x="4758578" y="1597817"/>
                  </a:lnTo>
                  <a:lnTo>
                    <a:pt x="4909042" y="1595103"/>
                  </a:lnTo>
                  <a:lnTo>
                    <a:pt x="5059506" y="1590996"/>
                  </a:lnTo>
                  <a:lnTo>
                    <a:pt x="5209970" y="1585738"/>
                  </a:lnTo>
                  <a:lnTo>
                    <a:pt x="5360434" y="1579424"/>
                  </a:lnTo>
                  <a:lnTo>
                    <a:pt x="5510898" y="1572040"/>
                  </a:lnTo>
                  <a:lnTo>
                    <a:pt x="5661362" y="1563496"/>
                  </a:lnTo>
                  <a:lnTo>
                    <a:pt x="5811826" y="1553647"/>
                  </a:lnTo>
                  <a:lnTo>
                    <a:pt x="5962290" y="1542317"/>
                  </a:lnTo>
                  <a:lnTo>
                    <a:pt x="6112754" y="1529316"/>
                  </a:lnTo>
                  <a:lnTo>
                    <a:pt x="6145984" y="1526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986213"/>
              <a:ext cx="6145984" cy="1394859"/>
            </a:xfrm>
            <a:custGeom>
              <a:avLst/>
              <a:pathLst>
                <a:path w="6145984" h="1394859">
                  <a:moveTo>
                    <a:pt x="6145984" y="1394859"/>
                  </a:moveTo>
                  <a:lnTo>
                    <a:pt x="6112754" y="1391728"/>
                  </a:lnTo>
                  <a:lnTo>
                    <a:pt x="5962290" y="1378325"/>
                  </a:lnTo>
                  <a:lnTo>
                    <a:pt x="5811826" y="1365516"/>
                  </a:lnTo>
                  <a:lnTo>
                    <a:pt x="5661362" y="1353125"/>
                  </a:lnTo>
                  <a:lnTo>
                    <a:pt x="5510898" y="1340990"/>
                  </a:lnTo>
                  <a:lnTo>
                    <a:pt x="5360434" y="1328979"/>
                  </a:lnTo>
                  <a:lnTo>
                    <a:pt x="5209970" y="1317016"/>
                  </a:lnTo>
                  <a:lnTo>
                    <a:pt x="5059506" y="1305101"/>
                  </a:lnTo>
                  <a:lnTo>
                    <a:pt x="4909042" y="1293343"/>
                  </a:lnTo>
                  <a:lnTo>
                    <a:pt x="4758578" y="1281996"/>
                  </a:lnTo>
                  <a:lnTo>
                    <a:pt x="4608114" y="1271494"/>
                  </a:lnTo>
                  <a:lnTo>
                    <a:pt x="4457649" y="1261658"/>
                  </a:lnTo>
                  <a:lnTo>
                    <a:pt x="4307185" y="1251087"/>
                  </a:lnTo>
                  <a:lnTo>
                    <a:pt x="4156721" y="1239028"/>
                  </a:lnTo>
                  <a:lnTo>
                    <a:pt x="4006257" y="1224118"/>
                  </a:lnTo>
                  <a:lnTo>
                    <a:pt x="3855793" y="1207247"/>
                  </a:lnTo>
                  <a:lnTo>
                    <a:pt x="3705329" y="1189658"/>
                  </a:lnTo>
                  <a:lnTo>
                    <a:pt x="3554865" y="1167765"/>
                  </a:lnTo>
                  <a:lnTo>
                    <a:pt x="3404401" y="1142000"/>
                  </a:lnTo>
                  <a:lnTo>
                    <a:pt x="3253937" y="1119563"/>
                  </a:lnTo>
                  <a:lnTo>
                    <a:pt x="3103473" y="1093817"/>
                  </a:lnTo>
                  <a:lnTo>
                    <a:pt x="2953009" y="1052306"/>
                  </a:lnTo>
                  <a:lnTo>
                    <a:pt x="2802545" y="997118"/>
                  </a:lnTo>
                  <a:lnTo>
                    <a:pt x="2652081" y="936750"/>
                  </a:lnTo>
                  <a:lnTo>
                    <a:pt x="2501617" y="870216"/>
                  </a:lnTo>
                  <a:lnTo>
                    <a:pt x="2351153" y="786167"/>
                  </a:lnTo>
                  <a:lnTo>
                    <a:pt x="2200689" y="689178"/>
                  </a:lnTo>
                  <a:lnTo>
                    <a:pt x="2050225" y="598866"/>
                  </a:lnTo>
                  <a:lnTo>
                    <a:pt x="1899761" y="522322"/>
                  </a:lnTo>
                  <a:lnTo>
                    <a:pt x="1749297" y="446381"/>
                  </a:lnTo>
                  <a:lnTo>
                    <a:pt x="1598833" y="373671"/>
                  </a:lnTo>
                  <a:lnTo>
                    <a:pt x="1448369" y="307397"/>
                  </a:lnTo>
                  <a:lnTo>
                    <a:pt x="1297904" y="248607"/>
                  </a:lnTo>
                  <a:lnTo>
                    <a:pt x="1147440" y="195089"/>
                  </a:lnTo>
                  <a:lnTo>
                    <a:pt x="996976" y="147189"/>
                  </a:lnTo>
                  <a:lnTo>
                    <a:pt x="846512" y="105414"/>
                  </a:lnTo>
                  <a:lnTo>
                    <a:pt x="696048" y="70229"/>
                  </a:lnTo>
                  <a:lnTo>
                    <a:pt x="545584" y="41973"/>
                  </a:lnTo>
                  <a:lnTo>
                    <a:pt x="395120" y="20833"/>
                  </a:lnTo>
                  <a:lnTo>
                    <a:pt x="244656" y="6858"/>
                  </a:lnTo>
                  <a:lnTo>
                    <a:pt x="94192" y="0"/>
                  </a:lnTo>
                  <a:lnTo>
                    <a:pt x="0" y="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709332"/>
              <a:ext cx="6145984" cy="1460474"/>
            </a:xfrm>
            <a:custGeom>
              <a:avLst/>
              <a:pathLst>
                <a:path w="6145984" h="1460474">
                  <a:moveTo>
                    <a:pt x="0" y="0"/>
                  </a:moveTo>
                  <a:lnTo>
                    <a:pt x="94192" y="21423"/>
                  </a:lnTo>
                  <a:lnTo>
                    <a:pt x="244656" y="58744"/>
                  </a:lnTo>
                  <a:lnTo>
                    <a:pt x="395120" y="99197"/>
                  </a:lnTo>
                  <a:lnTo>
                    <a:pt x="545584" y="142819"/>
                  </a:lnTo>
                  <a:lnTo>
                    <a:pt x="696048" y="189644"/>
                  </a:lnTo>
                  <a:lnTo>
                    <a:pt x="846512" y="239707"/>
                  </a:lnTo>
                  <a:lnTo>
                    <a:pt x="996976" y="293044"/>
                  </a:lnTo>
                  <a:lnTo>
                    <a:pt x="1147440" y="349690"/>
                  </a:lnTo>
                  <a:lnTo>
                    <a:pt x="1297904" y="409680"/>
                  </a:lnTo>
                  <a:lnTo>
                    <a:pt x="1448369" y="473131"/>
                  </a:lnTo>
                  <a:lnTo>
                    <a:pt x="1598833" y="542918"/>
                  </a:lnTo>
                  <a:lnTo>
                    <a:pt x="1749297" y="618020"/>
                  </a:lnTo>
                  <a:lnTo>
                    <a:pt x="1899761" y="695094"/>
                  </a:lnTo>
                  <a:lnTo>
                    <a:pt x="2050225" y="771990"/>
                  </a:lnTo>
                  <a:lnTo>
                    <a:pt x="2200689" y="863171"/>
                  </a:lnTo>
                  <a:lnTo>
                    <a:pt x="2351153" y="959383"/>
                  </a:lnTo>
                  <a:lnTo>
                    <a:pt x="2501617" y="1041854"/>
                  </a:lnTo>
                  <a:lnTo>
                    <a:pt x="2652081" y="1109106"/>
                  </a:lnTo>
                  <a:lnTo>
                    <a:pt x="2802545" y="1168698"/>
                  </a:lnTo>
                  <a:lnTo>
                    <a:pt x="2953009" y="1221303"/>
                  </a:lnTo>
                  <a:lnTo>
                    <a:pt x="3103473" y="1263662"/>
                  </a:lnTo>
                  <a:lnTo>
                    <a:pt x="3253937" y="1291483"/>
                  </a:lnTo>
                  <a:lnTo>
                    <a:pt x="3404401" y="1313588"/>
                  </a:lnTo>
                  <a:lnTo>
                    <a:pt x="3554865" y="1339076"/>
                  </a:lnTo>
                  <a:lnTo>
                    <a:pt x="3705329" y="1362555"/>
                  </a:lnTo>
                  <a:lnTo>
                    <a:pt x="3855793" y="1380575"/>
                  </a:lnTo>
                  <a:lnTo>
                    <a:pt x="4006257" y="1397024"/>
                  </a:lnTo>
                  <a:lnTo>
                    <a:pt x="4156721" y="1411692"/>
                  </a:lnTo>
                  <a:lnTo>
                    <a:pt x="4307185" y="1422130"/>
                  </a:lnTo>
                  <a:lnTo>
                    <a:pt x="4457649" y="1429522"/>
                  </a:lnTo>
                  <a:lnTo>
                    <a:pt x="4608114" y="1435058"/>
                  </a:lnTo>
                  <a:lnTo>
                    <a:pt x="4758578" y="1439858"/>
                  </a:lnTo>
                  <a:lnTo>
                    <a:pt x="4909042" y="1444175"/>
                  </a:lnTo>
                  <a:lnTo>
                    <a:pt x="5059506" y="1448001"/>
                  </a:lnTo>
                  <a:lnTo>
                    <a:pt x="5209970" y="1451329"/>
                  </a:lnTo>
                  <a:lnTo>
                    <a:pt x="5360434" y="1454154"/>
                  </a:lnTo>
                  <a:lnTo>
                    <a:pt x="5510898" y="1456467"/>
                  </a:lnTo>
                  <a:lnTo>
                    <a:pt x="5661362" y="1458263"/>
                  </a:lnTo>
                  <a:lnTo>
                    <a:pt x="5811826" y="1459533"/>
                  </a:lnTo>
                  <a:lnTo>
                    <a:pt x="5962290" y="1460273"/>
                  </a:lnTo>
                  <a:lnTo>
                    <a:pt x="6112754" y="1460474"/>
                  </a:lnTo>
                  <a:lnTo>
                    <a:pt x="6145984" y="146039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554038"/>
              <a:ext cx="6145984" cy="1819326"/>
            </a:xfrm>
            <a:custGeom>
              <a:avLst/>
              <a:pathLst>
                <a:path w="6145984" h="1819326">
                  <a:moveTo>
                    <a:pt x="0" y="0"/>
                  </a:moveTo>
                  <a:lnTo>
                    <a:pt x="94192" y="43061"/>
                  </a:lnTo>
                  <a:lnTo>
                    <a:pt x="244656" y="110377"/>
                  </a:lnTo>
                  <a:lnTo>
                    <a:pt x="395120" y="176167"/>
                  </a:lnTo>
                  <a:lnTo>
                    <a:pt x="545584" y="240433"/>
                  </a:lnTo>
                  <a:lnTo>
                    <a:pt x="696048" y="303270"/>
                  </a:lnTo>
                  <a:lnTo>
                    <a:pt x="846512" y="364910"/>
                  </a:lnTo>
                  <a:lnTo>
                    <a:pt x="996976" y="425735"/>
                  </a:lnTo>
                  <a:lnTo>
                    <a:pt x="1147440" y="486251"/>
                  </a:lnTo>
                  <a:lnTo>
                    <a:pt x="1297904" y="547003"/>
                  </a:lnTo>
                  <a:lnTo>
                    <a:pt x="1448369" y="608532"/>
                  </a:lnTo>
                  <a:lnTo>
                    <a:pt x="1598833" y="674091"/>
                  </a:lnTo>
                  <a:lnTo>
                    <a:pt x="1749297" y="743093"/>
                  </a:lnTo>
                  <a:lnTo>
                    <a:pt x="1899761" y="812779"/>
                  </a:lnTo>
                  <a:lnTo>
                    <a:pt x="2050225" y="882094"/>
                  </a:lnTo>
                  <a:lnTo>
                    <a:pt x="2200689" y="965764"/>
                  </a:lnTo>
                  <a:lnTo>
                    <a:pt x="2351153" y="1052637"/>
                  </a:lnTo>
                  <a:lnTo>
                    <a:pt x="2501617" y="1125653"/>
                  </a:lnTo>
                  <a:lnTo>
                    <a:pt x="2652081" y="1183390"/>
                  </a:lnTo>
                  <a:lnTo>
                    <a:pt x="2802545" y="1230101"/>
                  </a:lnTo>
                  <a:lnTo>
                    <a:pt x="2953009" y="1270204"/>
                  </a:lnTo>
                  <a:lnTo>
                    <a:pt x="3103473" y="1308170"/>
                  </a:lnTo>
                  <a:lnTo>
                    <a:pt x="3253937" y="1335328"/>
                  </a:lnTo>
                  <a:lnTo>
                    <a:pt x="3404401" y="1355516"/>
                  </a:lnTo>
                  <a:lnTo>
                    <a:pt x="3554865" y="1378976"/>
                  </a:lnTo>
                  <a:lnTo>
                    <a:pt x="3705329" y="1403572"/>
                  </a:lnTo>
                  <a:lnTo>
                    <a:pt x="3855793" y="1422907"/>
                  </a:lnTo>
                  <a:lnTo>
                    <a:pt x="4006257" y="1439422"/>
                  </a:lnTo>
                  <a:lnTo>
                    <a:pt x="4156721" y="1454015"/>
                  </a:lnTo>
                  <a:lnTo>
                    <a:pt x="4307185" y="1463775"/>
                  </a:lnTo>
                  <a:lnTo>
                    <a:pt x="4457649" y="1469145"/>
                  </a:lnTo>
                  <a:lnTo>
                    <a:pt x="4608114" y="1471187"/>
                  </a:lnTo>
                  <a:lnTo>
                    <a:pt x="4758578" y="1470846"/>
                  </a:lnTo>
                  <a:lnTo>
                    <a:pt x="4909042" y="1468695"/>
                  </a:lnTo>
                  <a:lnTo>
                    <a:pt x="5059506" y="1465148"/>
                  </a:lnTo>
                  <a:lnTo>
                    <a:pt x="5209970" y="1460443"/>
                  </a:lnTo>
                  <a:lnTo>
                    <a:pt x="5360434" y="1454677"/>
                  </a:lnTo>
                  <a:lnTo>
                    <a:pt x="5510898" y="1447838"/>
                  </a:lnTo>
                  <a:lnTo>
                    <a:pt x="5661362" y="1439838"/>
                  </a:lnTo>
                  <a:lnTo>
                    <a:pt x="5811826" y="1430538"/>
                  </a:lnTo>
                  <a:lnTo>
                    <a:pt x="5962290" y="1419768"/>
                  </a:lnTo>
                  <a:lnTo>
                    <a:pt x="6112754" y="1407341"/>
                  </a:lnTo>
                  <a:lnTo>
                    <a:pt x="6145984" y="1404189"/>
                  </a:lnTo>
                  <a:lnTo>
                    <a:pt x="6145984" y="1819326"/>
                  </a:lnTo>
                  <a:lnTo>
                    <a:pt x="6112754" y="1816178"/>
                  </a:lnTo>
                  <a:lnTo>
                    <a:pt x="5962290" y="1802671"/>
                  </a:lnTo>
                  <a:lnTo>
                    <a:pt x="5811826" y="1789735"/>
                  </a:lnTo>
                  <a:lnTo>
                    <a:pt x="5661362" y="1777192"/>
                  </a:lnTo>
                  <a:lnTo>
                    <a:pt x="5510898" y="1764881"/>
                  </a:lnTo>
                  <a:lnTo>
                    <a:pt x="5360434" y="1752672"/>
                  </a:lnTo>
                  <a:lnTo>
                    <a:pt x="5209970" y="1740488"/>
                  </a:lnTo>
                  <a:lnTo>
                    <a:pt x="5059506" y="1728326"/>
                  </a:lnTo>
                  <a:lnTo>
                    <a:pt x="4909042" y="1716292"/>
                  </a:lnTo>
                  <a:lnTo>
                    <a:pt x="4758578" y="1704633"/>
                  </a:lnTo>
                  <a:lnTo>
                    <a:pt x="4608114" y="1693774"/>
                  </a:lnTo>
                  <a:lnTo>
                    <a:pt x="4457649" y="1683285"/>
                  </a:lnTo>
                  <a:lnTo>
                    <a:pt x="4307185" y="1671671"/>
                  </a:lnTo>
                  <a:lnTo>
                    <a:pt x="4156721" y="1658728"/>
                  </a:lnTo>
                  <a:lnTo>
                    <a:pt x="4006257" y="1643660"/>
                  </a:lnTo>
                  <a:lnTo>
                    <a:pt x="3855793" y="1626314"/>
                  </a:lnTo>
                  <a:lnTo>
                    <a:pt x="3705329" y="1607827"/>
                  </a:lnTo>
                  <a:lnTo>
                    <a:pt x="3554865" y="1586346"/>
                  </a:lnTo>
                  <a:lnTo>
                    <a:pt x="3404401" y="1562340"/>
                  </a:lnTo>
                  <a:lnTo>
                    <a:pt x="3253937" y="1541501"/>
                  </a:lnTo>
                  <a:lnTo>
                    <a:pt x="3103473" y="1518419"/>
                  </a:lnTo>
                  <a:lnTo>
                    <a:pt x="2953009" y="1482119"/>
                  </a:lnTo>
                  <a:lnTo>
                    <a:pt x="2802545" y="1436941"/>
                  </a:lnTo>
                  <a:lnTo>
                    <a:pt x="2652081" y="1388705"/>
                  </a:lnTo>
                  <a:lnTo>
                    <a:pt x="2501617" y="1332380"/>
                  </a:lnTo>
                  <a:lnTo>
                    <a:pt x="2351153" y="1256266"/>
                  </a:lnTo>
                  <a:lnTo>
                    <a:pt x="2200689" y="1167865"/>
                  </a:lnTo>
                  <a:lnTo>
                    <a:pt x="2050225" y="1085902"/>
                  </a:lnTo>
                  <a:lnTo>
                    <a:pt x="1899761" y="1017280"/>
                  </a:lnTo>
                  <a:lnTo>
                    <a:pt x="1749297" y="949818"/>
                  </a:lnTo>
                  <a:lnTo>
                    <a:pt x="1598833" y="885514"/>
                  </a:lnTo>
                  <a:lnTo>
                    <a:pt x="1448369" y="826856"/>
                  </a:lnTo>
                  <a:lnTo>
                    <a:pt x="1297904" y="774482"/>
                  </a:lnTo>
                  <a:lnTo>
                    <a:pt x="1147440" y="726444"/>
                  </a:lnTo>
                  <a:lnTo>
                    <a:pt x="996976" y="683109"/>
                  </a:lnTo>
                  <a:lnTo>
                    <a:pt x="846512" y="644994"/>
                  </a:lnTo>
                  <a:lnTo>
                    <a:pt x="696048" y="612578"/>
                  </a:lnTo>
                  <a:lnTo>
                    <a:pt x="545584" y="586217"/>
                  </a:lnTo>
                  <a:lnTo>
                    <a:pt x="395120" y="566112"/>
                  </a:lnTo>
                  <a:lnTo>
                    <a:pt x="244656" y="552332"/>
                  </a:lnTo>
                  <a:lnTo>
                    <a:pt x="94192" y="544852"/>
                  </a:lnTo>
                  <a:lnTo>
                    <a:pt x="0" y="54406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554038"/>
              <a:ext cx="6145984" cy="1471187"/>
            </a:xfrm>
            <a:custGeom>
              <a:avLst/>
              <a:pathLst>
                <a:path w="6145984" h="1471187">
                  <a:moveTo>
                    <a:pt x="0" y="0"/>
                  </a:moveTo>
                  <a:lnTo>
                    <a:pt x="94192" y="43061"/>
                  </a:lnTo>
                  <a:lnTo>
                    <a:pt x="244656" y="110377"/>
                  </a:lnTo>
                  <a:lnTo>
                    <a:pt x="395120" y="176167"/>
                  </a:lnTo>
                  <a:lnTo>
                    <a:pt x="545584" y="240433"/>
                  </a:lnTo>
                  <a:lnTo>
                    <a:pt x="696048" y="303270"/>
                  </a:lnTo>
                  <a:lnTo>
                    <a:pt x="846512" y="364910"/>
                  </a:lnTo>
                  <a:lnTo>
                    <a:pt x="996976" y="425735"/>
                  </a:lnTo>
                  <a:lnTo>
                    <a:pt x="1147440" y="486251"/>
                  </a:lnTo>
                  <a:lnTo>
                    <a:pt x="1297904" y="547003"/>
                  </a:lnTo>
                  <a:lnTo>
                    <a:pt x="1448369" y="608532"/>
                  </a:lnTo>
                  <a:lnTo>
                    <a:pt x="1598833" y="674091"/>
                  </a:lnTo>
                  <a:lnTo>
                    <a:pt x="1749297" y="743093"/>
                  </a:lnTo>
                  <a:lnTo>
                    <a:pt x="1899761" y="812779"/>
                  </a:lnTo>
                  <a:lnTo>
                    <a:pt x="2050225" y="882094"/>
                  </a:lnTo>
                  <a:lnTo>
                    <a:pt x="2200689" y="965764"/>
                  </a:lnTo>
                  <a:lnTo>
                    <a:pt x="2351153" y="1052637"/>
                  </a:lnTo>
                  <a:lnTo>
                    <a:pt x="2501617" y="1125653"/>
                  </a:lnTo>
                  <a:lnTo>
                    <a:pt x="2652081" y="1183390"/>
                  </a:lnTo>
                  <a:lnTo>
                    <a:pt x="2802545" y="1230101"/>
                  </a:lnTo>
                  <a:lnTo>
                    <a:pt x="2953009" y="1270204"/>
                  </a:lnTo>
                  <a:lnTo>
                    <a:pt x="3103473" y="1308170"/>
                  </a:lnTo>
                  <a:lnTo>
                    <a:pt x="3253937" y="1335328"/>
                  </a:lnTo>
                  <a:lnTo>
                    <a:pt x="3404401" y="1355516"/>
                  </a:lnTo>
                  <a:lnTo>
                    <a:pt x="3554865" y="1378976"/>
                  </a:lnTo>
                  <a:lnTo>
                    <a:pt x="3705329" y="1403572"/>
                  </a:lnTo>
                  <a:lnTo>
                    <a:pt x="3855793" y="1422907"/>
                  </a:lnTo>
                  <a:lnTo>
                    <a:pt x="4006257" y="1439422"/>
                  </a:lnTo>
                  <a:lnTo>
                    <a:pt x="4156721" y="1454015"/>
                  </a:lnTo>
                  <a:lnTo>
                    <a:pt x="4307185" y="1463775"/>
                  </a:lnTo>
                  <a:lnTo>
                    <a:pt x="4457649" y="1469145"/>
                  </a:lnTo>
                  <a:lnTo>
                    <a:pt x="4608114" y="1471187"/>
                  </a:lnTo>
                  <a:lnTo>
                    <a:pt x="4758578" y="1470846"/>
                  </a:lnTo>
                  <a:lnTo>
                    <a:pt x="4909042" y="1468695"/>
                  </a:lnTo>
                  <a:lnTo>
                    <a:pt x="5059506" y="1465148"/>
                  </a:lnTo>
                  <a:lnTo>
                    <a:pt x="5209970" y="1460443"/>
                  </a:lnTo>
                  <a:lnTo>
                    <a:pt x="5360434" y="1454677"/>
                  </a:lnTo>
                  <a:lnTo>
                    <a:pt x="5510898" y="1447838"/>
                  </a:lnTo>
                  <a:lnTo>
                    <a:pt x="5661362" y="1439838"/>
                  </a:lnTo>
                  <a:lnTo>
                    <a:pt x="5811826" y="1430538"/>
                  </a:lnTo>
                  <a:lnTo>
                    <a:pt x="5962290" y="1419768"/>
                  </a:lnTo>
                  <a:lnTo>
                    <a:pt x="6112754" y="1407341"/>
                  </a:lnTo>
                  <a:lnTo>
                    <a:pt x="6145984" y="14041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098100"/>
              <a:ext cx="6145984" cy="1275263"/>
            </a:xfrm>
            <a:custGeom>
              <a:avLst/>
              <a:pathLst>
                <a:path w="6145984" h="1275263">
                  <a:moveTo>
                    <a:pt x="6145984" y="1275263"/>
                  </a:moveTo>
                  <a:lnTo>
                    <a:pt x="6112754" y="1272115"/>
                  </a:lnTo>
                  <a:lnTo>
                    <a:pt x="5962290" y="1258609"/>
                  </a:lnTo>
                  <a:lnTo>
                    <a:pt x="5811826" y="1245672"/>
                  </a:lnTo>
                  <a:lnTo>
                    <a:pt x="5661362" y="1233129"/>
                  </a:lnTo>
                  <a:lnTo>
                    <a:pt x="5510898" y="1220818"/>
                  </a:lnTo>
                  <a:lnTo>
                    <a:pt x="5360434" y="1208609"/>
                  </a:lnTo>
                  <a:lnTo>
                    <a:pt x="5209970" y="1196425"/>
                  </a:lnTo>
                  <a:lnTo>
                    <a:pt x="5059506" y="1184263"/>
                  </a:lnTo>
                  <a:lnTo>
                    <a:pt x="4909042" y="1172229"/>
                  </a:lnTo>
                  <a:lnTo>
                    <a:pt x="4758578" y="1160571"/>
                  </a:lnTo>
                  <a:lnTo>
                    <a:pt x="4608114" y="1149712"/>
                  </a:lnTo>
                  <a:lnTo>
                    <a:pt x="4457649" y="1139223"/>
                  </a:lnTo>
                  <a:lnTo>
                    <a:pt x="4307185" y="1127608"/>
                  </a:lnTo>
                  <a:lnTo>
                    <a:pt x="4156721" y="1114665"/>
                  </a:lnTo>
                  <a:lnTo>
                    <a:pt x="4006257" y="1099597"/>
                  </a:lnTo>
                  <a:lnTo>
                    <a:pt x="3855793" y="1082252"/>
                  </a:lnTo>
                  <a:lnTo>
                    <a:pt x="3705329" y="1063764"/>
                  </a:lnTo>
                  <a:lnTo>
                    <a:pt x="3554865" y="1042283"/>
                  </a:lnTo>
                  <a:lnTo>
                    <a:pt x="3404401" y="1018277"/>
                  </a:lnTo>
                  <a:lnTo>
                    <a:pt x="3253937" y="997439"/>
                  </a:lnTo>
                  <a:lnTo>
                    <a:pt x="3103473" y="974357"/>
                  </a:lnTo>
                  <a:lnTo>
                    <a:pt x="2953009" y="938056"/>
                  </a:lnTo>
                  <a:lnTo>
                    <a:pt x="2802545" y="892879"/>
                  </a:lnTo>
                  <a:lnTo>
                    <a:pt x="2652081" y="844643"/>
                  </a:lnTo>
                  <a:lnTo>
                    <a:pt x="2501617" y="788318"/>
                  </a:lnTo>
                  <a:lnTo>
                    <a:pt x="2351153" y="712203"/>
                  </a:lnTo>
                  <a:lnTo>
                    <a:pt x="2200689" y="623803"/>
                  </a:lnTo>
                  <a:lnTo>
                    <a:pt x="2050225" y="541839"/>
                  </a:lnTo>
                  <a:lnTo>
                    <a:pt x="1899761" y="473218"/>
                  </a:lnTo>
                  <a:lnTo>
                    <a:pt x="1749297" y="405756"/>
                  </a:lnTo>
                  <a:lnTo>
                    <a:pt x="1598833" y="341451"/>
                  </a:lnTo>
                  <a:lnTo>
                    <a:pt x="1448369" y="282794"/>
                  </a:lnTo>
                  <a:lnTo>
                    <a:pt x="1297904" y="230420"/>
                  </a:lnTo>
                  <a:lnTo>
                    <a:pt x="1147440" y="182381"/>
                  </a:lnTo>
                  <a:lnTo>
                    <a:pt x="996976" y="139046"/>
                  </a:lnTo>
                  <a:lnTo>
                    <a:pt x="846512" y="100932"/>
                  </a:lnTo>
                  <a:lnTo>
                    <a:pt x="696048" y="68516"/>
                  </a:lnTo>
                  <a:lnTo>
                    <a:pt x="545584" y="42154"/>
                  </a:lnTo>
                  <a:lnTo>
                    <a:pt x="395120" y="22049"/>
                  </a:lnTo>
                  <a:lnTo>
                    <a:pt x="244656" y="8270"/>
                  </a:lnTo>
                  <a:lnTo>
                    <a:pt x="94192" y="7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826069"/>
              <a:ext cx="6145984" cy="1339728"/>
            </a:xfrm>
            <a:custGeom>
              <a:avLst/>
              <a:pathLst>
                <a:path w="6145984" h="1339728">
                  <a:moveTo>
                    <a:pt x="0" y="0"/>
                  </a:moveTo>
                  <a:lnTo>
                    <a:pt x="94192" y="21926"/>
                  </a:lnTo>
                  <a:lnTo>
                    <a:pt x="244656" y="59323"/>
                  </a:lnTo>
                  <a:lnTo>
                    <a:pt x="395120" y="99108"/>
                  </a:lnTo>
                  <a:lnTo>
                    <a:pt x="545584" y="141293"/>
                  </a:lnTo>
                  <a:lnTo>
                    <a:pt x="696048" y="185893"/>
                  </a:lnTo>
                  <a:lnTo>
                    <a:pt x="846512" y="232921"/>
                  </a:lnTo>
                  <a:lnTo>
                    <a:pt x="996976" y="282391"/>
                  </a:lnTo>
                  <a:lnTo>
                    <a:pt x="1147440" y="334316"/>
                  </a:lnTo>
                  <a:lnTo>
                    <a:pt x="1297904" y="388712"/>
                  </a:lnTo>
                  <a:lnTo>
                    <a:pt x="1448369" y="445663"/>
                  </a:lnTo>
                  <a:lnTo>
                    <a:pt x="1598833" y="507771"/>
                  </a:lnTo>
                  <a:lnTo>
                    <a:pt x="1749297" y="574425"/>
                  </a:lnTo>
                  <a:lnTo>
                    <a:pt x="1899761" y="642999"/>
                  </a:lnTo>
                  <a:lnTo>
                    <a:pt x="2050225" y="711967"/>
                  </a:lnTo>
                  <a:lnTo>
                    <a:pt x="2200689" y="794783"/>
                  </a:lnTo>
                  <a:lnTo>
                    <a:pt x="2351153" y="882420"/>
                  </a:lnTo>
                  <a:lnTo>
                    <a:pt x="2501617" y="956986"/>
                  </a:lnTo>
                  <a:lnTo>
                    <a:pt x="2652081" y="1014016"/>
                  </a:lnTo>
                  <a:lnTo>
                    <a:pt x="2802545" y="1061490"/>
                  </a:lnTo>
                  <a:lnTo>
                    <a:pt x="2953009" y="1104130"/>
                  </a:lnTo>
                  <a:lnTo>
                    <a:pt x="3103473" y="1141263"/>
                  </a:lnTo>
                  <a:lnTo>
                    <a:pt x="3253937" y="1166383"/>
                  </a:lnTo>
                  <a:lnTo>
                    <a:pt x="3404401" y="1186897"/>
                  </a:lnTo>
                  <a:lnTo>
                    <a:pt x="3554865" y="1210630"/>
                  </a:lnTo>
                  <a:lnTo>
                    <a:pt x="3705329" y="1233668"/>
                  </a:lnTo>
                  <a:lnTo>
                    <a:pt x="3855793" y="1252579"/>
                  </a:lnTo>
                  <a:lnTo>
                    <a:pt x="4006257" y="1269510"/>
                  </a:lnTo>
                  <a:lnTo>
                    <a:pt x="4156721" y="1284340"/>
                  </a:lnTo>
                  <a:lnTo>
                    <a:pt x="4307185" y="1295692"/>
                  </a:lnTo>
                  <a:lnTo>
                    <a:pt x="4457649" y="1304184"/>
                  </a:lnTo>
                  <a:lnTo>
                    <a:pt x="4608114" y="1310449"/>
                  </a:lnTo>
                  <a:lnTo>
                    <a:pt x="4758578" y="1315708"/>
                  </a:lnTo>
                  <a:lnTo>
                    <a:pt x="4909042" y="1320462"/>
                  </a:lnTo>
                  <a:lnTo>
                    <a:pt x="5059506" y="1324705"/>
                  </a:lnTo>
                  <a:lnTo>
                    <a:pt x="5209970" y="1328434"/>
                  </a:lnTo>
                  <a:lnTo>
                    <a:pt x="5360434" y="1331643"/>
                  </a:lnTo>
                  <a:lnTo>
                    <a:pt x="5510898" y="1334328"/>
                  </a:lnTo>
                  <a:lnTo>
                    <a:pt x="5661362" y="1336483"/>
                  </a:lnTo>
                  <a:lnTo>
                    <a:pt x="5811826" y="1338105"/>
                  </a:lnTo>
                  <a:lnTo>
                    <a:pt x="5962290" y="1339188"/>
                  </a:lnTo>
                  <a:lnTo>
                    <a:pt x="6112754" y="1339728"/>
                  </a:lnTo>
                  <a:lnTo>
                    <a:pt x="6145984" y="133972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3683427"/>
              <a:ext cx="6145984" cy="1698091"/>
            </a:xfrm>
            <a:custGeom>
              <a:avLst/>
              <a:pathLst>
                <a:path w="6145984" h="1698091">
                  <a:moveTo>
                    <a:pt x="0" y="0"/>
                  </a:moveTo>
                  <a:lnTo>
                    <a:pt x="94192" y="48202"/>
                  </a:lnTo>
                  <a:lnTo>
                    <a:pt x="244656" y="122526"/>
                  </a:lnTo>
                  <a:lnTo>
                    <a:pt x="395120" y="194110"/>
                  </a:lnTo>
                  <a:lnTo>
                    <a:pt x="545584" y="262942"/>
                  </a:lnTo>
                  <a:lnTo>
                    <a:pt x="696048" y="329100"/>
                  </a:lnTo>
                  <a:lnTo>
                    <a:pt x="846512" y="392786"/>
                  </a:lnTo>
                  <a:lnTo>
                    <a:pt x="996976" y="454346"/>
                  </a:lnTo>
                  <a:lnTo>
                    <a:pt x="1147440" y="514238"/>
                  </a:lnTo>
                  <a:lnTo>
                    <a:pt x="1297904" y="572960"/>
                  </a:lnTo>
                  <a:lnTo>
                    <a:pt x="1448369" y="630991"/>
                  </a:lnTo>
                  <a:lnTo>
                    <a:pt x="1598833" y="690946"/>
                  </a:lnTo>
                  <a:lnTo>
                    <a:pt x="1749297" y="752593"/>
                  </a:lnTo>
                  <a:lnTo>
                    <a:pt x="1899761" y="814061"/>
                  </a:lnTo>
                  <a:lnTo>
                    <a:pt x="2050225" y="874926"/>
                  </a:lnTo>
                  <a:lnTo>
                    <a:pt x="2200689" y="947245"/>
                  </a:lnTo>
                  <a:lnTo>
                    <a:pt x="2351153" y="1021342"/>
                  </a:lnTo>
                  <a:lnTo>
                    <a:pt x="2501617" y="1083117"/>
                  </a:lnTo>
                  <a:lnTo>
                    <a:pt x="2652081" y="1129459"/>
                  </a:lnTo>
                  <a:lnTo>
                    <a:pt x="2802545" y="1164104"/>
                  </a:lnTo>
                  <a:lnTo>
                    <a:pt x="2953009" y="1193717"/>
                  </a:lnTo>
                  <a:lnTo>
                    <a:pt x="3103473" y="1223898"/>
                  </a:lnTo>
                  <a:lnTo>
                    <a:pt x="3253937" y="1244970"/>
                  </a:lnTo>
                  <a:lnTo>
                    <a:pt x="3404401" y="1260179"/>
                  </a:lnTo>
                  <a:lnTo>
                    <a:pt x="3554865" y="1278851"/>
                  </a:lnTo>
                  <a:lnTo>
                    <a:pt x="3705329" y="1299272"/>
                  </a:lnTo>
                  <a:lnTo>
                    <a:pt x="3855793" y="1315683"/>
                  </a:lnTo>
                  <a:lnTo>
                    <a:pt x="4006257" y="1330318"/>
                  </a:lnTo>
                  <a:lnTo>
                    <a:pt x="4156721" y="1344266"/>
                  </a:lnTo>
                  <a:lnTo>
                    <a:pt x="4307185" y="1354720"/>
                  </a:lnTo>
                  <a:lnTo>
                    <a:pt x="4457649" y="1361470"/>
                  </a:lnTo>
                  <a:lnTo>
                    <a:pt x="4608114" y="1364894"/>
                  </a:lnTo>
                  <a:lnTo>
                    <a:pt x="4758578" y="1365804"/>
                  </a:lnTo>
                  <a:lnTo>
                    <a:pt x="4909042" y="1364908"/>
                  </a:lnTo>
                  <a:lnTo>
                    <a:pt x="5059506" y="1362598"/>
                  </a:lnTo>
                  <a:lnTo>
                    <a:pt x="5209970" y="1359101"/>
                  </a:lnTo>
                  <a:lnTo>
                    <a:pt x="5360434" y="1354511"/>
                  </a:lnTo>
                  <a:lnTo>
                    <a:pt x="5510898" y="1348821"/>
                  </a:lnTo>
                  <a:lnTo>
                    <a:pt x="5661362" y="1341954"/>
                  </a:lnTo>
                  <a:lnTo>
                    <a:pt x="5811826" y="1333783"/>
                  </a:lnTo>
                  <a:lnTo>
                    <a:pt x="5962290" y="1324154"/>
                  </a:lnTo>
                  <a:lnTo>
                    <a:pt x="6112754" y="1312896"/>
                  </a:lnTo>
                  <a:lnTo>
                    <a:pt x="6145984" y="1310012"/>
                  </a:lnTo>
                  <a:lnTo>
                    <a:pt x="6145984" y="1698091"/>
                  </a:lnTo>
                  <a:lnTo>
                    <a:pt x="6112754" y="1695086"/>
                  </a:lnTo>
                  <a:lnTo>
                    <a:pt x="5962290" y="1682101"/>
                  </a:lnTo>
                  <a:lnTo>
                    <a:pt x="5811826" y="1669569"/>
                  </a:lnTo>
                  <a:lnTo>
                    <a:pt x="5661362" y="1657321"/>
                  </a:lnTo>
                  <a:lnTo>
                    <a:pt x="5510898" y="1645201"/>
                  </a:lnTo>
                  <a:lnTo>
                    <a:pt x="5360434" y="1633084"/>
                  </a:lnTo>
                  <a:lnTo>
                    <a:pt x="5209970" y="1620894"/>
                  </a:lnTo>
                  <a:lnTo>
                    <a:pt x="5059506" y="1608623"/>
                  </a:lnTo>
                  <a:lnTo>
                    <a:pt x="4909042" y="1596368"/>
                  </a:lnTo>
                  <a:lnTo>
                    <a:pt x="4758578" y="1584353"/>
                  </a:lnTo>
                  <a:lnTo>
                    <a:pt x="4608114" y="1572974"/>
                  </a:lnTo>
                  <a:lnTo>
                    <a:pt x="4457649" y="1561654"/>
                  </a:lnTo>
                  <a:lnTo>
                    <a:pt x="4307185" y="1549067"/>
                  </a:lnTo>
                  <a:lnTo>
                    <a:pt x="4156721" y="1535637"/>
                  </a:lnTo>
                  <a:lnTo>
                    <a:pt x="4006257" y="1521244"/>
                  </a:lnTo>
                  <a:lnTo>
                    <a:pt x="3855793" y="1505833"/>
                  </a:lnTo>
                  <a:lnTo>
                    <a:pt x="3705329" y="1490214"/>
                  </a:lnTo>
                  <a:lnTo>
                    <a:pt x="3554865" y="1472705"/>
                  </a:lnTo>
                  <a:lnTo>
                    <a:pt x="3404401" y="1453523"/>
                  </a:lnTo>
                  <a:lnTo>
                    <a:pt x="3253937" y="1437706"/>
                  </a:lnTo>
                  <a:lnTo>
                    <a:pt x="3103473" y="1420444"/>
                  </a:lnTo>
                  <a:lnTo>
                    <a:pt x="2953009" y="1391820"/>
                  </a:lnTo>
                  <a:lnTo>
                    <a:pt x="2802545" y="1357463"/>
                  </a:lnTo>
                  <a:lnTo>
                    <a:pt x="2652081" y="1321393"/>
                  </a:lnTo>
                  <a:lnTo>
                    <a:pt x="2501617" y="1276370"/>
                  </a:lnTo>
                  <a:lnTo>
                    <a:pt x="2351153" y="1211699"/>
                  </a:lnTo>
                  <a:lnTo>
                    <a:pt x="2200689" y="1136174"/>
                  </a:lnTo>
                  <a:lnTo>
                    <a:pt x="2050225" y="1065451"/>
                  </a:lnTo>
                  <a:lnTo>
                    <a:pt x="1899761" y="1005233"/>
                  </a:lnTo>
                  <a:lnTo>
                    <a:pt x="1749297" y="945844"/>
                  </a:lnTo>
                  <a:lnTo>
                    <a:pt x="1598833" y="888589"/>
                  </a:lnTo>
                  <a:lnTo>
                    <a:pt x="1448369" y="835086"/>
                  </a:lnTo>
                  <a:lnTo>
                    <a:pt x="1297904" y="785613"/>
                  </a:lnTo>
                  <a:lnTo>
                    <a:pt x="1147440" y="738776"/>
                  </a:lnTo>
                  <a:lnTo>
                    <a:pt x="996976" y="694945"/>
                  </a:lnTo>
                  <a:lnTo>
                    <a:pt x="846512" y="654616"/>
                  </a:lnTo>
                  <a:lnTo>
                    <a:pt x="696048" y="618249"/>
                  </a:lnTo>
                  <a:lnTo>
                    <a:pt x="545584" y="586189"/>
                  </a:lnTo>
                  <a:lnTo>
                    <a:pt x="395120" y="558639"/>
                  </a:lnTo>
                  <a:lnTo>
                    <a:pt x="244656" y="535676"/>
                  </a:lnTo>
                  <a:lnTo>
                    <a:pt x="94192" y="517289"/>
                  </a:lnTo>
                  <a:lnTo>
                    <a:pt x="0" y="50860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683427"/>
              <a:ext cx="6145984" cy="1365804"/>
            </a:xfrm>
            <a:custGeom>
              <a:avLst/>
              <a:pathLst>
                <a:path w="6145984" h="1365804">
                  <a:moveTo>
                    <a:pt x="0" y="0"/>
                  </a:moveTo>
                  <a:lnTo>
                    <a:pt x="94192" y="48202"/>
                  </a:lnTo>
                  <a:lnTo>
                    <a:pt x="244656" y="122526"/>
                  </a:lnTo>
                  <a:lnTo>
                    <a:pt x="395120" y="194110"/>
                  </a:lnTo>
                  <a:lnTo>
                    <a:pt x="545584" y="262942"/>
                  </a:lnTo>
                  <a:lnTo>
                    <a:pt x="696048" y="329100"/>
                  </a:lnTo>
                  <a:lnTo>
                    <a:pt x="846512" y="392786"/>
                  </a:lnTo>
                  <a:lnTo>
                    <a:pt x="996976" y="454346"/>
                  </a:lnTo>
                  <a:lnTo>
                    <a:pt x="1147440" y="514238"/>
                  </a:lnTo>
                  <a:lnTo>
                    <a:pt x="1297904" y="572960"/>
                  </a:lnTo>
                  <a:lnTo>
                    <a:pt x="1448369" y="630991"/>
                  </a:lnTo>
                  <a:lnTo>
                    <a:pt x="1598833" y="690946"/>
                  </a:lnTo>
                  <a:lnTo>
                    <a:pt x="1749297" y="752593"/>
                  </a:lnTo>
                  <a:lnTo>
                    <a:pt x="1899761" y="814061"/>
                  </a:lnTo>
                  <a:lnTo>
                    <a:pt x="2050225" y="874926"/>
                  </a:lnTo>
                  <a:lnTo>
                    <a:pt x="2200689" y="947245"/>
                  </a:lnTo>
                  <a:lnTo>
                    <a:pt x="2351153" y="1021342"/>
                  </a:lnTo>
                  <a:lnTo>
                    <a:pt x="2501617" y="1083117"/>
                  </a:lnTo>
                  <a:lnTo>
                    <a:pt x="2652081" y="1129459"/>
                  </a:lnTo>
                  <a:lnTo>
                    <a:pt x="2802545" y="1164104"/>
                  </a:lnTo>
                  <a:lnTo>
                    <a:pt x="2953009" y="1193717"/>
                  </a:lnTo>
                  <a:lnTo>
                    <a:pt x="3103473" y="1223898"/>
                  </a:lnTo>
                  <a:lnTo>
                    <a:pt x="3253937" y="1244970"/>
                  </a:lnTo>
                  <a:lnTo>
                    <a:pt x="3404401" y="1260179"/>
                  </a:lnTo>
                  <a:lnTo>
                    <a:pt x="3554865" y="1278851"/>
                  </a:lnTo>
                  <a:lnTo>
                    <a:pt x="3705329" y="1299272"/>
                  </a:lnTo>
                  <a:lnTo>
                    <a:pt x="3855793" y="1315683"/>
                  </a:lnTo>
                  <a:lnTo>
                    <a:pt x="4006257" y="1330318"/>
                  </a:lnTo>
                  <a:lnTo>
                    <a:pt x="4156721" y="1344266"/>
                  </a:lnTo>
                  <a:lnTo>
                    <a:pt x="4307185" y="1354720"/>
                  </a:lnTo>
                  <a:lnTo>
                    <a:pt x="4457649" y="1361470"/>
                  </a:lnTo>
                  <a:lnTo>
                    <a:pt x="4608114" y="1364894"/>
                  </a:lnTo>
                  <a:lnTo>
                    <a:pt x="4758578" y="1365804"/>
                  </a:lnTo>
                  <a:lnTo>
                    <a:pt x="4909042" y="1364908"/>
                  </a:lnTo>
                  <a:lnTo>
                    <a:pt x="5059506" y="1362598"/>
                  </a:lnTo>
                  <a:lnTo>
                    <a:pt x="5209970" y="1359101"/>
                  </a:lnTo>
                  <a:lnTo>
                    <a:pt x="5360434" y="1354511"/>
                  </a:lnTo>
                  <a:lnTo>
                    <a:pt x="5510898" y="1348821"/>
                  </a:lnTo>
                  <a:lnTo>
                    <a:pt x="5661362" y="1341954"/>
                  </a:lnTo>
                  <a:lnTo>
                    <a:pt x="5811826" y="1333783"/>
                  </a:lnTo>
                  <a:lnTo>
                    <a:pt x="5962290" y="1324154"/>
                  </a:lnTo>
                  <a:lnTo>
                    <a:pt x="6112754" y="1312896"/>
                  </a:lnTo>
                  <a:lnTo>
                    <a:pt x="6145984" y="1310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92029"/>
              <a:ext cx="6145984" cy="1189489"/>
            </a:xfrm>
            <a:custGeom>
              <a:avLst/>
              <a:pathLst>
                <a:path w="6145984" h="1189489">
                  <a:moveTo>
                    <a:pt x="6145984" y="1189489"/>
                  </a:moveTo>
                  <a:lnTo>
                    <a:pt x="6112754" y="1186483"/>
                  </a:lnTo>
                  <a:lnTo>
                    <a:pt x="5962290" y="1173498"/>
                  </a:lnTo>
                  <a:lnTo>
                    <a:pt x="5811826" y="1160966"/>
                  </a:lnTo>
                  <a:lnTo>
                    <a:pt x="5661362" y="1148718"/>
                  </a:lnTo>
                  <a:lnTo>
                    <a:pt x="5510898" y="1136598"/>
                  </a:lnTo>
                  <a:lnTo>
                    <a:pt x="5360434" y="1124481"/>
                  </a:lnTo>
                  <a:lnTo>
                    <a:pt x="5209970" y="1112291"/>
                  </a:lnTo>
                  <a:lnTo>
                    <a:pt x="5059506" y="1100020"/>
                  </a:lnTo>
                  <a:lnTo>
                    <a:pt x="4909042" y="1087765"/>
                  </a:lnTo>
                  <a:lnTo>
                    <a:pt x="4758578" y="1075751"/>
                  </a:lnTo>
                  <a:lnTo>
                    <a:pt x="4608114" y="1064371"/>
                  </a:lnTo>
                  <a:lnTo>
                    <a:pt x="4457649" y="1053051"/>
                  </a:lnTo>
                  <a:lnTo>
                    <a:pt x="4307185" y="1040464"/>
                  </a:lnTo>
                  <a:lnTo>
                    <a:pt x="4156721" y="1027034"/>
                  </a:lnTo>
                  <a:lnTo>
                    <a:pt x="4006257" y="1012641"/>
                  </a:lnTo>
                  <a:lnTo>
                    <a:pt x="3855793" y="997230"/>
                  </a:lnTo>
                  <a:lnTo>
                    <a:pt x="3705329" y="981611"/>
                  </a:lnTo>
                  <a:lnTo>
                    <a:pt x="3554865" y="964102"/>
                  </a:lnTo>
                  <a:lnTo>
                    <a:pt x="3404401" y="944921"/>
                  </a:lnTo>
                  <a:lnTo>
                    <a:pt x="3253937" y="929103"/>
                  </a:lnTo>
                  <a:lnTo>
                    <a:pt x="3103473" y="911841"/>
                  </a:lnTo>
                  <a:lnTo>
                    <a:pt x="2953009" y="883217"/>
                  </a:lnTo>
                  <a:lnTo>
                    <a:pt x="2802545" y="848861"/>
                  </a:lnTo>
                  <a:lnTo>
                    <a:pt x="2652081" y="812790"/>
                  </a:lnTo>
                  <a:lnTo>
                    <a:pt x="2501617" y="767767"/>
                  </a:lnTo>
                  <a:lnTo>
                    <a:pt x="2351153" y="703096"/>
                  </a:lnTo>
                  <a:lnTo>
                    <a:pt x="2200689" y="627571"/>
                  </a:lnTo>
                  <a:lnTo>
                    <a:pt x="2050225" y="556848"/>
                  </a:lnTo>
                  <a:lnTo>
                    <a:pt x="1899761" y="496631"/>
                  </a:lnTo>
                  <a:lnTo>
                    <a:pt x="1749297" y="437241"/>
                  </a:lnTo>
                  <a:lnTo>
                    <a:pt x="1598833" y="379986"/>
                  </a:lnTo>
                  <a:lnTo>
                    <a:pt x="1448369" y="326483"/>
                  </a:lnTo>
                  <a:lnTo>
                    <a:pt x="1297904" y="277010"/>
                  </a:lnTo>
                  <a:lnTo>
                    <a:pt x="1147440" y="230173"/>
                  </a:lnTo>
                  <a:lnTo>
                    <a:pt x="996976" y="186342"/>
                  </a:lnTo>
                  <a:lnTo>
                    <a:pt x="846512" y="146013"/>
                  </a:lnTo>
                  <a:lnTo>
                    <a:pt x="696048" y="109646"/>
                  </a:lnTo>
                  <a:lnTo>
                    <a:pt x="545584" y="77586"/>
                  </a:lnTo>
                  <a:lnTo>
                    <a:pt x="395120" y="50036"/>
                  </a:lnTo>
                  <a:lnTo>
                    <a:pt x="244656" y="27073"/>
                  </a:lnTo>
                  <a:lnTo>
                    <a:pt x="94192" y="86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937728"/>
              <a:ext cx="6145984" cy="1249750"/>
            </a:xfrm>
            <a:custGeom>
              <a:avLst/>
              <a:pathLst>
                <a:path w="6145984" h="1249750">
                  <a:moveTo>
                    <a:pt x="0" y="0"/>
                  </a:moveTo>
                  <a:lnTo>
                    <a:pt x="94192" y="28444"/>
                  </a:lnTo>
                  <a:lnTo>
                    <a:pt x="244656" y="74800"/>
                  </a:lnTo>
                  <a:lnTo>
                    <a:pt x="395120" y="122073"/>
                  </a:lnTo>
                  <a:lnTo>
                    <a:pt x="545584" y="170264"/>
                  </a:lnTo>
                  <a:lnTo>
                    <a:pt x="696048" y="219373"/>
                  </a:lnTo>
                  <a:lnTo>
                    <a:pt x="846512" y="269400"/>
                  </a:lnTo>
                  <a:lnTo>
                    <a:pt x="996976" y="320344"/>
                  </a:lnTo>
                  <a:lnTo>
                    <a:pt x="1147440" y="372206"/>
                  </a:lnTo>
                  <a:lnTo>
                    <a:pt x="1297904" y="424985"/>
                  </a:lnTo>
                  <a:lnTo>
                    <a:pt x="1448369" y="478737"/>
                  </a:lnTo>
                  <a:lnTo>
                    <a:pt x="1598833" y="535466"/>
                  </a:lnTo>
                  <a:lnTo>
                    <a:pt x="1749297" y="594917"/>
                  </a:lnTo>
                  <a:lnTo>
                    <a:pt x="1899761" y="655346"/>
                  </a:lnTo>
                  <a:lnTo>
                    <a:pt x="2050225" y="715887"/>
                  </a:lnTo>
                  <a:lnTo>
                    <a:pt x="2200689" y="787408"/>
                  </a:lnTo>
                  <a:lnTo>
                    <a:pt x="2351153" y="862219"/>
                  </a:lnTo>
                  <a:lnTo>
                    <a:pt x="2501617" y="925442"/>
                  </a:lnTo>
                  <a:lnTo>
                    <a:pt x="2652081" y="971125"/>
                  </a:lnTo>
                  <a:lnTo>
                    <a:pt x="2802545" y="1006482"/>
                  </a:lnTo>
                  <a:lnTo>
                    <a:pt x="2953009" y="1038467"/>
                  </a:lnTo>
                  <a:lnTo>
                    <a:pt x="3103473" y="1067869"/>
                  </a:lnTo>
                  <a:lnTo>
                    <a:pt x="3253937" y="1087037"/>
                  </a:lnTo>
                  <a:lnTo>
                    <a:pt x="3404401" y="1102550"/>
                  </a:lnTo>
                  <a:lnTo>
                    <a:pt x="3554865" y="1121477"/>
                  </a:lnTo>
                  <a:lnTo>
                    <a:pt x="3705329" y="1140442"/>
                  </a:lnTo>
                  <a:lnTo>
                    <a:pt x="3855793" y="1156457"/>
                  </a:lnTo>
                  <a:lnTo>
                    <a:pt x="4006257" y="1171480"/>
                  </a:lnTo>
                  <a:lnTo>
                    <a:pt x="4156721" y="1185650"/>
                  </a:lnTo>
                  <a:lnTo>
                    <a:pt x="4307185" y="1197592"/>
                  </a:lnTo>
                  <a:lnTo>
                    <a:pt x="4457649" y="1207261"/>
                  </a:lnTo>
                  <a:lnTo>
                    <a:pt x="4608114" y="1214632"/>
                  </a:lnTo>
                  <a:lnTo>
                    <a:pt x="4758578" y="1220777"/>
                  </a:lnTo>
                  <a:lnTo>
                    <a:pt x="4909042" y="1226336"/>
                  </a:lnTo>
                  <a:lnTo>
                    <a:pt x="5059506" y="1231309"/>
                  </a:lnTo>
                  <a:lnTo>
                    <a:pt x="5209970" y="1235696"/>
                  </a:lnTo>
                  <a:lnTo>
                    <a:pt x="5360434" y="1239496"/>
                  </a:lnTo>
                  <a:lnTo>
                    <a:pt x="5510898" y="1242710"/>
                  </a:lnTo>
                  <a:lnTo>
                    <a:pt x="5661362" y="1245336"/>
                  </a:lnTo>
                  <a:lnTo>
                    <a:pt x="5811826" y="1247375"/>
                  </a:lnTo>
                  <a:lnTo>
                    <a:pt x="5962290" y="1248826"/>
                  </a:lnTo>
                  <a:lnTo>
                    <a:pt x="6112754" y="1249689"/>
                  </a:lnTo>
                  <a:lnTo>
                    <a:pt x="6145984" y="124975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562587"/>
              <a:ext cx="6145984" cy="1762170"/>
            </a:xfrm>
            <a:custGeom>
              <a:avLst/>
              <a:pathLst>
                <a:path w="6145984" h="1762170">
                  <a:moveTo>
                    <a:pt x="0" y="0"/>
                  </a:moveTo>
                  <a:lnTo>
                    <a:pt x="94192" y="81633"/>
                  </a:lnTo>
                  <a:lnTo>
                    <a:pt x="244656" y="204548"/>
                  </a:lnTo>
                  <a:lnTo>
                    <a:pt x="395120" y="319923"/>
                  </a:lnTo>
                  <a:lnTo>
                    <a:pt x="545584" y="427758"/>
                  </a:lnTo>
                  <a:lnTo>
                    <a:pt x="696048" y="528135"/>
                  </a:lnTo>
                  <a:lnTo>
                    <a:pt x="846512" y="621261"/>
                  </a:lnTo>
                  <a:lnTo>
                    <a:pt x="996976" y="707473"/>
                  </a:lnTo>
                  <a:lnTo>
                    <a:pt x="1147440" y="787224"/>
                  </a:lnTo>
                  <a:lnTo>
                    <a:pt x="1297904" y="860998"/>
                  </a:lnTo>
                  <a:lnTo>
                    <a:pt x="1448369" y="929210"/>
                  </a:lnTo>
                  <a:lnTo>
                    <a:pt x="1598833" y="992303"/>
                  </a:lnTo>
                  <a:lnTo>
                    <a:pt x="1749297" y="1050350"/>
                  </a:lnTo>
                  <a:lnTo>
                    <a:pt x="1899761" y="1103401"/>
                  </a:lnTo>
                  <a:lnTo>
                    <a:pt x="2050225" y="1151876"/>
                  </a:lnTo>
                  <a:lnTo>
                    <a:pt x="2200689" y="1194470"/>
                  </a:lnTo>
                  <a:lnTo>
                    <a:pt x="2351153" y="1230117"/>
                  </a:lnTo>
                  <a:lnTo>
                    <a:pt x="2501617" y="1261692"/>
                  </a:lnTo>
                  <a:lnTo>
                    <a:pt x="2652081" y="1285907"/>
                  </a:lnTo>
                  <a:lnTo>
                    <a:pt x="2802545" y="1300265"/>
                  </a:lnTo>
                  <a:lnTo>
                    <a:pt x="2953009" y="1312876"/>
                  </a:lnTo>
                  <a:lnTo>
                    <a:pt x="3103473" y="1331944"/>
                  </a:lnTo>
                  <a:lnTo>
                    <a:pt x="3253937" y="1349044"/>
                  </a:lnTo>
                  <a:lnTo>
                    <a:pt x="3404401" y="1362306"/>
                  </a:lnTo>
                  <a:lnTo>
                    <a:pt x="3554865" y="1375614"/>
                  </a:lnTo>
                  <a:lnTo>
                    <a:pt x="3705329" y="1389531"/>
                  </a:lnTo>
                  <a:lnTo>
                    <a:pt x="3855793" y="1400971"/>
                  </a:lnTo>
                  <a:lnTo>
                    <a:pt x="4006257" y="1411244"/>
                  </a:lnTo>
                  <a:lnTo>
                    <a:pt x="4156721" y="1421592"/>
                  </a:lnTo>
                  <a:lnTo>
                    <a:pt x="4307185" y="1429874"/>
                  </a:lnTo>
                  <a:lnTo>
                    <a:pt x="4457649" y="1435408"/>
                  </a:lnTo>
                  <a:lnTo>
                    <a:pt x="4608114" y="1438078"/>
                  </a:lnTo>
                  <a:lnTo>
                    <a:pt x="4758578" y="1438478"/>
                  </a:lnTo>
                  <a:lnTo>
                    <a:pt x="4909042" y="1437340"/>
                  </a:lnTo>
                  <a:lnTo>
                    <a:pt x="5059506" y="1435042"/>
                  </a:lnTo>
                  <a:lnTo>
                    <a:pt x="5209970" y="1431802"/>
                  </a:lnTo>
                  <a:lnTo>
                    <a:pt x="5360434" y="1427713"/>
                  </a:lnTo>
                  <a:lnTo>
                    <a:pt x="5510898" y="1422770"/>
                  </a:lnTo>
                  <a:lnTo>
                    <a:pt x="5661362" y="1416900"/>
                  </a:lnTo>
                  <a:lnTo>
                    <a:pt x="5811826" y="1409984"/>
                  </a:lnTo>
                  <a:lnTo>
                    <a:pt x="5962290" y="1401873"/>
                  </a:lnTo>
                  <a:lnTo>
                    <a:pt x="6112754" y="1392408"/>
                  </a:lnTo>
                  <a:lnTo>
                    <a:pt x="6145984" y="1389983"/>
                  </a:lnTo>
                  <a:lnTo>
                    <a:pt x="6145984" y="1762170"/>
                  </a:lnTo>
                  <a:lnTo>
                    <a:pt x="6112754" y="1758947"/>
                  </a:lnTo>
                  <a:lnTo>
                    <a:pt x="5962290" y="1745163"/>
                  </a:lnTo>
                  <a:lnTo>
                    <a:pt x="5811826" y="1732019"/>
                  </a:lnTo>
                  <a:lnTo>
                    <a:pt x="5661362" y="1719352"/>
                  </a:lnTo>
                  <a:lnTo>
                    <a:pt x="5510898" y="1707013"/>
                  </a:lnTo>
                  <a:lnTo>
                    <a:pt x="5360434" y="1694879"/>
                  </a:lnTo>
                  <a:lnTo>
                    <a:pt x="5209970" y="1682874"/>
                  </a:lnTo>
                  <a:lnTo>
                    <a:pt x="5059506" y="1670992"/>
                  </a:lnTo>
                  <a:lnTo>
                    <a:pt x="4909042" y="1659321"/>
                  </a:lnTo>
                  <a:lnTo>
                    <a:pt x="4758578" y="1648078"/>
                  </a:lnTo>
                  <a:lnTo>
                    <a:pt x="4608114" y="1637637"/>
                  </a:lnTo>
                  <a:lnTo>
                    <a:pt x="4457649" y="1627394"/>
                  </a:lnTo>
                  <a:lnTo>
                    <a:pt x="4307185" y="1616262"/>
                  </a:lnTo>
                  <a:lnTo>
                    <a:pt x="4156721" y="1605125"/>
                  </a:lnTo>
                  <a:lnTo>
                    <a:pt x="4006257" y="1594351"/>
                  </a:lnTo>
                  <a:lnTo>
                    <a:pt x="3855793" y="1583334"/>
                  </a:lnTo>
                  <a:lnTo>
                    <a:pt x="3705329" y="1572654"/>
                  </a:lnTo>
                  <a:lnTo>
                    <a:pt x="3554865" y="1561530"/>
                  </a:lnTo>
                  <a:lnTo>
                    <a:pt x="3404401" y="1547733"/>
                  </a:lnTo>
                  <a:lnTo>
                    <a:pt x="3253937" y="1533887"/>
                  </a:lnTo>
                  <a:lnTo>
                    <a:pt x="3103473" y="1520442"/>
                  </a:lnTo>
                  <a:lnTo>
                    <a:pt x="2953009" y="1502867"/>
                  </a:lnTo>
                  <a:lnTo>
                    <a:pt x="2802545" y="1485707"/>
                  </a:lnTo>
                  <a:lnTo>
                    <a:pt x="2652081" y="1469982"/>
                  </a:lnTo>
                  <a:lnTo>
                    <a:pt x="2501617" y="1447031"/>
                  </a:lnTo>
                  <a:lnTo>
                    <a:pt x="2351153" y="1412678"/>
                  </a:lnTo>
                  <a:lnTo>
                    <a:pt x="2200689" y="1375663"/>
                  </a:lnTo>
                  <a:lnTo>
                    <a:pt x="2050225" y="1334598"/>
                  </a:lnTo>
                  <a:lnTo>
                    <a:pt x="1899761" y="1286745"/>
                  </a:lnTo>
                  <a:lnTo>
                    <a:pt x="1749297" y="1235688"/>
                  </a:lnTo>
                  <a:lnTo>
                    <a:pt x="1598833" y="1181852"/>
                  </a:lnTo>
                  <a:lnTo>
                    <a:pt x="1448369" y="1124947"/>
                  </a:lnTo>
                  <a:lnTo>
                    <a:pt x="1297904" y="1064943"/>
                  </a:lnTo>
                  <a:lnTo>
                    <a:pt x="1147440" y="1002566"/>
                  </a:lnTo>
                  <a:lnTo>
                    <a:pt x="996976" y="938219"/>
                  </a:lnTo>
                  <a:lnTo>
                    <a:pt x="846512" y="872368"/>
                  </a:lnTo>
                  <a:lnTo>
                    <a:pt x="696048" y="805443"/>
                  </a:lnTo>
                  <a:lnTo>
                    <a:pt x="545584" y="737768"/>
                  </a:lnTo>
                  <a:lnTo>
                    <a:pt x="395120" y="669524"/>
                  </a:lnTo>
                  <a:lnTo>
                    <a:pt x="244656" y="600779"/>
                  </a:lnTo>
                  <a:lnTo>
                    <a:pt x="94192" y="531510"/>
                  </a:lnTo>
                  <a:lnTo>
                    <a:pt x="0" y="48777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562587"/>
              <a:ext cx="6145984" cy="1438478"/>
            </a:xfrm>
            <a:custGeom>
              <a:avLst/>
              <a:pathLst>
                <a:path w="6145984" h="1438478">
                  <a:moveTo>
                    <a:pt x="0" y="0"/>
                  </a:moveTo>
                  <a:lnTo>
                    <a:pt x="94192" y="81633"/>
                  </a:lnTo>
                  <a:lnTo>
                    <a:pt x="244656" y="204548"/>
                  </a:lnTo>
                  <a:lnTo>
                    <a:pt x="395120" y="319923"/>
                  </a:lnTo>
                  <a:lnTo>
                    <a:pt x="545584" y="427758"/>
                  </a:lnTo>
                  <a:lnTo>
                    <a:pt x="696048" y="528135"/>
                  </a:lnTo>
                  <a:lnTo>
                    <a:pt x="846512" y="621261"/>
                  </a:lnTo>
                  <a:lnTo>
                    <a:pt x="996976" y="707473"/>
                  </a:lnTo>
                  <a:lnTo>
                    <a:pt x="1147440" y="787224"/>
                  </a:lnTo>
                  <a:lnTo>
                    <a:pt x="1297904" y="860998"/>
                  </a:lnTo>
                  <a:lnTo>
                    <a:pt x="1448369" y="929210"/>
                  </a:lnTo>
                  <a:lnTo>
                    <a:pt x="1598833" y="992303"/>
                  </a:lnTo>
                  <a:lnTo>
                    <a:pt x="1749297" y="1050350"/>
                  </a:lnTo>
                  <a:lnTo>
                    <a:pt x="1899761" y="1103401"/>
                  </a:lnTo>
                  <a:lnTo>
                    <a:pt x="2050225" y="1151876"/>
                  </a:lnTo>
                  <a:lnTo>
                    <a:pt x="2200689" y="1194470"/>
                  </a:lnTo>
                  <a:lnTo>
                    <a:pt x="2351153" y="1230117"/>
                  </a:lnTo>
                  <a:lnTo>
                    <a:pt x="2501617" y="1261692"/>
                  </a:lnTo>
                  <a:lnTo>
                    <a:pt x="2652081" y="1285907"/>
                  </a:lnTo>
                  <a:lnTo>
                    <a:pt x="2802545" y="1300265"/>
                  </a:lnTo>
                  <a:lnTo>
                    <a:pt x="2953009" y="1312876"/>
                  </a:lnTo>
                  <a:lnTo>
                    <a:pt x="3103473" y="1331944"/>
                  </a:lnTo>
                  <a:lnTo>
                    <a:pt x="3253937" y="1349044"/>
                  </a:lnTo>
                  <a:lnTo>
                    <a:pt x="3404401" y="1362306"/>
                  </a:lnTo>
                  <a:lnTo>
                    <a:pt x="3554865" y="1375614"/>
                  </a:lnTo>
                  <a:lnTo>
                    <a:pt x="3705329" y="1389531"/>
                  </a:lnTo>
                  <a:lnTo>
                    <a:pt x="3855793" y="1400971"/>
                  </a:lnTo>
                  <a:lnTo>
                    <a:pt x="4006257" y="1411244"/>
                  </a:lnTo>
                  <a:lnTo>
                    <a:pt x="4156721" y="1421592"/>
                  </a:lnTo>
                  <a:lnTo>
                    <a:pt x="4307185" y="1429874"/>
                  </a:lnTo>
                  <a:lnTo>
                    <a:pt x="4457649" y="1435408"/>
                  </a:lnTo>
                  <a:lnTo>
                    <a:pt x="4608114" y="1438078"/>
                  </a:lnTo>
                  <a:lnTo>
                    <a:pt x="4758578" y="1438478"/>
                  </a:lnTo>
                  <a:lnTo>
                    <a:pt x="4909042" y="1437340"/>
                  </a:lnTo>
                  <a:lnTo>
                    <a:pt x="5059506" y="1435042"/>
                  </a:lnTo>
                  <a:lnTo>
                    <a:pt x="5209970" y="1431802"/>
                  </a:lnTo>
                  <a:lnTo>
                    <a:pt x="5360434" y="1427713"/>
                  </a:lnTo>
                  <a:lnTo>
                    <a:pt x="5510898" y="1422770"/>
                  </a:lnTo>
                  <a:lnTo>
                    <a:pt x="5661362" y="1416900"/>
                  </a:lnTo>
                  <a:lnTo>
                    <a:pt x="5811826" y="1409984"/>
                  </a:lnTo>
                  <a:lnTo>
                    <a:pt x="5962290" y="1401873"/>
                  </a:lnTo>
                  <a:lnTo>
                    <a:pt x="6112754" y="1392408"/>
                  </a:lnTo>
                  <a:lnTo>
                    <a:pt x="6145984" y="13899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050362"/>
              <a:ext cx="6145984" cy="1274395"/>
            </a:xfrm>
            <a:custGeom>
              <a:avLst/>
              <a:pathLst>
                <a:path w="6145984" h="1274395">
                  <a:moveTo>
                    <a:pt x="6145984" y="1274395"/>
                  </a:moveTo>
                  <a:lnTo>
                    <a:pt x="6112754" y="1271172"/>
                  </a:lnTo>
                  <a:lnTo>
                    <a:pt x="5962290" y="1257388"/>
                  </a:lnTo>
                  <a:lnTo>
                    <a:pt x="5811826" y="1244244"/>
                  </a:lnTo>
                  <a:lnTo>
                    <a:pt x="5661362" y="1231577"/>
                  </a:lnTo>
                  <a:lnTo>
                    <a:pt x="5510898" y="1219238"/>
                  </a:lnTo>
                  <a:lnTo>
                    <a:pt x="5360434" y="1207104"/>
                  </a:lnTo>
                  <a:lnTo>
                    <a:pt x="5209970" y="1195099"/>
                  </a:lnTo>
                  <a:lnTo>
                    <a:pt x="5059506" y="1183217"/>
                  </a:lnTo>
                  <a:lnTo>
                    <a:pt x="4909042" y="1171546"/>
                  </a:lnTo>
                  <a:lnTo>
                    <a:pt x="4758578" y="1160303"/>
                  </a:lnTo>
                  <a:lnTo>
                    <a:pt x="4608114" y="1149862"/>
                  </a:lnTo>
                  <a:lnTo>
                    <a:pt x="4457649" y="1139619"/>
                  </a:lnTo>
                  <a:lnTo>
                    <a:pt x="4307185" y="1128487"/>
                  </a:lnTo>
                  <a:lnTo>
                    <a:pt x="4156721" y="1117350"/>
                  </a:lnTo>
                  <a:lnTo>
                    <a:pt x="4006257" y="1106576"/>
                  </a:lnTo>
                  <a:lnTo>
                    <a:pt x="3855793" y="1095559"/>
                  </a:lnTo>
                  <a:lnTo>
                    <a:pt x="3705329" y="1084879"/>
                  </a:lnTo>
                  <a:lnTo>
                    <a:pt x="3554865" y="1073755"/>
                  </a:lnTo>
                  <a:lnTo>
                    <a:pt x="3404401" y="1059958"/>
                  </a:lnTo>
                  <a:lnTo>
                    <a:pt x="3253937" y="1046112"/>
                  </a:lnTo>
                  <a:lnTo>
                    <a:pt x="3103473" y="1032667"/>
                  </a:lnTo>
                  <a:lnTo>
                    <a:pt x="2953009" y="1015092"/>
                  </a:lnTo>
                  <a:lnTo>
                    <a:pt x="2802545" y="997932"/>
                  </a:lnTo>
                  <a:lnTo>
                    <a:pt x="2652081" y="982207"/>
                  </a:lnTo>
                  <a:lnTo>
                    <a:pt x="2501617" y="959256"/>
                  </a:lnTo>
                  <a:lnTo>
                    <a:pt x="2351153" y="924903"/>
                  </a:lnTo>
                  <a:lnTo>
                    <a:pt x="2200689" y="887888"/>
                  </a:lnTo>
                  <a:lnTo>
                    <a:pt x="2050225" y="846823"/>
                  </a:lnTo>
                  <a:lnTo>
                    <a:pt x="1899761" y="798970"/>
                  </a:lnTo>
                  <a:lnTo>
                    <a:pt x="1749297" y="747913"/>
                  </a:lnTo>
                  <a:lnTo>
                    <a:pt x="1598833" y="694077"/>
                  </a:lnTo>
                  <a:lnTo>
                    <a:pt x="1448369" y="637172"/>
                  </a:lnTo>
                  <a:lnTo>
                    <a:pt x="1297904" y="577168"/>
                  </a:lnTo>
                  <a:lnTo>
                    <a:pt x="1147440" y="514791"/>
                  </a:lnTo>
                  <a:lnTo>
                    <a:pt x="996976" y="450444"/>
                  </a:lnTo>
                  <a:lnTo>
                    <a:pt x="846512" y="384593"/>
                  </a:lnTo>
                  <a:lnTo>
                    <a:pt x="696048" y="317668"/>
                  </a:lnTo>
                  <a:lnTo>
                    <a:pt x="545584" y="249993"/>
                  </a:lnTo>
                  <a:lnTo>
                    <a:pt x="395120" y="181749"/>
                  </a:lnTo>
                  <a:lnTo>
                    <a:pt x="244656" y="113004"/>
                  </a:lnTo>
                  <a:lnTo>
                    <a:pt x="94192" y="43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06475"/>
              <a:ext cx="6145984" cy="1332189"/>
            </a:xfrm>
            <a:custGeom>
              <a:avLst/>
              <a:pathLst>
                <a:path w="6145984" h="1332189">
                  <a:moveTo>
                    <a:pt x="0" y="0"/>
                  </a:moveTo>
                  <a:lnTo>
                    <a:pt x="94192" y="62684"/>
                  </a:lnTo>
                  <a:lnTo>
                    <a:pt x="244656" y="158776"/>
                  </a:lnTo>
                  <a:lnTo>
                    <a:pt x="395120" y="250836"/>
                  </a:lnTo>
                  <a:lnTo>
                    <a:pt x="545584" y="338875"/>
                  </a:lnTo>
                  <a:lnTo>
                    <a:pt x="696048" y="422902"/>
                  </a:lnTo>
                  <a:lnTo>
                    <a:pt x="846512" y="502927"/>
                  </a:lnTo>
                  <a:lnTo>
                    <a:pt x="996976" y="578958"/>
                  </a:lnTo>
                  <a:lnTo>
                    <a:pt x="1147440" y="651007"/>
                  </a:lnTo>
                  <a:lnTo>
                    <a:pt x="1297904" y="719083"/>
                  </a:lnTo>
                  <a:lnTo>
                    <a:pt x="1448369" y="783191"/>
                  </a:lnTo>
                  <a:lnTo>
                    <a:pt x="1598833" y="843190"/>
                  </a:lnTo>
                  <a:lnTo>
                    <a:pt x="1749297" y="899132"/>
                  </a:lnTo>
                  <a:lnTo>
                    <a:pt x="1899761" y="951186"/>
                  </a:lnTo>
                  <a:lnTo>
                    <a:pt x="2050225" y="999349"/>
                  </a:lnTo>
                  <a:lnTo>
                    <a:pt x="2200689" y="1041179"/>
                  </a:lnTo>
                  <a:lnTo>
                    <a:pt x="2351153" y="1077510"/>
                  </a:lnTo>
                  <a:lnTo>
                    <a:pt x="2501617" y="1110474"/>
                  </a:lnTo>
                  <a:lnTo>
                    <a:pt x="2652081" y="1134057"/>
                  </a:lnTo>
                  <a:lnTo>
                    <a:pt x="2802545" y="1149099"/>
                  </a:lnTo>
                  <a:lnTo>
                    <a:pt x="2953009" y="1163984"/>
                  </a:lnTo>
                  <a:lnTo>
                    <a:pt x="3103473" y="1182306"/>
                  </a:lnTo>
                  <a:lnTo>
                    <a:pt x="3253937" y="1197578"/>
                  </a:lnTo>
                  <a:lnTo>
                    <a:pt x="3404401" y="1211132"/>
                  </a:lnTo>
                  <a:lnTo>
                    <a:pt x="3554865" y="1224685"/>
                  </a:lnTo>
                  <a:lnTo>
                    <a:pt x="3705329" y="1237205"/>
                  </a:lnTo>
                  <a:lnTo>
                    <a:pt x="3855793" y="1248265"/>
                  </a:lnTo>
                  <a:lnTo>
                    <a:pt x="4006257" y="1258910"/>
                  </a:lnTo>
                  <a:lnTo>
                    <a:pt x="4156721" y="1269471"/>
                  </a:lnTo>
                  <a:lnTo>
                    <a:pt x="4307185" y="1279180"/>
                  </a:lnTo>
                  <a:lnTo>
                    <a:pt x="4457649" y="1287514"/>
                  </a:lnTo>
                  <a:lnTo>
                    <a:pt x="4608114" y="1293970"/>
                  </a:lnTo>
                  <a:lnTo>
                    <a:pt x="4758578" y="1299390"/>
                  </a:lnTo>
                  <a:lnTo>
                    <a:pt x="4909042" y="1304443"/>
                  </a:lnTo>
                  <a:lnTo>
                    <a:pt x="5059506" y="1309129"/>
                  </a:lnTo>
                  <a:lnTo>
                    <a:pt x="5209970" y="1313451"/>
                  </a:lnTo>
                  <a:lnTo>
                    <a:pt x="5360434" y="1317409"/>
                  </a:lnTo>
                  <a:lnTo>
                    <a:pt x="5510898" y="1321004"/>
                  </a:lnTo>
                  <a:lnTo>
                    <a:pt x="5661362" y="1324239"/>
                  </a:lnTo>
                  <a:lnTo>
                    <a:pt x="5811826" y="1327114"/>
                  </a:lnTo>
                  <a:lnTo>
                    <a:pt x="5962290" y="1329630"/>
                  </a:lnTo>
                  <a:lnTo>
                    <a:pt x="6112754" y="1331790"/>
                  </a:lnTo>
                  <a:lnTo>
                    <a:pt x="6145984" y="133218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955075"/>
              <a:ext cx="6145984" cy="2423366"/>
            </a:xfrm>
            <a:custGeom>
              <a:avLst/>
              <a:pathLst>
                <a:path w="6145984" h="2423366">
                  <a:moveTo>
                    <a:pt x="0" y="0"/>
                  </a:moveTo>
                  <a:lnTo>
                    <a:pt x="94192" y="102365"/>
                  </a:lnTo>
                  <a:lnTo>
                    <a:pt x="244656" y="256603"/>
                  </a:lnTo>
                  <a:lnTo>
                    <a:pt x="395120" y="401491"/>
                  </a:lnTo>
                  <a:lnTo>
                    <a:pt x="545584" y="537020"/>
                  </a:lnTo>
                  <a:lnTo>
                    <a:pt x="696048" y="663290"/>
                  </a:lnTo>
                  <a:lnTo>
                    <a:pt x="846512" y="780545"/>
                  </a:lnTo>
                  <a:lnTo>
                    <a:pt x="996976" y="889203"/>
                  </a:lnTo>
                  <a:lnTo>
                    <a:pt x="1147440" y="989814"/>
                  </a:lnTo>
                  <a:lnTo>
                    <a:pt x="1297904" y="1082976"/>
                  </a:lnTo>
                  <a:lnTo>
                    <a:pt x="1448369" y="1169174"/>
                  </a:lnTo>
                  <a:lnTo>
                    <a:pt x="1598833" y="1248274"/>
                  </a:lnTo>
                  <a:lnTo>
                    <a:pt x="1749297" y="1320472"/>
                  </a:lnTo>
                  <a:lnTo>
                    <a:pt x="1899761" y="1386449"/>
                  </a:lnTo>
                  <a:lnTo>
                    <a:pt x="2050225" y="1447392"/>
                  </a:lnTo>
                  <a:lnTo>
                    <a:pt x="2200689" y="1502746"/>
                  </a:lnTo>
                  <a:lnTo>
                    <a:pt x="2351153" y="1550570"/>
                  </a:lnTo>
                  <a:lnTo>
                    <a:pt x="2501617" y="1593311"/>
                  </a:lnTo>
                  <a:lnTo>
                    <a:pt x="2652081" y="1625368"/>
                  </a:lnTo>
                  <a:lnTo>
                    <a:pt x="2802545" y="1644475"/>
                  </a:lnTo>
                  <a:lnTo>
                    <a:pt x="2953009" y="1662664"/>
                  </a:lnTo>
                  <a:lnTo>
                    <a:pt x="3103473" y="1690390"/>
                  </a:lnTo>
                  <a:lnTo>
                    <a:pt x="3253937" y="1715077"/>
                  </a:lnTo>
                  <a:lnTo>
                    <a:pt x="3404401" y="1736055"/>
                  </a:lnTo>
                  <a:lnTo>
                    <a:pt x="3554865" y="1759938"/>
                  </a:lnTo>
                  <a:lnTo>
                    <a:pt x="3705329" y="1787414"/>
                  </a:lnTo>
                  <a:lnTo>
                    <a:pt x="3855793" y="1813233"/>
                  </a:lnTo>
                  <a:lnTo>
                    <a:pt x="4006257" y="1837941"/>
                  </a:lnTo>
                  <a:lnTo>
                    <a:pt x="4156721" y="1862918"/>
                  </a:lnTo>
                  <a:lnTo>
                    <a:pt x="4307185" y="1885950"/>
                  </a:lnTo>
                  <a:lnTo>
                    <a:pt x="4457649" y="1905863"/>
                  </a:lnTo>
                  <a:lnTo>
                    <a:pt x="4608114" y="1922181"/>
                  </a:lnTo>
                  <a:lnTo>
                    <a:pt x="4758578" y="1935210"/>
                  </a:lnTo>
                  <a:lnTo>
                    <a:pt x="4909042" y="1945720"/>
                  </a:lnTo>
                  <a:lnTo>
                    <a:pt x="5059506" y="1954184"/>
                  </a:lnTo>
                  <a:lnTo>
                    <a:pt x="5209970" y="1960880"/>
                  </a:lnTo>
                  <a:lnTo>
                    <a:pt x="5360434" y="1965926"/>
                  </a:lnTo>
                  <a:lnTo>
                    <a:pt x="5510898" y="1969325"/>
                  </a:lnTo>
                  <a:lnTo>
                    <a:pt x="5661362" y="1970992"/>
                  </a:lnTo>
                  <a:lnTo>
                    <a:pt x="5811826" y="1970786"/>
                  </a:lnTo>
                  <a:lnTo>
                    <a:pt x="5962290" y="1968530"/>
                  </a:lnTo>
                  <a:lnTo>
                    <a:pt x="6112754" y="1964031"/>
                  </a:lnTo>
                  <a:lnTo>
                    <a:pt x="6145984" y="1962499"/>
                  </a:lnTo>
                  <a:lnTo>
                    <a:pt x="6145984" y="2423366"/>
                  </a:lnTo>
                  <a:lnTo>
                    <a:pt x="6112754" y="2417905"/>
                  </a:lnTo>
                  <a:lnTo>
                    <a:pt x="5962290" y="2393614"/>
                  </a:lnTo>
                  <a:lnTo>
                    <a:pt x="5811826" y="2369552"/>
                  </a:lnTo>
                  <a:lnTo>
                    <a:pt x="5661362" y="2345509"/>
                  </a:lnTo>
                  <a:lnTo>
                    <a:pt x="5510898" y="2321294"/>
                  </a:lnTo>
                  <a:lnTo>
                    <a:pt x="5360434" y="2296749"/>
                  </a:lnTo>
                  <a:lnTo>
                    <a:pt x="5209970" y="2271774"/>
                  </a:lnTo>
                  <a:lnTo>
                    <a:pt x="5059506" y="2246354"/>
                  </a:lnTo>
                  <a:lnTo>
                    <a:pt x="4909042" y="2220592"/>
                  </a:lnTo>
                  <a:lnTo>
                    <a:pt x="4758578" y="2194751"/>
                  </a:lnTo>
                  <a:lnTo>
                    <a:pt x="4608114" y="2169289"/>
                  </a:lnTo>
                  <a:lnTo>
                    <a:pt x="4457649" y="2143593"/>
                  </a:lnTo>
                  <a:lnTo>
                    <a:pt x="4307185" y="2116747"/>
                  </a:lnTo>
                  <a:lnTo>
                    <a:pt x="4156721" y="2090182"/>
                  </a:lnTo>
                  <a:lnTo>
                    <a:pt x="4006257" y="2064676"/>
                  </a:lnTo>
                  <a:lnTo>
                    <a:pt x="3855793" y="2039047"/>
                  </a:lnTo>
                  <a:lnTo>
                    <a:pt x="3705329" y="2014169"/>
                  </a:lnTo>
                  <a:lnTo>
                    <a:pt x="3554865" y="1990151"/>
                  </a:lnTo>
                  <a:lnTo>
                    <a:pt x="3404401" y="1965663"/>
                  </a:lnTo>
                  <a:lnTo>
                    <a:pt x="3253937" y="1943962"/>
                  </a:lnTo>
                  <a:lnTo>
                    <a:pt x="3103473" y="1923801"/>
                  </a:lnTo>
                  <a:lnTo>
                    <a:pt x="2953009" y="1897923"/>
                  </a:lnTo>
                  <a:lnTo>
                    <a:pt x="2802545" y="1874101"/>
                  </a:lnTo>
                  <a:lnTo>
                    <a:pt x="2652081" y="1853301"/>
                  </a:lnTo>
                  <a:lnTo>
                    <a:pt x="2501617" y="1822811"/>
                  </a:lnTo>
                  <a:lnTo>
                    <a:pt x="2351153" y="1776630"/>
                  </a:lnTo>
                  <a:lnTo>
                    <a:pt x="2200689" y="1727111"/>
                  </a:lnTo>
                  <a:lnTo>
                    <a:pt x="2050225" y="1673652"/>
                  </a:lnTo>
                  <a:lnTo>
                    <a:pt x="1899761" y="1613477"/>
                  </a:lnTo>
                  <a:lnTo>
                    <a:pt x="1749297" y="1549970"/>
                  </a:lnTo>
                  <a:lnTo>
                    <a:pt x="1598833" y="1482987"/>
                  </a:lnTo>
                  <a:lnTo>
                    <a:pt x="1448369" y="1411549"/>
                  </a:lnTo>
                  <a:lnTo>
                    <a:pt x="1297904" y="1335514"/>
                  </a:lnTo>
                  <a:lnTo>
                    <a:pt x="1147440" y="1256467"/>
                  </a:lnTo>
                  <a:lnTo>
                    <a:pt x="996976" y="1174928"/>
                  </a:lnTo>
                  <a:lnTo>
                    <a:pt x="846512" y="1091483"/>
                  </a:lnTo>
                  <a:lnTo>
                    <a:pt x="696048" y="1006671"/>
                  </a:lnTo>
                  <a:lnTo>
                    <a:pt x="545584" y="920896"/>
                  </a:lnTo>
                  <a:lnTo>
                    <a:pt x="395120" y="834391"/>
                  </a:lnTo>
                  <a:lnTo>
                    <a:pt x="244656" y="747244"/>
                  </a:lnTo>
                  <a:lnTo>
                    <a:pt x="94192" y="659433"/>
                  </a:lnTo>
                  <a:lnTo>
                    <a:pt x="0" y="60399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55075"/>
              <a:ext cx="6145984" cy="1970992"/>
            </a:xfrm>
            <a:custGeom>
              <a:avLst/>
              <a:pathLst>
                <a:path w="6145984" h="1970992">
                  <a:moveTo>
                    <a:pt x="0" y="0"/>
                  </a:moveTo>
                  <a:lnTo>
                    <a:pt x="94192" y="102365"/>
                  </a:lnTo>
                  <a:lnTo>
                    <a:pt x="244656" y="256603"/>
                  </a:lnTo>
                  <a:lnTo>
                    <a:pt x="395120" y="401491"/>
                  </a:lnTo>
                  <a:lnTo>
                    <a:pt x="545584" y="537020"/>
                  </a:lnTo>
                  <a:lnTo>
                    <a:pt x="696048" y="663290"/>
                  </a:lnTo>
                  <a:lnTo>
                    <a:pt x="846512" y="780545"/>
                  </a:lnTo>
                  <a:lnTo>
                    <a:pt x="996976" y="889203"/>
                  </a:lnTo>
                  <a:lnTo>
                    <a:pt x="1147440" y="989814"/>
                  </a:lnTo>
                  <a:lnTo>
                    <a:pt x="1297904" y="1082976"/>
                  </a:lnTo>
                  <a:lnTo>
                    <a:pt x="1448369" y="1169174"/>
                  </a:lnTo>
                  <a:lnTo>
                    <a:pt x="1598833" y="1248274"/>
                  </a:lnTo>
                  <a:lnTo>
                    <a:pt x="1749297" y="1320472"/>
                  </a:lnTo>
                  <a:lnTo>
                    <a:pt x="1899761" y="1386449"/>
                  </a:lnTo>
                  <a:lnTo>
                    <a:pt x="2050225" y="1447392"/>
                  </a:lnTo>
                  <a:lnTo>
                    <a:pt x="2200689" y="1502746"/>
                  </a:lnTo>
                  <a:lnTo>
                    <a:pt x="2351153" y="1550570"/>
                  </a:lnTo>
                  <a:lnTo>
                    <a:pt x="2501617" y="1593311"/>
                  </a:lnTo>
                  <a:lnTo>
                    <a:pt x="2652081" y="1625368"/>
                  </a:lnTo>
                  <a:lnTo>
                    <a:pt x="2802545" y="1644475"/>
                  </a:lnTo>
                  <a:lnTo>
                    <a:pt x="2953009" y="1662664"/>
                  </a:lnTo>
                  <a:lnTo>
                    <a:pt x="3103473" y="1690390"/>
                  </a:lnTo>
                  <a:lnTo>
                    <a:pt x="3253937" y="1715077"/>
                  </a:lnTo>
                  <a:lnTo>
                    <a:pt x="3404401" y="1736055"/>
                  </a:lnTo>
                  <a:lnTo>
                    <a:pt x="3554865" y="1759938"/>
                  </a:lnTo>
                  <a:lnTo>
                    <a:pt x="3705329" y="1787414"/>
                  </a:lnTo>
                  <a:lnTo>
                    <a:pt x="3855793" y="1813233"/>
                  </a:lnTo>
                  <a:lnTo>
                    <a:pt x="4006257" y="1837941"/>
                  </a:lnTo>
                  <a:lnTo>
                    <a:pt x="4156721" y="1862918"/>
                  </a:lnTo>
                  <a:lnTo>
                    <a:pt x="4307185" y="1885950"/>
                  </a:lnTo>
                  <a:lnTo>
                    <a:pt x="4457649" y="1905863"/>
                  </a:lnTo>
                  <a:lnTo>
                    <a:pt x="4608114" y="1922181"/>
                  </a:lnTo>
                  <a:lnTo>
                    <a:pt x="4758578" y="1935210"/>
                  </a:lnTo>
                  <a:lnTo>
                    <a:pt x="4909042" y="1945720"/>
                  </a:lnTo>
                  <a:lnTo>
                    <a:pt x="5059506" y="1954184"/>
                  </a:lnTo>
                  <a:lnTo>
                    <a:pt x="5209970" y="1960880"/>
                  </a:lnTo>
                  <a:lnTo>
                    <a:pt x="5360434" y="1965926"/>
                  </a:lnTo>
                  <a:lnTo>
                    <a:pt x="5510898" y="1969325"/>
                  </a:lnTo>
                  <a:lnTo>
                    <a:pt x="5661362" y="1970992"/>
                  </a:lnTo>
                  <a:lnTo>
                    <a:pt x="5811826" y="1970786"/>
                  </a:lnTo>
                  <a:lnTo>
                    <a:pt x="5962290" y="1968530"/>
                  </a:lnTo>
                  <a:lnTo>
                    <a:pt x="6112754" y="1964031"/>
                  </a:lnTo>
                  <a:lnTo>
                    <a:pt x="6145984" y="1962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559071"/>
              <a:ext cx="6145984" cy="1819370"/>
            </a:xfrm>
            <a:custGeom>
              <a:avLst/>
              <a:pathLst>
                <a:path w="6145984" h="1819370">
                  <a:moveTo>
                    <a:pt x="6145984" y="1819370"/>
                  </a:moveTo>
                  <a:lnTo>
                    <a:pt x="6112754" y="1813909"/>
                  </a:lnTo>
                  <a:lnTo>
                    <a:pt x="5962290" y="1789618"/>
                  </a:lnTo>
                  <a:lnTo>
                    <a:pt x="5811826" y="1765555"/>
                  </a:lnTo>
                  <a:lnTo>
                    <a:pt x="5661362" y="1741513"/>
                  </a:lnTo>
                  <a:lnTo>
                    <a:pt x="5510898" y="1717298"/>
                  </a:lnTo>
                  <a:lnTo>
                    <a:pt x="5360434" y="1692752"/>
                  </a:lnTo>
                  <a:lnTo>
                    <a:pt x="5209970" y="1667777"/>
                  </a:lnTo>
                  <a:lnTo>
                    <a:pt x="5059506" y="1642357"/>
                  </a:lnTo>
                  <a:lnTo>
                    <a:pt x="4909042" y="1616596"/>
                  </a:lnTo>
                  <a:lnTo>
                    <a:pt x="4758578" y="1590755"/>
                  </a:lnTo>
                  <a:lnTo>
                    <a:pt x="4608114" y="1565292"/>
                  </a:lnTo>
                  <a:lnTo>
                    <a:pt x="4457649" y="1539597"/>
                  </a:lnTo>
                  <a:lnTo>
                    <a:pt x="4307185" y="1512751"/>
                  </a:lnTo>
                  <a:lnTo>
                    <a:pt x="4156721" y="1486186"/>
                  </a:lnTo>
                  <a:lnTo>
                    <a:pt x="4006257" y="1460680"/>
                  </a:lnTo>
                  <a:lnTo>
                    <a:pt x="3855793" y="1435051"/>
                  </a:lnTo>
                  <a:lnTo>
                    <a:pt x="3705329" y="1410173"/>
                  </a:lnTo>
                  <a:lnTo>
                    <a:pt x="3554865" y="1386155"/>
                  </a:lnTo>
                  <a:lnTo>
                    <a:pt x="3404401" y="1361667"/>
                  </a:lnTo>
                  <a:lnTo>
                    <a:pt x="3253937" y="1339966"/>
                  </a:lnTo>
                  <a:lnTo>
                    <a:pt x="3103473" y="1319804"/>
                  </a:lnTo>
                  <a:lnTo>
                    <a:pt x="2953009" y="1293927"/>
                  </a:lnTo>
                  <a:lnTo>
                    <a:pt x="2802545" y="1270105"/>
                  </a:lnTo>
                  <a:lnTo>
                    <a:pt x="2652081" y="1249305"/>
                  </a:lnTo>
                  <a:lnTo>
                    <a:pt x="2501617" y="1218815"/>
                  </a:lnTo>
                  <a:lnTo>
                    <a:pt x="2351153" y="1172634"/>
                  </a:lnTo>
                  <a:lnTo>
                    <a:pt x="2200689" y="1123115"/>
                  </a:lnTo>
                  <a:lnTo>
                    <a:pt x="2050225" y="1069656"/>
                  </a:lnTo>
                  <a:lnTo>
                    <a:pt x="1899761" y="1009481"/>
                  </a:lnTo>
                  <a:lnTo>
                    <a:pt x="1749297" y="945974"/>
                  </a:lnTo>
                  <a:lnTo>
                    <a:pt x="1598833" y="878991"/>
                  </a:lnTo>
                  <a:lnTo>
                    <a:pt x="1448369" y="807553"/>
                  </a:lnTo>
                  <a:lnTo>
                    <a:pt x="1297904" y="731518"/>
                  </a:lnTo>
                  <a:lnTo>
                    <a:pt x="1147440" y="652470"/>
                  </a:lnTo>
                  <a:lnTo>
                    <a:pt x="996976" y="570932"/>
                  </a:lnTo>
                  <a:lnTo>
                    <a:pt x="846512" y="487487"/>
                  </a:lnTo>
                  <a:lnTo>
                    <a:pt x="696048" y="402675"/>
                  </a:lnTo>
                  <a:lnTo>
                    <a:pt x="545584" y="316900"/>
                  </a:lnTo>
                  <a:lnTo>
                    <a:pt x="395120" y="230395"/>
                  </a:lnTo>
                  <a:lnTo>
                    <a:pt x="244656" y="143247"/>
                  </a:lnTo>
                  <a:lnTo>
                    <a:pt x="94192" y="554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257073"/>
              <a:ext cx="6145984" cy="1890935"/>
            </a:xfrm>
            <a:custGeom>
              <a:avLst/>
              <a:pathLst>
                <a:path w="6145984" h="1890935">
                  <a:moveTo>
                    <a:pt x="0" y="0"/>
                  </a:moveTo>
                  <a:lnTo>
                    <a:pt x="94192" y="78901"/>
                  </a:lnTo>
                  <a:lnTo>
                    <a:pt x="244656" y="199925"/>
                  </a:lnTo>
                  <a:lnTo>
                    <a:pt x="395120" y="315943"/>
                  </a:lnTo>
                  <a:lnTo>
                    <a:pt x="545584" y="426960"/>
                  </a:lnTo>
                  <a:lnTo>
                    <a:pt x="696048" y="532982"/>
                  </a:lnTo>
                  <a:lnTo>
                    <a:pt x="846512" y="634016"/>
                  </a:lnTo>
                  <a:lnTo>
                    <a:pt x="996976" y="730067"/>
                  </a:lnTo>
                  <a:lnTo>
                    <a:pt x="1147440" y="821142"/>
                  </a:lnTo>
                  <a:lnTo>
                    <a:pt x="1297904" y="907247"/>
                  </a:lnTo>
                  <a:lnTo>
                    <a:pt x="1448369" y="988364"/>
                  </a:lnTo>
                  <a:lnTo>
                    <a:pt x="1598833" y="1063632"/>
                  </a:lnTo>
                  <a:lnTo>
                    <a:pt x="1749297" y="1133223"/>
                  </a:lnTo>
                  <a:lnTo>
                    <a:pt x="1899761" y="1197965"/>
                  </a:lnTo>
                  <a:lnTo>
                    <a:pt x="2050225" y="1258524"/>
                  </a:lnTo>
                  <a:lnTo>
                    <a:pt x="2200689" y="1312931"/>
                  </a:lnTo>
                  <a:lnTo>
                    <a:pt x="2351153" y="1361602"/>
                  </a:lnTo>
                  <a:lnTo>
                    <a:pt x="2501617" y="1406063"/>
                  </a:lnTo>
                  <a:lnTo>
                    <a:pt x="2652081" y="1437336"/>
                  </a:lnTo>
                  <a:lnTo>
                    <a:pt x="2802545" y="1457290"/>
                  </a:lnTo>
                  <a:lnTo>
                    <a:pt x="2953009" y="1478295"/>
                  </a:lnTo>
                  <a:lnTo>
                    <a:pt x="3103473" y="1505097"/>
                  </a:lnTo>
                  <a:lnTo>
                    <a:pt x="3253937" y="1527521"/>
                  </a:lnTo>
                  <a:lnTo>
                    <a:pt x="3404401" y="1548861"/>
                  </a:lnTo>
                  <a:lnTo>
                    <a:pt x="3554865" y="1573047"/>
                  </a:lnTo>
                  <a:lnTo>
                    <a:pt x="3705329" y="1598793"/>
                  </a:lnTo>
                  <a:lnTo>
                    <a:pt x="3855793" y="1624142"/>
                  </a:lnTo>
                  <a:lnTo>
                    <a:pt x="4006257" y="1649310"/>
                  </a:lnTo>
                  <a:lnTo>
                    <a:pt x="4156721" y="1674552"/>
                  </a:lnTo>
                  <a:lnTo>
                    <a:pt x="4307185" y="1699350"/>
                  </a:lnTo>
                  <a:lnTo>
                    <a:pt x="4457649" y="1722730"/>
                  </a:lnTo>
                  <a:lnTo>
                    <a:pt x="4608114" y="1743737"/>
                  </a:lnTo>
                  <a:lnTo>
                    <a:pt x="4758578" y="1762983"/>
                  </a:lnTo>
                  <a:lnTo>
                    <a:pt x="4909042" y="1781158"/>
                  </a:lnTo>
                  <a:lnTo>
                    <a:pt x="5059506" y="1798271"/>
                  </a:lnTo>
                  <a:lnTo>
                    <a:pt x="5209970" y="1814328"/>
                  </a:lnTo>
                  <a:lnTo>
                    <a:pt x="5360434" y="1829339"/>
                  </a:lnTo>
                  <a:lnTo>
                    <a:pt x="5510898" y="1843311"/>
                  </a:lnTo>
                  <a:lnTo>
                    <a:pt x="5661362" y="1856253"/>
                  </a:lnTo>
                  <a:lnTo>
                    <a:pt x="5811826" y="1868171"/>
                  </a:lnTo>
                  <a:lnTo>
                    <a:pt x="5962290" y="1879074"/>
                  </a:lnTo>
                  <a:lnTo>
                    <a:pt x="6112754" y="1888970"/>
                  </a:lnTo>
                  <a:lnTo>
                    <a:pt x="6145984" y="189093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678748"/>
              <a:ext cx="6145984" cy="1692029"/>
            </a:xfrm>
            <a:custGeom>
              <a:avLst/>
              <a:pathLst>
                <a:path w="6145984" h="1692029">
                  <a:moveTo>
                    <a:pt x="0" y="0"/>
                  </a:moveTo>
                  <a:lnTo>
                    <a:pt x="94192" y="50369"/>
                  </a:lnTo>
                  <a:lnTo>
                    <a:pt x="244656" y="128384"/>
                  </a:lnTo>
                  <a:lnTo>
                    <a:pt x="395120" y="203919"/>
                  </a:lnTo>
                  <a:lnTo>
                    <a:pt x="545584" y="276989"/>
                  </a:lnTo>
                  <a:lnTo>
                    <a:pt x="696048" y="347692"/>
                  </a:lnTo>
                  <a:lnTo>
                    <a:pt x="846512" y="416245"/>
                  </a:lnTo>
                  <a:lnTo>
                    <a:pt x="996976" y="482998"/>
                  </a:lnTo>
                  <a:lnTo>
                    <a:pt x="1147440" y="548411"/>
                  </a:lnTo>
                  <a:lnTo>
                    <a:pt x="1297904" y="612977"/>
                  </a:lnTo>
                  <a:lnTo>
                    <a:pt x="1448369" y="677192"/>
                  </a:lnTo>
                  <a:lnTo>
                    <a:pt x="1598833" y="744117"/>
                  </a:lnTo>
                  <a:lnTo>
                    <a:pt x="1749297" y="813109"/>
                  </a:lnTo>
                  <a:lnTo>
                    <a:pt x="1899761" y="881439"/>
                  </a:lnTo>
                  <a:lnTo>
                    <a:pt x="2050225" y="947745"/>
                  </a:lnTo>
                  <a:lnTo>
                    <a:pt x="2200689" y="1022877"/>
                  </a:lnTo>
                  <a:lnTo>
                    <a:pt x="2351153" y="1098116"/>
                  </a:lnTo>
                  <a:lnTo>
                    <a:pt x="2501617" y="1160676"/>
                  </a:lnTo>
                  <a:lnTo>
                    <a:pt x="2652081" y="1206332"/>
                  </a:lnTo>
                  <a:lnTo>
                    <a:pt x="2802545" y="1238873"/>
                  </a:lnTo>
                  <a:lnTo>
                    <a:pt x="2953009" y="1266530"/>
                  </a:lnTo>
                  <a:lnTo>
                    <a:pt x="3103473" y="1295377"/>
                  </a:lnTo>
                  <a:lnTo>
                    <a:pt x="3253937" y="1314682"/>
                  </a:lnTo>
                  <a:lnTo>
                    <a:pt x="3404401" y="1327805"/>
                  </a:lnTo>
                  <a:lnTo>
                    <a:pt x="3554865" y="1343921"/>
                  </a:lnTo>
                  <a:lnTo>
                    <a:pt x="3705329" y="1360227"/>
                  </a:lnTo>
                  <a:lnTo>
                    <a:pt x="3855793" y="1371658"/>
                  </a:lnTo>
                  <a:lnTo>
                    <a:pt x="4006257" y="1381942"/>
                  </a:lnTo>
                  <a:lnTo>
                    <a:pt x="4156721" y="1391990"/>
                  </a:lnTo>
                  <a:lnTo>
                    <a:pt x="4307185" y="1398151"/>
                  </a:lnTo>
                  <a:lnTo>
                    <a:pt x="4457649" y="1400792"/>
                  </a:lnTo>
                  <a:lnTo>
                    <a:pt x="4608114" y="1400827"/>
                  </a:lnTo>
                  <a:lnTo>
                    <a:pt x="4758578" y="1398885"/>
                  </a:lnTo>
                  <a:lnTo>
                    <a:pt x="4909042" y="1395359"/>
                  </a:lnTo>
                  <a:lnTo>
                    <a:pt x="5059506" y="1390619"/>
                  </a:lnTo>
                  <a:lnTo>
                    <a:pt x="5209970" y="1384877"/>
                  </a:lnTo>
                  <a:lnTo>
                    <a:pt x="5360434" y="1378219"/>
                  </a:lnTo>
                  <a:lnTo>
                    <a:pt x="5510898" y="1370639"/>
                  </a:lnTo>
                  <a:lnTo>
                    <a:pt x="5661362" y="1362062"/>
                  </a:lnTo>
                  <a:lnTo>
                    <a:pt x="5811826" y="1352366"/>
                  </a:lnTo>
                  <a:lnTo>
                    <a:pt x="5962290" y="1341405"/>
                  </a:lnTo>
                  <a:lnTo>
                    <a:pt x="6112754" y="1329016"/>
                  </a:lnTo>
                  <a:lnTo>
                    <a:pt x="6145984" y="1325929"/>
                  </a:lnTo>
                  <a:lnTo>
                    <a:pt x="6145984" y="1692029"/>
                  </a:lnTo>
                  <a:lnTo>
                    <a:pt x="6112754" y="1689561"/>
                  </a:lnTo>
                  <a:lnTo>
                    <a:pt x="5962290" y="1679080"/>
                  </a:lnTo>
                  <a:lnTo>
                    <a:pt x="5811826" y="1669134"/>
                  </a:lnTo>
                  <a:lnTo>
                    <a:pt x="5661362" y="1659567"/>
                  </a:lnTo>
                  <a:lnTo>
                    <a:pt x="5510898" y="1650233"/>
                  </a:lnTo>
                  <a:lnTo>
                    <a:pt x="5360434" y="1641015"/>
                  </a:lnTo>
                  <a:lnTo>
                    <a:pt x="5209970" y="1631842"/>
                  </a:lnTo>
                  <a:lnTo>
                    <a:pt x="5059506" y="1622711"/>
                  </a:lnTo>
                  <a:lnTo>
                    <a:pt x="4909042" y="1613710"/>
                  </a:lnTo>
                  <a:lnTo>
                    <a:pt x="4758578" y="1605057"/>
                  </a:lnTo>
                  <a:lnTo>
                    <a:pt x="4608114" y="1597122"/>
                  </a:lnTo>
                  <a:lnTo>
                    <a:pt x="4457649" y="1589638"/>
                  </a:lnTo>
                  <a:lnTo>
                    <a:pt x="4307185" y="1581490"/>
                  </a:lnTo>
                  <a:lnTo>
                    <a:pt x="4156721" y="1572522"/>
                  </a:lnTo>
                  <a:lnTo>
                    <a:pt x="4006257" y="1562054"/>
                  </a:lnTo>
                  <a:lnTo>
                    <a:pt x="3855793" y="1551039"/>
                  </a:lnTo>
                  <a:lnTo>
                    <a:pt x="3705329" y="1540354"/>
                  </a:lnTo>
                  <a:lnTo>
                    <a:pt x="3554865" y="1526796"/>
                  </a:lnTo>
                  <a:lnTo>
                    <a:pt x="3404401" y="1510199"/>
                  </a:lnTo>
                  <a:lnTo>
                    <a:pt x="3253937" y="1496502"/>
                  </a:lnTo>
                  <a:lnTo>
                    <a:pt x="3103473" y="1480792"/>
                  </a:lnTo>
                  <a:lnTo>
                    <a:pt x="2953009" y="1453414"/>
                  </a:lnTo>
                  <a:lnTo>
                    <a:pt x="2802545" y="1421281"/>
                  </a:lnTo>
                  <a:lnTo>
                    <a:pt x="2652081" y="1387396"/>
                  </a:lnTo>
                  <a:lnTo>
                    <a:pt x="2501617" y="1342983"/>
                  </a:lnTo>
                  <a:lnTo>
                    <a:pt x="2351153" y="1277692"/>
                  </a:lnTo>
                  <a:lnTo>
                    <a:pt x="2200689" y="1201106"/>
                  </a:lnTo>
                  <a:lnTo>
                    <a:pt x="2050225" y="1127479"/>
                  </a:lnTo>
                  <a:lnTo>
                    <a:pt x="1899761" y="1061784"/>
                  </a:lnTo>
                  <a:lnTo>
                    <a:pt x="1749297" y="995415"/>
                  </a:lnTo>
                  <a:lnTo>
                    <a:pt x="1598833" y="930567"/>
                  </a:lnTo>
                  <a:lnTo>
                    <a:pt x="1448369" y="869728"/>
                  </a:lnTo>
                  <a:lnTo>
                    <a:pt x="1297904" y="813586"/>
                  </a:lnTo>
                  <a:lnTo>
                    <a:pt x="1147440" y="760231"/>
                  </a:lnTo>
                  <a:lnTo>
                    <a:pt x="996976" y="709970"/>
                  </a:lnTo>
                  <a:lnTo>
                    <a:pt x="846512" y="663245"/>
                  </a:lnTo>
                  <a:lnTo>
                    <a:pt x="696048" y="620465"/>
                  </a:lnTo>
                  <a:lnTo>
                    <a:pt x="545584" y="581929"/>
                  </a:lnTo>
                  <a:lnTo>
                    <a:pt x="395120" y="547803"/>
                  </a:lnTo>
                  <a:lnTo>
                    <a:pt x="244656" y="518135"/>
                  </a:lnTo>
                  <a:lnTo>
                    <a:pt x="94192" y="492888"/>
                  </a:lnTo>
                  <a:lnTo>
                    <a:pt x="0" y="47979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678748"/>
              <a:ext cx="6145984" cy="1400827"/>
            </a:xfrm>
            <a:custGeom>
              <a:avLst/>
              <a:pathLst>
                <a:path w="6145984" h="1400827">
                  <a:moveTo>
                    <a:pt x="0" y="0"/>
                  </a:moveTo>
                  <a:lnTo>
                    <a:pt x="94192" y="50369"/>
                  </a:lnTo>
                  <a:lnTo>
                    <a:pt x="244656" y="128384"/>
                  </a:lnTo>
                  <a:lnTo>
                    <a:pt x="395120" y="203919"/>
                  </a:lnTo>
                  <a:lnTo>
                    <a:pt x="545584" y="276989"/>
                  </a:lnTo>
                  <a:lnTo>
                    <a:pt x="696048" y="347692"/>
                  </a:lnTo>
                  <a:lnTo>
                    <a:pt x="846512" y="416245"/>
                  </a:lnTo>
                  <a:lnTo>
                    <a:pt x="996976" y="482998"/>
                  </a:lnTo>
                  <a:lnTo>
                    <a:pt x="1147440" y="548411"/>
                  </a:lnTo>
                  <a:lnTo>
                    <a:pt x="1297904" y="612977"/>
                  </a:lnTo>
                  <a:lnTo>
                    <a:pt x="1448369" y="677192"/>
                  </a:lnTo>
                  <a:lnTo>
                    <a:pt x="1598833" y="744117"/>
                  </a:lnTo>
                  <a:lnTo>
                    <a:pt x="1749297" y="813109"/>
                  </a:lnTo>
                  <a:lnTo>
                    <a:pt x="1899761" y="881439"/>
                  </a:lnTo>
                  <a:lnTo>
                    <a:pt x="2050225" y="947745"/>
                  </a:lnTo>
                  <a:lnTo>
                    <a:pt x="2200689" y="1022877"/>
                  </a:lnTo>
                  <a:lnTo>
                    <a:pt x="2351153" y="1098116"/>
                  </a:lnTo>
                  <a:lnTo>
                    <a:pt x="2501617" y="1160676"/>
                  </a:lnTo>
                  <a:lnTo>
                    <a:pt x="2652081" y="1206332"/>
                  </a:lnTo>
                  <a:lnTo>
                    <a:pt x="2802545" y="1238873"/>
                  </a:lnTo>
                  <a:lnTo>
                    <a:pt x="2953009" y="1266530"/>
                  </a:lnTo>
                  <a:lnTo>
                    <a:pt x="3103473" y="1295377"/>
                  </a:lnTo>
                  <a:lnTo>
                    <a:pt x="3253937" y="1314682"/>
                  </a:lnTo>
                  <a:lnTo>
                    <a:pt x="3404401" y="1327805"/>
                  </a:lnTo>
                  <a:lnTo>
                    <a:pt x="3554865" y="1343921"/>
                  </a:lnTo>
                  <a:lnTo>
                    <a:pt x="3705329" y="1360227"/>
                  </a:lnTo>
                  <a:lnTo>
                    <a:pt x="3855793" y="1371658"/>
                  </a:lnTo>
                  <a:lnTo>
                    <a:pt x="4006257" y="1381942"/>
                  </a:lnTo>
                  <a:lnTo>
                    <a:pt x="4156721" y="1391990"/>
                  </a:lnTo>
                  <a:lnTo>
                    <a:pt x="4307185" y="1398151"/>
                  </a:lnTo>
                  <a:lnTo>
                    <a:pt x="4457649" y="1400792"/>
                  </a:lnTo>
                  <a:lnTo>
                    <a:pt x="4608114" y="1400827"/>
                  </a:lnTo>
                  <a:lnTo>
                    <a:pt x="4758578" y="1398885"/>
                  </a:lnTo>
                  <a:lnTo>
                    <a:pt x="4909042" y="1395359"/>
                  </a:lnTo>
                  <a:lnTo>
                    <a:pt x="5059506" y="1390619"/>
                  </a:lnTo>
                  <a:lnTo>
                    <a:pt x="5209970" y="1384877"/>
                  </a:lnTo>
                  <a:lnTo>
                    <a:pt x="5360434" y="1378219"/>
                  </a:lnTo>
                  <a:lnTo>
                    <a:pt x="5510898" y="1370639"/>
                  </a:lnTo>
                  <a:lnTo>
                    <a:pt x="5661362" y="1362062"/>
                  </a:lnTo>
                  <a:lnTo>
                    <a:pt x="5811826" y="1352366"/>
                  </a:lnTo>
                  <a:lnTo>
                    <a:pt x="5962290" y="1341405"/>
                  </a:lnTo>
                  <a:lnTo>
                    <a:pt x="6112754" y="1329016"/>
                  </a:lnTo>
                  <a:lnTo>
                    <a:pt x="6145984" y="13259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58545"/>
              <a:ext cx="6145984" cy="1212232"/>
            </a:xfrm>
            <a:custGeom>
              <a:avLst/>
              <a:pathLst>
                <a:path w="6145984" h="1212232">
                  <a:moveTo>
                    <a:pt x="6145984" y="1212232"/>
                  </a:moveTo>
                  <a:lnTo>
                    <a:pt x="6112754" y="1209764"/>
                  </a:lnTo>
                  <a:lnTo>
                    <a:pt x="5962290" y="1199282"/>
                  </a:lnTo>
                  <a:lnTo>
                    <a:pt x="5811826" y="1189337"/>
                  </a:lnTo>
                  <a:lnTo>
                    <a:pt x="5661362" y="1179770"/>
                  </a:lnTo>
                  <a:lnTo>
                    <a:pt x="5510898" y="1170436"/>
                  </a:lnTo>
                  <a:lnTo>
                    <a:pt x="5360434" y="1161218"/>
                  </a:lnTo>
                  <a:lnTo>
                    <a:pt x="5209970" y="1152045"/>
                  </a:lnTo>
                  <a:lnTo>
                    <a:pt x="5059506" y="1142913"/>
                  </a:lnTo>
                  <a:lnTo>
                    <a:pt x="4909042" y="1133913"/>
                  </a:lnTo>
                  <a:lnTo>
                    <a:pt x="4758578" y="1125259"/>
                  </a:lnTo>
                  <a:lnTo>
                    <a:pt x="4608114" y="1117325"/>
                  </a:lnTo>
                  <a:lnTo>
                    <a:pt x="4457649" y="1109841"/>
                  </a:lnTo>
                  <a:lnTo>
                    <a:pt x="4307185" y="1101693"/>
                  </a:lnTo>
                  <a:lnTo>
                    <a:pt x="4156721" y="1092725"/>
                  </a:lnTo>
                  <a:lnTo>
                    <a:pt x="4006257" y="1082257"/>
                  </a:lnTo>
                  <a:lnTo>
                    <a:pt x="3855793" y="1071241"/>
                  </a:lnTo>
                  <a:lnTo>
                    <a:pt x="3705329" y="1060557"/>
                  </a:lnTo>
                  <a:lnTo>
                    <a:pt x="3554865" y="1046999"/>
                  </a:lnTo>
                  <a:lnTo>
                    <a:pt x="3404401" y="1030401"/>
                  </a:lnTo>
                  <a:lnTo>
                    <a:pt x="3253937" y="1016704"/>
                  </a:lnTo>
                  <a:lnTo>
                    <a:pt x="3103473" y="1000994"/>
                  </a:lnTo>
                  <a:lnTo>
                    <a:pt x="2953009" y="973616"/>
                  </a:lnTo>
                  <a:lnTo>
                    <a:pt x="2802545" y="941484"/>
                  </a:lnTo>
                  <a:lnTo>
                    <a:pt x="2652081" y="907598"/>
                  </a:lnTo>
                  <a:lnTo>
                    <a:pt x="2501617" y="863186"/>
                  </a:lnTo>
                  <a:lnTo>
                    <a:pt x="2351153" y="797894"/>
                  </a:lnTo>
                  <a:lnTo>
                    <a:pt x="2200689" y="721308"/>
                  </a:lnTo>
                  <a:lnTo>
                    <a:pt x="2050225" y="647682"/>
                  </a:lnTo>
                  <a:lnTo>
                    <a:pt x="1899761" y="581987"/>
                  </a:lnTo>
                  <a:lnTo>
                    <a:pt x="1749297" y="515618"/>
                  </a:lnTo>
                  <a:lnTo>
                    <a:pt x="1598833" y="450769"/>
                  </a:lnTo>
                  <a:lnTo>
                    <a:pt x="1448369" y="389931"/>
                  </a:lnTo>
                  <a:lnTo>
                    <a:pt x="1297904" y="333789"/>
                  </a:lnTo>
                  <a:lnTo>
                    <a:pt x="1147440" y="280434"/>
                  </a:lnTo>
                  <a:lnTo>
                    <a:pt x="996976" y="230173"/>
                  </a:lnTo>
                  <a:lnTo>
                    <a:pt x="846512" y="183448"/>
                  </a:lnTo>
                  <a:lnTo>
                    <a:pt x="696048" y="140668"/>
                  </a:lnTo>
                  <a:lnTo>
                    <a:pt x="545584" y="102132"/>
                  </a:lnTo>
                  <a:lnTo>
                    <a:pt x="395120" y="68006"/>
                  </a:lnTo>
                  <a:lnTo>
                    <a:pt x="244656" y="38337"/>
                  </a:lnTo>
                  <a:lnTo>
                    <a:pt x="94192" y="130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918646"/>
              <a:ext cx="6145984" cy="1270916"/>
            </a:xfrm>
            <a:custGeom>
              <a:avLst/>
              <a:pathLst>
                <a:path w="6145984" h="1270916">
                  <a:moveTo>
                    <a:pt x="0" y="0"/>
                  </a:moveTo>
                  <a:lnTo>
                    <a:pt x="94192" y="31730"/>
                  </a:lnTo>
                  <a:lnTo>
                    <a:pt x="244656" y="83361"/>
                  </a:lnTo>
                  <a:lnTo>
                    <a:pt x="395120" y="135963"/>
                  </a:lnTo>
                  <a:lnTo>
                    <a:pt x="545584" y="189560"/>
                  </a:lnTo>
                  <a:lnTo>
                    <a:pt x="696048" y="244180"/>
                  </a:lnTo>
                  <a:lnTo>
                    <a:pt x="846512" y="299846"/>
                  </a:lnTo>
                  <a:lnTo>
                    <a:pt x="996976" y="356585"/>
                  </a:lnTo>
                  <a:lnTo>
                    <a:pt x="1147440" y="414422"/>
                  </a:lnTo>
                  <a:lnTo>
                    <a:pt x="1297904" y="473383"/>
                  </a:lnTo>
                  <a:lnTo>
                    <a:pt x="1448369" y="533561"/>
                  </a:lnTo>
                  <a:lnTo>
                    <a:pt x="1598833" y="597443"/>
                  </a:lnTo>
                  <a:lnTo>
                    <a:pt x="1749297" y="664363"/>
                  </a:lnTo>
                  <a:lnTo>
                    <a:pt x="1899761" y="731713"/>
                  </a:lnTo>
                  <a:lnTo>
                    <a:pt x="2050225" y="797713"/>
                  </a:lnTo>
                  <a:lnTo>
                    <a:pt x="2200689" y="872092"/>
                  </a:lnTo>
                  <a:lnTo>
                    <a:pt x="2351153" y="948005"/>
                  </a:lnTo>
                  <a:lnTo>
                    <a:pt x="2501617" y="1011931"/>
                  </a:lnTo>
                  <a:lnTo>
                    <a:pt x="2652081" y="1056965"/>
                  </a:lnTo>
                  <a:lnTo>
                    <a:pt x="2802545" y="1090178"/>
                  </a:lnTo>
                  <a:lnTo>
                    <a:pt x="2953009" y="1120073"/>
                  </a:lnTo>
                  <a:lnTo>
                    <a:pt x="3103473" y="1148186"/>
                  </a:lnTo>
                  <a:lnTo>
                    <a:pt x="3253937" y="1165693"/>
                  </a:lnTo>
                  <a:lnTo>
                    <a:pt x="3404401" y="1179103"/>
                  </a:lnTo>
                  <a:lnTo>
                    <a:pt x="3554865" y="1195460"/>
                  </a:lnTo>
                  <a:lnTo>
                    <a:pt x="3705329" y="1210392"/>
                  </a:lnTo>
                  <a:lnTo>
                    <a:pt x="3855793" y="1221450"/>
                  </a:lnTo>
                  <a:lnTo>
                    <a:pt x="4006257" y="1232100"/>
                  </a:lnTo>
                  <a:lnTo>
                    <a:pt x="4156721" y="1242358"/>
                  </a:lnTo>
                  <a:lnTo>
                    <a:pt x="4307185" y="1249922"/>
                  </a:lnTo>
                  <a:lnTo>
                    <a:pt x="4457649" y="1255317"/>
                  </a:lnTo>
                  <a:lnTo>
                    <a:pt x="4608114" y="1259076"/>
                  </a:lnTo>
                  <a:lnTo>
                    <a:pt x="4758578" y="1262072"/>
                  </a:lnTo>
                  <a:lnTo>
                    <a:pt x="4909042" y="1264636"/>
                  </a:lnTo>
                  <a:lnTo>
                    <a:pt x="5059506" y="1266766"/>
                  </a:lnTo>
                  <a:lnTo>
                    <a:pt x="5209970" y="1268461"/>
                  </a:lnTo>
                  <a:lnTo>
                    <a:pt x="5360434" y="1269719"/>
                  </a:lnTo>
                  <a:lnTo>
                    <a:pt x="5510898" y="1270537"/>
                  </a:lnTo>
                  <a:lnTo>
                    <a:pt x="5661362" y="1270916"/>
                  </a:lnTo>
                  <a:lnTo>
                    <a:pt x="5811826" y="1270852"/>
                  </a:lnTo>
                  <a:lnTo>
                    <a:pt x="5962290" y="1270344"/>
                  </a:lnTo>
                  <a:lnTo>
                    <a:pt x="6112754" y="1269390"/>
                  </a:lnTo>
                  <a:lnTo>
                    <a:pt x="6145984" y="126908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839149"/>
              <a:ext cx="6145984" cy="1464574"/>
            </a:xfrm>
            <a:custGeom>
              <a:avLst/>
              <a:pathLst>
                <a:path w="6145984" h="1464574">
                  <a:moveTo>
                    <a:pt x="0" y="0"/>
                  </a:moveTo>
                  <a:lnTo>
                    <a:pt x="94192" y="51420"/>
                  </a:lnTo>
                  <a:lnTo>
                    <a:pt x="244656" y="130323"/>
                  </a:lnTo>
                  <a:lnTo>
                    <a:pt x="395120" y="205933"/>
                  </a:lnTo>
                  <a:lnTo>
                    <a:pt x="545584" y="278243"/>
                  </a:lnTo>
                  <a:lnTo>
                    <a:pt x="696048" y="347324"/>
                  </a:lnTo>
                  <a:lnTo>
                    <a:pt x="846512" y="413357"/>
                  </a:lnTo>
                  <a:lnTo>
                    <a:pt x="996976" y="476651"/>
                  </a:lnTo>
                  <a:lnTo>
                    <a:pt x="1147440" y="537613"/>
                  </a:lnTo>
                  <a:lnTo>
                    <a:pt x="1297904" y="596687"/>
                  </a:lnTo>
                  <a:lnTo>
                    <a:pt x="1448369" y="654316"/>
                  </a:lnTo>
                  <a:lnTo>
                    <a:pt x="1598833" y="713472"/>
                  </a:lnTo>
                  <a:lnTo>
                    <a:pt x="1749297" y="773828"/>
                  </a:lnTo>
                  <a:lnTo>
                    <a:pt x="1899761" y="833109"/>
                  </a:lnTo>
                  <a:lnTo>
                    <a:pt x="2050225" y="890291"/>
                  </a:lnTo>
                  <a:lnTo>
                    <a:pt x="2200689" y="955345"/>
                  </a:lnTo>
                  <a:lnTo>
                    <a:pt x="2351153" y="1020256"/>
                  </a:lnTo>
                  <a:lnTo>
                    <a:pt x="2501617" y="1073390"/>
                  </a:lnTo>
                  <a:lnTo>
                    <a:pt x="2652081" y="1111514"/>
                  </a:lnTo>
                  <a:lnTo>
                    <a:pt x="2802545" y="1137895"/>
                  </a:lnTo>
                  <a:lnTo>
                    <a:pt x="2953009" y="1159352"/>
                  </a:lnTo>
                  <a:lnTo>
                    <a:pt x="3103473" y="1180904"/>
                  </a:lnTo>
                  <a:lnTo>
                    <a:pt x="3253937" y="1192909"/>
                  </a:lnTo>
                  <a:lnTo>
                    <a:pt x="3404401" y="1199139"/>
                  </a:lnTo>
                  <a:lnTo>
                    <a:pt x="3554865" y="1208804"/>
                  </a:lnTo>
                  <a:lnTo>
                    <a:pt x="3705329" y="1219425"/>
                  </a:lnTo>
                  <a:lnTo>
                    <a:pt x="3855793" y="1225618"/>
                  </a:lnTo>
                  <a:lnTo>
                    <a:pt x="4006257" y="1230182"/>
                  </a:lnTo>
                  <a:lnTo>
                    <a:pt x="4156721" y="1233802"/>
                  </a:lnTo>
                  <a:lnTo>
                    <a:pt x="4307185" y="1233584"/>
                  </a:lnTo>
                  <a:lnTo>
                    <a:pt x="4457649" y="1230170"/>
                  </a:lnTo>
                  <a:lnTo>
                    <a:pt x="4608114" y="1224711"/>
                  </a:lnTo>
                  <a:lnTo>
                    <a:pt x="4758578" y="1217860"/>
                  </a:lnTo>
                  <a:lnTo>
                    <a:pt x="4909042" y="1209922"/>
                  </a:lnTo>
                  <a:lnTo>
                    <a:pt x="5059506" y="1201239"/>
                  </a:lnTo>
                  <a:lnTo>
                    <a:pt x="5209970" y="1192005"/>
                  </a:lnTo>
                  <a:lnTo>
                    <a:pt x="5360434" y="1182300"/>
                  </a:lnTo>
                  <a:lnTo>
                    <a:pt x="5510898" y="1172111"/>
                  </a:lnTo>
                  <a:lnTo>
                    <a:pt x="5661362" y="1161366"/>
                  </a:lnTo>
                  <a:lnTo>
                    <a:pt x="5811826" y="1149947"/>
                  </a:lnTo>
                  <a:lnTo>
                    <a:pt x="5962290" y="1137712"/>
                  </a:lnTo>
                  <a:lnTo>
                    <a:pt x="6112754" y="1124506"/>
                  </a:lnTo>
                  <a:lnTo>
                    <a:pt x="6145984" y="1121341"/>
                  </a:lnTo>
                  <a:lnTo>
                    <a:pt x="6145984" y="1464574"/>
                  </a:lnTo>
                  <a:lnTo>
                    <a:pt x="6112754" y="1462531"/>
                  </a:lnTo>
                  <a:lnTo>
                    <a:pt x="5962290" y="1454296"/>
                  </a:lnTo>
                  <a:lnTo>
                    <a:pt x="5811826" y="1446930"/>
                  </a:lnTo>
                  <a:lnTo>
                    <a:pt x="5661362" y="1440289"/>
                  </a:lnTo>
                  <a:lnTo>
                    <a:pt x="5510898" y="1434241"/>
                  </a:lnTo>
                  <a:lnTo>
                    <a:pt x="5360434" y="1428681"/>
                  </a:lnTo>
                  <a:lnTo>
                    <a:pt x="5209970" y="1423545"/>
                  </a:lnTo>
                  <a:lnTo>
                    <a:pt x="5059506" y="1418833"/>
                  </a:lnTo>
                  <a:lnTo>
                    <a:pt x="4909042" y="1414635"/>
                  </a:lnTo>
                  <a:lnTo>
                    <a:pt x="4758578" y="1411155"/>
                  </a:lnTo>
                  <a:lnTo>
                    <a:pt x="4608114" y="1408746"/>
                  </a:lnTo>
                  <a:lnTo>
                    <a:pt x="4457649" y="1407221"/>
                  </a:lnTo>
                  <a:lnTo>
                    <a:pt x="4307185" y="1405471"/>
                  </a:lnTo>
                  <a:lnTo>
                    <a:pt x="4156721" y="1403057"/>
                  </a:lnTo>
                  <a:lnTo>
                    <a:pt x="4006257" y="1399045"/>
                  </a:lnTo>
                  <a:lnTo>
                    <a:pt x="3855793" y="1393794"/>
                  </a:lnTo>
                  <a:lnTo>
                    <a:pt x="3705329" y="1388302"/>
                  </a:lnTo>
                  <a:lnTo>
                    <a:pt x="3554865" y="1380257"/>
                  </a:lnTo>
                  <a:lnTo>
                    <a:pt x="3404401" y="1370141"/>
                  </a:lnTo>
                  <a:lnTo>
                    <a:pt x="3253937" y="1363373"/>
                  </a:lnTo>
                  <a:lnTo>
                    <a:pt x="3103473" y="1354737"/>
                  </a:lnTo>
                  <a:lnTo>
                    <a:pt x="2953009" y="1334562"/>
                  </a:lnTo>
                  <a:lnTo>
                    <a:pt x="2802545" y="1308911"/>
                  </a:lnTo>
                  <a:lnTo>
                    <a:pt x="2652081" y="1281269"/>
                  </a:lnTo>
                  <a:lnTo>
                    <a:pt x="2501617" y="1244311"/>
                  </a:lnTo>
                  <a:lnTo>
                    <a:pt x="2351153" y="1188616"/>
                  </a:lnTo>
                  <a:lnTo>
                    <a:pt x="2200689" y="1122442"/>
                  </a:lnTo>
                  <a:lnTo>
                    <a:pt x="2050225" y="1058799"/>
                  </a:lnTo>
                  <a:lnTo>
                    <a:pt x="1899761" y="1002190"/>
                  </a:lnTo>
                  <a:lnTo>
                    <a:pt x="1749297" y="944748"/>
                  </a:lnTo>
                  <a:lnTo>
                    <a:pt x="1598833" y="888276"/>
                  </a:lnTo>
                  <a:lnTo>
                    <a:pt x="1448369" y="834826"/>
                  </a:lnTo>
                  <a:lnTo>
                    <a:pt x="1297904" y="784766"/>
                  </a:lnTo>
                  <a:lnTo>
                    <a:pt x="1147440" y="736204"/>
                  </a:lnTo>
                  <a:lnTo>
                    <a:pt x="996976" y="689446"/>
                  </a:lnTo>
                  <a:lnTo>
                    <a:pt x="846512" y="644930"/>
                  </a:lnTo>
                  <a:lnTo>
                    <a:pt x="696048" y="603059"/>
                  </a:lnTo>
                  <a:lnTo>
                    <a:pt x="545584" y="564136"/>
                  </a:lnTo>
                  <a:lnTo>
                    <a:pt x="395120" y="528337"/>
                  </a:lnTo>
                  <a:lnTo>
                    <a:pt x="244656" y="495730"/>
                  </a:lnTo>
                  <a:lnTo>
                    <a:pt x="94192" y="466300"/>
                  </a:lnTo>
                  <a:lnTo>
                    <a:pt x="0" y="44982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839149"/>
              <a:ext cx="6145984" cy="1233802"/>
            </a:xfrm>
            <a:custGeom>
              <a:avLst/>
              <a:pathLst>
                <a:path w="6145984" h="1233802">
                  <a:moveTo>
                    <a:pt x="0" y="0"/>
                  </a:moveTo>
                  <a:lnTo>
                    <a:pt x="94192" y="51420"/>
                  </a:lnTo>
                  <a:lnTo>
                    <a:pt x="244656" y="130323"/>
                  </a:lnTo>
                  <a:lnTo>
                    <a:pt x="395120" y="205933"/>
                  </a:lnTo>
                  <a:lnTo>
                    <a:pt x="545584" y="278243"/>
                  </a:lnTo>
                  <a:lnTo>
                    <a:pt x="696048" y="347324"/>
                  </a:lnTo>
                  <a:lnTo>
                    <a:pt x="846512" y="413357"/>
                  </a:lnTo>
                  <a:lnTo>
                    <a:pt x="996976" y="476651"/>
                  </a:lnTo>
                  <a:lnTo>
                    <a:pt x="1147440" y="537613"/>
                  </a:lnTo>
                  <a:lnTo>
                    <a:pt x="1297904" y="596687"/>
                  </a:lnTo>
                  <a:lnTo>
                    <a:pt x="1448369" y="654316"/>
                  </a:lnTo>
                  <a:lnTo>
                    <a:pt x="1598833" y="713472"/>
                  </a:lnTo>
                  <a:lnTo>
                    <a:pt x="1749297" y="773828"/>
                  </a:lnTo>
                  <a:lnTo>
                    <a:pt x="1899761" y="833109"/>
                  </a:lnTo>
                  <a:lnTo>
                    <a:pt x="2050225" y="890291"/>
                  </a:lnTo>
                  <a:lnTo>
                    <a:pt x="2200689" y="955345"/>
                  </a:lnTo>
                  <a:lnTo>
                    <a:pt x="2351153" y="1020256"/>
                  </a:lnTo>
                  <a:lnTo>
                    <a:pt x="2501617" y="1073390"/>
                  </a:lnTo>
                  <a:lnTo>
                    <a:pt x="2652081" y="1111514"/>
                  </a:lnTo>
                  <a:lnTo>
                    <a:pt x="2802545" y="1137895"/>
                  </a:lnTo>
                  <a:lnTo>
                    <a:pt x="2953009" y="1159352"/>
                  </a:lnTo>
                  <a:lnTo>
                    <a:pt x="3103473" y="1180904"/>
                  </a:lnTo>
                  <a:lnTo>
                    <a:pt x="3253937" y="1192909"/>
                  </a:lnTo>
                  <a:lnTo>
                    <a:pt x="3404401" y="1199139"/>
                  </a:lnTo>
                  <a:lnTo>
                    <a:pt x="3554865" y="1208804"/>
                  </a:lnTo>
                  <a:lnTo>
                    <a:pt x="3705329" y="1219425"/>
                  </a:lnTo>
                  <a:lnTo>
                    <a:pt x="3855793" y="1225618"/>
                  </a:lnTo>
                  <a:lnTo>
                    <a:pt x="4006257" y="1230182"/>
                  </a:lnTo>
                  <a:lnTo>
                    <a:pt x="4156721" y="1233802"/>
                  </a:lnTo>
                  <a:lnTo>
                    <a:pt x="4307185" y="1233584"/>
                  </a:lnTo>
                  <a:lnTo>
                    <a:pt x="4457649" y="1230170"/>
                  </a:lnTo>
                  <a:lnTo>
                    <a:pt x="4608114" y="1224711"/>
                  </a:lnTo>
                  <a:lnTo>
                    <a:pt x="4758578" y="1217860"/>
                  </a:lnTo>
                  <a:lnTo>
                    <a:pt x="4909042" y="1209922"/>
                  </a:lnTo>
                  <a:lnTo>
                    <a:pt x="5059506" y="1201239"/>
                  </a:lnTo>
                  <a:lnTo>
                    <a:pt x="5209970" y="1192005"/>
                  </a:lnTo>
                  <a:lnTo>
                    <a:pt x="5360434" y="1182300"/>
                  </a:lnTo>
                  <a:lnTo>
                    <a:pt x="5510898" y="1172111"/>
                  </a:lnTo>
                  <a:lnTo>
                    <a:pt x="5661362" y="1161366"/>
                  </a:lnTo>
                  <a:lnTo>
                    <a:pt x="5811826" y="1149947"/>
                  </a:lnTo>
                  <a:lnTo>
                    <a:pt x="5962290" y="1137712"/>
                  </a:lnTo>
                  <a:lnTo>
                    <a:pt x="6112754" y="1124506"/>
                  </a:lnTo>
                  <a:lnTo>
                    <a:pt x="6145984" y="11213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88979"/>
              <a:ext cx="6145984" cy="1014745"/>
            </a:xfrm>
            <a:custGeom>
              <a:avLst/>
              <a:pathLst>
                <a:path w="6145984" h="1014745">
                  <a:moveTo>
                    <a:pt x="6145984" y="1014745"/>
                  </a:moveTo>
                  <a:lnTo>
                    <a:pt x="6112754" y="1012702"/>
                  </a:lnTo>
                  <a:lnTo>
                    <a:pt x="5962290" y="1004467"/>
                  </a:lnTo>
                  <a:lnTo>
                    <a:pt x="5811826" y="997100"/>
                  </a:lnTo>
                  <a:lnTo>
                    <a:pt x="5661362" y="990460"/>
                  </a:lnTo>
                  <a:lnTo>
                    <a:pt x="5510898" y="984412"/>
                  </a:lnTo>
                  <a:lnTo>
                    <a:pt x="5360434" y="978852"/>
                  </a:lnTo>
                  <a:lnTo>
                    <a:pt x="5209970" y="973716"/>
                  </a:lnTo>
                  <a:lnTo>
                    <a:pt x="5059506" y="969004"/>
                  </a:lnTo>
                  <a:lnTo>
                    <a:pt x="4909042" y="964805"/>
                  </a:lnTo>
                  <a:lnTo>
                    <a:pt x="4758578" y="961325"/>
                  </a:lnTo>
                  <a:lnTo>
                    <a:pt x="4608114" y="958917"/>
                  </a:lnTo>
                  <a:lnTo>
                    <a:pt x="4457649" y="957392"/>
                  </a:lnTo>
                  <a:lnTo>
                    <a:pt x="4307185" y="955642"/>
                  </a:lnTo>
                  <a:lnTo>
                    <a:pt x="4156721" y="953228"/>
                  </a:lnTo>
                  <a:lnTo>
                    <a:pt x="4006257" y="949216"/>
                  </a:lnTo>
                  <a:lnTo>
                    <a:pt x="3855793" y="943965"/>
                  </a:lnTo>
                  <a:lnTo>
                    <a:pt x="3705329" y="938473"/>
                  </a:lnTo>
                  <a:lnTo>
                    <a:pt x="3554865" y="930427"/>
                  </a:lnTo>
                  <a:lnTo>
                    <a:pt x="3404401" y="920312"/>
                  </a:lnTo>
                  <a:lnTo>
                    <a:pt x="3253937" y="913543"/>
                  </a:lnTo>
                  <a:lnTo>
                    <a:pt x="3103473" y="904908"/>
                  </a:lnTo>
                  <a:lnTo>
                    <a:pt x="2953009" y="884733"/>
                  </a:lnTo>
                  <a:lnTo>
                    <a:pt x="2802545" y="859081"/>
                  </a:lnTo>
                  <a:lnTo>
                    <a:pt x="2652081" y="831440"/>
                  </a:lnTo>
                  <a:lnTo>
                    <a:pt x="2501617" y="794482"/>
                  </a:lnTo>
                  <a:lnTo>
                    <a:pt x="2351153" y="738786"/>
                  </a:lnTo>
                  <a:lnTo>
                    <a:pt x="2200689" y="672613"/>
                  </a:lnTo>
                  <a:lnTo>
                    <a:pt x="2050225" y="608969"/>
                  </a:lnTo>
                  <a:lnTo>
                    <a:pt x="1899761" y="552360"/>
                  </a:lnTo>
                  <a:lnTo>
                    <a:pt x="1749297" y="494918"/>
                  </a:lnTo>
                  <a:lnTo>
                    <a:pt x="1598833" y="438446"/>
                  </a:lnTo>
                  <a:lnTo>
                    <a:pt x="1448369" y="384996"/>
                  </a:lnTo>
                  <a:lnTo>
                    <a:pt x="1297904" y="334937"/>
                  </a:lnTo>
                  <a:lnTo>
                    <a:pt x="1147440" y="286375"/>
                  </a:lnTo>
                  <a:lnTo>
                    <a:pt x="996976" y="239617"/>
                  </a:lnTo>
                  <a:lnTo>
                    <a:pt x="846512" y="195100"/>
                  </a:lnTo>
                  <a:lnTo>
                    <a:pt x="696048" y="153230"/>
                  </a:lnTo>
                  <a:lnTo>
                    <a:pt x="545584" y="114306"/>
                  </a:lnTo>
                  <a:lnTo>
                    <a:pt x="395120" y="78508"/>
                  </a:lnTo>
                  <a:lnTo>
                    <a:pt x="244656" y="45900"/>
                  </a:lnTo>
                  <a:lnTo>
                    <a:pt x="94192" y="1647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064064"/>
              <a:ext cx="6145984" cy="1094613"/>
            </a:xfrm>
            <a:custGeom>
              <a:avLst/>
              <a:pathLst>
                <a:path w="6145984" h="1094613">
                  <a:moveTo>
                    <a:pt x="0" y="0"/>
                  </a:moveTo>
                  <a:lnTo>
                    <a:pt x="94192" y="33945"/>
                  </a:lnTo>
                  <a:lnTo>
                    <a:pt x="244656" y="88111"/>
                  </a:lnTo>
                  <a:lnTo>
                    <a:pt x="395120" y="142220"/>
                  </a:lnTo>
                  <a:lnTo>
                    <a:pt x="545584" y="196275"/>
                  </a:lnTo>
                  <a:lnTo>
                    <a:pt x="696048" y="250277"/>
                  </a:lnTo>
                  <a:lnTo>
                    <a:pt x="846512" y="304229"/>
                  </a:lnTo>
                  <a:lnTo>
                    <a:pt x="996976" y="358134"/>
                  </a:lnTo>
                  <a:lnTo>
                    <a:pt x="1147440" y="411994"/>
                  </a:lnTo>
                  <a:lnTo>
                    <a:pt x="1297904" y="465812"/>
                  </a:lnTo>
                  <a:lnTo>
                    <a:pt x="1448369" y="519656"/>
                  </a:lnTo>
                  <a:lnTo>
                    <a:pt x="1598833" y="575959"/>
                  </a:lnTo>
                  <a:lnTo>
                    <a:pt x="1749297" y="634373"/>
                  </a:lnTo>
                  <a:lnTo>
                    <a:pt x="1899761" y="692735"/>
                  </a:lnTo>
                  <a:lnTo>
                    <a:pt x="2050225" y="749630"/>
                  </a:lnTo>
                  <a:lnTo>
                    <a:pt x="2200689" y="813979"/>
                  </a:lnTo>
                  <a:lnTo>
                    <a:pt x="2351153" y="879521"/>
                  </a:lnTo>
                  <a:lnTo>
                    <a:pt x="2501617" y="933936"/>
                  </a:lnTo>
                  <a:lnTo>
                    <a:pt x="2652081" y="971477"/>
                  </a:lnTo>
                  <a:lnTo>
                    <a:pt x="2802545" y="998488"/>
                  </a:lnTo>
                  <a:lnTo>
                    <a:pt x="2953009" y="1022042"/>
                  </a:lnTo>
                  <a:lnTo>
                    <a:pt x="3103473" y="1042906"/>
                  </a:lnTo>
                  <a:lnTo>
                    <a:pt x="3253937" y="1053226"/>
                  </a:lnTo>
                  <a:lnTo>
                    <a:pt x="3404401" y="1059726"/>
                  </a:lnTo>
                  <a:lnTo>
                    <a:pt x="3554865" y="1069616"/>
                  </a:lnTo>
                  <a:lnTo>
                    <a:pt x="3705329" y="1078949"/>
                  </a:lnTo>
                  <a:lnTo>
                    <a:pt x="3855793" y="1084791"/>
                  </a:lnTo>
                  <a:lnTo>
                    <a:pt x="4006257" y="1089699"/>
                  </a:lnTo>
                  <a:lnTo>
                    <a:pt x="4156721" y="1093515"/>
                  </a:lnTo>
                  <a:lnTo>
                    <a:pt x="4307185" y="1094613"/>
                  </a:lnTo>
                  <a:lnTo>
                    <a:pt x="4457649" y="1093781"/>
                  </a:lnTo>
                  <a:lnTo>
                    <a:pt x="4608114" y="1091814"/>
                  </a:lnTo>
                  <a:lnTo>
                    <a:pt x="4758578" y="1089593"/>
                  </a:lnTo>
                  <a:lnTo>
                    <a:pt x="4909042" y="1087364"/>
                  </a:lnTo>
                  <a:lnTo>
                    <a:pt x="5059506" y="1085121"/>
                  </a:lnTo>
                  <a:lnTo>
                    <a:pt x="5209970" y="1082860"/>
                  </a:lnTo>
                  <a:lnTo>
                    <a:pt x="5360434" y="1080576"/>
                  </a:lnTo>
                  <a:lnTo>
                    <a:pt x="5510898" y="1078262"/>
                  </a:lnTo>
                  <a:lnTo>
                    <a:pt x="5661362" y="1075913"/>
                  </a:lnTo>
                  <a:lnTo>
                    <a:pt x="5811826" y="1073524"/>
                  </a:lnTo>
                  <a:lnTo>
                    <a:pt x="5962290" y="1071089"/>
                  </a:lnTo>
                  <a:lnTo>
                    <a:pt x="6112754" y="1068604"/>
                  </a:lnTo>
                  <a:lnTo>
                    <a:pt x="6145984" y="106804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038968"/>
              <a:ext cx="6145984" cy="1274531"/>
            </a:xfrm>
            <a:custGeom>
              <a:avLst/>
              <a:pathLst>
                <a:path w="6145984" h="1274531">
                  <a:moveTo>
                    <a:pt x="0" y="0"/>
                  </a:moveTo>
                  <a:lnTo>
                    <a:pt x="94192" y="47202"/>
                  </a:lnTo>
                  <a:lnTo>
                    <a:pt x="244656" y="119147"/>
                  </a:lnTo>
                  <a:lnTo>
                    <a:pt x="395120" y="187549"/>
                  </a:lnTo>
                  <a:lnTo>
                    <a:pt x="545584" y="252362"/>
                  </a:lnTo>
                  <a:lnTo>
                    <a:pt x="696048" y="313614"/>
                  </a:lnTo>
                  <a:lnTo>
                    <a:pt x="846512" y="371432"/>
                  </a:lnTo>
                  <a:lnTo>
                    <a:pt x="996976" y="426058"/>
                  </a:lnTo>
                  <a:lnTo>
                    <a:pt x="1147440" y="477830"/>
                  </a:lnTo>
                  <a:lnTo>
                    <a:pt x="1297904" y="527111"/>
                  </a:lnTo>
                  <a:lnTo>
                    <a:pt x="1448369" y="574273"/>
                  </a:lnTo>
                  <a:lnTo>
                    <a:pt x="1598833" y="622211"/>
                  </a:lnTo>
                  <a:lnTo>
                    <a:pt x="1749297" y="671133"/>
                  </a:lnTo>
                  <a:lnTo>
                    <a:pt x="1899761" y="719481"/>
                  </a:lnTo>
                  <a:lnTo>
                    <a:pt x="2050225" y="766904"/>
                  </a:lnTo>
                  <a:lnTo>
                    <a:pt x="2200689" y="823640"/>
                  </a:lnTo>
                  <a:lnTo>
                    <a:pt x="2351153" y="881415"/>
                  </a:lnTo>
                  <a:lnTo>
                    <a:pt x="2501617" y="928041"/>
                  </a:lnTo>
                  <a:lnTo>
                    <a:pt x="2652081" y="961267"/>
                  </a:lnTo>
                  <a:lnTo>
                    <a:pt x="2802545" y="984476"/>
                  </a:lnTo>
                  <a:lnTo>
                    <a:pt x="2953009" y="1002819"/>
                  </a:lnTo>
                  <a:lnTo>
                    <a:pt x="3103473" y="1020051"/>
                  </a:lnTo>
                  <a:lnTo>
                    <a:pt x="3253937" y="1027815"/>
                  </a:lnTo>
                  <a:lnTo>
                    <a:pt x="3404401" y="1030298"/>
                  </a:lnTo>
                  <a:lnTo>
                    <a:pt x="3554865" y="1036621"/>
                  </a:lnTo>
                  <a:lnTo>
                    <a:pt x="3705329" y="1043750"/>
                  </a:lnTo>
                  <a:lnTo>
                    <a:pt x="3855793" y="1046938"/>
                  </a:lnTo>
                  <a:lnTo>
                    <a:pt x="4006257" y="1049912"/>
                  </a:lnTo>
                  <a:lnTo>
                    <a:pt x="4156721" y="1053521"/>
                  </a:lnTo>
                  <a:lnTo>
                    <a:pt x="4307185" y="1054273"/>
                  </a:lnTo>
                  <a:lnTo>
                    <a:pt x="4457649" y="1052428"/>
                  </a:lnTo>
                  <a:lnTo>
                    <a:pt x="4608114" y="1048713"/>
                  </a:lnTo>
                  <a:lnTo>
                    <a:pt x="4758578" y="1043587"/>
                  </a:lnTo>
                  <a:lnTo>
                    <a:pt x="4909042" y="1037360"/>
                  </a:lnTo>
                  <a:lnTo>
                    <a:pt x="5059506" y="1030347"/>
                  </a:lnTo>
                  <a:lnTo>
                    <a:pt x="5209970" y="1022729"/>
                  </a:lnTo>
                  <a:lnTo>
                    <a:pt x="5360434" y="1014582"/>
                  </a:lnTo>
                  <a:lnTo>
                    <a:pt x="5510898" y="1005898"/>
                  </a:lnTo>
                  <a:lnTo>
                    <a:pt x="5661362" y="996614"/>
                  </a:lnTo>
                  <a:lnTo>
                    <a:pt x="5811826" y="986627"/>
                  </a:lnTo>
                  <a:lnTo>
                    <a:pt x="5962290" y="975809"/>
                  </a:lnTo>
                  <a:lnTo>
                    <a:pt x="6112754" y="964023"/>
                  </a:lnTo>
                  <a:lnTo>
                    <a:pt x="6145984" y="961176"/>
                  </a:lnTo>
                  <a:lnTo>
                    <a:pt x="6145984" y="1274531"/>
                  </a:lnTo>
                  <a:lnTo>
                    <a:pt x="6112754" y="1272623"/>
                  </a:lnTo>
                  <a:lnTo>
                    <a:pt x="5962290" y="1264834"/>
                  </a:lnTo>
                  <a:lnTo>
                    <a:pt x="5811826" y="1257757"/>
                  </a:lnTo>
                  <a:lnTo>
                    <a:pt x="5661362" y="1251257"/>
                  </a:lnTo>
                  <a:lnTo>
                    <a:pt x="5510898" y="1245210"/>
                  </a:lnTo>
                  <a:lnTo>
                    <a:pt x="5360434" y="1239516"/>
                  </a:lnTo>
                  <a:lnTo>
                    <a:pt x="5209970" y="1234113"/>
                  </a:lnTo>
                  <a:lnTo>
                    <a:pt x="5059506" y="1229000"/>
                  </a:lnTo>
                  <a:lnTo>
                    <a:pt x="4909042" y="1224252"/>
                  </a:lnTo>
                  <a:lnTo>
                    <a:pt x="4758578" y="1220055"/>
                  </a:lnTo>
                  <a:lnTo>
                    <a:pt x="4608114" y="1216728"/>
                  </a:lnTo>
                  <a:lnTo>
                    <a:pt x="4457649" y="1214067"/>
                  </a:lnTo>
                  <a:lnTo>
                    <a:pt x="4307185" y="1211198"/>
                  </a:lnTo>
                  <a:lnTo>
                    <a:pt x="4156721" y="1208043"/>
                  </a:lnTo>
                  <a:lnTo>
                    <a:pt x="4006257" y="1204075"/>
                  </a:lnTo>
                  <a:lnTo>
                    <a:pt x="3855793" y="1200475"/>
                  </a:lnTo>
                  <a:lnTo>
                    <a:pt x="3705329" y="1197926"/>
                  </a:lnTo>
                  <a:lnTo>
                    <a:pt x="3554865" y="1193148"/>
                  </a:lnTo>
                  <a:lnTo>
                    <a:pt x="3404401" y="1186414"/>
                  </a:lnTo>
                  <a:lnTo>
                    <a:pt x="3253937" y="1183440"/>
                  </a:lnTo>
                  <a:lnTo>
                    <a:pt x="3103473" y="1178753"/>
                  </a:lnTo>
                  <a:lnTo>
                    <a:pt x="2953009" y="1162777"/>
                  </a:lnTo>
                  <a:lnTo>
                    <a:pt x="2802545" y="1140604"/>
                  </a:lnTo>
                  <a:lnTo>
                    <a:pt x="2652081" y="1116244"/>
                  </a:lnTo>
                  <a:lnTo>
                    <a:pt x="2501617" y="1084084"/>
                  </a:lnTo>
                  <a:lnTo>
                    <a:pt x="2351153" y="1035119"/>
                  </a:lnTo>
                  <a:lnTo>
                    <a:pt x="2200689" y="976191"/>
                  </a:lnTo>
                  <a:lnTo>
                    <a:pt x="2050225" y="920744"/>
                  </a:lnTo>
                  <a:lnTo>
                    <a:pt x="1899761" y="873843"/>
                  </a:lnTo>
                  <a:lnTo>
                    <a:pt x="1749297" y="827174"/>
                  </a:lnTo>
                  <a:lnTo>
                    <a:pt x="1598833" y="781798"/>
                  </a:lnTo>
                  <a:lnTo>
                    <a:pt x="1448369" y="739069"/>
                  </a:lnTo>
                  <a:lnTo>
                    <a:pt x="1297904" y="698818"/>
                  </a:lnTo>
                  <a:lnTo>
                    <a:pt x="1147440" y="659133"/>
                  </a:lnTo>
                  <a:lnTo>
                    <a:pt x="996976" y="620330"/>
                  </a:lnTo>
                  <a:lnTo>
                    <a:pt x="846512" y="582846"/>
                  </a:lnTo>
                  <a:lnTo>
                    <a:pt x="696048" y="547087"/>
                  </a:lnTo>
                  <a:lnTo>
                    <a:pt x="545584" y="513368"/>
                  </a:lnTo>
                  <a:lnTo>
                    <a:pt x="395120" y="481888"/>
                  </a:lnTo>
                  <a:lnTo>
                    <a:pt x="244656" y="452745"/>
                  </a:lnTo>
                  <a:lnTo>
                    <a:pt x="94192" y="425966"/>
                  </a:lnTo>
                  <a:lnTo>
                    <a:pt x="0" y="4106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038968"/>
              <a:ext cx="6145984" cy="1054273"/>
            </a:xfrm>
            <a:custGeom>
              <a:avLst/>
              <a:pathLst>
                <a:path w="6145984" h="1054273">
                  <a:moveTo>
                    <a:pt x="0" y="0"/>
                  </a:moveTo>
                  <a:lnTo>
                    <a:pt x="94192" y="47202"/>
                  </a:lnTo>
                  <a:lnTo>
                    <a:pt x="244656" y="119147"/>
                  </a:lnTo>
                  <a:lnTo>
                    <a:pt x="395120" y="187549"/>
                  </a:lnTo>
                  <a:lnTo>
                    <a:pt x="545584" y="252362"/>
                  </a:lnTo>
                  <a:lnTo>
                    <a:pt x="696048" y="313614"/>
                  </a:lnTo>
                  <a:lnTo>
                    <a:pt x="846512" y="371432"/>
                  </a:lnTo>
                  <a:lnTo>
                    <a:pt x="996976" y="426058"/>
                  </a:lnTo>
                  <a:lnTo>
                    <a:pt x="1147440" y="477830"/>
                  </a:lnTo>
                  <a:lnTo>
                    <a:pt x="1297904" y="527111"/>
                  </a:lnTo>
                  <a:lnTo>
                    <a:pt x="1448369" y="574273"/>
                  </a:lnTo>
                  <a:lnTo>
                    <a:pt x="1598833" y="622211"/>
                  </a:lnTo>
                  <a:lnTo>
                    <a:pt x="1749297" y="671133"/>
                  </a:lnTo>
                  <a:lnTo>
                    <a:pt x="1899761" y="719481"/>
                  </a:lnTo>
                  <a:lnTo>
                    <a:pt x="2050225" y="766904"/>
                  </a:lnTo>
                  <a:lnTo>
                    <a:pt x="2200689" y="823640"/>
                  </a:lnTo>
                  <a:lnTo>
                    <a:pt x="2351153" y="881415"/>
                  </a:lnTo>
                  <a:lnTo>
                    <a:pt x="2501617" y="928041"/>
                  </a:lnTo>
                  <a:lnTo>
                    <a:pt x="2652081" y="961267"/>
                  </a:lnTo>
                  <a:lnTo>
                    <a:pt x="2802545" y="984476"/>
                  </a:lnTo>
                  <a:lnTo>
                    <a:pt x="2953009" y="1002819"/>
                  </a:lnTo>
                  <a:lnTo>
                    <a:pt x="3103473" y="1020051"/>
                  </a:lnTo>
                  <a:lnTo>
                    <a:pt x="3253937" y="1027815"/>
                  </a:lnTo>
                  <a:lnTo>
                    <a:pt x="3404401" y="1030298"/>
                  </a:lnTo>
                  <a:lnTo>
                    <a:pt x="3554865" y="1036621"/>
                  </a:lnTo>
                  <a:lnTo>
                    <a:pt x="3705329" y="1043750"/>
                  </a:lnTo>
                  <a:lnTo>
                    <a:pt x="3855793" y="1046938"/>
                  </a:lnTo>
                  <a:lnTo>
                    <a:pt x="4006257" y="1049912"/>
                  </a:lnTo>
                  <a:lnTo>
                    <a:pt x="4156721" y="1053521"/>
                  </a:lnTo>
                  <a:lnTo>
                    <a:pt x="4307185" y="1054273"/>
                  </a:lnTo>
                  <a:lnTo>
                    <a:pt x="4457649" y="1052428"/>
                  </a:lnTo>
                  <a:lnTo>
                    <a:pt x="4608114" y="1048713"/>
                  </a:lnTo>
                  <a:lnTo>
                    <a:pt x="4758578" y="1043587"/>
                  </a:lnTo>
                  <a:lnTo>
                    <a:pt x="4909042" y="1037360"/>
                  </a:lnTo>
                  <a:lnTo>
                    <a:pt x="5059506" y="1030347"/>
                  </a:lnTo>
                  <a:lnTo>
                    <a:pt x="5209970" y="1022729"/>
                  </a:lnTo>
                  <a:lnTo>
                    <a:pt x="5360434" y="1014582"/>
                  </a:lnTo>
                  <a:lnTo>
                    <a:pt x="5510898" y="1005898"/>
                  </a:lnTo>
                  <a:lnTo>
                    <a:pt x="5661362" y="996614"/>
                  </a:lnTo>
                  <a:lnTo>
                    <a:pt x="5811826" y="986627"/>
                  </a:lnTo>
                  <a:lnTo>
                    <a:pt x="5962290" y="975809"/>
                  </a:lnTo>
                  <a:lnTo>
                    <a:pt x="6112754" y="964023"/>
                  </a:lnTo>
                  <a:lnTo>
                    <a:pt x="6145984" y="9611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49640"/>
              <a:ext cx="6145984" cy="863859"/>
            </a:xfrm>
            <a:custGeom>
              <a:avLst/>
              <a:pathLst>
                <a:path w="6145984" h="863859">
                  <a:moveTo>
                    <a:pt x="6145984" y="863859"/>
                  </a:moveTo>
                  <a:lnTo>
                    <a:pt x="6112754" y="861952"/>
                  </a:lnTo>
                  <a:lnTo>
                    <a:pt x="5962290" y="854163"/>
                  </a:lnTo>
                  <a:lnTo>
                    <a:pt x="5811826" y="847086"/>
                  </a:lnTo>
                  <a:lnTo>
                    <a:pt x="5661362" y="840586"/>
                  </a:lnTo>
                  <a:lnTo>
                    <a:pt x="5510898" y="834538"/>
                  </a:lnTo>
                  <a:lnTo>
                    <a:pt x="5360434" y="828844"/>
                  </a:lnTo>
                  <a:lnTo>
                    <a:pt x="5209970" y="823442"/>
                  </a:lnTo>
                  <a:lnTo>
                    <a:pt x="5059506" y="818329"/>
                  </a:lnTo>
                  <a:lnTo>
                    <a:pt x="4909042" y="813581"/>
                  </a:lnTo>
                  <a:lnTo>
                    <a:pt x="4758578" y="809384"/>
                  </a:lnTo>
                  <a:lnTo>
                    <a:pt x="4608114" y="806056"/>
                  </a:lnTo>
                  <a:lnTo>
                    <a:pt x="4457649" y="803395"/>
                  </a:lnTo>
                  <a:lnTo>
                    <a:pt x="4307185" y="800526"/>
                  </a:lnTo>
                  <a:lnTo>
                    <a:pt x="4156721" y="797371"/>
                  </a:lnTo>
                  <a:lnTo>
                    <a:pt x="4006257" y="793403"/>
                  </a:lnTo>
                  <a:lnTo>
                    <a:pt x="3855793" y="789804"/>
                  </a:lnTo>
                  <a:lnTo>
                    <a:pt x="3705329" y="787255"/>
                  </a:lnTo>
                  <a:lnTo>
                    <a:pt x="3554865" y="782477"/>
                  </a:lnTo>
                  <a:lnTo>
                    <a:pt x="3404401" y="775743"/>
                  </a:lnTo>
                  <a:lnTo>
                    <a:pt x="3253937" y="772768"/>
                  </a:lnTo>
                  <a:lnTo>
                    <a:pt x="3103473" y="768081"/>
                  </a:lnTo>
                  <a:lnTo>
                    <a:pt x="2953009" y="752106"/>
                  </a:lnTo>
                  <a:lnTo>
                    <a:pt x="2802545" y="729932"/>
                  </a:lnTo>
                  <a:lnTo>
                    <a:pt x="2652081" y="705573"/>
                  </a:lnTo>
                  <a:lnTo>
                    <a:pt x="2501617" y="673412"/>
                  </a:lnTo>
                  <a:lnTo>
                    <a:pt x="2351153" y="624448"/>
                  </a:lnTo>
                  <a:lnTo>
                    <a:pt x="2200689" y="565520"/>
                  </a:lnTo>
                  <a:lnTo>
                    <a:pt x="2050225" y="510072"/>
                  </a:lnTo>
                  <a:lnTo>
                    <a:pt x="1899761" y="463172"/>
                  </a:lnTo>
                  <a:lnTo>
                    <a:pt x="1749297" y="416503"/>
                  </a:lnTo>
                  <a:lnTo>
                    <a:pt x="1598833" y="371127"/>
                  </a:lnTo>
                  <a:lnTo>
                    <a:pt x="1448369" y="328398"/>
                  </a:lnTo>
                  <a:lnTo>
                    <a:pt x="1297904" y="288147"/>
                  </a:lnTo>
                  <a:lnTo>
                    <a:pt x="1147440" y="248462"/>
                  </a:lnTo>
                  <a:lnTo>
                    <a:pt x="996976" y="209659"/>
                  </a:lnTo>
                  <a:lnTo>
                    <a:pt x="846512" y="172174"/>
                  </a:lnTo>
                  <a:lnTo>
                    <a:pt x="696048" y="136416"/>
                  </a:lnTo>
                  <a:lnTo>
                    <a:pt x="545584" y="102697"/>
                  </a:lnTo>
                  <a:lnTo>
                    <a:pt x="395120" y="71217"/>
                  </a:lnTo>
                  <a:lnTo>
                    <a:pt x="244656" y="42074"/>
                  </a:lnTo>
                  <a:lnTo>
                    <a:pt x="94192" y="152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244304"/>
              <a:ext cx="6145984" cy="927912"/>
            </a:xfrm>
            <a:custGeom>
              <a:avLst/>
              <a:pathLst>
                <a:path w="6145984" h="927912">
                  <a:moveTo>
                    <a:pt x="0" y="0"/>
                  </a:moveTo>
                  <a:lnTo>
                    <a:pt x="94192" y="31248"/>
                  </a:lnTo>
                  <a:lnTo>
                    <a:pt x="244656" y="80611"/>
                  </a:lnTo>
                  <a:lnTo>
                    <a:pt x="395120" y="129383"/>
                  </a:lnTo>
                  <a:lnTo>
                    <a:pt x="545584" y="177530"/>
                  </a:lnTo>
                  <a:lnTo>
                    <a:pt x="696048" y="225015"/>
                  </a:lnTo>
                  <a:lnTo>
                    <a:pt x="846512" y="271803"/>
                  </a:lnTo>
                  <a:lnTo>
                    <a:pt x="996976" y="317858"/>
                  </a:lnTo>
                  <a:lnTo>
                    <a:pt x="1147440" y="363146"/>
                  </a:lnTo>
                  <a:lnTo>
                    <a:pt x="1297904" y="407629"/>
                  </a:lnTo>
                  <a:lnTo>
                    <a:pt x="1448369" y="451335"/>
                  </a:lnTo>
                  <a:lnTo>
                    <a:pt x="1598833" y="496669"/>
                  </a:lnTo>
                  <a:lnTo>
                    <a:pt x="1749297" y="543818"/>
                  </a:lnTo>
                  <a:lnTo>
                    <a:pt x="1899761" y="591327"/>
                  </a:lnTo>
                  <a:lnTo>
                    <a:pt x="2050225" y="638488"/>
                  </a:lnTo>
                  <a:lnTo>
                    <a:pt x="2200689" y="694580"/>
                  </a:lnTo>
                  <a:lnTo>
                    <a:pt x="2351153" y="752931"/>
                  </a:lnTo>
                  <a:lnTo>
                    <a:pt x="2501617" y="800727"/>
                  </a:lnTo>
                  <a:lnTo>
                    <a:pt x="2652081" y="833420"/>
                  </a:lnTo>
                  <a:lnTo>
                    <a:pt x="2802545" y="857204"/>
                  </a:lnTo>
                  <a:lnTo>
                    <a:pt x="2953009" y="877462"/>
                  </a:lnTo>
                  <a:lnTo>
                    <a:pt x="3103473" y="894066"/>
                  </a:lnTo>
                  <a:lnTo>
                    <a:pt x="3253937" y="900292"/>
                  </a:lnTo>
                  <a:lnTo>
                    <a:pt x="3404401" y="903021"/>
                  </a:lnTo>
                  <a:lnTo>
                    <a:pt x="3554865" y="909549"/>
                  </a:lnTo>
                  <a:lnTo>
                    <a:pt x="3705329" y="915502"/>
                  </a:lnTo>
                  <a:lnTo>
                    <a:pt x="3855793" y="918371"/>
                  </a:lnTo>
                  <a:lnTo>
                    <a:pt x="4006257" y="921657"/>
                  </a:lnTo>
                  <a:lnTo>
                    <a:pt x="4156721" y="925446"/>
                  </a:lnTo>
                  <a:lnTo>
                    <a:pt x="4307185" y="927400"/>
                  </a:lnTo>
                  <a:lnTo>
                    <a:pt x="4457649" y="927912"/>
                  </a:lnTo>
                  <a:lnTo>
                    <a:pt x="4608114" y="927385"/>
                  </a:lnTo>
                  <a:lnTo>
                    <a:pt x="4758578" y="926486"/>
                  </a:lnTo>
                  <a:lnTo>
                    <a:pt x="4909042" y="925471"/>
                  </a:lnTo>
                  <a:lnTo>
                    <a:pt x="5059506" y="924338"/>
                  </a:lnTo>
                  <a:lnTo>
                    <a:pt x="5209970" y="923086"/>
                  </a:lnTo>
                  <a:lnTo>
                    <a:pt x="5360434" y="921713"/>
                  </a:lnTo>
                  <a:lnTo>
                    <a:pt x="5510898" y="920218"/>
                  </a:lnTo>
                  <a:lnTo>
                    <a:pt x="5661362" y="918600"/>
                  </a:lnTo>
                  <a:lnTo>
                    <a:pt x="5811826" y="916856"/>
                  </a:lnTo>
                  <a:lnTo>
                    <a:pt x="5962290" y="914986"/>
                  </a:lnTo>
                  <a:lnTo>
                    <a:pt x="6112754" y="912988"/>
                  </a:lnTo>
                  <a:lnTo>
                    <a:pt x="6145984" y="91251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038764"/>
              <a:ext cx="6145984" cy="1355510"/>
            </a:xfrm>
            <a:custGeom>
              <a:avLst/>
              <a:pathLst>
                <a:path w="6145984" h="1355510">
                  <a:moveTo>
                    <a:pt x="0" y="981435"/>
                  </a:moveTo>
                  <a:lnTo>
                    <a:pt x="94192" y="998932"/>
                  </a:lnTo>
                  <a:lnTo>
                    <a:pt x="244656" y="1023171"/>
                  </a:lnTo>
                  <a:lnTo>
                    <a:pt x="395120" y="1043663"/>
                  </a:lnTo>
                  <a:lnTo>
                    <a:pt x="545584" y="1060409"/>
                  </a:lnTo>
                  <a:lnTo>
                    <a:pt x="696048" y="1073480"/>
                  </a:lnTo>
                  <a:lnTo>
                    <a:pt x="846512" y="1083040"/>
                  </a:lnTo>
                  <a:lnTo>
                    <a:pt x="996976" y="1089366"/>
                  </a:lnTo>
                  <a:lnTo>
                    <a:pt x="1147440" y="1092820"/>
                  </a:lnTo>
                  <a:lnTo>
                    <a:pt x="1297904" y="1093793"/>
                  </a:lnTo>
                  <a:lnTo>
                    <a:pt x="1448369" y="1092628"/>
                  </a:lnTo>
                  <a:lnTo>
                    <a:pt x="1598833" y="1089983"/>
                  </a:lnTo>
                  <a:lnTo>
                    <a:pt x="1749297" y="1085682"/>
                  </a:lnTo>
                  <a:lnTo>
                    <a:pt x="1899761" y="1079240"/>
                  </a:lnTo>
                  <a:lnTo>
                    <a:pt x="2050225" y="1070695"/>
                  </a:lnTo>
                  <a:lnTo>
                    <a:pt x="2200689" y="1061976"/>
                  </a:lnTo>
                  <a:lnTo>
                    <a:pt x="2351153" y="1051011"/>
                  </a:lnTo>
                  <a:lnTo>
                    <a:pt x="2501617" y="1037173"/>
                  </a:lnTo>
                  <a:lnTo>
                    <a:pt x="2652081" y="1023769"/>
                  </a:lnTo>
                  <a:lnTo>
                    <a:pt x="2802545" y="1008299"/>
                  </a:lnTo>
                  <a:lnTo>
                    <a:pt x="2953009" y="988916"/>
                  </a:lnTo>
                  <a:lnTo>
                    <a:pt x="3103473" y="969118"/>
                  </a:lnTo>
                  <a:lnTo>
                    <a:pt x="3253937" y="949080"/>
                  </a:lnTo>
                  <a:lnTo>
                    <a:pt x="3404401" y="924581"/>
                  </a:lnTo>
                  <a:lnTo>
                    <a:pt x="3554865" y="895509"/>
                  </a:lnTo>
                  <a:lnTo>
                    <a:pt x="3705329" y="861274"/>
                  </a:lnTo>
                  <a:lnTo>
                    <a:pt x="3855793" y="822825"/>
                  </a:lnTo>
                  <a:lnTo>
                    <a:pt x="4006257" y="785123"/>
                  </a:lnTo>
                  <a:lnTo>
                    <a:pt x="4156721" y="749854"/>
                  </a:lnTo>
                  <a:lnTo>
                    <a:pt x="4307185" y="712404"/>
                  </a:lnTo>
                  <a:lnTo>
                    <a:pt x="4457649" y="671185"/>
                  </a:lnTo>
                  <a:lnTo>
                    <a:pt x="4608114" y="625077"/>
                  </a:lnTo>
                  <a:lnTo>
                    <a:pt x="4758578" y="574957"/>
                  </a:lnTo>
                  <a:lnTo>
                    <a:pt x="4909042" y="522016"/>
                  </a:lnTo>
                  <a:lnTo>
                    <a:pt x="5059506" y="466586"/>
                  </a:lnTo>
                  <a:lnTo>
                    <a:pt x="5209970" y="408874"/>
                  </a:lnTo>
                  <a:lnTo>
                    <a:pt x="5360434" y="348984"/>
                  </a:lnTo>
                  <a:lnTo>
                    <a:pt x="5510898" y="286945"/>
                  </a:lnTo>
                  <a:lnTo>
                    <a:pt x="5661362" y="222729"/>
                  </a:lnTo>
                  <a:lnTo>
                    <a:pt x="5811826" y="156272"/>
                  </a:lnTo>
                  <a:lnTo>
                    <a:pt x="5962290" y="87489"/>
                  </a:lnTo>
                  <a:lnTo>
                    <a:pt x="6112754" y="16282"/>
                  </a:lnTo>
                  <a:lnTo>
                    <a:pt x="6145984" y="0"/>
                  </a:lnTo>
                  <a:lnTo>
                    <a:pt x="6145984" y="297067"/>
                  </a:lnTo>
                  <a:lnTo>
                    <a:pt x="6112754" y="308842"/>
                  </a:lnTo>
                  <a:lnTo>
                    <a:pt x="5962290" y="361491"/>
                  </a:lnTo>
                  <a:lnTo>
                    <a:pt x="5811826" y="413310"/>
                  </a:lnTo>
                  <a:lnTo>
                    <a:pt x="5661362" y="464136"/>
                  </a:lnTo>
                  <a:lnTo>
                    <a:pt x="5510898" y="513817"/>
                  </a:lnTo>
                  <a:lnTo>
                    <a:pt x="5360434" y="562227"/>
                  </a:lnTo>
                  <a:lnTo>
                    <a:pt x="5209970" y="609271"/>
                  </a:lnTo>
                  <a:lnTo>
                    <a:pt x="5059506" y="654914"/>
                  </a:lnTo>
                  <a:lnTo>
                    <a:pt x="4909042" y="699194"/>
                  </a:lnTo>
                  <a:lnTo>
                    <a:pt x="4758578" y="742253"/>
                  </a:lnTo>
                  <a:lnTo>
                    <a:pt x="4608114" y="784359"/>
                  </a:lnTo>
                  <a:lnTo>
                    <a:pt x="4457649" y="824421"/>
                  </a:lnTo>
                  <a:lnTo>
                    <a:pt x="4307185" y="861173"/>
                  </a:lnTo>
                  <a:lnTo>
                    <a:pt x="4156721" y="896344"/>
                  </a:lnTo>
                  <a:lnTo>
                    <a:pt x="4006257" y="931273"/>
                  </a:lnTo>
                  <a:lnTo>
                    <a:pt x="3855793" y="968381"/>
                  </a:lnTo>
                  <a:lnTo>
                    <a:pt x="3705329" y="1007436"/>
                  </a:lnTo>
                  <a:lnTo>
                    <a:pt x="3554865" y="1043901"/>
                  </a:lnTo>
                  <a:lnTo>
                    <a:pt x="3404401" y="1072583"/>
                  </a:lnTo>
                  <a:lnTo>
                    <a:pt x="3253937" y="1096615"/>
                  </a:lnTo>
                  <a:lnTo>
                    <a:pt x="3103473" y="1119571"/>
                  </a:lnTo>
                  <a:lnTo>
                    <a:pt x="2953009" y="1140560"/>
                  </a:lnTo>
                  <a:lnTo>
                    <a:pt x="2802545" y="1156312"/>
                  </a:lnTo>
                  <a:lnTo>
                    <a:pt x="2652081" y="1170691"/>
                  </a:lnTo>
                  <a:lnTo>
                    <a:pt x="2501617" y="1185104"/>
                  </a:lnTo>
                  <a:lnTo>
                    <a:pt x="2351153" y="1196725"/>
                  </a:lnTo>
                  <a:lnTo>
                    <a:pt x="2200689" y="1206597"/>
                  </a:lnTo>
                  <a:lnTo>
                    <a:pt x="2050225" y="1216538"/>
                  </a:lnTo>
                  <a:lnTo>
                    <a:pt x="1899761" y="1225579"/>
                  </a:lnTo>
                  <a:lnTo>
                    <a:pt x="1749297" y="1233612"/>
                  </a:lnTo>
                  <a:lnTo>
                    <a:pt x="1598833" y="1241275"/>
                  </a:lnTo>
                  <a:lnTo>
                    <a:pt x="1448369" y="1248859"/>
                  </a:lnTo>
                  <a:lnTo>
                    <a:pt x="1297904" y="1256575"/>
                  </a:lnTo>
                  <a:lnTo>
                    <a:pt x="1147440" y="1264700"/>
                  </a:lnTo>
                  <a:lnTo>
                    <a:pt x="996976" y="1273540"/>
                  </a:lnTo>
                  <a:lnTo>
                    <a:pt x="846512" y="1283466"/>
                  </a:lnTo>
                  <a:lnTo>
                    <a:pt x="696048" y="1294817"/>
                  </a:lnTo>
                  <a:lnTo>
                    <a:pt x="545584" y="1307849"/>
                  </a:lnTo>
                  <a:lnTo>
                    <a:pt x="395120" y="1322703"/>
                  </a:lnTo>
                  <a:lnTo>
                    <a:pt x="244656" y="1339429"/>
                  </a:lnTo>
                  <a:lnTo>
                    <a:pt x="114420" y="13555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038764"/>
              <a:ext cx="6145984" cy="1093793"/>
            </a:xfrm>
            <a:custGeom>
              <a:avLst/>
              <a:pathLst>
                <a:path w="6145984" h="1093793">
                  <a:moveTo>
                    <a:pt x="0" y="981435"/>
                  </a:moveTo>
                  <a:lnTo>
                    <a:pt x="94192" y="998932"/>
                  </a:lnTo>
                  <a:lnTo>
                    <a:pt x="244656" y="1023171"/>
                  </a:lnTo>
                  <a:lnTo>
                    <a:pt x="395120" y="1043663"/>
                  </a:lnTo>
                  <a:lnTo>
                    <a:pt x="545584" y="1060409"/>
                  </a:lnTo>
                  <a:lnTo>
                    <a:pt x="696048" y="1073480"/>
                  </a:lnTo>
                  <a:lnTo>
                    <a:pt x="846512" y="1083040"/>
                  </a:lnTo>
                  <a:lnTo>
                    <a:pt x="996976" y="1089366"/>
                  </a:lnTo>
                  <a:lnTo>
                    <a:pt x="1147440" y="1092820"/>
                  </a:lnTo>
                  <a:lnTo>
                    <a:pt x="1297904" y="1093793"/>
                  </a:lnTo>
                  <a:lnTo>
                    <a:pt x="1448369" y="1092628"/>
                  </a:lnTo>
                  <a:lnTo>
                    <a:pt x="1598833" y="1089983"/>
                  </a:lnTo>
                  <a:lnTo>
                    <a:pt x="1749297" y="1085682"/>
                  </a:lnTo>
                  <a:lnTo>
                    <a:pt x="1899761" y="1079240"/>
                  </a:lnTo>
                  <a:lnTo>
                    <a:pt x="2050225" y="1070695"/>
                  </a:lnTo>
                  <a:lnTo>
                    <a:pt x="2200689" y="1061976"/>
                  </a:lnTo>
                  <a:lnTo>
                    <a:pt x="2351153" y="1051011"/>
                  </a:lnTo>
                  <a:lnTo>
                    <a:pt x="2501617" y="1037173"/>
                  </a:lnTo>
                  <a:lnTo>
                    <a:pt x="2652081" y="1023769"/>
                  </a:lnTo>
                  <a:lnTo>
                    <a:pt x="2802545" y="1008299"/>
                  </a:lnTo>
                  <a:lnTo>
                    <a:pt x="2953009" y="988916"/>
                  </a:lnTo>
                  <a:lnTo>
                    <a:pt x="3103473" y="969118"/>
                  </a:lnTo>
                  <a:lnTo>
                    <a:pt x="3253937" y="949080"/>
                  </a:lnTo>
                  <a:lnTo>
                    <a:pt x="3404401" y="924581"/>
                  </a:lnTo>
                  <a:lnTo>
                    <a:pt x="3554865" y="895509"/>
                  </a:lnTo>
                  <a:lnTo>
                    <a:pt x="3705329" y="861274"/>
                  </a:lnTo>
                  <a:lnTo>
                    <a:pt x="3855793" y="822825"/>
                  </a:lnTo>
                  <a:lnTo>
                    <a:pt x="4006257" y="785123"/>
                  </a:lnTo>
                  <a:lnTo>
                    <a:pt x="4156721" y="749854"/>
                  </a:lnTo>
                  <a:lnTo>
                    <a:pt x="4307185" y="712404"/>
                  </a:lnTo>
                  <a:lnTo>
                    <a:pt x="4457649" y="671185"/>
                  </a:lnTo>
                  <a:lnTo>
                    <a:pt x="4608114" y="625077"/>
                  </a:lnTo>
                  <a:lnTo>
                    <a:pt x="4758578" y="574957"/>
                  </a:lnTo>
                  <a:lnTo>
                    <a:pt x="4909042" y="522016"/>
                  </a:lnTo>
                  <a:lnTo>
                    <a:pt x="5059506" y="466586"/>
                  </a:lnTo>
                  <a:lnTo>
                    <a:pt x="5209970" y="408874"/>
                  </a:lnTo>
                  <a:lnTo>
                    <a:pt x="5360434" y="348984"/>
                  </a:lnTo>
                  <a:lnTo>
                    <a:pt x="5510898" y="286945"/>
                  </a:lnTo>
                  <a:lnTo>
                    <a:pt x="5661362" y="222729"/>
                  </a:lnTo>
                  <a:lnTo>
                    <a:pt x="5811826" y="156272"/>
                  </a:lnTo>
                  <a:lnTo>
                    <a:pt x="5962290" y="87489"/>
                  </a:lnTo>
                  <a:lnTo>
                    <a:pt x="6112754" y="1628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56296" y="4335831"/>
              <a:ext cx="6031564" cy="1058443"/>
            </a:xfrm>
            <a:custGeom>
              <a:avLst/>
              <a:pathLst>
                <a:path w="6031564" h="1058443">
                  <a:moveTo>
                    <a:pt x="6031564" y="0"/>
                  </a:moveTo>
                  <a:lnTo>
                    <a:pt x="5998334" y="11775"/>
                  </a:lnTo>
                  <a:lnTo>
                    <a:pt x="5847870" y="64424"/>
                  </a:lnTo>
                  <a:lnTo>
                    <a:pt x="5697406" y="116242"/>
                  </a:lnTo>
                  <a:lnTo>
                    <a:pt x="5546942" y="167068"/>
                  </a:lnTo>
                  <a:lnTo>
                    <a:pt x="5396478" y="216750"/>
                  </a:lnTo>
                  <a:lnTo>
                    <a:pt x="5246014" y="265159"/>
                  </a:lnTo>
                  <a:lnTo>
                    <a:pt x="5095550" y="312204"/>
                  </a:lnTo>
                  <a:lnTo>
                    <a:pt x="4945086" y="357846"/>
                  </a:lnTo>
                  <a:lnTo>
                    <a:pt x="4794622" y="402127"/>
                  </a:lnTo>
                  <a:lnTo>
                    <a:pt x="4644158" y="445186"/>
                  </a:lnTo>
                  <a:lnTo>
                    <a:pt x="4493693" y="487291"/>
                  </a:lnTo>
                  <a:lnTo>
                    <a:pt x="4343229" y="527354"/>
                  </a:lnTo>
                  <a:lnTo>
                    <a:pt x="4192765" y="564105"/>
                  </a:lnTo>
                  <a:lnTo>
                    <a:pt x="4042301" y="599277"/>
                  </a:lnTo>
                  <a:lnTo>
                    <a:pt x="3891837" y="634206"/>
                  </a:lnTo>
                  <a:lnTo>
                    <a:pt x="3741373" y="671314"/>
                  </a:lnTo>
                  <a:lnTo>
                    <a:pt x="3590909" y="710369"/>
                  </a:lnTo>
                  <a:lnTo>
                    <a:pt x="3440445" y="746834"/>
                  </a:lnTo>
                  <a:lnTo>
                    <a:pt x="3289981" y="775515"/>
                  </a:lnTo>
                  <a:lnTo>
                    <a:pt x="3139517" y="799548"/>
                  </a:lnTo>
                  <a:lnTo>
                    <a:pt x="2989053" y="822503"/>
                  </a:lnTo>
                  <a:lnTo>
                    <a:pt x="2838589" y="843493"/>
                  </a:lnTo>
                  <a:lnTo>
                    <a:pt x="2688125" y="859245"/>
                  </a:lnTo>
                  <a:lnTo>
                    <a:pt x="2537661" y="873624"/>
                  </a:lnTo>
                  <a:lnTo>
                    <a:pt x="2387197" y="888037"/>
                  </a:lnTo>
                  <a:lnTo>
                    <a:pt x="2236733" y="899658"/>
                  </a:lnTo>
                  <a:lnTo>
                    <a:pt x="2086269" y="909530"/>
                  </a:lnTo>
                  <a:lnTo>
                    <a:pt x="1935805" y="919471"/>
                  </a:lnTo>
                  <a:lnTo>
                    <a:pt x="1785341" y="928511"/>
                  </a:lnTo>
                  <a:lnTo>
                    <a:pt x="1634877" y="936545"/>
                  </a:lnTo>
                  <a:lnTo>
                    <a:pt x="1484412" y="944208"/>
                  </a:lnTo>
                  <a:lnTo>
                    <a:pt x="1333948" y="951791"/>
                  </a:lnTo>
                  <a:lnTo>
                    <a:pt x="1183484" y="959508"/>
                  </a:lnTo>
                  <a:lnTo>
                    <a:pt x="1033020" y="967633"/>
                  </a:lnTo>
                  <a:lnTo>
                    <a:pt x="882556" y="976473"/>
                  </a:lnTo>
                  <a:lnTo>
                    <a:pt x="732092" y="986398"/>
                  </a:lnTo>
                  <a:lnTo>
                    <a:pt x="581628" y="997750"/>
                  </a:lnTo>
                  <a:lnTo>
                    <a:pt x="431164" y="1010781"/>
                  </a:lnTo>
                  <a:lnTo>
                    <a:pt x="280700" y="1025636"/>
                  </a:lnTo>
                  <a:lnTo>
                    <a:pt x="130236" y="1042362"/>
                  </a:lnTo>
                  <a:lnTo>
                    <a:pt x="0" y="10584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187298"/>
              <a:ext cx="6145984" cy="1035615"/>
            </a:xfrm>
            <a:custGeom>
              <a:avLst/>
              <a:pathLst>
                <a:path w="6145984" h="1035615">
                  <a:moveTo>
                    <a:pt x="0" y="1027564"/>
                  </a:moveTo>
                  <a:lnTo>
                    <a:pt x="94192" y="1029936"/>
                  </a:lnTo>
                  <a:lnTo>
                    <a:pt x="244656" y="1032767"/>
                  </a:lnTo>
                  <a:lnTo>
                    <a:pt x="395120" y="1034649"/>
                  </a:lnTo>
                  <a:lnTo>
                    <a:pt x="545584" y="1035595"/>
                  </a:lnTo>
                  <a:lnTo>
                    <a:pt x="696048" y="1035615"/>
                  </a:lnTo>
                  <a:lnTo>
                    <a:pt x="846512" y="1034719"/>
                  </a:lnTo>
                  <a:lnTo>
                    <a:pt x="996976" y="1032920"/>
                  </a:lnTo>
                  <a:lnTo>
                    <a:pt x="1147440" y="1030226"/>
                  </a:lnTo>
                  <a:lnTo>
                    <a:pt x="1297904" y="1026651"/>
                  </a:lnTo>
                  <a:lnTo>
                    <a:pt x="1448369" y="1022210"/>
                  </a:lnTo>
                  <a:lnTo>
                    <a:pt x="1598833" y="1017096"/>
                  </a:lnTo>
                  <a:lnTo>
                    <a:pt x="1749297" y="1011114"/>
                  </a:lnTo>
                  <a:lnTo>
                    <a:pt x="1899761" y="1003876"/>
                  </a:lnTo>
                  <a:lnTo>
                    <a:pt x="2050225" y="995083"/>
                  </a:lnTo>
                  <a:lnTo>
                    <a:pt x="2200689" y="985753"/>
                  </a:lnTo>
                  <a:lnTo>
                    <a:pt x="2351153" y="975334"/>
                  </a:lnTo>
                  <a:lnTo>
                    <a:pt x="2501617" y="962605"/>
                  </a:lnTo>
                  <a:lnTo>
                    <a:pt x="2652081" y="948696"/>
                  </a:lnTo>
                  <a:lnTo>
                    <a:pt x="2802545" y="933772"/>
                  </a:lnTo>
                  <a:lnTo>
                    <a:pt x="2953009" y="916205"/>
                  </a:lnTo>
                  <a:lnTo>
                    <a:pt x="3103473" y="895811"/>
                  </a:lnTo>
                  <a:lnTo>
                    <a:pt x="3253937" y="874314"/>
                  </a:lnTo>
                  <a:lnTo>
                    <a:pt x="3404401" y="850048"/>
                  </a:lnTo>
                  <a:lnTo>
                    <a:pt x="3554865" y="821171"/>
                  </a:lnTo>
                  <a:lnTo>
                    <a:pt x="3705329" y="785821"/>
                  </a:lnTo>
                  <a:lnTo>
                    <a:pt x="3855793" y="747070"/>
                  </a:lnTo>
                  <a:lnTo>
                    <a:pt x="4006257" y="709665"/>
                  </a:lnTo>
                  <a:lnTo>
                    <a:pt x="4156721" y="674565"/>
                  </a:lnTo>
                  <a:lnTo>
                    <a:pt x="4307185" y="638255"/>
                  </a:lnTo>
                  <a:lnTo>
                    <a:pt x="4457649" y="599269"/>
                  </a:lnTo>
                  <a:lnTo>
                    <a:pt x="4608114" y="556184"/>
                  </a:lnTo>
                  <a:lnTo>
                    <a:pt x="4758578" y="510071"/>
                  </a:lnTo>
                  <a:lnTo>
                    <a:pt x="4909042" y="462071"/>
                  </a:lnTo>
                  <a:lnTo>
                    <a:pt x="5059506" y="412216"/>
                  </a:lnTo>
                  <a:lnTo>
                    <a:pt x="5209970" y="360539"/>
                  </a:lnTo>
                  <a:lnTo>
                    <a:pt x="5360434" y="307072"/>
                  </a:lnTo>
                  <a:lnTo>
                    <a:pt x="5510898" y="251847"/>
                  </a:lnTo>
                  <a:lnTo>
                    <a:pt x="5661362" y="194898"/>
                  </a:lnTo>
                  <a:lnTo>
                    <a:pt x="5811826" y="136257"/>
                  </a:lnTo>
                  <a:lnTo>
                    <a:pt x="5962290" y="75956"/>
                  </a:lnTo>
                  <a:lnTo>
                    <a:pt x="6112754" y="1402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431243"/>
              <a:ext cx="6145984" cy="1963032"/>
            </a:xfrm>
            <a:custGeom>
              <a:avLst/>
              <a:pathLst>
                <a:path w="6145984" h="1963032">
                  <a:moveTo>
                    <a:pt x="0" y="1533650"/>
                  </a:moveTo>
                  <a:lnTo>
                    <a:pt x="94192" y="1561124"/>
                  </a:lnTo>
                  <a:lnTo>
                    <a:pt x="244656" y="1599128"/>
                  </a:lnTo>
                  <a:lnTo>
                    <a:pt x="395120" y="1631218"/>
                  </a:lnTo>
                  <a:lnTo>
                    <a:pt x="545584" y="1657414"/>
                  </a:lnTo>
                  <a:lnTo>
                    <a:pt x="696048" y="1677825"/>
                  </a:lnTo>
                  <a:lnTo>
                    <a:pt x="846512" y="1692679"/>
                  </a:lnTo>
                  <a:lnTo>
                    <a:pt x="996976" y="1702342"/>
                  </a:lnTo>
                  <a:lnTo>
                    <a:pt x="1147440" y="1707294"/>
                  </a:lnTo>
                  <a:lnTo>
                    <a:pt x="1297904" y="1708049"/>
                  </a:lnTo>
                  <a:lnTo>
                    <a:pt x="1448369" y="1705053"/>
                  </a:lnTo>
                  <a:lnTo>
                    <a:pt x="1598833" y="1698901"/>
                  </a:lnTo>
                  <a:lnTo>
                    <a:pt x="1749297" y="1689166"/>
                  </a:lnTo>
                  <a:lnTo>
                    <a:pt x="1899761" y="1675148"/>
                  </a:lnTo>
                  <a:lnTo>
                    <a:pt x="2050225" y="1656750"/>
                  </a:lnTo>
                  <a:lnTo>
                    <a:pt x="2200689" y="1635521"/>
                  </a:lnTo>
                  <a:lnTo>
                    <a:pt x="2351153" y="1609254"/>
                  </a:lnTo>
                  <a:lnTo>
                    <a:pt x="2501617" y="1578029"/>
                  </a:lnTo>
                  <a:lnTo>
                    <a:pt x="2652081" y="1542224"/>
                  </a:lnTo>
                  <a:lnTo>
                    <a:pt x="2802545" y="1499371"/>
                  </a:lnTo>
                  <a:lnTo>
                    <a:pt x="2953009" y="1452403"/>
                  </a:lnTo>
                  <a:lnTo>
                    <a:pt x="3103473" y="1406635"/>
                  </a:lnTo>
                  <a:lnTo>
                    <a:pt x="3253937" y="1356715"/>
                  </a:lnTo>
                  <a:lnTo>
                    <a:pt x="3404401" y="1301470"/>
                  </a:lnTo>
                  <a:lnTo>
                    <a:pt x="3554865" y="1245272"/>
                  </a:lnTo>
                  <a:lnTo>
                    <a:pt x="3705329" y="1184592"/>
                  </a:lnTo>
                  <a:lnTo>
                    <a:pt x="3855793" y="1118977"/>
                  </a:lnTo>
                  <a:lnTo>
                    <a:pt x="4006257" y="1056811"/>
                  </a:lnTo>
                  <a:lnTo>
                    <a:pt x="4156721" y="1000213"/>
                  </a:lnTo>
                  <a:lnTo>
                    <a:pt x="4307185" y="942152"/>
                  </a:lnTo>
                  <a:lnTo>
                    <a:pt x="4457649" y="881296"/>
                  </a:lnTo>
                  <a:lnTo>
                    <a:pt x="4608114" y="816890"/>
                  </a:lnTo>
                  <a:lnTo>
                    <a:pt x="4758578" y="748829"/>
                  </a:lnTo>
                  <a:lnTo>
                    <a:pt x="4909042" y="677679"/>
                  </a:lnTo>
                  <a:lnTo>
                    <a:pt x="5059506" y="603851"/>
                  </a:lnTo>
                  <a:lnTo>
                    <a:pt x="5209970" y="527598"/>
                  </a:lnTo>
                  <a:lnTo>
                    <a:pt x="5360434" y="449043"/>
                  </a:lnTo>
                  <a:lnTo>
                    <a:pt x="5510898" y="368212"/>
                  </a:lnTo>
                  <a:lnTo>
                    <a:pt x="5661362" y="285062"/>
                  </a:lnTo>
                  <a:lnTo>
                    <a:pt x="5811826" y="199501"/>
                  </a:lnTo>
                  <a:lnTo>
                    <a:pt x="5962290" y="111411"/>
                  </a:lnTo>
                  <a:lnTo>
                    <a:pt x="6112754" y="20659"/>
                  </a:lnTo>
                  <a:lnTo>
                    <a:pt x="6145984" y="0"/>
                  </a:lnTo>
                  <a:lnTo>
                    <a:pt x="6145984" y="376793"/>
                  </a:lnTo>
                  <a:lnTo>
                    <a:pt x="6112754" y="391735"/>
                  </a:lnTo>
                  <a:lnTo>
                    <a:pt x="5962290" y="458949"/>
                  </a:lnTo>
                  <a:lnTo>
                    <a:pt x="5811826" y="525521"/>
                  </a:lnTo>
                  <a:lnTo>
                    <a:pt x="5661362" y="591257"/>
                  </a:lnTo>
                  <a:lnTo>
                    <a:pt x="5510898" y="655973"/>
                  </a:lnTo>
                  <a:lnTo>
                    <a:pt x="5360434" y="719515"/>
                  </a:lnTo>
                  <a:lnTo>
                    <a:pt x="5209970" y="781777"/>
                  </a:lnTo>
                  <a:lnTo>
                    <a:pt x="5059506" y="842721"/>
                  </a:lnTo>
                  <a:lnTo>
                    <a:pt x="4909042" y="902407"/>
                  </a:lnTo>
                  <a:lnTo>
                    <a:pt x="4758578" y="961023"/>
                  </a:lnTo>
                  <a:lnTo>
                    <a:pt x="4608114" y="1018919"/>
                  </a:lnTo>
                  <a:lnTo>
                    <a:pt x="4457649" y="1075659"/>
                  </a:lnTo>
                  <a:lnTo>
                    <a:pt x="4307185" y="1130846"/>
                  </a:lnTo>
                  <a:lnTo>
                    <a:pt x="4156721" y="1186018"/>
                  </a:lnTo>
                  <a:lnTo>
                    <a:pt x="4006257" y="1242185"/>
                  </a:lnTo>
                  <a:lnTo>
                    <a:pt x="3855793" y="1303597"/>
                  </a:lnTo>
                  <a:lnTo>
                    <a:pt x="3705329" y="1369981"/>
                  </a:lnTo>
                  <a:lnTo>
                    <a:pt x="3554865" y="1433489"/>
                  </a:lnTo>
                  <a:lnTo>
                    <a:pt x="3404401" y="1489191"/>
                  </a:lnTo>
                  <a:lnTo>
                    <a:pt x="3253937" y="1543846"/>
                  </a:lnTo>
                  <a:lnTo>
                    <a:pt x="3103473" y="1597466"/>
                  </a:lnTo>
                  <a:lnTo>
                    <a:pt x="2953009" y="1644745"/>
                  </a:lnTo>
                  <a:lnTo>
                    <a:pt x="2802545" y="1687107"/>
                  </a:lnTo>
                  <a:lnTo>
                    <a:pt x="2652081" y="1728577"/>
                  </a:lnTo>
                  <a:lnTo>
                    <a:pt x="2501617" y="1765662"/>
                  </a:lnTo>
                  <a:lnTo>
                    <a:pt x="2351153" y="1794074"/>
                  </a:lnTo>
                  <a:lnTo>
                    <a:pt x="2200689" y="1818955"/>
                  </a:lnTo>
                  <a:lnTo>
                    <a:pt x="2050225" y="1841734"/>
                  </a:lnTo>
                  <a:lnTo>
                    <a:pt x="1899761" y="1860760"/>
                  </a:lnTo>
                  <a:lnTo>
                    <a:pt x="1749297" y="1876797"/>
                  </a:lnTo>
                  <a:lnTo>
                    <a:pt x="1598833" y="1890796"/>
                  </a:lnTo>
                  <a:lnTo>
                    <a:pt x="1448369" y="1903212"/>
                  </a:lnTo>
                  <a:lnTo>
                    <a:pt x="1297904" y="1914517"/>
                  </a:lnTo>
                  <a:lnTo>
                    <a:pt x="1147440" y="1925302"/>
                  </a:lnTo>
                  <a:lnTo>
                    <a:pt x="996976" y="1935944"/>
                  </a:lnTo>
                  <a:lnTo>
                    <a:pt x="846512" y="1946894"/>
                  </a:lnTo>
                  <a:lnTo>
                    <a:pt x="696048" y="1958565"/>
                  </a:lnTo>
                  <a:lnTo>
                    <a:pt x="643109" y="196303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31243"/>
              <a:ext cx="6145984" cy="1708049"/>
            </a:xfrm>
            <a:custGeom>
              <a:avLst/>
              <a:pathLst>
                <a:path w="6145984" h="1708049">
                  <a:moveTo>
                    <a:pt x="0" y="1533650"/>
                  </a:moveTo>
                  <a:lnTo>
                    <a:pt x="94192" y="1561124"/>
                  </a:lnTo>
                  <a:lnTo>
                    <a:pt x="244656" y="1599128"/>
                  </a:lnTo>
                  <a:lnTo>
                    <a:pt x="395120" y="1631218"/>
                  </a:lnTo>
                  <a:lnTo>
                    <a:pt x="545584" y="1657414"/>
                  </a:lnTo>
                  <a:lnTo>
                    <a:pt x="696048" y="1677825"/>
                  </a:lnTo>
                  <a:lnTo>
                    <a:pt x="846512" y="1692679"/>
                  </a:lnTo>
                  <a:lnTo>
                    <a:pt x="996976" y="1702342"/>
                  </a:lnTo>
                  <a:lnTo>
                    <a:pt x="1147440" y="1707294"/>
                  </a:lnTo>
                  <a:lnTo>
                    <a:pt x="1297904" y="1708049"/>
                  </a:lnTo>
                  <a:lnTo>
                    <a:pt x="1448369" y="1705053"/>
                  </a:lnTo>
                  <a:lnTo>
                    <a:pt x="1598833" y="1698901"/>
                  </a:lnTo>
                  <a:lnTo>
                    <a:pt x="1749297" y="1689166"/>
                  </a:lnTo>
                  <a:lnTo>
                    <a:pt x="1899761" y="1675148"/>
                  </a:lnTo>
                  <a:lnTo>
                    <a:pt x="2050225" y="1656750"/>
                  </a:lnTo>
                  <a:lnTo>
                    <a:pt x="2200689" y="1635521"/>
                  </a:lnTo>
                  <a:lnTo>
                    <a:pt x="2351153" y="1609254"/>
                  </a:lnTo>
                  <a:lnTo>
                    <a:pt x="2501617" y="1578029"/>
                  </a:lnTo>
                  <a:lnTo>
                    <a:pt x="2652081" y="1542224"/>
                  </a:lnTo>
                  <a:lnTo>
                    <a:pt x="2802545" y="1499371"/>
                  </a:lnTo>
                  <a:lnTo>
                    <a:pt x="2953009" y="1452403"/>
                  </a:lnTo>
                  <a:lnTo>
                    <a:pt x="3103473" y="1406635"/>
                  </a:lnTo>
                  <a:lnTo>
                    <a:pt x="3253937" y="1356715"/>
                  </a:lnTo>
                  <a:lnTo>
                    <a:pt x="3404401" y="1301470"/>
                  </a:lnTo>
                  <a:lnTo>
                    <a:pt x="3554865" y="1245272"/>
                  </a:lnTo>
                  <a:lnTo>
                    <a:pt x="3705329" y="1184592"/>
                  </a:lnTo>
                  <a:lnTo>
                    <a:pt x="3855793" y="1118977"/>
                  </a:lnTo>
                  <a:lnTo>
                    <a:pt x="4006257" y="1056811"/>
                  </a:lnTo>
                  <a:lnTo>
                    <a:pt x="4156721" y="1000213"/>
                  </a:lnTo>
                  <a:lnTo>
                    <a:pt x="4307185" y="942152"/>
                  </a:lnTo>
                  <a:lnTo>
                    <a:pt x="4457649" y="881296"/>
                  </a:lnTo>
                  <a:lnTo>
                    <a:pt x="4608114" y="816890"/>
                  </a:lnTo>
                  <a:lnTo>
                    <a:pt x="4758578" y="748829"/>
                  </a:lnTo>
                  <a:lnTo>
                    <a:pt x="4909042" y="677679"/>
                  </a:lnTo>
                  <a:lnTo>
                    <a:pt x="5059506" y="603851"/>
                  </a:lnTo>
                  <a:lnTo>
                    <a:pt x="5209970" y="527598"/>
                  </a:lnTo>
                  <a:lnTo>
                    <a:pt x="5360434" y="449043"/>
                  </a:lnTo>
                  <a:lnTo>
                    <a:pt x="5510898" y="368212"/>
                  </a:lnTo>
                  <a:lnTo>
                    <a:pt x="5661362" y="285062"/>
                  </a:lnTo>
                  <a:lnTo>
                    <a:pt x="5811826" y="199501"/>
                  </a:lnTo>
                  <a:lnTo>
                    <a:pt x="5962290" y="111411"/>
                  </a:lnTo>
                  <a:lnTo>
                    <a:pt x="6112754" y="206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84986" y="3808036"/>
              <a:ext cx="5502874" cy="1586239"/>
            </a:xfrm>
            <a:custGeom>
              <a:avLst/>
              <a:pathLst>
                <a:path w="5502874" h="1586239">
                  <a:moveTo>
                    <a:pt x="5502874" y="0"/>
                  </a:moveTo>
                  <a:lnTo>
                    <a:pt x="5469644" y="14942"/>
                  </a:lnTo>
                  <a:lnTo>
                    <a:pt x="5319180" y="82155"/>
                  </a:lnTo>
                  <a:lnTo>
                    <a:pt x="5168716" y="148728"/>
                  </a:lnTo>
                  <a:lnTo>
                    <a:pt x="5018252" y="214463"/>
                  </a:lnTo>
                  <a:lnTo>
                    <a:pt x="4867788" y="279179"/>
                  </a:lnTo>
                  <a:lnTo>
                    <a:pt x="4717324" y="342722"/>
                  </a:lnTo>
                  <a:lnTo>
                    <a:pt x="4566860" y="404984"/>
                  </a:lnTo>
                  <a:lnTo>
                    <a:pt x="4416396" y="465928"/>
                  </a:lnTo>
                  <a:lnTo>
                    <a:pt x="4265932" y="525614"/>
                  </a:lnTo>
                  <a:lnTo>
                    <a:pt x="4115468" y="584230"/>
                  </a:lnTo>
                  <a:lnTo>
                    <a:pt x="3965004" y="642126"/>
                  </a:lnTo>
                  <a:lnTo>
                    <a:pt x="3814540" y="698865"/>
                  </a:lnTo>
                  <a:lnTo>
                    <a:pt x="3664076" y="754053"/>
                  </a:lnTo>
                  <a:lnTo>
                    <a:pt x="3513612" y="809225"/>
                  </a:lnTo>
                  <a:lnTo>
                    <a:pt x="3363147" y="865391"/>
                  </a:lnTo>
                  <a:lnTo>
                    <a:pt x="3212683" y="926804"/>
                  </a:lnTo>
                  <a:lnTo>
                    <a:pt x="3062219" y="993188"/>
                  </a:lnTo>
                  <a:lnTo>
                    <a:pt x="2911755" y="1056696"/>
                  </a:lnTo>
                  <a:lnTo>
                    <a:pt x="2761291" y="1112398"/>
                  </a:lnTo>
                  <a:lnTo>
                    <a:pt x="2610827" y="1167053"/>
                  </a:lnTo>
                  <a:lnTo>
                    <a:pt x="2460363" y="1220672"/>
                  </a:lnTo>
                  <a:lnTo>
                    <a:pt x="2309899" y="1267952"/>
                  </a:lnTo>
                  <a:lnTo>
                    <a:pt x="2159435" y="1310314"/>
                  </a:lnTo>
                  <a:lnTo>
                    <a:pt x="2008971" y="1351783"/>
                  </a:lnTo>
                  <a:lnTo>
                    <a:pt x="1858507" y="1388869"/>
                  </a:lnTo>
                  <a:lnTo>
                    <a:pt x="1708043" y="1417281"/>
                  </a:lnTo>
                  <a:lnTo>
                    <a:pt x="1557579" y="1442162"/>
                  </a:lnTo>
                  <a:lnTo>
                    <a:pt x="1407115" y="1464941"/>
                  </a:lnTo>
                  <a:lnTo>
                    <a:pt x="1256651" y="1483967"/>
                  </a:lnTo>
                  <a:lnTo>
                    <a:pt x="1106187" y="1500004"/>
                  </a:lnTo>
                  <a:lnTo>
                    <a:pt x="955723" y="1514003"/>
                  </a:lnTo>
                  <a:lnTo>
                    <a:pt x="805259" y="1526419"/>
                  </a:lnTo>
                  <a:lnTo>
                    <a:pt x="654795" y="1537724"/>
                  </a:lnTo>
                  <a:lnTo>
                    <a:pt x="504331" y="1548509"/>
                  </a:lnTo>
                  <a:lnTo>
                    <a:pt x="353867" y="1559151"/>
                  </a:lnTo>
                  <a:lnTo>
                    <a:pt x="203402" y="1570100"/>
                  </a:lnTo>
                  <a:lnTo>
                    <a:pt x="52938" y="1581772"/>
                  </a:lnTo>
                  <a:lnTo>
                    <a:pt x="0" y="15862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619639"/>
              <a:ext cx="6145984" cy="1631390"/>
            </a:xfrm>
            <a:custGeom>
              <a:avLst/>
              <a:pathLst>
                <a:path w="6145984" h="1631390">
                  <a:moveTo>
                    <a:pt x="0" y="1592159"/>
                  </a:moveTo>
                  <a:lnTo>
                    <a:pt x="94192" y="1600450"/>
                  </a:lnTo>
                  <a:lnTo>
                    <a:pt x="244656" y="1611299"/>
                  </a:lnTo>
                  <a:lnTo>
                    <a:pt x="395120" y="1619785"/>
                  </a:lnTo>
                  <a:lnTo>
                    <a:pt x="545584" y="1625941"/>
                  </a:lnTo>
                  <a:lnTo>
                    <a:pt x="696048" y="1629799"/>
                  </a:lnTo>
                  <a:lnTo>
                    <a:pt x="846512" y="1631390"/>
                  </a:lnTo>
                  <a:lnTo>
                    <a:pt x="996976" y="1630747"/>
                  </a:lnTo>
                  <a:lnTo>
                    <a:pt x="1147440" y="1627901"/>
                  </a:lnTo>
                  <a:lnTo>
                    <a:pt x="1297904" y="1622886"/>
                  </a:lnTo>
                  <a:lnTo>
                    <a:pt x="1448369" y="1615736"/>
                  </a:lnTo>
                  <a:lnTo>
                    <a:pt x="1598833" y="1606452"/>
                  </a:lnTo>
                  <a:lnTo>
                    <a:pt x="1749297" y="1594585"/>
                  </a:lnTo>
                  <a:lnTo>
                    <a:pt x="1899761" y="1579557"/>
                  </a:lnTo>
                  <a:lnTo>
                    <a:pt x="2050225" y="1560845"/>
                  </a:lnTo>
                  <a:lnTo>
                    <a:pt x="2200689" y="1538841"/>
                  </a:lnTo>
                  <a:lnTo>
                    <a:pt x="2351153" y="1513267"/>
                  </a:lnTo>
                  <a:lnTo>
                    <a:pt x="2501617" y="1483449"/>
                  </a:lnTo>
                  <a:lnTo>
                    <a:pt x="2652081" y="1447004"/>
                  </a:lnTo>
                  <a:lnTo>
                    <a:pt x="2802545" y="1404842"/>
                  </a:lnTo>
                  <a:lnTo>
                    <a:pt x="2953009" y="1360177"/>
                  </a:lnTo>
                  <a:lnTo>
                    <a:pt x="3103473" y="1313654"/>
                  </a:lnTo>
                  <a:lnTo>
                    <a:pt x="3253937" y="1261884"/>
                  </a:lnTo>
                  <a:lnTo>
                    <a:pt x="3404401" y="1206934"/>
                  </a:lnTo>
                  <a:lnTo>
                    <a:pt x="3554865" y="1150984"/>
                  </a:lnTo>
                  <a:lnTo>
                    <a:pt x="3705329" y="1088890"/>
                  </a:lnTo>
                  <a:lnTo>
                    <a:pt x="3855793" y="1022891"/>
                  </a:lnTo>
                  <a:lnTo>
                    <a:pt x="4006257" y="961101"/>
                  </a:lnTo>
                  <a:lnTo>
                    <a:pt x="4156721" y="904719"/>
                  </a:lnTo>
                  <a:lnTo>
                    <a:pt x="4307185" y="848102"/>
                  </a:lnTo>
                  <a:lnTo>
                    <a:pt x="4457649" y="790081"/>
                  </a:lnTo>
                  <a:lnTo>
                    <a:pt x="4608114" y="729508"/>
                  </a:lnTo>
                  <a:lnTo>
                    <a:pt x="4758578" y="666530"/>
                  </a:lnTo>
                  <a:lnTo>
                    <a:pt x="4909042" y="601646"/>
                  </a:lnTo>
                  <a:lnTo>
                    <a:pt x="5059506" y="534890"/>
                  </a:lnTo>
                  <a:lnTo>
                    <a:pt x="5209970" y="466291"/>
                  </a:lnTo>
                  <a:lnTo>
                    <a:pt x="5360434" y="395883"/>
                  </a:lnTo>
                  <a:lnTo>
                    <a:pt x="5510898" y="323696"/>
                  </a:lnTo>
                  <a:lnTo>
                    <a:pt x="5661362" y="249763"/>
                  </a:lnTo>
                  <a:lnTo>
                    <a:pt x="5811826" y="174114"/>
                  </a:lnTo>
                  <a:lnTo>
                    <a:pt x="5962290" y="96783"/>
                  </a:lnTo>
                  <a:lnTo>
                    <a:pt x="6112754" y="1780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64199"/>
              <a:ext cx="6145984" cy="492903"/>
            </a:xfrm>
            <a:custGeom>
              <a:avLst/>
              <a:pathLst>
                <a:path w="6145984" h="492903">
                  <a:moveTo>
                    <a:pt x="0" y="156884"/>
                  </a:moveTo>
                  <a:lnTo>
                    <a:pt x="94192" y="161806"/>
                  </a:lnTo>
                  <a:lnTo>
                    <a:pt x="244656" y="167912"/>
                  </a:lnTo>
                  <a:lnTo>
                    <a:pt x="395120" y="172209"/>
                  </a:lnTo>
                  <a:lnTo>
                    <a:pt x="545584" y="174680"/>
                  </a:lnTo>
                  <a:lnTo>
                    <a:pt x="696048" y="175366"/>
                  </a:lnTo>
                  <a:lnTo>
                    <a:pt x="846512" y="174394"/>
                  </a:lnTo>
                  <a:lnTo>
                    <a:pt x="996976" y="171979"/>
                  </a:lnTo>
                  <a:lnTo>
                    <a:pt x="1147440" y="168418"/>
                  </a:lnTo>
                  <a:lnTo>
                    <a:pt x="1297904" y="164029"/>
                  </a:lnTo>
                  <a:lnTo>
                    <a:pt x="1448369" y="159084"/>
                  </a:lnTo>
                  <a:lnTo>
                    <a:pt x="1598833" y="154101"/>
                  </a:lnTo>
                  <a:lnTo>
                    <a:pt x="1749297" y="149194"/>
                  </a:lnTo>
                  <a:lnTo>
                    <a:pt x="1899761" y="144328"/>
                  </a:lnTo>
                  <a:lnTo>
                    <a:pt x="2050225" y="139918"/>
                  </a:lnTo>
                  <a:lnTo>
                    <a:pt x="2200689" y="137833"/>
                  </a:lnTo>
                  <a:lnTo>
                    <a:pt x="2351153" y="136009"/>
                  </a:lnTo>
                  <a:lnTo>
                    <a:pt x="2501617" y="133533"/>
                  </a:lnTo>
                  <a:lnTo>
                    <a:pt x="2652081" y="130329"/>
                  </a:lnTo>
                  <a:lnTo>
                    <a:pt x="2802545" y="125168"/>
                  </a:lnTo>
                  <a:lnTo>
                    <a:pt x="2953009" y="120423"/>
                  </a:lnTo>
                  <a:lnTo>
                    <a:pt x="3103473" y="119724"/>
                  </a:lnTo>
                  <a:lnTo>
                    <a:pt x="3253937" y="119072"/>
                  </a:lnTo>
                  <a:lnTo>
                    <a:pt x="3404401" y="118238"/>
                  </a:lnTo>
                  <a:lnTo>
                    <a:pt x="3554865" y="120918"/>
                  </a:lnTo>
                  <a:lnTo>
                    <a:pt x="3705329" y="129745"/>
                  </a:lnTo>
                  <a:lnTo>
                    <a:pt x="3855793" y="139798"/>
                  </a:lnTo>
                  <a:lnTo>
                    <a:pt x="4006257" y="146919"/>
                  </a:lnTo>
                  <a:lnTo>
                    <a:pt x="4156721" y="151486"/>
                  </a:lnTo>
                  <a:lnTo>
                    <a:pt x="4307185" y="154519"/>
                  </a:lnTo>
                  <a:lnTo>
                    <a:pt x="4457649" y="154234"/>
                  </a:lnTo>
                  <a:lnTo>
                    <a:pt x="4608114" y="149267"/>
                  </a:lnTo>
                  <a:lnTo>
                    <a:pt x="4758578" y="141030"/>
                  </a:lnTo>
                  <a:lnTo>
                    <a:pt x="4909042" y="131066"/>
                  </a:lnTo>
                  <a:lnTo>
                    <a:pt x="5059506" y="119653"/>
                  </a:lnTo>
                  <a:lnTo>
                    <a:pt x="5209970" y="106962"/>
                  </a:lnTo>
                  <a:lnTo>
                    <a:pt x="5360434" y="93074"/>
                  </a:lnTo>
                  <a:lnTo>
                    <a:pt x="5510898" y="78002"/>
                  </a:lnTo>
                  <a:lnTo>
                    <a:pt x="5661362" y="61716"/>
                  </a:lnTo>
                  <a:lnTo>
                    <a:pt x="5811826" y="44151"/>
                  </a:lnTo>
                  <a:lnTo>
                    <a:pt x="5962290" y="25224"/>
                  </a:lnTo>
                  <a:lnTo>
                    <a:pt x="6112754" y="4843"/>
                  </a:lnTo>
                  <a:lnTo>
                    <a:pt x="6145984" y="0"/>
                  </a:lnTo>
                  <a:lnTo>
                    <a:pt x="6145984" y="256392"/>
                  </a:lnTo>
                  <a:lnTo>
                    <a:pt x="6112754" y="257345"/>
                  </a:lnTo>
                  <a:lnTo>
                    <a:pt x="5962290" y="261710"/>
                  </a:lnTo>
                  <a:lnTo>
                    <a:pt x="5811826" y="265995"/>
                  </a:lnTo>
                  <a:lnTo>
                    <a:pt x="5661362" y="270070"/>
                  </a:lnTo>
                  <a:lnTo>
                    <a:pt x="5510898" y="273812"/>
                  </a:lnTo>
                  <a:lnTo>
                    <a:pt x="5360434" y="277119"/>
                  </a:lnTo>
                  <a:lnTo>
                    <a:pt x="5209970" y="279921"/>
                  </a:lnTo>
                  <a:lnTo>
                    <a:pt x="5059506" y="282195"/>
                  </a:lnTo>
                  <a:lnTo>
                    <a:pt x="4909042" y="283984"/>
                  </a:lnTo>
                  <a:lnTo>
                    <a:pt x="4758578" y="285419"/>
                  </a:lnTo>
                  <a:lnTo>
                    <a:pt x="4608114" y="286740"/>
                  </a:lnTo>
                  <a:lnTo>
                    <a:pt x="4457649" y="286490"/>
                  </a:lnTo>
                  <a:lnTo>
                    <a:pt x="4307185" y="282918"/>
                  </a:lnTo>
                  <a:lnTo>
                    <a:pt x="4156721" y="277919"/>
                  </a:lnTo>
                  <a:lnTo>
                    <a:pt x="4006257" y="273058"/>
                  </a:lnTo>
                  <a:lnTo>
                    <a:pt x="3855793" y="265425"/>
                  </a:lnTo>
                  <a:lnTo>
                    <a:pt x="3705329" y="255895"/>
                  </a:lnTo>
                  <a:lnTo>
                    <a:pt x="3554865" y="248992"/>
                  </a:lnTo>
                  <a:lnTo>
                    <a:pt x="3404401" y="245975"/>
                  </a:lnTo>
                  <a:lnTo>
                    <a:pt x="3253937" y="246407"/>
                  </a:lnTo>
                  <a:lnTo>
                    <a:pt x="3103473" y="249577"/>
                  </a:lnTo>
                  <a:lnTo>
                    <a:pt x="2953009" y="251304"/>
                  </a:lnTo>
                  <a:lnTo>
                    <a:pt x="2802545" y="252915"/>
                  </a:lnTo>
                  <a:lnTo>
                    <a:pt x="2652081" y="257134"/>
                  </a:lnTo>
                  <a:lnTo>
                    <a:pt x="2501617" y="261210"/>
                  </a:lnTo>
                  <a:lnTo>
                    <a:pt x="2351153" y="261772"/>
                  </a:lnTo>
                  <a:lnTo>
                    <a:pt x="2200689" y="262654"/>
                  </a:lnTo>
                  <a:lnTo>
                    <a:pt x="2050225" y="265793"/>
                  </a:lnTo>
                  <a:lnTo>
                    <a:pt x="1899761" y="270630"/>
                  </a:lnTo>
                  <a:lnTo>
                    <a:pt x="1749297" y="276870"/>
                  </a:lnTo>
                  <a:lnTo>
                    <a:pt x="1598833" y="284678"/>
                  </a:lnTo>
                  <a:lnTo>
                    <a:pt x="1448369" y="293924"/>
                  </a:lnTo>
                  <a:lnTo>
                    <a:pt x="1297904" y="304522"/>
                  </a:lnTo>
                  <a:lnTo>
                    <a:pt x="1147440" y="316764"/>
                  </a:lnTo>
                  <a:lnTo>
                    <a:pt x="996976" y="330936"/>
                  </a:lnTo>
                  <a:lnTo>
                    <a:pt x="846512" y="347377"/>
                  </a:lnTo>
                  <a:lnTo>
                    <a:pt x="696048" y="366399"/>
                  </a:lnTo>
                  <a:lnTo>
                    <a:pt x="545584" y="388240"/>
                  </a:lnTo>
                  <a:lnTo>
                    <a:pt x="395120" y="413042"/>
                  </a:lnTo>
                  <a:lnTo>
                    <a:pt x="244656" y="440868"/>
                  </a:lnTo>
                  <a:lnTo>
                    <a:pt x="94192" y="471718"/>
                  </a:lnTo>
                  <a:lnTo>
                    <a:pt x="0" y="49290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64199"/>
              <a:ext cx="6145984" cy="175366"/>
            </a:xfrm>
            <a:custGeom>
              <a:avLst/>
              <a:pathLst>
                <a:path w="6145984" h="175366">
                  <a:moveTo>
                    <a:pt x="0" y="156884"/>
                  </a:moveTo>
                  <a:lnTo>
                    <a:pt x="94192" y="161806"/>
                  </a:lnTo>
                  <a:lnTo>
                    <a:pt x="244656" y="167912"/>
                  </a:lnTo>
                  <a:lnTo>
                    <a:pt x="395120" y="172209"/>
                  </a:lnTo>
                  <a:lnTo>
                    <a:pt x="545584" y="174680"/>
                  </a:lnTo>
                  <a:lnTo>
                    <a:pt x="696048" y="175366"/>
                  </a:lnTo>
                  <a:lnTo>
                    <a:pt x="846512" y="174394"/>
                  </a:lnTo>
                  <a:lnTo>
                    <a:pt x="996976" y="171979"/>
                  </a:lnTo>
                  <a:lnTo>
                    <a:pt x="1147440" y="168418"/>
                  </a:lnTo>
                  <a:lnTo>
                    <a:pt x="1297904" y="164029"/>
                  </a:lnTo>
                  <a:lnTo>
                    <a:pt x="1448369" y="159084"/>
                  </a:lnTo>
                  <a:lnTo>
                    <a:pt x="1598833" y="154101"/>
                  </a:lnTo>
                  <a:lnTo>
                    <a:pt x="1749297" y="149194"/>
                  </a:lnTo>
                  <a:lnTo>
                    <a:pt x="1899761" y="144328"/>
                  </a:lnTo>
                  <a:lnTo>
                    <a:pt x="2050225" y="139918"/>
                  </a:lnTo>
                  <a:lnTo>
                    <a:pt x="2200689" y="137833"/>
                  </a:lnTo>
                  <a:lnTo>
                    <a:pt x="2351153" y="136009"/>
                  </a:lnTo>
                  <a:lnTo>
                    <a:pt x="2501617" y="133533"/>
                  </a:lnTo>
                  <a:lnTo>
                    <a:pt x="2652081" y="130329"/>
                  </a:lnTo>
                  <a:lnTo>
                    <a:pt x="2802545" y="125168"/>
                  </a:lnTo>
                  <a:lnTo>
                    <a:pt x="2953009" y="120423"/>
                  </a:lnTo>
                  <a:lnTo>
                    <a:pt x="3103473" y="119724"/>
                  </a:lnTo>
                  <a:lnTo>
                    <a:pt x="3253937" y="119072"/>
                  </a:lnTo>
                  <a:lnTo>
                    <a:pt x="3404401" y="118238"/>
                  </a:lnTo>
                  <a:lnTo>
                    <a:pt x="3554865" y="120918"/>
                  </a:lnTo>
                  <a:lnTo>
                    <a:pt x="3705329" y="129745"/>
                  </a:lnTo>
                  <a:lnTo>
                    <a:pt x="3855793" y="139798"/>
                  </a:lnTo>
                  <a:lnTo>
                    <a:pt x="4006257" y="146919"/>
                  </a:lnTo>
                  <a:lnTo>
                    <a:pt x="4156721" y="151486"/>
                  </a:lnTo>
                  <a:lnTo>
                    <a:pt x="4307185" y="154519"/>
                  </a:lnTo>
                  <a:lnTo>
                    <a:pt x="4457649" y="154234"/>
                  </a:lnTo>
                  <a:lnTo>
                    <a:pt x="4608114" y="149267"/>
                  </a:lnTo>
                  <a:lnTo>
                    <a:pt x="4758578" y="141030"/>
                  </a:lnTo>
                  <a:lnTo>
                    <a:pt x="4909042" y="131066"/>
                  </a:lnTo>
                  <a:lnTo>
                    <a:pt x="5059506" y="119653"/>
                  </a:lnTo>
                  <a:lnTo>
                    <a:pt x="5209970" y="106962"/>
                  </a:lnTo>
                  <a:lnTo>
                    <a:pt x="5360434" y="93074"/>
                  </a:lnTo>
                  <a:lnTo>
                    <a:pt x="5510898" y="78002"/>
                  </a:lnTo>
                  <a:lnTo>
                    <a:pt x="5661362" y="61716"/>
                  </a:lnTo>
                  <a:lnTo>
                    <a:pt x="5811826" y="44151"/>
                  </a:lnTo>
                  <a:lnTo>
                    <a:pt x="5962290" y="25224"/>
                  </a:lnTo>
                  <a:lnTo>
                    <a:pt x="6112754" y="484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110174"/>
              <a:ext cx="6145984" cy="246927"/>
            </a:xfrm>
            <a:custGeom>
              <a:avLst/>
              <a:pathLst>
                <a:path w="6145984" h="246927">
                  <a:moveTo>
                    <a:pt x="6145984" y="10417"/>
                  </a:moveTo>
                  <a:lnTo>
                    <a:pt x="6112754" y="11370"/>
                  </a:lnTo>
                  <a:lnTo>
                    <a:pt x="5962290" y="15735"/>
                  </a:lnTo>
                  <a:lnTo>
                    <a:pt x="5811826" y="20020"/>
                  </a:lnTo>
                  <a:lnTo>
                    <a:pt x="5661362" y="24094"/>
                  </a:lnTo>
                  <a:lnTo>
                    <a:pt x="5510898" y="27836"/>
                  </a:lnTo>
                  <a:lnTo>
                    <a:pt x="5360434" y="31143"/>
                  </a:lnTo>
                  <a:lnTo>
                    <a:pt x="5209970" y="33946"/>
                  </a:lnTo>
                  <a:lnTo>
                    <a:pt x="5059506" y="36220"/>
                  </a:lnTo>
                  <a:lnTo>
                    <a:pt x="4909042" y="38009"/>
                  </a:lnTo>
                  <a:lnTo>
                    <a:pt x="4758578" y="39444"/>
                  </a:lnTo>
                  <a:lnTo>
                    <a:pt x="4608114" y="40765"/>
                  </a:lnTo>
                  <a:lnTo>
                    <a:pt x="4457649" y="40515"/>
                  </a:lnTo>
                  <a:lnTo>
                    <a:pt x="4307185" y="36943"/>
                  </a:lnTo>
                  <a:lnTo>
                    <a:pt x="4156721" y="31944"/>
                  </a:lnTo>
                  <a:lnTo>
                    <a:pt x="4006257" y="27083"/>
                  </a:lnTo>
                  <a:lnTo>
                    <a:pt x="3855793" y="19449"/>
                  </a:lnTo>
                  <a:lnTo>
                    <a:pt x="3705329" y="9919"/>
                  </a:lnTo>
                  <a:lnTo>
                    <a:pt x="3554865" y="3017"/>
                  </a:lnTo>
                  <a:lnTo>
                    <a:pt x="3404401" y="0"/>
                  </a:lnTo>
                  <a:lnTo>
                    <a:pt x="3253937" y="431"/>
                  </a:lnTo>
                  <a:lnTo>
                    <a:pt x="3103473" y="3601"/>
                  </a:lnTo>
                  <a:lnTo>
                    <a:pt x="2953009" y="5328"/>
                  </a:lnTo>
                  <a:lnTo>
                    <a:pt x="2802545" y="6940"/>
                  </a:lnTo>
                  <a:lnTo>
                    <a:pt x="2652081" y="11158"/>
                  </a:lnTo>
                  <a:lnTo>
                    <a:pt x="2501617" y="15234"/>
                  </a:lnTo>
                  <a:lnTo>
                    <a:pt x="2351153" y="15797"/>
                  </a:lnTo>
                  <a:lnTo>
                    <a:pt x="2200689" y="16678"/>
                  </a:lnTo>
                  <a:lnTo>
                    <a:pt x="2050225" y="19817"/>
                  </a:lnTo>
                  <a:lnTo>
                    <a:pt x="1899761" y="24654"/>
                  </a:lnTo>
                  <a:lnTo>
                    <a:pt x="1749297" y="30894"/>
                  </a:lnTo>
                  <a:lnTo>
                    <a:pt x="1598833" y="38703"/>
                  </a:lnTo>
                  <a:lnTo>
                    <a:pt x="1448369" y="47949"/>
                  </a:lnTo>
                  <a:lnTo>
                    <a:pt x="1297904" y="58547"/>
                  </a:lnTo>
                  <a:lnTo>
                    <a:pt x="1147440" y="70788"/>
                  </a:lnTo>
                  <a:lnTo>
                    <a:pt x="996976" y="84961"/>
                  </a:lnTo>
                  <a:lnTo>
                    <a:pt x="846512" y="101401"/>
                  </a:lnTo>
                  <a:lnTo>
                    <a:pt x="696048" y="120423"/>
                  </a:lnTo>
                  <a:lnTo>
                    <a:pt x="545584" y="142264"/>
                  </a:lnTo>
                  <a:lnTo>
                    <a:pt x="395120" y="167067"/>
                  </a:lnTo>
                  <a:lnTo>
                    <a:pt x="244656" y="194893"/>
                  </a:lnTo>
                  <a:lnTo>
                    <a:pt x="94192" y="225742"/>
                  </a:lnTo>
                  <a:lnTo>
                    <a:pt x="0" y="246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92395"/>
              <a:ext cx="6145984" cy="196697"/>
            </a:xfrm>
            <a:custGeom>
              <a:avLst/>
              <a:pathLst>
                <a:path w="6145984" h="196697">
                  <a:moveTo>
                    <a:pt x="0" y="196697"/>
                  </a:moveTo>
                  <a:lnTo>
                    <a:pt x="94192" y="188565"/>
                  </a:lnTo>
                  <a:lnTo>
                    <a:pt x="244656" y="176193"/>
                  </a:lnTo>
                  <a:lnTo>
                    <a:pt x="395120" y="164429"/>
                  </a:lnTo>
                  <a:lnTo>
                    <a:pt x="545584" y="153263"/>
                  </a:lnTo>
                  <a:lnTo>
                    <a:pt x="696048" y="142686"/>
                  </a:lnTo>
                  <a:lnTo>
                    <a:pt x="846512" y="132689"/>
                  </a:lnTo>
                  <a:lnTo>
                    <a:pt x="996976" y="123261"/>
                  </a:lnTo>
                  <a:lnTo>
                    <a:pt x="1147440" y="114394"/>
                  </a:lnTo>
                  <a:lnTo>
                    <a:pt x="1297904" y="106079"/>
                  </a:lnTo>
                  <a:lnTo>
                    <a:pt x="1448369" y="98308"/>
                  </a:lnTo>
                  <a:lnTo>
                    <a:pt x="1598833" y="91193"/>
                  </a:lnTo>
                  <a:lnTo>
                    <a:pt x="1749297" y="84836"/>
                  </a:lnTo>
                  <a:lnTo>
                    <a:pt x="1899761" y="79282"/>
                  </a:lnTo>
                  <a:lnTo>
                    <a:pt x="2050225" y="74659"/>
                  </a:lnTo>
                  <a:lnTo>
                    <a:pt x="2200689" y="72047"/>
                  </a:lnTo>
                  <a:lnTo>
                    <a:pt x="2351153" y="70694"/>
                  </a:lnTo>
                  <a:lnTo>
                    <a:pt x="2501617" y="69175"/>
                  </a:lnTo>
                  <a:lnTo>
                    <a:pt x="2652081" y="65535"/>
                  </a:lnTo>
                  <a:lnTo>
                    <a:pt x="2802545" y="60845"/>
                  </a:lnTo>
                  <a:lnTo>
                    <a:pt x="2953009" y="57667"/>
                  </a:lnTo>
                  <a:lnTo>
                    <a:pt x="3103473" y="56454"/>
                  </a:lnTo>
                  <a:lnTo>
                    <a:pt x="3253937" y="54543"/>
                  </a:lnTo>
                  <a:lnTo>
                    <a:pt x="3404401" y="53910"/>
                  </a:lnTo>
                  <a:lnTo>
                    <a:pt x="3554865" y="56759"/>
                  </a:lnTo>
                  <a:lnTo>
                    <a:pt x="3705329" y="64623"/>
                  </a:lnTo>
                  <a:lnTo>
                    <a:pt x="3855793" y="74415"/>
                  </a:lnTo>
                  <a:lnTo>
                    <a:pt x="4006257" y="81792"/>
                  </a:lnTo>
                  <a:lnTo>
                    <a:pt x="4156721" y="86506"/>
                  </a:lnTo>
                  <a:lnTo>
                    <a:pt x="4307185" y="90522"/>
                  </a:lnTo>
                  <a:lnTo>
                    <a:pt x="4457649" y="92166"/>
                  </a:lnTo>
                  <a:lnTo>
                    <a:pt x="4608114" y="89807"/>
                  </a:lnTo>
                  <a:lnTo>
                    <a:pt x="4758578" y="85028"/>
                  </a:lnTo>
                  <a:lnTo>
                    <a:pt x="4909042" y="79329"/>
                  </a:lnTo>
                  <a:lnTo>
                    <a:pt x="5059506" y="72728"/>
                  </a:lnTo>
                  <a:lnTo>
                    <a:pt x="5209970" y="65245"/>
                  </a:lnTo>
                  <a:lnTo>
                    <a:pt x="5360434" y="56900"/>
                  </a:lnTo>
                  <a:lnTo>
                    <a:pt x="5510898" y="47710"/>
                  </a:lnTo>
                  <a:lnTo>
                    <a:pt x="5661362" y="37696"/>
                  </a:lnTo>
                  <a:lnTo>
                    <a:pt x="5811826" y="26877"/>
                  </a:lnTo>
                  <a:lnTo>
                    <a:pt x="5962290" y="15271"/>
                  </a:lnTo>
                  <a:lnTo>
                    <a:pt x="6112754" y="289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63701"/>
              <a:ext cx="6145984" cy="488716"/>
            </a:xfrm>
            <a:custGeom>
              <a:avLst/>
              <a:pathLst>
                <a:path w="6145984" h="488716">
                  <a:moveTo>
                    <a:pt x="0" y="190534"/>
                  </a:moveTo>
                  <a:lnTo>
                    <a:pt x="94192" y="196720"/>
                  </a:lnTo>
                  <a:lnTo>
                    <a:pt x="244656" y="204803"/>
                  </a:lnTo>
                  <a:lnTo>
                    <a:pt x="395120" y="211044"/>
                  </a:lnTo>
                  <a:lnTo>
                    <a:pt x="545584" y="215430"/>
                  </a:lnTo>
                  <a:lnTo>
                    <a:pt x="696048" y="217997"/>
                  </a:lnTo>
                  <a:lnTo>
                    <a:pt x="846512" y="218858"/>
                  </a:lnTo>
                  <a:lnTo>
                    <a:pt x="996976" y="218207"/>
                  </a:lnTo>
                  <a:lnTo>
                    <a:pt x="1147440" y="216307"/>
                  </a:lnTo>
                  <a:lnTo>
                    <a:pt x="1297904" y="213441"/>
                  </a:lnTo>
                  <a:lnTo>
                    <a:pt x="1448369" y="209857"/>
                  </a:lnTo>
                  <a:lnTo>
                    <a:pt x="1598833" y="206110"/>
                  </a:lnTo>
                  <a:lnTo>
                    <a:pt x="1749297" y="202261"/>
                  </a:lnTo>
                  <a:lnTo>
                    <a:pt x="1899761" y="198159"/>
                  </a:lnTo>
                  <a:lnTo>
                    <a:pt x="2050225" y="194051"/>
                  </a:lnTo>
                  <a:lnTo>
                    <a:pt x="2200689" y="191516"/>
                  </a:lnTo>
                  <a:lnTo>
                    <a:pt x="2351153" y="188902"/>
                  </a:lnTo>
                  <a:lnTo>
                    <a:pt x="2501617" y="185633"/>
                  </a:lnTo>
                  <a:lnTo>
                    <a:pt x="2652081" y="182633"/>
                  </a:lnTo>
                  <a:lnTo>
                    <a:pt x="2802545" y="178496"/>
                  </a:lnTo>
                  <a:lnTo>
                    <a:pt x="2953009" y="174052"/>
                  </a:lnTo>
                  <a:lnTo>
                    <a:pt x="3103473" y="172032"/>
                  </a:lnTo>
                  <a:lnTo>
                    <a:pt x="3253937" y="169968"/>
                  </a:lnTo>
                  <a:lnTo>
                    <a:pt x="3404401" y="167391"/>
                  </a:lnTo>
                  <a:lnTo>
                    <a:pt x="3554865" y="167240"/>
                  </a:lnTo>
                  <a:lnTo>
                    <a:pt x="3705329" y="171578"/>
                  </a:lnTo>
                  <a:lnTo>
                    <a:pt x="3855793" y="176504"/>
                  </a:lnTo>
                  <a:lnTo>
                    <a:pt x="4006257" y="179011"/>
                  </a:lnTo>
                  <a:lnTo>
                    <a:pt x="4156721" y="179389"/>
                  </a:lnTo>
                  <a:lnTo>
                    <a:pt x="4307185" y="178104"/>
                  </a:lnTo>
                  <a:lnTo>
                    <a:pt x="4457649" y="173775"/>
                  </a:lnTo>
                  <a:lnTo>
                    <a:pt x="4608114" y="165394"/>
                  </a:lnTo>
                  <a:lnTo>
                    <a:pt x="4758578" y="154272"/>
                  </a:lnTo>
                  <a:lnTo>
                    <a:pt x="4909042" y="141746"/>
                  </a:lnTo>
                  <a:lnTo>
                    <a:pt x="5059506" y="128064"/>
                  </a:lnTo>
                  <a:lnTo>
                    <a:pt x="5209970" y="113375"/>
                  </a:lnTo>
                  <a:lnTo>
                    <a:pt x="5360434" y="97751"/>
                  </a:lnTo>
                  <a:lnTo>
                    <a:pt x="5510898" y="81205"/>
                  </a:lnTo>
                  <a:lnTo>
                    <a:pt x="5661362" y="63708"/>
                  </a:lnTo>
                  <a:lnTo>
                    <a:pt x="5811826" y="45202"/>
                  </a:lnTo>
                  <a:lnTo>
                    <a:pt x="5962290" y="25613"/>
                  </a:lnTo>
                  <a:lnTo>
                    <a:pt x="6112754" y="4859"/>
                  </a:lnTo>
                  <a:lnTo>
                    <a:pt x="6145984" y="0"/>
                  </a:lnTo>
                  <a:lnTo>
                    <a:pt x="6145984" y="227521"/>
                  </a:lnTo>
                  <a:lnTo>
                    <a:pt x="6112754" y="228928"/>
                  </a:lnTo>
                  <a:lnTo>
                    <a:pt x="5962290" y="235469"/>
                  </a:lnTo>
                  <a:lnTo>
                    <a:pt x="5811826" y="242065"/>
                  </a:lnTo>
                  <a:lnTo>
                    <a:pt x="5661362" y="248599"/>
                  </a:lnTo>
                  <a:lnTo>
                    <a:pt x="5510898" y="254965"/>
                  </a:lnTo>
                  <a:lnTo>
                    <a:pt x="5360434" y="261072"/>
                  </a:lnTo>
                  <a:lnTo>
                    <a:pt x="5209970" y="266858"/>
                  </a:lnTo>
                  <a:lnTo>
                    <a:pt x="5059506" y="272303"/>
                  </a:lnTo>
                  <a:lnTo>
                    <a:pt x="4909042" y="277445"/>
                  </a:lnTo>
                  <a:lnTo>
                    <a:pt x="4758578" y="282402"/>
                  </a:lnTo>
                  <a:lnTo>
                    <a:pt x="4608114" y="287386"/>
                  </a:lnTo>
                  <a:lnTo>
                    <a:pt x="4457649" y="291138"/>
                  </a:lnTo>
                  <a:lnTo>
                    <a:pt x="4307185" y="292044"/>
                  </a:lnTo>
                  <a:lnTo>
                    <a:pt x="4156721" y="291585"/>
                  </a:lnTo>
                  <a:lnTo>
                    <a:pt x="4006257" y="290946"/>
                  </a:lnTo>
                  <a:lnTo>
                    <a:pt x="3855793" y="287985"/>
                  </a:lnTo>
                  <a:lnTo>
                    <a:pt x="3705329" y="283523"/>
                  </a:lnTo>
                  <a:lnTo>
                    <a:pt x="3554865" y="280892"/>
                  </a:lnTo>
                  <a:lnTo>
                    <a:pt x="3404401" y="280744"/>
                  </a:lnTo>
                  <a:lnTo>
                    <a:pt x="3253937" y="282964"/>
                  </a:lnTo>
                  <a:lnTo>
                    <a:pt x="3103473" y="287262"/>
                  </a:lnTo>
                  <a:lnTo>
                    <a:pt x="2953009" y="290195"/>
                  </a:lnTo>
                  <a:lnTo>
                    <a:pt x="2802545" y="291858"/>
                  </a:lnTo>
                  <a:lnTo>
                    <a:pt x="2652081" y="295159"/>
                  </a:lnTo>
                  <a:lnTo>
                    <a:pt x="2501617" y="298933"/>
                  </a:lnTo>
                  <a:lnTo>
                    <a:pt x="2351153" y="300503"/>
                  </a:lnTo>
                  <a:lnTo>
                    <a:pt x="2200689" y="302281"/>
                  </a:lnTo>
                  <a:lnTo>
                    <a:pt x="2050225" y="305751"/>
                  </a:lnTo>
                  <a:lnTo>
                    <a:pt x="1899761" y="310239"/>
                  </a:lnTo>
                  <a:lnTo>
                    <a:pt x="1749297" y="315560"/>
                  </a:lnTo>
                  <a:lnTo>
                    <a:pt x="1598833" y="321983"/>
                  </a:lnTo>
                  <a:lnTo>
                    <a:pt x="1448369" y="329513"/>
                  </a:lnTo>
                  <a:lnTo>
                    <a:pt x="1297904" y="338115"/>
                  </a:lnTo>
                  <a:lnTo>
                    <a:pt x="1147440" y="347948"/>
                  </a:lnTo>
                  <a:lnTo>
                    <a:pt x="996976" y="359264"/>
                  </a:lnTo>
                  <a:lnTo>
                    <a:pt x="846512" y="372362"/>
                  </a:lnTo>
                  <a:lnTo>
                    <a:pt x="696048" y="387518"/>
                  </a:lnTo>
                  <a:lnTo>
                    <a:pt x="545584" y="404942"/>
                  </a:lnTo>
                  <a:lnTo>
                    <a:pt x="395120" y="424759"/>
                  </a:lnTo>
                  <a:lnTo>
                    <a:pt x="244656" y="447023"/>
                  </a:lnTo>
                  <a:lnTo>
                    <a:pt x="94192" y="471733"/>
                  </a:lnTo>
                  <a:lnTo>
                    <a:pt x="0" y="48871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63701"/>
              <a:ext cx="6145984" cy="218858"/>
            </a:xfrm>
            <a:custGeom>
              <a:avLst/>
              <a:pathLst>
                <a:path w="6145984" h="218858">
                  <a:moveTo>
                    <a:pt x="0" y="190534"/>
                  </a:moveTo>
                  <a:lnTo>
                    <a:pt x="94192" y="196720"/>
                  </a:lnTo>
                  <a:lnTo>
                    <a:pt x="244656" y="204803"/>
                  </a:lnTo>
                  <a:lnTo>
                    <a:pt x="395120" y="211044"/>
                  </a:lnTo>
                  <a:lnTo>
                    <a:pt x="545584" y="215430"/>
                  </a:lnTo>
                  <a:lnTo>
                    <a:pt x="696048" y="217997"/>
                  </a:lnTo>
                  <a:lnTo>
                    <a:pt x="846512" y="218858"/>
                  </a:lnTo>
                  <a:lnTo>
                    <a:pt x="996976" y="218207"/>
                  </a:lnTo>
                  <a:lnTo>
                    <a:pt x="1147440" y="216307"/>
                  </a:lnTo>
                  <a:lnTo>
                    <a:pt x="1297904" y="213441"/>
                  </a:lnTo>
                  <a:lnTo>
                    <a:pt x="1448369" y="209857"/>
                  </a:lnTo>
                  <a:lnTo>
                    <a:pt x="1598833" y="206110"/>
                  </a:lnTo>
                  <a:lnTo>
                    <a:pt x="1749297" y="202261"/>
                  </a:lnTo>
                  <a:lnTo>
                    <a:pt x="1899761" y="198159"/>
                  </a:lnTo>
                  <a:lnTo>
                    <a:pt x="2050225" y="194051"/>
                  </a:lnTo>
                  <a:lnTo>
                    <a:pt x="2200689" y="191516"/>
                  </a:lnTo>
                  <a:lnTo>
                    <a:pt x="2351153" y="188902"/>
                  </a:lnTo>
                  <a:lnTo>
                    <a:pt x="2501617" y="185633"/>
                  </a:lnTo>
                  <a:lnTo>
                    <a:pt x="2652081" y="182633"/>
                  </a:lnTo>
                  <a:lnTo>
                    <a:pt x="2802545" y="178496"/>
                  </a:lnTo>
                  <a:lnTo>
                    <a:pt x="2953009" y="174052"/>
                  </a:lnTo>
                  <a:lnTo>
                    <a:pt x="3103473" y="172032"/>
                  </a:lnTo>
                  <a:lnTo>
                    <a:pt x="3253937" y="169968"/>
                  </a:lnTo>
                  <a:lnTo>
                    <a:pt x="3404401" y="167391"/>
                  </a:lnTo>
                  <a:lnTo>
                    <a:pt x="3554865" y="167240"/>
                  </a:lnTo>
                  <a:lnTo>
                    <a:pt x="3705329" y="171578"/>
                  </a:lnTo>
                  <a:lnTo>
                    <a:pt x="3855793" y="176504"/>
                  </a:lnTo>
                  <a:lnTo>
                    <a:pt x="4006257" y="179011"/>
                  </a:lnTo>
                  <a:lnTo>
                    <a:pt x="4156721" y="179389"/>
                  </a:lnTo>
                  <a:lnTo>
                    <a:pt x="4307185" y="178104"/>
                  </a:lnTo>
                  <a:lnTo>
                    <a:pt x="4457649" y="173775"/>
                  </a:lnTo>
                  <a:lnTo>
                    <a:pt x="4608114" y="165394"/>
                  </a:lnTo>
                  <a:lnTo>
                    <a:pt x="4758578" y="154272"/>
                  </a:lnTo>
                  <a:lnTo>
                    <a:pt x="4909042" y="141746"/>
                  </a:lnTo>
                  <a:lnTo>
                    <a:pt x="5059506" y="128064"/>
                  </a:lnTo>
                  <a:lnTo>
                    <a:pt x="5209970" y="113375"/>
                  </a:lnTo>
                  <a:lnTo>
                    <a:pt x="5360434" y="97751"/>
                  </a:lnTo>
                  <a:lnTo>
                    <a:pt x="5510898" y="81205"/>
                  </a:lnTo>
                  <a:lnTo>
                    <a:pt x="5661362" y="63708"/>
                  </a:lnTo>
                  <a:lnTo>
                    <a:pt x="5811826" y="45202"/>
                  </a:lnTo>
                  <a:lnTo>
                    <a:pt x="5962290" y="25613"/>
                  </a:lnTo>
                  <a:lnTo>
                    <a:pt x="6112754" y="48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91222"/>
              <a:ext cx="6145984" cy="261194"/>
            </a:xfrm>
            <a:custGeom>
              <a:avLst/>
              <a:pathLst>
                <a:path w="6145984" h="261194">
                  <a:moveTo>
                    <a:pt x="6145984" y="0"/>
                  </a:moveTo>
                  <a:lnTo>
                    <a:pt x="6112754" y="1406"/>
                  </a:lnTo>
                  <a:lnTo>
                    <a:pt x="5962290" y="7948"/>
                  </a:lnTo>
                  <a:lnTo>
                    <a:pt x="5811826" y="14543"/>
                  </a:lnTo>
                  <a:lnTo>
                    <a:pt x="5661362" y="21078"/>
                  </a:lnTo>
                  <a:lnTo>
                    <a:pt x="5510898" y="27444"/>
                  </a:lnTo>
                  <a:lnTo>
                    <a:pt x="5360434" y="33551"/>
                  </a:lnTo>
                  <a:lnTo>
                    <a:pt x="5209970" y="39336"/>
                  </a:lnTo>
                  <a:lnTo>
                    <a:pt x="5059506" y="44781"/>
                  </a:lnTo>
                  <a:lnTo>
                    <a:pt x="4909042" y="49924"/>
                  </a:lnTo>
                  <a:lnTo>
                    <a:pt x="4758578" y="54880"/>
                  </a:lnTo>
                  <a:lnTo>
                    <a:pt x="4608114" y="59865"/>
                  </a:lnTo>
                  <a:lnTo>
                    <a:pt x="4457649" y="63617"/>
                  </a:lnTo>
                  <a:lnTo>
                    <a:pt x="4307185" y="64523"/>
                  </a:lnTo>
                  <a:lnTo>
                    <a:pt x="4156721" y="64063"/>
                  </a:lnTo>
                  <a:lnTo>
                    <a:pt x="4006257" y="63424"/>
                  </a:lnTo>
                  <a:lnTo>
                    <a:pt x="3855793" y="60463"/>
                  </a:lnTo>
                  <a:lnTo>
                    <a:pt x="3705329" y="56002"/>
                  </a:lnTo>
                  <a:lnTo>
                    <a:pt x="3554865" y="53371"/>
                  </a:lnTo>
                  <a:lnTo>
                    <a:pt x="3404401" y="53222"/>
                  </a:lnTo>
                  <a:lnTo>
                    <a:pt x="3253937" y="55442"/>
                  </a:lnTo>
                  <a:lnTo>
                    <a:pt x="3103473" y="59741"/>
                  </a:lnTo>
                  <a:lnTo>
                    <a:pt x="2953009" y="62673"/>
                  </a:lnTo>
                  <a:lnTo>
                    <a:pt x="2802545" y="64337"/>
                  </a:lnTo>
                  <a:lnTo>
                    <a:pt x="2652081" y="67638"/>
                  </a:lnTo>
                  <a:lnTo>
                    <a:pt x="2501617" y="71412"/>
                  </a:lnTo>
                  <a:lnTo>
                    <a:pt x="2351153" y="72982"/>
                  </a:lnTo>
                  <a:lnTo>
                    <a:pt x="2200689" y="74759"/>
                  </a:lnTo>
                  <a:lnTo>
                    <a:pt x="2050225" y="78229"/>
                  </a:lnTo>
                  <a:lnTo>
                    <a:pt x="1899761" y="82718"/>
                  </a:lnTo>
                  <a:lnTo>
                    <a:pt x="1749297" y="88038"/>
                  </a:lnTo>
                  <a:lnTo>
                    <a:pt x="1598833" y="94462"/>
                  </a:lnTo>
                  <a:lnTo>
                    <a:pt x="1448369" y="101992"/>
                  </a:lnTo>
                  <a:lnTo>
                    <a:pt x="1297904" y="110593"/>
                  </a:lnTo>
                  <a:lnTo>
                    <a:pt x="1147440" y="120427"/>
                  </a:lnTo>
                  <a:lnTo>
                    <a:pt x="996976" y="131743"/>
                  </a:lnTo>
                  <a:lnTo>
                    <a:pt x="846512" y="144841"/>
                  </a:lnTo>
                  <a:lnTo>
                    <a:pt x="696048" y="159997"/>
                  </a:lnTo>
                  <a:lnTo>
                    <a:pt x="545584" y="177420"/>
                  </a:lnTo>
                  <a:lnTo>
                    <a:pt x="395120" y="197238"/>
                  </a:lnTo>
                  <a:lnTo>
                    <a:pt x="244656" y="219501"/>
                  </a:lnTo>
                  <a:lnTo>
                    <a:pt x="94192" y="244212"/>
                  </a:lnTo>
                  <a:lnTo>
                    <a:pt x="0" y="2611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77461"/>
              <a:ext cx="6145984" cy="225864"/>
            </a:xfrm>
            <a:custGeom>
              <a:avLst/>
              <a:pathLst>
                <a:path w="6145984" h="225864">
                  <a:moveTo>
                    <a:pt x="0" y="225864"/>
                  </a:moveTo>
                  <a:lnTo>
                    <a:pt x="94192" y="220466"/>
                  </a:lnTo>
                  <a:lnTo>
                    <a:pt x="244656" y="212152"/>
                  </a:lnTo>
                  <a:lnTo>
                    <a:pt x="395120" y="204141"/>
                  </a:lnTo>
                  <a:lnTo>
                    <a:pt x="545584" y="196425"/>
                  </a:lnTo>
                  <a:lnTo>
                    <a:pt x="696048" y="188997"/>
                  </a:lnTo>
                  <a:lnTo>
                    <a:pt x="846512" y="181849"/>
                  </a:lnTo>
                  <a:lnTo>
                    <a:pt x="996976" y="174975"/>
                  </a:lnTo>
                  <a:lnTo>
                    <a:pt x="1147440" y="168367"/>
                  </a:lnTo>
                  <a:lnTo>
                    <a:pt x="1297904" y="162017"/>
                  </a:lnTo>
                  <a:lnTo>
                    <a:pt x="1448369" y="155924"/>
                  </a:lnTo>
                  <a:lnTo>
                    <a:pt x="1598833" y="150286"/>
                  </a:lnTo>
                  <a:lnTo>
                    <a:pt x="1749297" y="145150"/>
                  </a:lnTo>
                  <a:lnTo>
                    <a:pt x="1899761" y="140439"/>
                  </a:lnTo>
                  <a:lnTo>
                    <a:pt x="2050225" y="136140"/>
                  </a:lnTo>
                  <a:lnTo>
                    <a:pt x="2200689" y="133138"/>
                  </a:lnTo>
                  <a:lnTo>
                    <a:pt x="2351153" y="130942"/>
                  </a:lnTo>
                  <a:lnTo>
                    <a:pt x="2501617" y="128522"/>
                  </a:lnTo>
                  <a:lnTo>
                    <a:pt x="2652081" y="125135"/>
                  </a:lnTo>
                  <a:lnTo>
                    <a:pt x="2802545" y="121416"/>
                  </a:lnTo>
                  <a:lnTo>
                    <a:pt x="2953009" y="118362"/>
                  </a:lnTo>
                  <a:lnTo>
                    <a:pt x="3103473" y="115886"/>
                  </a:lnTo>
                  <a:lnTo>
                    <a:pt x="3253937" y="112705"/>
                  </a:lnTo>
                  <a:lnTo>
                    <a:pt x="3404401" y="110307"/>
                  </a:lnTo>
                  <a:lnTo>
                    <a:pt x="3554865" y="110305"/>
                  </a:lnTo>
                  <a:lnTo>
                    <a:pt x="3705329" y="113790"/>
                  </a:lnTo>
                  <a:lnTo>
                    <a:pt x="3855793" y="118484"/>
                  </a:lnTo>
                  <a:lnTo>
                    <a:pt x="4006257" y="121217"/>
                  </a:lnTo>
                  <a:lnTo>
                    <a:pt x="4156721" y="121726"/>
                  </a:lnTo>
                  <a:lnTo>
                    <a:pt x="4307185" y="121314"/>
                  </a:lnTo>
                  <a:lnTo>
                    <a:pt x="4457649" y="118696"/>
                  </a:lnTo>
                  <a:lnTo>
                    <a:pt x="4608114" y="112629"/>
                  </a:lnTo>
                  <a:lnTo>
                    <a:pt x="4758578" y="104576"/>
                  </a:lnTo>
                  <a:lnTo>
                    <a:pt x="4909042" y="95835"/>
                  </a:lnTo>
                  <a:lnTo>
                    <a:pt x="5059506" y="86423"/>
                  </a:lnTo>
                  <a:lnTo>
                    <a:pt x="5209970" y="76356"/>
                  </a:lnTo>
                  <a:lnTo>
                    <a:pt x="5360434" y="65651"/>
                  </a:lnTo>
                  <a:lnTo>
                    <a:pt x="5510898" y="54324"/>
                  </a:lnTo>
                  <a:lnTo>
                    <a:pt x="5661362" y="42393"/>
                  </a:lnTo>
                  <a:lnTo>
                    <a:pt x="5811826" y="29872"/>
                  </a:lnTo>
                  <a:lnTo>
                    <a:pt x="5962290" y="16780"/>
                  </a:lnTo>
                  <a:lnTo>
                    <a:pt x="6112754" y="313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72224"/>
              <a:ext cx="6145984" cy="492543"/>
            </a:xfrm>
            <a:custGeom>
              <a:avLst/>
              <a:pathLst>
                <a:path w="6145984" h="492543">
                  <a:moveTo>
                    <a:pt x="0" y="220250"/>
                  </a:moveTo>
                  <a:lnTo>
                    <a:pt x="94192" y="226920"/>
                  </a:lnTo>
                  <a:lnTo>
                    <a:pt x="244656" y="235550"/>
                  </a:lnTo>
                  <a:lnTo>
                    <a:pt x="395120" y="242106"/>
                  </a:lnTo>
                  <a:lnTo>
                    <a:pt x="545584" y="246565"/>
                  </a:lnTo>
                  <a:lnTo>
                    <a:pt x="696048" y="248954"/>
                  </a:lnTo>
                  <a:lnTo>
                    <a:pt x="846512" y="249365"/>
                  </a:lnTo>
                  <a:lnTo>
                    <a:pt x="996976" y="247968"/>
                  </a:lnTo>
                  <a:lnTo>
                    <a:pt x="1147440" y="244993"/>
                  </a:lnTo>
                  <a:lnTo>
                    <a:pt x="1297904" y="240691"/>
                  </a:lnTo>
                  <a:lnTo>
                    <a:pt x="1448369" y="235274"/>
                  </a:lnTo>
                  <a:lnTo>
                    <a:pt x="1598833" y="229124"/>
                  </a:lnTo>
                  <a:lnTo>
                    <a:pt x="1749297" y="222455"/>
                  </a:lnTo>
                  <a:lnTo>
                    <a:pt x="1899761" y="215414"/>
                  </a:lnTo>
                  <a:lnTo>
                    <a:pt x="2050225" y="208421"/>
                  </a:lnTo>
                  <a:lnTo>
                    <a:pt x="2200689" y="201821"/>
                  </a:lnTo>
                  <a:lnTo>
                    <a:pt x="2351153" y="194876"/>
                  </a:lnTo>
                  <a:lnTo>
                    <a:pt x="2501617" y="188596"/>
                  </a:lnTo>
                  <a:lnTo>
                    <a:pt x="2652081" y="185525"/>
                  </a:lnTo>
                  <a:lnTo>
                    <a:pt x="2802545" y="183397"/>
                  </a:lnTo>
                  <a:lnTo>
                    <a:pt x="2953009" y="180844"/>
                  </a:lnTo>
                  <a:lnTo>
                    <a:pt x="3103473" y="180188"/>
                  </a:lnTo>
                  <a:lnTo>
                    <a:pt x="3253937" y="181644"/>
                  </a:lnTo>
                  <a:lnTo>
                    <a:pt x="3404401" y="182732"/>
                  </a:lnTo>
                  <a:lnTo>
                    <a:pt x="3554865" y="183934"/>
                  </a:lnTo>
                  <a:lnTo>
                    <a:pt x="3705329" y="188366"/>
                  </a:lnTo>
                  <a:lnTo>
                    <a:pt x="3855793" y="193328"/>
                  </a:lnTo>
                  <a:lnTo>
                    <a:pt x="4006257" y="195224"/>
                  </a:lnTo>
                  <a:lnTo>
                    <a:pt x="4156721" y="194322"/>
                  </a:lnTo>
                  <a:lnTo>
                    <a:pt x="4307185" y="191627"/>
                  </a:lnTo>
                  <a:lnTo>
                    <a:pt x="4457649" y="185760"/>
                  </a:lnTo>
                  <a:lnTo>
                    <a:pt x="4608114" y="175687"/>
                  </a:lnTo>
                  <a:lnTo>
                    <a:pt x="4758578" y="162928"/>
                  </a:lnTo>
                  <a:lnTo>
                    <a:pt x="4909042" y="148931"/>
                  </a:lnTo>
                  <a:lnTo>
                    <a:pt x="5059506" y="133921"/>
                  </a:lnTo>
                  <a:lnTo>
                    <a:pt x="5209970" y="118033"/>
                  </a:lnTo>
                  <a:lnTo>
                    <a:pt x="5360434" y="101332"/>
                  </a:lnTo>
                  <a:lnTo>
                    <a:pt x="5510898" y="83829"/>
                  </a:lnTo>
                  <a:lnTo>
                    <a:pt x="5661362" y="65497"/>
                  </a:lnTo>
                  <a:lnTo>
                    <a:pt x="5811826" y="46283"/>
                  </a:lnTo>
                  <a:lnTo>
                    <a:pt x="5962290" y="26117"/>
                  </a:lnTo>
                  <a:lnTo>
                    <a:pt x="6112754" y="4924"/>
                  </a:lnTo>
                  <a:lnTo>
                    <a:pt x="6145984" y="0"/>
                  </a:lnTo>
                  <a:lnTo>
                    <a:pt x="6145984" y="207767"/>
                  </a:lnTo>
                  <a:lnTo>
                    <a:pt x="6112754" y="209539"/>
                  </a:lnTo>
                  <a:lnTo>
                    <a:pt x="5962290" y="217753"/>
                  </a:lnTo>
                  <a:lnTo>
                    <a:pt x="5811826" y="226053"/>
                  </a:lnTo>
                  <a:lnTo>
                    <a:pt x="5661362" y="234336"/>
                  </a:lnTo>
                  <a:lnTo>
                    <a:pt x="5510898" y="242503"/>
                  </a:lnTo>
                  <a:lnTo>
                    <a:pt x="5360434" y="250473"/>
                  </a:lnTo>
                  <a:lnTo>
                    <a:pt x="5209970" y="258190"/>
                  </a:lnTo>
                  <a:lnTo>
                    <a:pt x="5059506" y="265636"/>
                  </a:lnTo>
                  <a:lnTo>
                    <a:pt x="4909042" y="272849"/>
                  </a:lnTo>
                  <a:lnTo>
                    <a:pt x="4758578" y="279934"/>
                  </a:lnTo>
                  <a:lnTo>
                    <a:pt x="4608114" y="287087"/>
                  </a:lnTo>
                  <a:lnTo>
                    <a:pt x="4457649" y="292933"/>
                  </a:lnTo>
                  <a:lnTo>
                    <a:pt x="4307185" y="295675"/>
                  </a:lnTo>
                  <a:lnTo>
                    <a:pt x="4156721" y="296777"/>
                  </a:lnTo>
                  <a:lnTo>
                    <a:pt x="4006257" y="297440"/>
                  </a:lnTo>
                  <a:lnTo>
                    <a:pt x="3855793" y="295130"/>
                  </a:lnTo>
                  <a:lnTo>
                    <a:pt x="3705329" y="290592"/>
                  </a:lnTo>
                  <a:lnTo>
                    <a:pt x="3554865" y="287718"/>
                  </a:lnTo>
                  <a:lnTo>
                    <a:pt x="3404401" y="286244"/>
                  </a:lnTo>
                  <a:lnTo>
                    <a:pt x="3253937" y="284830"/>
                  </a:lnTo>
                  <a:lnTo>
                    <a:pt x="3103473" y="285414"/>
                  </a:lnTo>
                  <a:lnTo>
                    <a:pt x="2953009" y="286904"/>
                  </a:lnTo>
                  <a:lnTo>
                    <a:pt x="2802545" y="286916"/>
                  </a:lnTo>
                  <a:lnTo>
                    <a:pt x="2652081" y="288282"/>
                  </a:lnTo>
                  <a:lnTo>
                    <a:pt x="2501617" y="292059"/>
                  </a:lnTo>
                  <a:lnTo>
                    <a:pt x="2351153" y="296788"/>
                  </a:lnTo>
                  <a:lnTo>
                    <a:pt x="2200689" y="302968"/>
                  </a:lnTo>
                  <a:lnTo>
                    <a:pt x="2050225" y="310423"/>
                  </a:lnTo>
                  <a:lnTo>
                    <a:pt x="1899761" y="317763"/>
                  </a:lnTo>
                  <a:lnTo>
                    <a:pt x="1749297" y="325916"/>
                  </a:lnTo>
                  <a:lnTo>
                    <a:pt x="1598833" y="334937"/>
                  </a:lnTo>
                  <a:lnTo>
                    <a:pt x="1448369" y="344541"/>
                  </a:lnTo>
                  <a:lnTo>
                    <a:pt x="1297904" y="354540"/>
                  </a:lnTo>
                  <a:lnTo>
                    <a:pt x="1147440" y="365205"/>
                  </a:lnTo>
                  <a:lnTo>
                    <a:pt x="996976" y="376778"/>
                  </a:lnTo>
                  <a:lnTo>
                    <a:pt x="846512" y="389541"/>
                  </a:lnTo>
                  <a:lnTo>
                    <a:pt x="696048" y="403756"/>
                  </a:lnTo>
                  <a:lnTo>
                    <a:pt x="545584" y="419623"/>
                  </a:lnTo>
                  <a:lnTo>
                    <a:pt x="395120" y="437265"/>
                  </a:lnTo>
                  <a:lnTo>
                    <a:pt x="244656" y="456740"/>
                  </a:lnTo>
                  <a:lnTo>
                    <a:pt x="94192" y="478057"/>
                  </a:lnTo>
                  <a:lnTo>
                    <a:pt x="0" y="4925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2224"/>
              <a:ext cx="6145984" cy="249365"/>
            </a:xfrm>
            <a:custGeom>
              <a:avLst/>
              <a:pathLst>
                <a:path w="6145984" h="249365">
                  <a:moveTo>
                    <a:pt x="0" y="220250"/>
                  </a:moveTo>
                  <a:lnTo>
                    <a:pt x="94192" y="226920"/>
                  </a:lnTo>
                  <a:lnTo>
                    <a:pt x="244656" y="235550"/>
                  </a:lnTo>
                  <a:lnTo>
                    <a:pt x="395120" y="242106"/>
                  </a:lnTo>
                  <a:lnTo>
                    <a:pt x="545584" y="246565"/>
                  </a:lnTo>
                  <a:lnTo>
                    <a:pt x="696048" y="248954"/>
                  </a:lnTo>
                  <a:lnTo>
                    <a:pt x="846512" y="249365"/>
                  </a:lnTo>
                  <a:lnTo>
                    <a:pt x="996976" y="247968"/>
                  </a:lnTo>
                  <a:lnTo>
                    <a:pt x="1147440" y="244993"/>
                  </a:lnTo>
                  <a:lnTo>
                    <a:pt x="1297904" y="240691"/>
                  </a:lnTo>
                  <a:lnTo>
                    <a:pt x="1448369" y="235274"/>
                  </a:lnTo>
                  <a:lnTo>
                    <a:pt x="1598833" y="229124"/>
                  </a:lnTo>
                  <a:lnTo>
                    <a:pt x="1749297" y="222455"/>
                  </a:lnTo>
                  <a:lnTo>
                    <a:pt x="1899761" y="215414"/>
                  </a:lnTo>
                  <a:lnTo>
                    <a:pt x="2050225" y="208421"/>
                  </a:lnTo>
                  <a:lnTo>
                    <a:pt x="2200689" y="201821"/>
                  </a:lnTo>
                  <a:lnTo>
                    <a:pt x="2351153" y="194876"/>
                  </a:lnTo>
                  <a:lnTo>
                    <a:pt x="2501617" y="188596"/>
                  </a:lnTo>
                  <a:lnTo>
                    <a:pt x="2652081" y="185525"/>
                  </a:lnTo>
                  <a:lnTo>
                    <a:pt x="2802545" y="183397"/>
                  </a:lnTo>
                  <a:lnTo>
                    <a:pt x="2953009" y="180844"/>
                  </a:lnTo>
                  <a:lnTo>
                    <a:pt x="3103473" y="180188"/>
                  </a:lnTo>
                  <a:lnTo>
                    <a:pt x="3253937" y="181644"/>
                  </a:lnTo>
                  <a:lnTo>
                    <a:pt x="3404401" y="182732"/>
                  </a:lnTo>
                  <a:lnTo>
                    <a:pt x="3554865" y="183934"/>
                  </a:lnTo>
                  <a:lnTo>
                    <a:pt x="3705329" y="188366"/>
                  </a:lnTo>
                  <a:lnTo>
                    <a:pt x="3855793" y="193328"/>
                  </a:lnTo>
                  <a:lnTo>
                    <a:pt x="4006257" y="195224"/>
                  </a:lnTo>
                  <a:lnTo>
                    <a:pt x="4156721" y="194322"/>
                  </a:lnTo>
                  <a:lnTo>
                    <a:pt x="4307185" y="191627"/>
                  </a:lnTo>
                  <a:lnTo>
                    <a:pt x="4457649" y="185760"/>
                  </a:lnTo>
                  <a:lnTo>
                    <a:pt x="4608114" y="175687"/>
                  </a:lnTo>
                  <a:lnTo>
                    <a:pt x="4758578" y="162928"/>
                  </a:lnTo>
                  <a:lnTo>
                    <a:pt x="4909042" y="148931"/>
                  </a:lnTo>
                  <a:lnTo>
                    <a:pt x="5059506" y="133921"/>
                  </a:lnTo>
                  <a:lnTo>
                    <a:pt x="5209970" y="118033"/>
                  </a:lnTo>
                  <a:lnTo>
                    <a:pt x="5360434" y="101332"/>
                  </a:lnTo>
                  <a:lnTo>
                    <a:pt x="5510898" y="83829"/>
                  </a:lnTo>
                  <a:lnTo>
                    <a:pt x="5661362" y="65497"/>
                  </a:lnTo>
                  <a:lnTo>
                    <a:pt x="5811826" y="46283"/>
                  </a:lnTo>
                  <a:lnTo>
                    <a:pt x="5962290" y="26117"/>
                  </a:lnTo>
                  <a:lnTo>
                    <a:pt x="6112754" y="49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79992"/>
              <a:ext cx="6145984" cy="284775"/>
            </a:xfrm>
            <a:custGeom>
              <a:avLst/>
              <a:pathLst>
                <a:path w="6145984" h="284775">
                  <a:moveTo>
                    <a:pt x="6145984" y="0"/>
                  </a:moveTo>
                  <a:lnTo>
                    <a:pt x="6112754" y="1771"/>
                  </a:lnTo>
                  <a:lnTo>
                    <a:pt x="5962290" y="9985"/>
                  </a:lnTo>
                  <a:lnTo>
                    <a:pt x="5811826" y="18286"/>
                  </a:lnTo>
                  <a:lnTo>
                    <a:pt x="5661362" y="26569"/>
                  </a:lnTo>
                  <a:lnTo>
                    <a:pt x="5510898" y="34736"/>
                  </a:lnTo>
                  <a:lnTo>
                    <a:pt x="5360434" y="42706"/>
                  </a:lnTo>
                  <a:lnTo>
                    <a:pt x="5209970" y="50423"/>
                  </a:lnTo>
                  <a:lnTo>
                    <a:pt x="5059506" y="57869"/>
                  </a:lnTo>
                  <a:lnTo>
                    <a:pt x="4909042" y="65081"/>
                  </a:lnTo>
                  <a:lnTo>
                    <a:pt x="4758578" y="72166"/>
                  </a:lnTo>
                  <a:lnTo>
                    <a:pt x="4608114" y="79320"/>
                  </a:lnTo>
                  <a:lnTo>
                    <a:pt x="4457649" y="85165"/>
                  </a:lnTo>
                  <a:lnTo>
                    <a:pt x="4307185" y="87907"/>
                  </a:lnTo>
                  <a:lnTo>
                    <a:pt x="4156721" y="89009"/>
                  </a:lnTo>
                  <a:lnTo>
                    <a:pt x="4006257" y="89673"/>
                  </a:lnTo>
                  <a:lnTo>
                    <a:pt x="3855793" y="87362"/>
                  </a:lnTo>
                  <a:lnTo>
                    <a:pt x="3705329" y="82824"/>
                  </a:lnTo>
                  <a:lnTo>
                    <a:pt x="3554865" y="79951"/>
                  </a:lnTo>
                  <a:lnTo>
                    <a:pt x="3404401" y="78476"/>
                  </a:lnTo>
                  <a:lnTo>
                    <a:pt x="3253937" y="77062"/>
                  </a:lnTo>
                  <a:lnTo>
                    <a:pt x="3103473" y="77647"/>
                  </a:lnTo>
                  <a:lnTo>
                    <a:pt x="2953009" y="79136"/>
                  </a:lnTo>
                  <a:lnTo>
                    <a:pt x="2802545" y="79149"/>
                  </a:lnTo>
                  <a:lnTo>
                    <a:pt x="2652081" y="80514"/>
                  </a:lnTo>
                  <a:lnTo>
                    <a:pt x="2501617" y="84291"/>
                  </a:lnTo>
                  <a:lnTo>
                    <a:pt x="2351153" y="89021"/>
                  </a:lnTo>
                  <a:lnTo>
                    <a:pt x="2200689" y="95201"/>
                  </a:lnTo>
                  <a:lnTo>
                    <a:pt x="2050225" y="102656"/>
                  </a:lnTo>
                  <a:lnTo>
                    <a:pt x="1899761" y="109995"/>
                  </a:lnTo>
                  <a:lnTo>
                    <a:pt x="1749297" y="118149"/>
                  </a:lnTo>
                  <a:lnTo>
                    <a:pt x="1598833" y="127170"/>
                  </a:lnTo>
                  <a:lnTo>
                    <a:pt x="1448369" y="136773"/>
                  </a:lnTo>
                  <a:lnTo>
                    <a:pt x="1297904" y="146772"/>
                  </a:lnTo>
                  <a:lnTo>
                    <a:pt x="1147440" y="157437"/>
                  </a:lnTo>
                  <a:lnTo>
                    <a:pt x="996976" y="169011"/>
                  </a:lnTo>
                  <a:lnTo>
                    <a:pt x="846512" y="181774"/>
                  </a:lnTo>
                  <a:lnTo>
                    <a:pt x="696048" y="195989"/>
                  </a:lnTo>
                  <a:lnTo>
                    <a:pt x="545584" y="211855"/>
                  </a:lnTo>
                  <a:lnTo>
                    <a:pt x="395120" y="229498"/>
                  </a:lnTo>
                  <a:lnTo>
                    <a:pt x="244656" y="248972"/>
                  </a:lnTo>
                  <a:lnTo>
                    <a:pt x="94192" y="270289"/>
                  </a:lnTo>
                  <a:lnTo>
                    <a:pt x="0" y="2847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6108"/>
              <a:ext cx="6145984" cy="252513"/>
            </a:xfrm>
            <a:custGeom>
              <a:avLst/>
              <a:pathLst>
                <a:path w="6145984" h="252513">
                  <a:moveTo>
                    <a:pt x="0" y="252513"/>
                  </a:moveTo>
                  <a:lnTo>
                    <a:pt x="94192" y="248605"/>
                  </a:lnTo>
                  <a:lnTo>
                    <a:pt x="244656" y="242261"/>
                  </a:lnTo>
                  <a:lnTo>
                    <a:pt x="395120" y="235802"/>
                  </a:lnTo>
                  <a:lnTo>
                    <a:pt x="545584" y="229210"/>
                  </a:lnTo>
                  <a:lnTo>
                    <a:pt x="696048" y="222471"/>
                  </a:lnTo>
                  <a:lnTo>
                    <a:pt x="846512" y="215569"/>
                  </a:lnTo>
                  <a:lnTo>
                    <a:pt x="996976" y="208489"/>
                  </a:lnTo>
                  <a:lnTo>
                    <a:pt x="1147440" y="201215"/>
                  </a:lnTo>
                  <a:lnTo>
                    <a:pt x="1297904" y="193732"/>
                  </a:lnTo>
                  <a:lnTo>
                    <a:pt x="1448369" y="186024"/>
                  </a:lnTo>
                  <a:lnTo>
                    <a:pt x="1598833" y="178147"/>
                  </a:lnTo>
                  <a:lnTo>
                    <a:pt x="1749297" y="170302"/>
                  </a:lnTo>
                  <a:lnTo>
                    <a:pt x="1899761" y="162705"/>
                  </a:lnTo>
                  <a:lnTo>
                    <a:pt x="2050225" y="155538"/>
                  </a:lnTo>
                  <a:lnTo>
                    <a:pt x="2200689" y="148511"/>
                  </a:lnTo>
                  <a:lnTo>
                    <a:pt x="2351153" y="141948"/>
                  </a:lnTo>
                  <a:lnTo>
                    <a:pt x="2501617" y="136444"/>
                  </a:lnTo>
                  <a:lnTo>
                    <a:pt x="2652081" y="133020"/>
                  </a:lnTo>
                  <a:lnTo>
                    <a:pt x="2802545" y="131273"/>
                  </a:lnTo>
                  <a:lnTo>
                    <a:pt x="2953009" y="129990"/>
                  </a:lnTo>
                  <a:lnTo>
                    <a:pt x="3103473" y="128917"/>
                  </a:lnTo>
                  <a:lnTo>
                    <a:pt x="3253937" y="129353"/>
                  </a:lnTo>
                  <a:lnTo>
                    <a:pt x="3404401" y="130604"/>
                  </a:lnTo>
                  <a:lnTo>
                    <a:pt x="3554865" y="131942"/>
                  </a:lnTo>
                  <a:lnTo>
                    <a:pt x="3705329" y="135595"/>
                  </a:lnTo>
                  <a:lnTo>
                    <a:pt x="3855793" y="140345"/>
                  </a:lnTo>
                  <a:lnTo>
                    <a:pt x="4006257" y="142448"/>
                  </a:lnTo>
                  <a:lnTo>
                    <a:pt x="4156721" y="141666"/>
                  </a:lnTo>
                  <a:lnTo>
                    <a:pt x="4307185" y="139767"/>
                  </a:lnTo>
                  <a:lnTo>
                    <a:pt x="4457649" y="135462"/>
                  </a:lnTo>
                  <a:lnTo>
                    <a:pt x="4608114" y="127503"/>
                  </a:lnTo>
                  <a:lnTo>
                    <a:pt x="4758578" y="117547"/>
                  </a:lnTo>
                  <a:lnTo>
                    <a:pt x="4909042" y="107006"/>
                  </a:lnTo>
                  <a:lnTo>
                    <a:pt x="5059506" y="95895"/>
                  </a:lnTo>
                  <a:lnTo>
                    <a:pt x="5209970" y="84228"/>
                  </a:lnTo>
                  <a:lnTo>
                    <a:pt x="5360434" y="72019"/>
                  </a:lnTo>
                  <a:lnTo>
                    <a:pt x="5510898" y="59283"/>
                  </a:lnTo>
                  <a:lnTo>
                    <a:pt x="5661362" y="46033"/>
                  </a:lnTo>
                  <a:lnTo>
                    <a:pt x="5811826" y="32284"/>
                  </a:lnTo>
                  <a:lnTo>
                    <a:pt x="5962290" y="18051"/>
                  </a:lnTo>
                  <a:lnTo>
                    <a:pt x="6112754" y="334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352671"/>
              <a:ext cx="6145984" cy="1041604"/>
            </a:xfrm>
            <a:custGeom>
              <a:avLst/>
              <a:pathLst>
                <a:path w="6145984" h="1041604">
                  <a:moveTo>
                    <a:pt x="0" y="693661"/>
                  </a:moveTo>
                  <a:lnTo>
                    <a:pt x="94192" y="708210"/>
                  </a:lnTo>
                  <a:lnTo>
                    <a:pt x="244656" y="728009"/>
                  </a:lnTo>
                  <a:lnTo>
                    <a:pt x="395120" y="744316"/>
                  </a:lnTo>
                  <a:lnTo>
                    <a:pt x="545584" y="757120"/>
                  </a:lnTo>
                  <a:lnTo>
                    <a:pt x="696048" y="766471"/>
                  </a:lnTo>
                  <a:lnTo>
                    <a:pt x="846512" y="772505"/>
                  </a:lnTo>
                  <a:lnTo>
                    <a:pt x="996976" y="775458"/>
                  </a:lnTo>
                  <a:lnTo>
                    <a:pt x="1147440" y="775646"/>
                  </a:lnTo>
                  <a:lnTo>
                    <a:pt x="1297904" y="773408"/>
                  </a:lnTo>
                  <a:lnTo>
                    <a:pt x="1448369" y="769020"/>
                  </a:lnTo>
                  <a:lnTo>
                    <a:pt x="1598833" y="762341"/>
                  </a:lnTo>
                  <a:lnTo>
                    <a:pt x="1749297" y="753573"/>
                  </a:lnTo>
                  <a:lnTo>
                    <a:pt x="1899761" y="743265"/>
                  </a:lnTo>
                  <a:lnTo>
                    <a:pt x="2050225" y="732161"/>
                  </a:lnTo>
                  <a:lnTo>
                    <a:pt x="2200689" y="718664"/>
                  </a:lnTo>
                  <a:lnTo>
                    <a:pt x="2351153" y="702700"/>
                  </a:lnTo>
                  <a:lnTo>
                    <a:pt x="2501617" y="687654"/>
                  </a:lnTo>
                  <a:lnTo>
                    <a:pt x="2652081" y="674628"/>
                  </a:lnTo>
                  <a:lnTo>
                    <a:pt x="2802545" y="660226"/>
                  </a:lnTo>
                  <a:lnTo>
                    <a:pt x="2953009" y="645458"/>
                  </a:lnTo>
                  <a:lnTo>
                    <a:pt x="3103473" y="635552"/>
                  </a:lnTo>
                  <a:lnTo>
                    <a:pt x="3253937" y="629574"/>
                  </a:lnTo>
                  <a:lnTo>
                    <a:pt x="3404401" y="621921"/>
                  </a:lnTo>
                  <a:lnTo>
                    <a:pt x="3554865" y="610852"/>
                  </a:lnTo>
                  <a:lnTo>
                    <a:pt x="3705329" y="600115"/>
                  </a:lnTo>
                  <a:lnTo>
                    <a:pt x="3855793" y="588481"/>
                  </a:lnTo>
                  <a:lnTo>
                    <a:pt x="4006257" y="573461"/>
                  </a:lnTo>
                  <a:lnTo>
                    <a:pt x="4156721" y="556165"/>
                  </a:lnTo>
                  <a:lnTo>
                    <a:pt x="4307185" y="536923"/>
                  </a:lnTo>
                  <a:lnTo>
                    <a:pt x="4457649" y="513711"/>
                  </a:lnTo>
                  <a:lnTo>
                    <a:pt x="4608114" y="484941"/>
                  </a:lnTo>
                  <a:lnTo>
                    <a:pt x="4758578" y="451464"/>
                  </a:lnTo>
                  <a:lnTo>
                    <a:pt x="4909042" y="414586"/>
                  </a:lnTo>
                  <a:lnTo>
                    <a:pt x="5059506" y="374605"/>
                  </a:lnTo>
                  <a:lnTo>
                    <a:pt x="5209970" y="331701"/>
                  </a:lnTo>
                  <a:lnTo>
                    <a:pt x="5360434" y="285963"/>
                  </a:lnTo>
                  <a:lnTo>
                    <a:pt x="5510898" y="237412"/>
                  </a:lnTo>
                  <a:lnTo>
                    <a:pt x="5661362" y="186016"/>
                  </a:lnTo>
                  <a:lnTo>
                    <a:pt x="5811826" y="131712"/>
                  </a:lnTo>
                  <a:lnTo>
                    <a:pt x="5962290" y="74417"/>
                  </a:lnTo>
                  <a:lnTo>
                    <a:pt x="6112754" y="14037"/>
                  </a:lnTo>
                  <a:lnTo>
                    <a:pt x="6145984" y="0"/>
                  </a:lnTo>
                  <a:lnTo>
                    <a:pt x="6145984" y="269260"/>
                  </a:lnTo>
                  <a:lnTo>
                    <a:pt x="6112754" y="279212"/>
                  </a:lnTo>
                  <a:lnTo>
                    <a:pt x="5962290" y="322771"/>
                  </a:lnTo>
                  <a:lnTo>
                    <a:pt x="5811826" y="364690"/>
                  </a:lnTo>
                  <a:lnTo>
                    <a:pt x="5661362" y="404826"/>
                  </a:lnTo>
                  <a:lnTo>
                    <a:pt x="5510898" y="443048"/>
                  </a:lnTo>
                  <a:lnTo>
                    <a:pt x="5360434" y="479246"/>
                  </a:lnTo>
                  <a:lnTo>
                    <a:pt x="5209970" y="513340"/>
                  </a:lnTo>
                  <a:lnTo>
                    <a:pt x="5059506" y="545305"/>
                  </a:lnTo>
                  <a:lnTo>
                    <a:pt x="4909042" y="575180"/>
                  </a:lnTo>
                  <a:lnTo>
                    <a:pt x="4758578" y="603100"/>
                  </a:lnTo>
                  <a:lnTo>
                    <a:pt x="4608114" y="629313"/>
                  </a:lnTo>
                  <a:lnTo>
                    <a:pt x="4457649" y="652605"/>
                  </a:lnTo>
                  <a:lnTo>
                    <a:pt x="4307185" y="671766"/>
                  </a:lnTo>
                  <a:lnTo>
                    <a:pt x="4156721" y="688944"/>
                  </a:lnTo>
                  <a:lnTo>
                    <a:pt x="4006257" y="705931"/>
                  </a:lnTo>
                  <a:lnTo>
                    <a:pt x="3855793" y="720412"/>
                  </a:lnTo>
                  <a:lnTo>
                    <a:pt x="3705329" y="732597"/>
                  </a:lnTo>
                  <a:lnTo>
                    <a:pt x="3554865" y="745353"/>
                  </a:lnTo>
                  <a:lnTo>
                    <a:pt x="3404401" y="756069"/>
                  </a:lnTo>
                  <a:lnTo>
                    <a:pt x="3253937" y="763299"/>
                  </a:lnTo>
                  <a:lnTo>
                    <a:pt x="3103473" y="771921"/>
                  </a:lnTo>
                  <a:lnTo>
                    <a:pt x="2953009" y="782907"/>
                  </a:lnTo>
                  <a:lnTo>
                    <a:pt x="2802545" y="794384"/>
                  </a:lnTo>
                  <a:lnTo>
                    <a:pt x="2652081" y="807797"/>
                  </a:lnTo>
                  <a:lnTo>
                    <a:pt x="2501617" y="821739"/>
                  </a:lnTo>
                  <a:lnTo>
                    <a:pt x="2351153" y="834775"/>
                  </a:lnTo>
                  <a:lnTo>
                    <a:pt x="2200689" y="849749"/>
                  </a:lnTo>
                  <a:lnTo>
                    <a:pt x="2050225" y="864352"/>
                  </a:lnTo>
                  <a:lnTo>
                    <a:pt x="1899761" y="875906"/>
                  </a:lnTo>
                  <a:lnTo>
                    <a:pt x="1749297" y="887656"/>
                  </a:lnTo>
                  <a:lnTo>
                    <a:pt x="1598833" y="899472"/>
                  </a:lnTo>
                  <a:lnTo>
                    <a:pt x="1448369" y="910627"/>
                  </a:lnTo>
                  <a:lnTo>
                    <a:pt x="1297904" y="920953"/>
                  </a:lnTo>
                  <a:lnTo>
                    <a:pt x="1147440" y="931437"/>
                  </a:lnTo>
                  <a:lnTo>
                    <a:pt x="996976" y="942393"/>
                  </a:lnTo>
                  <a:lnTo>
                    <a:pt x="846512" y="954170"/>
                  </a:lnTo>
                  <a:lnTo>
                    <a:pt x="696048" y="967091"/>
                  </a:lnTo>
                  <a:lnTo>
                    <a:pt x="545584" y="981398"/>
                  </a:lnTo>
                  <a:lnTo>
                    <a:pt x="395120" y="997237"/>
                  </a:lnTo>
                  <a:lnTo>
                    <a:pt x="244656" y="1014664"/>
                  </a:lnTo>
                  <a:lnTo>
                    <a:pt x="94192" y="1033676"/>
                  </a:lnTo>
                  <a:lnTo>
                    <a:pt x="36165" y="104160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352671"/>
              <a:ext cx="6145984" cy="775646"/>
            </a:xfrm>
            <a:custGeom>
              <a:avLst/>
              <a:pathLst>
                <a:path w="6145984" h="775646">
                  <a:moveTo>
                    <a:pt x="0" y="693661"/>
                  </a:moveTo>
                  <a:lnTo>
                    <a:pt x="94192" y="708210"/>
                  </a:lnTo>
                  <a:lnTo>
                    <a:pt x="244656" y="728009"/>
                  </a:lnTo>
                  <a:lnTo>
                    <a:pt x="395120" y="744316"/>
                  </a:lnTo>
                  <a:lnTo>
                    <a:pt x="545584" y="757120"/>
                  </a:lnTo>
                  <a:lnTo>
                    <a:pt x="696048" y="766471"/>
                  </a:lnTo>
                  <a:lnTo>
                    <a:pt x="846512" y="772505"/>
                  </a:lnTo>
                  <a:lnTo>
                    <a:pt x="996976" y="775458"/>
                  </a:lnTo>
                  <a:lnTo>
                    <a:pt x="1147440" y="775646"/>
                  </a:lnTo>
                  <a:lnTo>
                    <a:pt x="1297904" y="773408"/>
                  </a:lnTo>
                  <a:lnTo>
                    <a:pt x="1448369" y="769020"/>
                  </a:lnTo>
                  <a:lnTo>
                    <a:pt x="1598833" y="762341"/>
                  </a:lnTo>
                  <a:lnTo>
                    <a:pt x="1749297" y="753573"/>
                  </a:lnTo>
                  <a:lnTo>
                    <a:pt x="1899761" y="743265"/>
                  </a:lnTo>
                  <a:lnTo>
                    <a:pt x="2050225" y="732161"/>
                  </a:lnTo>
                  <a:lnTo>
                    <a:pt x="2200689" y="718664"/>
                  </a:lnTo>
                  <a:lnTo>
                    <a:pt x="2351153" y="702700"/>
                  </a:lnTo>
                  <a:lnTo>
                    <a:pt x="2501617" y="687654"/>
                  </a:lnTo>
                  <a:lnTo>
                    <a:pt x="2652081" y="674628"/>
                  </a:lnTo>
                  <a:lnTo>
                    <a:pt x="2802545" y="660226"/>
                  </a:lnTo>
                  <a:lnTo>
                    <a:pt x="2953009" y="645458"/>
                  </a:lnTo>
                  <a:lnTo>
                    <a:pt x="3103473" y="635552"/>
                  </a:lnTo>
                  <a:lnTo>
                    <a:pt x="3253937" y="629574"/>
                  </a:lnTo>
                  <a:lnTo>
                    <a:pt x="3404401" y="621921"/>
                  </a:lnTo>
                  <a:lnTo>
                    <a:pt x="3554865" y="610852"/>
                  </a:lnTo>
                  <a:lnTo>
                    <a:pt x="3705329" y="600115"/>
                  </a:lnTo>
                  <a:lnTo>
                    <a:pt x="3855793" y="588481"/>
                  </a:lnTo>
                  <a:lnTo>
                    <a:pt x="4006257" y="573461"/>
                  </a:lnTo>
                  <a:lnTo>
                    <a:pt x="4156721" y="556165"/>
                  </a:lnTo>
                  <a:lnTo>
                    <a:pt x="4307185" y="536923"/>
                  </a:lnTo>
                  <a:lnTo>
                    <a:pt x="4457649" y="513711"/>
                  </a:lnTo>
                  <a:lnTo>
                    <a:pt x="4608114" y="484941"/>
                  </a:lnTo>
                  <a:lnTo>
                    <a:pt x="4758578" y="451464"/>
                  </a:lnTo>
                  <a:lnTo>
                    <a:pt x="4909042" y="414586"/>
                  </a:lnTo>
                  <a:lnTo>
                    <a:pt x="5059506" y="374605"/>
                  </a:lnTo>
                  <a:lnTo>
                    <a:pt x="5209970" y="331701"/>
                  </a:lnTo>
                  <a:lnTo>
                    <a:pt x="5360434" y="285963"/>
                  </a:lnTo>
                  <a:lnTo>
                    <a:pt x="5510898" y="237412"/>
                  </a:lnTo>
                  <a:lnTo>
                    <a:pt x="5661362" y="186016"/>
                  </a:lnTo>
                  <a:lnTo>
                    <a:pt x="5811826" y="131712"/>
                  </a:lnTo>
                  <a:lnTo>
                    <a:pt x="5962290" y="74417"/>
                  </a:lnTo>
                  <a:lnTo>
                    <a:pt x="6112754" y="1403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78042" y="4621932"/>
              <a:ext cx="6109818" cy="772343"/>
            </a:xfrm>
            <a:custGeom>
              <a:avLst/>
              <a:pathLst>
                <a:path w="6109818" h="772343">
                  <a:moveTo>
                    <a:pt x="6109818" y="0"/>
                  </a:moveTo>
                  <a:lnTo>
                    <a:pt x="6076588" y="9951"/>
                  </a:lnTo>
                  <a:lnTo>
                    <a:pt x="5926124" y="53511"/>
                  </a:lnTo>
                  <a:lnTo>
                    <a:pt x="5775660" y="95429"/>
                  </a:lnTo>
                  <a:lnTo>
                    <a:pt x="5625196" y="135565"/>
                  </a:lnTo>
                  <a:lnTo>
                    <a:pt x="5474732" y="173788"/>
                  </a:lnTo>
                  <a:lnTo>
                    <a:pt x="5324268" y="209985"/>
                  </a:lnTo>
                  <a:lnTo>
                    <a:pt x="5173804" y="244080"/>
                  </a:lnTo>
                  <a:lnTo>
                    <a:pt x="5023340" y="276044"/>
                  </a:lnTo>
                  <a:lnTo>
                    <a:pt x="4872876" y="305919"/>
                  </a:lnTo>
                  <a:lnTo>
                    <a:pt x="4722412" y="333839"/>
                  </a:lnTo>
                  <a:lnTo>
                    <a:pt x="4571948" y="360052"/>
                  </a:lnTo>
                  <a:lnTo>
                    <a:pt x="4421484" y="383344"/>
                  </a:lnTo>
                  <a:lnTo>
                    <a:pt x="4271019" y="402505"/>
                  </a:lnTo>
                  <a:lnTo>
                    <a:pt x="4120555" y="419683"/>
                  </a:lnTo>
                  <a:lnTo>
                    <a:pt x="3970091" y="436670"/>
                  </a:lnTo>
                  <a:lnTo>
                    <a:pt x="3819627" y="451151"/>
                  </a:lnTo>
                  <a:lnTo>
                    <a:pt x="3669163" y="463336"/>
                  </a:lnTo>
                  <a:lnTo>
                    <a:pt x="3518699" y="476093"/>
                  </a:lnTo>
                  <a:lnTo>
                    <a:pt x="3368235" y="486808"/>
                  </a:lnTo>
                  <a:lnTo>
                    <a:pt x="3217771" y="494039"/>
                  </a:lnTo>
                  <a:lnTo>
                    <a:pt x="3067307" y="502660"/>
                  </a:lnTo>
                  <a:lnTo>
                    <a:pt x="2916843" y="513647"/>
                  </a:lnTo>
                  <a:lnTo>
                    <a:pt x="2766379" y="525124"/>
                  </a:lnTo>
                  <a:lnTo>
                    <a:pt x="2615915" y="538537"/>
                  </a:lnTo>
                  <a:lnTo>
                    <a:pt x="2465451" y="552478"/>
                  </a:lnTo>
                  <a:lnTo>
                    <a:pt x="2314987" y="565514"/>
                  </a:lnTo>
                  <a:lnTo>
                    <a:pt x="2164523" y="580488"/>
                  </a:lnTo>
                  <a:lnTo>
                    <a:pt x="2014059" y="595091"/>
                  </a:lnTo>
                  <a:lnTo>
                    <a:pt x="1863595" y="606645"/>
                  </a:lnTo>
                  <a:lnTo>
                    <a:pt x="1713131" y="618396"/>
                  </a:lnTo>
                  <a:lnTo>
                    <a:pt x="1562667" y="630211"/>
                  </a:lnTo>
                  <a:lnTo>
                    <a:pt x="1412203" y="641366"/>
                  </a:lnTo>
                  <a:lnTo>
                    <a:pt x="1261738" y="651692"/>
                  </a:lnTo>
                  <a:lnTo>
                    <a:pt x="1111274" y="662176"/>
                  </a:lnTo>
                  <a:lnTo>
                    <a:pt x="960810" y="673132"/>
                  </a:lnTo>
                  <a:lnTo>
                    <a:pt x="810346" y="684909"/>
                  </a:lnTo>
                  <a:lnTo>
                    <a:pt x="659882" y="697830"/>
                  </a:lnTo>
                  <a:lnTo>
                    <a:pt x="509418" y="712137"/>
                  </a:lnTo>
                  <a:lnTo>
                    <a:pt x="358954" y="727976"/>
                  </a:lnTo>
                  <a:lnTo>
                    <a:pt x="208490" y="745403"/>
                  </a:lnTo>
                  <a:lnTo>
                    <a:pt x="58026" y="764415"/>
                  </a:lnTo>
                  <a:lnTo>
                    <a:pt x="0" y="7723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487302"/>
              <a:ext cx="6145984" cy="736706"/>
            </a:xfrm>
            <a:custGeom>
              <a:avLst/>
              <a:pathLst>
                <a:path w="6145984" h="736706">
                  <a:moveTo>
                    <a:pt x="0" y="735472"/>
                  </a:moveTo>
                  <a:lnTo>
                    <a:pt x="94192" y="736313"/>
                  </a:lnTo>
                  <a:lnTo>
                    <a:pt x="244656" y="736706"/>
                  </a:lnTo>
                  <a:lnTo>
                    <a:pt x="395120" y="736146"/>
                  </a:lnTo>
                  <a:lnTo>
                    <a:pt x="545584" y="734629"/>
                  </a:lnTo>
                  <a:lnTo>
                    <a:pt x="696048" y="732150"/>
                  </a:lnTo>
                  <a:lnTo>
                    <a:pt x="846512" y="728707"/>
                  </a:lnTo>
                  <a:lnTo>
                    <a:pt x="996976" y="724295"/>
                  </a:lnTo>
                  <a:lnTo>
                    <a:pt x="1147440" y="718911"/>
                  </a:lnTo>
                  <a:lnTo>
                    <a:pt x="1297904" y="712550"/>
                  </a:lnTo>
                  <a:lnTo>
                    <a:pt x="1448369" y="705193"/>
                  </a:lnTo>
                  <a:lnTo>
                    <a:pt x="1598833" y="696276"/>
                  </a:lnTo>
                  <a:lnTo>
                    <a:pt x="1749297" y="685984"/>
                  </a:lnTo>
                  <a:lnTo>
                    <a:pt x="1899761" y="674955"/>
                  </a:lnTo>
                  <a:lnTo>
                    <a:pt x="2050225" y="663626"/>
                  </a:lnTo>
                  <a:lnTo>
                    <a:pt x="2200689" y="649576"/>
                  </a:lnTo>
                  <a:lnTo>
                    <a:pt x="2351153" y="634107"/>
                  </a:lnTo>
                  <a:lnTo>
                    <a:pt x="2501617" y="620066"/>
                  </a:lnTo>
                  <a:lnTo>
                    <a:pt x="2652081" y="606582"/>
                  </a:lnTo>
                  <a:lnTo>
                    <a:pt x="2802545" y="592675"/>
                  </a:lnTo>
                  <a:lnTo>
                    <a:pt x="2953009" y="579552"/>
                  </a:lnTo>
                  <a:lnTo>
                    <a:pt x="3103473" y="569106"/>
                  </a:lnTo>
                  <a:lnTo>
                    <a:pt x="3253937" y="561806"/>
                  </a:lnTo>
                  <a:lnTo>
                    <a:pt x="3404401" y="554365"/>
                  </a:lnTo>
                  <a:lnTo>
                    <a:pt x="3554865" y="543472"/>
                  </a:lnTo>
                  <a:lnTo>
                    <a:pt x="3705329" y="531726"/>
                  </a:lnTo>
                  <a:lnTo>
                    <a:pt x="3855793" y="519816"/>
                  </a:lnTo>
                  <a:lnTo>
                    <a:pt x="4006257" y="505065"/>
                  </a:lnTo>
                  <a:lnTo>
                    <a:pt x="4156721" y="487924"/>
                  </a:lnTo>
                  <a:lnTo>
                    <a:pt x="4307185" y="469714"/>
                  </a:lnTo>
                  <a:lnTo>
                    <a:pt x="4457649" y="448528"/>
                  </a:lnTo>
                  <a:lnTo>
                    <a:pt x="4608114" y="422496"/>
                  </a:lnTo>
                  <a:lnTo>
                    <a:pt x="4758578" y="392651"/>
                  </a:lnTo>
                  <a:lnTo>
                    <a:pt x="4909042" y="360253"/>
                  </a:lnTo>
                  <a:lnTo>
                    <a:pt x="5059506" y="325324"/>
                  </a:lnTo>
                  <a:lnTo>
                    <a:pt x="5209970" y="287890"/>
                  </a:lnTo>
                  <a:lnTo>
                    <a:pt x="5360434" y="247974"/>
                  </a:lnTo>
                  <a:lnTo>
                    <a:pt x="5510898" y="205600"/>
                  </a:lnTo>
                  <a:lnTo>
                    <a:pt x="5661362" y="160790"/>
                  </a:lnTo>
                  <a:lnTo>
                    <a:pt x="5811826" y="113571"/>
                  </a:lnTo>
                  <a:lnTo>
                    <a:pt x="5962290" y="63964"/>
                  </a:lnTo>
                  <a:lnTo>
                    <a:pt x="6112754" y="119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07581"/>
              <a:ext cx="6145984" cy="1286694"/>
            </a:xfrm>
            <a:custGeom>
              <a:avLst/>
              <a:pathLst>
                <a:path w="6145984" h="1286694">
                  <a:moveTo>
                    <a:pt x="0" y="871386"/>
                  </a:moveTo>
                  <a:lnTo>
                    <a:pt x="94192" y="891993"/>
                  </a:lnTo>
                  <a:lnTo>
                    <a:pt x="244656" y="920047"/>
                  </a:lnTo>
                  <a:lnTo>
                    <a:pt x="395120" y="943193"/>
                  </a:lnTo>
                  <a:lnTo>
                    <a:pt x="545584" y="961435"/>
                  </a:lnTo>
                  <a:lnTo>
                    <a:pt x="696048" y="974860"/>
                  </a:lnTo>
                  <a:lnTo>
                    <a:pt x="846512" y="983666"/>
                  </a:lnTo>
                  <a:lnTo>
                    <a:pt x="996976" y="988182"/>
                  </a:lnTo>
                  <a:lnTo>
                    <a:pt x="1147440" y="988840"/>
                  </a:lnTo>
                  <a:lnTo>
                    <a:pt x="1297904" y="986105"/>
                  </a:lnTo>
                  <a:lnTo>
                    <a:pt x="1448369" y="980372"/>
                  </a:lnTo>
                  <a:lnTo>
                    <a:pt x="1598833" y="971880"/>
                  </a:lnTo>
                  <a:lnTo>
                    <a:pt x="1749297" y="960489"/>
                  </a:lnTo>
                  <a:lnTo>
                    <a:pt x="1899761" y="946098"/>
                  </a:lnTo>
                  <a:lnTo>
                    <a:pt x="2050225" y="928988"/>
                  </a:lnTo>
                  <a:lnTo>
                    <a:pt x="2200689" y="908367"/>
                  </a:lnTo>
                  <a:lnTo>
                    <a:pt x="2351153" y="883536"/>
                  </a:lnTo>
                  <a:lnTo>
                    <a:pt x="2501617" y="857366"/>
                  </a:lnTo>
                  <a:lnTo>
                    <a:pt x="2652081" y="827282"/>
                  </a:lnTo>
                  <a:lnTo>
                    <a:pt x="2802545" y="790646"/>
                  </a:lnTo>
                  <a:lnTo>
                    <a:pt x="2953009" y="754310"/>
                  </a:lnTo>
                  <a:lnTo>
                    <a:pt x="3103473" y="724640"/>
                  </a:lnTo>
                  <a:lnTo>
                    <a:pt x="3253937" y="693033"/>
                  </a:lnTo>
                  <a:lnTo>
                    <a:pt x="3404401" y="659878"/>
                  </a:lnTo>
                  <a:lnTo>
                    <a:pt x="3554865" y="631040"/>
                  </a:lnTo>
                  <a:lnTo>
                    <a:pt x="3705329" y="605421"/>
                  </a:lnTo>
                  <a:lnTo>
                    <a:pt x="3855793" y="579242"/>
                  </a:lnTo>
                  <a:lnTo>
                    <a:pt x="4006257" y="554905"/>
                  </a:lnTo>
                  <a:lnTo>
                    <a:pt x="4156721" y="533713"/>
                  </a:lnTo>
                  <a:lnTo>
                    <a:pt x="4307185" y="512066"/>
                  </a:lnTo>
                  <a:lnTo>
                    <a:pt x="4457649" y="488043"/>
                  </a:lnTo>
                  <a:lnTo>
                    <a:pt x="4608114" y="460263"/>
                  </a:lnTo>
                  <a:lnTo>
                    <a:pt x="4758578" y="428466"/>
                  </a:lnTo>
                  <a:lnTo>
                    <a:pt x="4909042" y="393310"/>
                  </a:lnTo>
                  <a:lnTo>
                    <a:pt x="5059506" y="355184"/>
                  </a:lnTo>
                  <a:lnTo>
                    <a:pt x="5209970" y="314325"/>
                  </a:lnTo>
                  <a:lnTo>
                    <a:pt x="5360434" y="270851"/>
                  </a:lnTo>
                  <a:lnTo>
                    <a:pt x="5510898" y="224787"/>
                  </a:lnTo>
                  <a:lnTo>
                    <a:pt x="5661362" y="176094"/>
                  </a:lnTo>
                  <a:lnTo>
                    <a:pt x="5811826" y="124691"/>
                  </a:lnTo>
                  <a:lnTo>
                    <a:pt x="5962290" y="70467"/>
                  </a:lnTo>
                  <a:lnTo>
                    <a:pt x="6112754" y="13302"/>
                  </a:lnTo>
                  <a:lnTo>
                    <a:pt x="6145984" y="0"/>
                  </a:lnTo>
                  <a:lnTo>
                    <a:pt x="6145984" y="352281"/>
                  </a:lnTo>
                  <a:lnTo>
                    <a:pt x="6112754" y="360237"/>
                  </a:lnTo>
                  <a:lnTo>
                    <a:pt x="5962290" y="395396"/>
                  </a:lnTo>
                  <a:lnTo>
                    <a:pt x="5811826" y="429502"/>
                  </a:lnTo>
                  <a:lnTo>
                    <a:pt x="5661362" y="462370"/>
                  </a:lnTo>
                  <a:lnTo>
                    <a:pt x="5510898" y="493827"/>
                  </a:lnTo>
                  <a:lnTo>
                    <a:pt x="5360434" y="523727"/>
                  </a:lnTo>
                  <a:lnTo>
                    <a:pt x="5209970" y="551969"/>
                  </a:lnTo>
                  <a:lnTo>
                    <a:pt x="5059506" y="578514"/>
                  </a:lnTo>
                  <a:lnTo>
                    <a:pt x="4909042" y="603419"/>
                  </a:lnTo>
                  <a:lnTo>
                    <a:pt x="4758578" y="626855"/>
                  </a:lnTo>
                  <a:lnTo>
                    <a:pt x="4608114" y="649149"/>
                  </a:lnTo>
                  <a:lnTo>
                    <a:pt x="4457649" y="669761"/>
                  </a:lnTo>
                  <a:lnTo>
                    <a:pt x="4307185" y="688484"/>
                  </a:lnTo>
                  <a:lnTo>
                    <a:pt x="4156721" y="707431"/>
                  </a:lnTo>
                  <a:lnTo>
                    <a:pt x="4006257" y="728219"/>
                  </a:lnTo>
                  <a:lnTo>
                    <a:pt x="3855793" y="751852"/>
                  </a:lnTo>
                  <a:lnTo>
                    <a:pt x="3705329" y="778750"/>
                  </a:lnTo>
                  <a:lnTo>
                    <a:pt x="3554865" y="807012"/>
                  </a:lnTo>
                  <a:lnTo>
                    <a:pt x="3404401" y="835388"/>
                  </a:lnTo>
                  <a:lnTo>
                    <a:pt x="3253937" y="867990"/>
                  </a:lnTo>
                  <a:lnTo>
                    <a:pt x="3103473" y="903055"/>
                  </a:lnTo>
                  <a:lnTo>
                    <a:pt x="2953009" y="934139"/>
                  </a:lnTo>
                  <a:lnTo>
                    <a:pt x="2802545" y="966169"/>
                  </a:lnTo>
                  <a:lnTo>
                    <a:pt x="2652081" y="1001512"/>
                  </a:lnTo>
                  <a:lnTo>
                    <a:pt x="2501617" y="1032793"/>
                  </a:lnTo>
                  <a:lnTo>
                    <a:pt x="2351153" y="1056333"/>
                  </a:lnTo>
                  <a:lnTo>
                    <a:pt x="2200689" y="1079869"/>
                  </a:lnTo>
                  <a:lnTo>
                    <a:pt x="2050225" y="1101937"/>
                  </a:lnTo>
                  <a:lnTo>
                    <a:pt x="1899761" y="1119635"/>
                  </a:lnTo>
                  <a:lnTo>
                    <a:pt x="1749297" y="1135914"/>
                  </a:lnTo>
                  <a:lnTo>
                    <a:pt x="1598833" y="1151292"/>
                  </a:lnTo>
                  <a:lnTo>
                    <a:pt x="1448369" y="1165641"/>
                  </a:lnTo>
                  <a:lnTo>
                    <a:pt x="1297904" y="1179142"/>
                  </a:lnTo>
                  <a:lnTo>
                    <a:pt x="1147440" y="1192665"/>
                  </a:lnTo>
                  <a:lnTo>
                    <a:pt x="996976" y="1206587"/>
                  </a:lnTo>
                  <a:lnTo>
                    <a:pt x="846512" y="1221343"/>
                  </a:lnTo>
                  <a:lnTo>
                    <a:pt x="696048" y="1237337"/>
                  </a:lnTo>
                  <a:lnTo>
                    <a:pt x="545584" y="1254865"/>
                  </a:lnTo>
                  <a:lnTo>
                    <a:pt x="395120" y="1274096"/>
                  </a:lnTo>
                  <a:lnTo>
                    <a:pt x="304814" y="128669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07581"/>
              <a:ext cx="6145984" cy="988840"/>
            </a:xfrm>
            <a:custGeom>
              <a:avLst/>
              <a:pathLst>
                <a:path w="6145984" h="988840">
                  <a:moveTo>
                    <a:pt x="0" y="871386"/>
                  </a:moveTo>
                  <a:lnTo>
                    <a:pt x="94192" y="891993"/>
                  </a:lnTo>
                  <a:lnTo>
                    <a:pt x="244656" y="920047"/>
                  </a:lnTo>
                  <a:lnTo>
                    <a:pt x="395120" y="943193"/>
                  </a:lnTo>
                  <a:lnTo>
                    <a:pt x="545584" y="961435"/>
                  </a:lnTo>
                  <a:lnTo>
                    <a:pt x="696048" y="974860"/>
                  </a:lnTo>
                  <a:lnTo>
                    <a:pt x="846512" y="983666"/>
                  </a:lnTo>
                  <a:lnTo>
                    <a:pt x="996976" y="988182"/>
                  </a:lnTo>
                  <a:lnTo>
                    <a:pt x="1147440" y="988840"/>
                  </a:lnTo>
                  <a:lnTo>
                    <a:pt x="1297904" y="986105"/>
                  </a:lnTo>
                  <a:lnTo>
                    <a:pt x="1448369" y="980372"/>
                  </a:lnTo>
                  <a:lnTo>
                    <a:pt x="1598833" y="971880"/>
                  </a:lnTo>
                  <a:lnTo>
                    <a:pt x="1749297" y="960489"/>
                  </a:lnTo>
                  <a:lnTo>
                    <a:pt x="1899761" y="946098"/>
                  </a:lnTo>
                  <a:lnTo>
                    <a:pt x="2050225" y="928988"/>
                  </a:lnTo>
                  <a:lnTo>
                    <a:pt x="2200689" y="908367"/>
                  </a:lnTo>
                  <a:lnTo>
                    <a:pt x="2351153" y="883536"/>
                  </a:lnTo>
                  <a:lnTo>
                    <a:pt x="2501617" y="857366"/>
                  </a:lnTo>
                  <a:lnTo>
                    <a:pt x="2652081" y="827282"/>
                  </a:lnTo>
                  <a:lnTo>
                    <a:pt x="2802545" y="790646"/>
                  </a:lnTo>
                  <a:lnTo>
                    <a:pt x="2953009" y="754310"/>
                  </a:lnTo>
                  <a:lnTo>
                    <a:pt x="3103473" y="724640"/>
                  </a:lnTo>
                  <a:lnTo>
                    <a:pt x="3253937" y="693033"/>
                  </a:lnTo>
                  <a:lnTo>
                    <a:pt x="3404401" y="659878"/>
                  </a:lnTo>
                  <a:lnTo>
                    <a:pt x="3554865" y="631040"/>
                  </a:lnTo>
                  <a:lnTo>
                    <a:pt x="3705329" y="605421"/>
                  </a:lnTo>
                  <a:lnTo>
                    <a:pt x="3855793" y="579242"/>
                  </a:lnTo>
                  <a:lnTo>
                    <a:pt x="4006257" y="554905"/>
                  </a:lnTo>
                  <a:lnTo>
                    <a:pt x="4156721" y="533713"/>
                  </a:lnTo>
                  <a:lnTo>
                    <a:pt x="4307185" y="512066"/>
                  </a:lnTo>
                  <a:lnTo>
                    <a:pt x="4457649" y="488043"/>
                  </a:lnTo>
                  <a:lnTo>
                    <a:pt x="4608114" y="460263"/>
                  </a:lnTo>
                  <a:lnTo>
                    <a:pt x="4758578" y="428466"/>
                  </a:lnTo>
                  <a:lnTo>
                    <a:pt x="4909042" y="393310"/>
                  </a:lnTo>
                  <a:lnTo>
                    <a:pt x="5059506" y="355184"/>
                  </a:lnTo>
                  <a:lnTo>
                    <a:pt x="5209970" y="314325"/>
                  </a:lnTo>
                  <a:lnTo>
                    <a:pt x="5360434" y="270851"/>
                  </a:lnTo>
                  <a:lnTo>
                    <a:pt x="5510898" y="224787"/>
                  </a:lnTo>
                  <a:lnTo>
                    <a:pt x="5661362" y="176094"/>
                  </a:lnTo>
                  <a:lnTo>
                    <a:pt x="5811826" y="124691"/>
                  </a:lnTo>
                  <a:lnTo>
                    <a:pt x="5962290" y="70467"/>
                  </a:lnTo>
                  <a:lnTo>
                    <a:pt x="6112754" y="133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46691" y="4459862"/>
              <a:ext cx="5841169" cy="934413"/>
            </a:xfrm>
            <a:custGeom>
              <a:avLst/>
              <a:pathLst>
                <a:path w="5841169" h="934413">
                  <a:moveTo>
                    <a:pt x="5841169" y="0"/>
                  </a:moveTo>
                  <a:lnTo>
                    <a:pt x="5807939" y="7956"/>
                  </a:lnTo>
                  <a:lnTo>
                    <a:pt x="5657475" y="43115"/>
                  </a:lnTo>
                  <a:lnTo>
                    <a:pt x="5507011" y="77221"/>
                  </a:lnTo>
                  <a:lnTo>
                    <a:pt x="5356547" y="110089"/>
                  </a:lnTo>
                  <a:lnTo>
                    <a:pt x="5206083" y="141546"/>
                  </a:lnTo>
                  <a:lnTo>
                    <a:pt x="5055619" y="171446"/>
                  </a:lnTo>
                  <a:lnTo>
                    <a:pt x="4905155" y="199687"/>
                  </a:lnTo>
                  <a:lnTo>
                    <a:pt x="4754691" y="226233"/>
                  </a:lnTo>
                  <a:lnTo>
                    <a:pt x="4604227" y="251138"/>
                  </a:lnTo>
                  <a:lnTo>
                    <a:pt x="4453763" y="274574"/>
                  </a:lnTo>
                  <a:lnTo>
                    <a:pt x="4303299" y="296868"/>
                  </a:lnTo>
                  <a:lnTo>
                    <a:pt x="4152835" y="317480"/>
                  </a:lnTo>
                  <a:lnTo>
                    <a:pt x="4002371" y="336203"/>
                  </a:lnTo>
                  <a:lnTo>
                    <a:pt x="3851907" y="355150"/>
                  </a:lnTo>
                  <a:lnTo>
                    <a:pt x="3701442" y="375938"/>
                  </a:lnTo>
                  <a:lnTo>
                    <a:pt x="3550978" y="399571"/>
                  </a:lnTo>
                  <a:lnTo>
                    <a:pt x="3400514" y="426469"/>
                  </a:lnTo>
                  <a:lnTo>
                    <a:pt x="3250050" y="454731"/>
                  </a:lnTo>
                  <a:lnTo>
                    <a:pt x="3099586" y="483107"/>
                  </a:lnTo>
                  <a:lnTo>
                    <a:pt x="2949122" y="515709"/>
                  </a:lnTo>
                  <a:lnTo>
                    <a:pt x="2798658" y="550774"/>
                  </a:lnTo>
                  <a:lnTo>
                    <a:pt x="2648194" y="581858"/>
                  </a:lnTo>
                  <a:lnTo>
                    <a:pt x="2497730" y="613888"/>
                  </a:lnTo>
                  <a:lnTo>
                    <a:pt x="2347266" y="649231"/>
                  </a:lnTo>
                  <a:lnTo>
                    <a:pt x="2196802" y="680512"/>
                  </a:lnTo>
                  <a:lnTo>
                    <a:pt x="2046338" y="704052"/>
                  </a:lnTo>
                  <a:lnTo>
                    <a:pt x="1895874" y="727588"/>
                  </a:lnTo>
                  <a:lnTo>
                    <a:pt x="1745410" y="749656"/>
                  </a:lnTo>
                  <a:lnTo>
                    <a:pt x="1594946" y="767354"/>
                  </a:lnTo>
                  <a:lnTo>
                    <a:pt x="1444482" y="783633"/>
                  </a:lnTo>
                  <a:lnTo>
                    <a:pt x="1294018" y="799011"/>
                  </a:lnTo>
                  <a:lnTo>
                    <a:pt x="1143554" y="813360"/>
                  </a:lnTo>
                  <a:lnTo>
                    <a:pt x="993090" y="826861"/>
                  </a:lnTo>
                  <a:lnTo>
                    <a:pt x="842626" y="840384"/>
                  </a:lnTo>
                  <a:lnTo>
                    <a:pt x="692161" y="854306"/>
                  </a:lnTo>
                  <a:lnTo>
                    <a:pt x="541697" y="869062"/>
                  </a:lnTo>
                  <a:lnTo>
                    <a:pt x="391233" y="885056"/>
                  </a:lnTo>
                  <a:lnTo>
                    <a:pt x="240769" y="902584"/>
                  </a:lnTo>
                  <a:lnTo>
                    <a:pt x="90305" y="921815"/>
                  </a:lnTo>
                  <a:lnTo>
                    <a:pt x="0" y="9344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283721"/>
              <a:ext cx="6145984" cy="932504"/>
            </a:xfrm>
            <a:custGeom>
              <a:avLst/>
              <a:pathLst>
                <a:path w="6145984" h="932504">
                  <a:moveTo>
                    <a:pt x="0" y="926089"/>
                  </a:moveTo>
                  <a:lnTo>
                    <a:pt x="94192" y="928761"/>
                  </a:lnTo>
                  <a:lnTo>
                    <a:pt x="244656" y="931426"/>
                  </a:lnTo>
                  <a:lnTo>
                    <a:pt x="395120" y="932504"/>
                  </a:lnTo>
                  <a:lnTo>
                    <a:pt x="545584" y="932010"/>
                  </a:lnTo>
                  <a:lnTo>
                    <a:pt x="696048" y="929958"/>
                  </a:lnTo>
                  <a:lnTo>
                    <a:pt x="846512" y="926364"/>
                  </a:lnTo>
                  <a:lnTo>
                    <a:pt x="996976" y="921244"/>
                  </a:lnTo>
                  <a:lnTo>
                    <a:pt x="1147440" y="914612"/>
                  </a:lnTo>
                  <a:lnTo>
                    <a:pt x="1297904" y="906483"/>
                  </a:lnTo>
                  <a:lnTo>
                    <a:pt x="1448369" y="896866"/>
                  </a:lnTo>
                  <a:lnTo>
                    <a:pt x="1598833" y="885446"/>
                  </a:lnTo>
                  <a:lnTo>
                    <a:pt x="1749297" y="872061"/>
                  </a:lnTo>
                  <a:lnTo>
                    <a:pt x="1899761" y="856726"/>
                  </a:lnTo>
                  <a:lnTo>
                    <a:pt x="2050225" y="839322"/>
                  </a:lnTo>
                  <a:lnTo>
                    <a:pt x="2200689" y="817978"/>
                  </a:lnTo>
                  <a:lnTo>
                    <a:pt x="2351153" y="793794"/>
                  </a:lnTo>
                  <a:lnTo>
                    <a:pt x="2501617" y="768939"/>
                  </a:lnTo>
                  <a:lnTo>
                    <a:pt x="2652081" y="738256"/>
                  </a:lnTo>
                  <a:lnTo>
                    <a:pt x="2802545" y="702267"/>
                  </a:lnTo>
                  <a:lnTo>
                    <a:pt x="2953009" y="668084"/>
                  </a:lnTo>
                  <a:lnTo>
                    <a:pt x="3103473" y="637707"/>
                  </a:lnTo>
                  <a:lnTo>
                    <a:pt x="3253937" y="604371"/>
                  </a:lnTo>
                  <a:lnTo>
                    <a:pt x="3404401" y="571492"/>
                  </a:lnTo>
                  <a:lnTo>
                    <a:pt x="3554865" y="542885"/>
                  </a:lnTo>
                  <a:lnTo>
                    <a:pt x="3705329" y="515945"/>
                  </a:lnTo>
                  <a:lnTo>
                    <a:pt x="3855793" y="489407"/>
                  </a:lnTo>
                  <a:lnTo>
                    <a:pt x="4006257" y="465422"/>
                  </a:lnTo>
                  <a:lnTo>
                    <a:pt x="4156721" y="444432"/>
                  </a:lnTo>
                  <a:lnTo>
                    <a:pt x="4307185" y="424135"/>
                  </a:lnTo>
                  <a:lnTo>
                    <a:pt x="4457649" y="402761"/>
                  </a:lnTo>
                  <a:lnTo>
                    <a:pt x="4608114" y="378566"/>
                  </a:lnTo>
                  <a:lnTo>
                    <a:pt x="4758578" y="351520"/>
                  </a:lnTo>
                  <a:lnTo>
                    <a:pt x="4909042" y="322224"/>
                  </a:lnTo>
                  <a:lnTo>
                    <a:pt x="5059506" y="290709"/>
                  </a:lnTo>
                  <a:lnTo>
                    <a:pt x="5209970" y="257006"/>
                  </a:lnTo>
                  <a:lnTo>
                    <a:pt x="5360434" y="221148"/>
                  </a:lnTo>
                  <a:lnTo>
                    <a:pt x="5510898" y="183166"/>
                  </a:lnTo>
                  <a:lnTo>
                    <a:pt x="5661362" y="143092"/>
                  </a:lnTo>
                  <a:lnTo>
                    <a:pt x="5811826" y="100956"/>
                  </a:lnTo>
                  <a:lnTo>
                    <a:pt x="5962290" y="56791"/>
                  </a:lnTo>
                  <a:lnTo>
                    <a:pt x="6112754" y="1062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60954"/>
              <a:ext cx="6145984" cy="447789"/>
            </a:xfrm>
            <a:custGeom>
              <a:avLst/>
              <a:pathLst>
                <a:path w="6145984" h="447789">
                  <a:moveTo>
                    <a:pt x="0" y="87985"/>
                  </a:moveTo>
                  <a:lnTo>
                    <a:pt x="94192" y="95828"/>
                  </a:lnTo>
                  <a:lnTo>
                    <a:pt x="244656" y="106213"/>
                  </a:lnTo>
                  <a:lnTo>
                    <a:pt x="395120" y="114397"/>
                  </a:lnTo>
                  <a:lnTo>
                    <a:pt x="545584" y="120354"/>
                  </a:lnTo>
                  <a:lnTo>
                    <a:pt x="696048" y="124126"/>
                  </a:lnTo>
                  <a:lnTo>
                    <a:pt x="846512" y="125839"/>
                  </a:lnTo>
                  <a:lnTo>
                    <a:pt x="996976" y="125722"/>
                  </a:lnTo>
                  <a:lnTo>
                    <a:pt x="1147440" y="124085"/>
                  </a:lnTo>
                  <a:lnTo>
                    <a:pt x="1297904" y="121264"/>
                  </a:lnTo>
                  <a:lnTo>
                    <a:pt x="1448369" y="117538"/>
                  </a:lnTo>
                  <a:lnTo>
                    <a:pt x="1598833" y="113107"/>
                  </a:lnTo>
                  <a:lnTo>
                    <a:pt x="1749297" y="108140"/>
                  </a:lnTo>
                  <a:lnTo>
                    <a:pt x="1899761" y="102905"/>
                  </a:lnTo>
                  <a:lnTo>
                    <a:pt x="2050225" y="98136"/>
                  </a:lnTo>
                  <a:lnTo>
                    <a:pt x="2200689" y="95843"/>
                  </a:lnTo>
                  <a:lnTo>
                    <a:pt x="2351153" y="94186"/>
                  </a:lnTo>
                  <a:lnTo>
                    <a:pt x="2501617" y="92724"/>
                  </a:lnTo>
                  <a:lnTo>
                    <a:pt x="2652081" y="93524"/>
                  </a:lnTo>
                  <a:lnTo>
                    <a:pt x="2802545" y="94474"/>
                  </a:lnTo>
                  <a:lnTo>
                    <a:pt x="2953009" y="95203"/>
                  </a:lnTo>
                  <a:lnTo>
                    <a:pt x="3103473" y="98750"/>
                  </a:lnTo>
                  <a:lnTo>
                    <a:pt x="3253937" y="103507"/>
                  </a:lnTo>
                  <a:lnTo>
                    <a:pt x="3404401" y="107805"/>
                  </a:lnTo>
                  <a:lnTo>
                    <a:pt x="3554865" y="114000"/>
                  </a:lnTo>
                  <a:lnTo>
                    <a:pt x="3705329" y="125061"/>
                  </a:lnTo>
                  <a:lnTo>
                    <a:pt x="3855793" y="136801"/>
                  </a:lnTo>
                  <a:lnTo>
                    <a:pt x="4006257" y="145353"/>
                  </a:lnTo>
                  <a:lnTo>
                    <a:pt x="4156721" y="151074"/>
                  </a:lnTo>
                  <a:lnTo>
                    <a:pt x="4307185" y="154773"/>
                  </a:lnTo>
                  <a:lnTo>
                    <a:pt x="4457649" y="154869"/>
                  </a:lnTo>
                  <a:lnTo>
                    <a:pt x="4608114" y="150228"/>
                  </a:lnTo>
                  <a:lnTo>
                    <a:pt x="4758578" y="142272"/>
                  </a:lnTo>
                  <a:lnTo>
                    <a:pt x="4909042" y="132490"/>
                  </a:lnTo>
                  <a:lnTo>
                    <a:pt x="5059506" y="121179"/>
                  </a:lnTo>
                  <a:lnTo>
                    <a:pt x="5209970" y="108516"/>
                  </a:lnTo>
                  <a:lnTo>
                    <a:pt x="5360434" y="94586"/>
                  </a:lnTo>
                  <a:lnTo>
                    <a:pt x="5510898" y="79402"/>
                  </a:lnTo>
                  <a:lnTo>
                    <a:pt x="5661362" y="62929"/>
                  </a:lnTo>
                  <a:lnTo>
                    <a:pt x="5811826" y="45096"/>
                  </a:lnTo>
                  <a:lnTo>
                    <a:pt x="5962290" y="25809"/>
                  </a:lnTo>
                  <a:lnTo>
                    <a:pt x="6112754" y="4968"/>
                  </a:lnTo>
                  <a:lnTo>
                    <a:pt x="6145984" y="0"/>
                  </a:lnTo>
                  <a:lnTo>
                    <a:pt x="6145984" y="274541"/>
                  </a:lnTo>
                  <a:lnTo>
                    <a:pt x="6112754" y="275344"/>
                  </a:lnTo>
                  <a:lnTo>
                    <a:pt x="5962290" y="279034"/>
                  </a:lnTo>
                  <a:lnTo>
                    <a:pt x="5811826" y="282643"/>
                  </a:lnTo>
                  <a:lnTo>
                    <a:pt x="5661362" y="286031"/>
                  </a:lnTo>
                  <a:lnTo>
                    <a:pt x="5510898" y="289072"/>
                  </a:lnTo>
                  <a:lnTo>
                    <a:pt x="5360434" y="291658"/>
                  </a:lnTo>
                  <a:lnTo>
                    <a:pt x="5209970" y="293717"/>
                  </a:lnTo>
                  <a:lnTo>
                    <a:pt x="5059506" y="295226"/>
                  </a:lnTo>
                  <a:lnTo>
                    <a:pt x="4909042" y="296233"/>
                  </a:lnTo>
                  <a:lnTo>
                    <a:pt x="4758578" y="296882"/>
                  </a:lnTo>
                  <a:lnTo>
                    <a:pt x="4608114" y="297432"/>
                  </a:lnTo>
                  <a:lnTo>
                    <a:pt x="4457649" y="296486"/>
                  </a:lnTo>
                  <a:lnTo>
                    <a:pt x="4307185" y="292260"/>
                  </a:lnTo>
                  <a:lnTo>
                    <a:pt x="4156721" y="286456"/>
                  </a:lnTo>
                  <a:lnTo>
                    <a:pt x="4006257" y="280421"/>
                  </a:lnTo>
                  <a:lnTo>
                    <a:pt x="3855793" y="271320"/>
                  </a:lnTo>
                  <a:lnTo>
                    <a:pt x="3705329" y="260140"/>
                  </a:lnTo>
                  <a:lnTo>
                    <a:pt x="3554865" y="251139"/>
                  </a:lnTo>
                  <a:lnTo>
                    <a:pt x="3404401" y="244584"/>
                  </a:lnTo>
                  <a:lnTo>
                    <a:pt x="3253937" y="239855"/>
                  </a:lnTo>
                  <a:lnTo>
                    <a:pt x="3103473" y="237794"/>
                  </a:lnTo>
                  <a:lnTo>
                    <a:pt x="2953009" y="235348"/>
                  </a:lnTo>
                  <a:lnTo>
                    <a:pt x="2802545" y="231263"/>
                  </a:lnTo>
                  <a:lnTo>
                    <a:pt x="2652081" y="229305"/>
                  </a:lnTo>
                  <a:lnTo>
                    <a:pt x="2501617" y="229438"/>
                  </a:lnTo>
                  <a:lnTo>
                    <a:pt x="2351153" y="228851"/>
                  </a:lnTo>
                  <a:lnTo>
                    <a:pt x="2200689" y="229498"/>
                  </a:lnTo>
                  <a:lnTo>
                    <a:pt x="2050225" y="232920"/>
                  </a:lnTo>
                  <a:lnTo>
                    <a:pt x="1899761" y="238147"/>
                  </a:lnTo>
                  <a:lnTo>
                    <a:pt x="1749297" y="244853"/>
                  </a:lnTo>
                  <a:lnTo>
                    <a:pt x="1598833" y="252927"/>
                  </a:lnTo>
                  <a:lnTo>
                    <a:pt x="1448369" y="261922"/>
                  </a:lnTo>
                  <a:lnTo>
                    <a:pt x="1297904" y="271703"/>
                  </a:lnTo>
                  <a:lnTo>
                    <a:pt x="1147440" y="282931"/>
                  </a:lnTo>
                  <a:lnTo>
                    <a:pt x="996976" y="295930"/>
                  </a:lnTo>
                  <a:lnTo>
                    <a:pt x="846512" y="311066"/>
                  </a:lnTo>
                  <a:lnTo>
                    <a:pt x="696048" y="328680"/>
                  </a:lnTo>
                  <a:lnTo>
                    <a:pt x="545584" y="349031"/>
                  </a:lnTo>
                  <a:lnTo>
                    <a:pt x="395120" y="372278"/>
                  </a:lnTo>
                  <a:lnTo>
                    <a:pt x="244656" y="398491"/>
                  </a:lnTo>
                  <a:lnTo>
                    <a:pt x="94192" y="427676"/>
                  </a:lnTo>
                  <a:lnTo>
                    <a:pt x="0" y="44778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60954"/>
              <a:ext cx="6145984" cy="154869"/>
            </a:xfrm>
            <a:custGeom>
              <a:avLst/>
              <a:pathLst>
                <a:path w="6145984" h="154869">
                  <a:moveTo>
                    <a:pt x="0" y="87985"/>
                  </a:moveTo>
                  <a:lnTo>
                    <a:pt x="94192" y="95828"/>
                  </a:lnTo>
                  <a:lnTo>
                    <a:pt x="244656" y="106213"/>
                  </a:lnTo>
                  <a:lnTo>
                    <a:pt x="395120" y="114397"/>
                  </a:lnTo>
                  <a:lnTo>
                    <a:pt x="545584" y="120354"/>
                  </a:lnTo>
                  <a:lnTo>
                    <a:pt x="696048" y="124126"/>
                  </a:lnTo>
                  <a:lnTo>
                    <a:pt x="846512" y="125839"/>
                  </a:lnTo>
                  <a:lnTo>
                    <a:pt x="996976" y="125722"/>
                  </a:lnTo>
                  <a:lnTo>
                    <a:pt x="1147440" y="124085"/>
                  </a:lnTo>
                  <a:lnTo>
                    <a:pt x="1297904" y="121264"/>
                  </a:lnTo>
                  <a:lnTo>
                    <a:pt x="1448369" y="117538"/>
                  </a:lnTo>
                  <a:lnTo>
                    <a:pt x="1598833" y="113107"/>
                  </a:lnTo>
                  <a:lnTo>
                    <a:pt x="1749297" y="108140"/>
                  </a:lnTo>
                  <a:lnTo>
                    <a:pt x="1899761" y="102905"/>
                  </a:lnTo>
                  <a:lnTo>
                    <a:pt x="2050225" y="98136"/>
                  </a:lnTo>
                  <a:lnTo>
                    <a:pt x="2200689" y="95843"/>
                  </a:lnTo>
                  <a:lnTo>
                    <a:pt x="2351153" y="94186"/>
                  </a:lnTo>
                  <a:lnTo>
                    <a:pt x="2501617" y="92724"/>
                  </a:lnTo>
                  <a:lnTo>
                    <a:pt x="2652081" y="93524"/>
                  </a:lnTo>
                  <a:lnTo>
                    <a:pt x="2802545" y="94474"/>
                  </a:lnTo>
                  <a:lnTo>
                    <a:pt x="2953009" y="95203"/>
                  </a:lnTo>
                  <a:lnTo>
                    <a:pt x="3103473" y="98750"/>
                  </a:lnTo>
                  <a:lnTo>
                    <a:pt x="3253937" y="103507"/>
                  </a:lnTo>
                  <a:lnTo>
                    <a:pt x="3404401" y="107805"/>
                  </a:lnTo>
                  <a:lnTo>
                    <a:pt x="3554865" y="114000"/>
                  </a:lnTo>
                  <a:lnTo>
                    <a:pt x="3705329" y="125061"/>
                  </a:lnTo>
                  <a:lnTo>
                    <a:pt x="3855793" y="136801"/>
                  </a:lnTo>
                  <a:lnTo>
                    <a:pt x="4006257" y="145353"/>
                  </a:lnTo>
                  <a:lnTo>
                    <a:pt x="4156721" y="151074"/>
                  </a:lnTo>
                  <a:lnTo>
                    <a:pt x="4307185" y="154773"/>
                  </a:lnTo>
                  <a:lnTo>
                    <a:pt x="4457649" y="154869"/>
                  </a:lnTo>
                  <a:lnTo>
                    <a:pt x="4608114" y="150228"/>
                  </a:lnTo>
                  <a:lnTo>
                    <a:pt x="4758578" y="142272"/>
                  </a:lnTo>
                  <a:lnTo>
                    <a:pt x="4909042" y="132490"/>
                  </a:lnTo>
                  <a:lnTo>
                    <a:pt x="5059506" y="121179"/>
                  </a:lnTo>
                  <a:lnTo>
                    <a:pt x="5209970" y="108516"/>
                  </a:lnTo>
                  <a:lnTo>
                    <a:pt x="5360434" y="94586"/>
                  </a:lnTo>
                  <a:lnTo>
                    <a:pt x="5510898" y="79402"/>
                  </a:lnTo>
                  <a:lnTo>
                    <a:pt x="5661362" y="62929"/>
                  </a:lnTo>
                  <a:lnTo>
                    <a:pt x="5811826" y="45096"/>
                  </a:lnTo>
                  <a:lnTo>
                    <a:pt x="5962290" y="25809"/>
                  </a:lnTo>
                  <a:lnTo>
                    <a:pt x="6112754" y="49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89805"/>
              <a:ext cx="6145984" cy="218938"/>
            </a:xfrm>
            <a:custGeom>
              <a:avLst/>
              <a:pathLst>
                <a:path w="6145984" h="218938">
                  <a:moveTo>
                    <a:pt x="6145984" y="45689"/>
                  </a:moveTo>
                  <a:lnTo>
                    <a:pt x="6112754" y="46492"/>
                  </a:lnTo>
                  <a:lnTo>
                    <a:pt x="5962290" y="50183"/>
                  </a:lnTo>
                  <a:lnTo>
                    <a:pt x="5811826" y="53791"/>
                  </a:lnTo>
                  <a:lnTo>
                    <a:pt x="5661362" y="57180"/>
                  </a:lnTo>
                  <a:lnTo>
                    <a:pt x="5510898" y="60221"/>
                  </a:lnTo>
                  <a:lnTo>
                    <a:pt x="5360434" y="62807"/>
                  </a:lnTo>
                  <a:lnTo>
                    <a:pt x="5209970" y="64865"/>
                  </a:lnTo>
                  <a:lnTo>
                    <a:pt x="5059506" y="66374"/>
                  </a:lnTo>
                  <a:lnTo>
                    <a:pt x="4909042" y="67382"/>
                  </a:lnTo>
                  <a:lnTo>
                    <a:pt x="4758578" y="68031"/>
                  </a:lnTo>
                  <a:lnTo>
                    <a:pt x="4608114" y="68580"/>
                  </a:lnTo>
                  <a:lnTo>
                    <a:pt x="4457649" y="67635"/>
                  </a:lnTo>
                  <a:lnTo>
                    <a:pt x="4307185" y="63409"/>
                  </a:lnTo>
                  <a:lnTo>
                    <a:pt x="4156721" y="57605"/>
                  </a:lnTo>
                  <a:lnTo>
                    <a:pt x="4006257" y="51569"/>
                  </a:lnTo>
                  <a:lnTo>
                    <a:pt x="3855793" y="42469"/>
                  </a:lnTo>
                  <a:lnTo>
                    <a:pt x="3705329" y="31288"/>
                  </a:lnTo>
                  <a:lnTo>
                    <a:pt x="3554865" y="22288"/>
                  </a:lnTo>
                  <a:lnTo>
                    <a:pt x="3404401" y="15732"/>
                  </a:lnTo>
                  <a:lnTo>
                    <a:pt x="3253937" y="11004"/>
                  </a:lnTo>
                  <a:lnTo>
                    <a:pt x="3103473" y="8943"/>
                  </a:lnTo>
                  <a:lnTo>
                    <a:pt x="2953009" y="6497"/>
                  </a:lnTo>
                  <a:lnTo>
                    <a:pt x="2802545" y="2412"/>
                  </a:lnTo>
                  <a:lnTo>
                    <a:pt x="2652081" y="454"/>
                  </a:lnTo>
                  <a:lnTo>
                    <a:pt x="2501617" y="586"/>
                  </a:lnTo>
                  <a:lnTo>
                    <a:pt x="2351153" y="0"/>
                  </a:lnTo>
                  <a:lnTo>
                    <a:pt x="2200689" y="647"/>
                  </a:lnTo>
                  <a:lnTo>
                    <a:pt x="2050225" y="4068"/>
                  </a:lnTo>
                  <a:lnTo>
                    <a:pt x="1899761" y="9296"/>
                  </a:lnTo>
                  <a:lnTo>
                    <a:pt x="1749297" y="16001"/>
                  </a:lnTo>
                  <a:lnTo>
                    <a:pt x="1598833" y="24075"/>
                  </a:lnTo>
                  <a:lnTo>
                    <a:pt x="1448369" y="33071"/>
                  </a:lnTo>
                  <a:lnTo>
                    <a:pt x="1297904" y="42851"/>
                  </a:lnTo>
                  <a:lnTo>
                    <a:pt x="1147440" y="54080"/>
                  </a:lnTo>
                  <a:lnTo>
                    <a:pt x="996976" y="67078"/>
                  </a:lnTo>
                  <a:lnTo>
                    <a:pt x="846512" y="82214"/>
                  </a:lnTo>
                  <a:lnTo>
                    <a:pt x="696048" y="99828"/>
                  </a:lnTo>
                  <a:lnTo>
                    <a:pt x="545584" y="120180"/>
                  </a:lnTo>
                  <a:lnTo>
                    <a:pt x="395120" y="143426"/>
                  </a:lnTo>
                  <a:lnTo>
                    <a:pt x="244656" y="169639"/>
                  </a:lnTo>
                  <a:lnTo>
                    <a:pt x="94192" y="198825"/>
                  </a:lnTo>
                  <a:lnTo>
                    <a:pt x="0" y="218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98224"/>
              <a:ext cx="6145984" cy="130617"/>
            </a:xfrm>
            <a:custGeom>
              <a:avLst/>
              <a:pathLst>
                <a:path w="6145984" h="130617">
                  <a:moveTo>
                    <a:pt x="0" y="130617"/>
                  </a:moveTo>
                  <a:lnTo>
                    <a:pt x="94192" y="124481"/>
                  </a:lnTo>
                  <a:lnTo>
                    <a:pt x="244656" y="115081"/>
                  </a:lnTo>
                  <a:lnTo>
                    <a:pt x="395120" y="106067"/>
                  </a:lnTo>
                  <a:lnTo>
                    <a:pt x="545584" y="97422"/>
                  </a:lnTo>
                  <a:lnTo>
                    <a:pt x="696048" y="89132"/>
                  </a:lnTo>
                  <a:lnTo>
                    <a:pt x="846512" y="81182"/>
                  </a:lnTo>
                  <a:lnTo>
                    <a:pt x="996976" y="73555"/>
                  </a:lnTo>
                  <a:lnTo>
                    <a:pt x="1147440" y="66237"/>
                  </a:lnTo>
                  <a:lnTo>
                    <a:pt x="1297904" y="59213"/>
                  </a:lnTo>
                  <a:lnTo>
                    <a:pt x="1448369" y="52460"/>
                  </a:lnTo>
                  <a:lnTo>
                    <a:pt x="1598833" y="45746"/>
                  </a:lnTo>
                  <a:lnTo>
                    <a:pt x="1749297" y="39226"/>
                  </a:lnTo>
                  <a:lnTo>
                    <a:pt x="1899761" y="33255"/>
                  </a:lnTo>
                  <a:lnTo>
                    <a:pt x="2050225" y="28257"/>
                  </a:lnTo>
                  <a:lnTo>
                    <a:pt x="2200689" y="25400"/>
                  </a:lnTo>
                  <a:lnTo>
                    <a:pt x="2351153" y="24248"/>
                  </a:lnTo>
                  <a:lnTo>
                    <a:pt x="2501617" y="23810"/>
                  </a:lnTo>
                  <a:lnTo>
                    <a:pt x="2652081" y="24144"/>
                  </a:lnTo>
                  <a:lnTo>
                    <a:pt x="2802545" y="25598"/>
                  </a:lnTo>
                  <a:lnTo>
                    <a:pt x="2953009" y="28005"/>
                  </a:lnTo>
                  <a:lnTo>
                    <a:pt x="3103473" y="31002"/>
                  </a:lnTo>
                  <a:lnTo>
                    <a:pt x="3253937" y="34410"/>
                  </a:lnTo>
                  <a:lnTo>
                    <a:pt x="3404401" y="38924"/>
                  </a:lnTo>
                  <a:lnTo>
                    <a:pt x="3554865" y="45299"/>
                  </a:lnTo>
                  <a:lnTo>
                    <a:pt x="3705329" y="55330"/>
                  </a:lnTo>
                  <a:lnTo>
                    <a:pt x="3855793" y="66790"/>
                  </a:lnTo>
                  <a:lnTo>
                    <a:pt x="4006257" y="75616"/>
                  </a:lnTo>
                  <a:lnTo>
                    <a:pt x="4156721" y="81495"/>
                  </a:lnTo>
                  <a:lnTo>
                    <a:pt x="4307185" y="86246"/>
                  </a:lnTo>
                  <a:lnTo>
                    <a:pt x="4457649" y="88407"/>
                  </a:lnTo>
                  <a:lnTo>
                    <a:pt x="4608114" y="86559"/>
                  </a:lnTo>
                  <a:lnTo>
                    <a:pt x="4758578" y="82306"/>
                  </a:lnTo>
                  <a:lnTo>
                    <a:pt x="4909042" y="77091"/>
                  </a:lnTo>
                  <a:lnTo>
                    <a:pt x="5059506" y="70932"/>
                  </a:lnTo>
                  <a:lnTo>
                    <a:pt x="5209970" y="63846"/>
                  </a:lnTo>
                  <a:lnTo>
                    <a:pt x="5360434" y="55851"/>
                  </a:lnTo>
                  <a:lnTo>
                    <a:pt x="5510898" y="46967"/>
                  </a:lnTo>
                  <a:lnTo>
                    <a:pt x="5661362" y="37210"/>
                  </a:lnTo>
                  <a:lnTo>
                    <a:pt x="5811826" y="26598"/>
                  </a:lnTo>
                  <a:lnTo>
                    <a:pt x="5962290" y="15151"/>
                  </a:lnTo>
                  <a:lnTo>
                    <a:pt x="6112754" y="288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68360"/>
              <a:ext cx="6145984" cy="496551"/>
            </a:xfrm>
            <a:custGeom>
              <a:avLst/>
              <a:pathLst>
                <a:path w="6145984" h="496551">
                  <a:moveTo>
                    <a:pt x="0" y="153638"/>
                  </a:moveTo>
                  <a:lnTo>
                    <a:pt x="94192" y="157619"/>
                  </a:lnTo>
                  <a:lnTo>
                    <a:pt x="244656" y="162243"/>
                  </a:lnTo>
                  <a:lnTo>
                    <a:pt x="395120" y="165077"/>
                  </a:lnTo>
                  <a:lnTo>
                    <a:pt x="545584" y="166101"/>
                  </a:lnTo>
                  <a:lnTo>
                    <a:pt x="696048" y="165353"/>
                  </a:lnTo>
                  <a:lnTo>
                    <a:pt x="846512" y="162958"/>
                  </a:lnTo>
                  <a:lnTo>
                    <a:pt x="996976" y="159135"/>
                  </a:lnTo>
                  <a:lnTo>
                    <a:pt x="1147440" y="154181"/>
                  </a:lnTo>
                  <a:lnTo>
                    <a:pt x="1297904" y="148420"/>
                  </a:lnTo>
                  <a:lnTo>
                    <a:pt x="1448369" y="142131"/>
                  </a:lnTo>
                  <a:lnTo>
                    <a:pt x="1598833" y="136032"/>
                  </a:lnTo>
                  <a:lnTo>
                    <a:pt x="1749297" y="130240"/>
                  </a:lnTo>
                  <a:lnTo>
                    <a:pt x="1899761" y="124584"/>
                  </a:lnTo>
                  <a:lnTo>
                    <a:pt x="2050225" y="119322"/>
                  </a:lnTo>
                  <a:lnTo>
                    <a:pt x="2200689" y="115888"/>
                  </a:lnTo>
                  <a:lnTo>
                    <a:pt x="2351153" y="112660"/>
                  </a:lnTo>
                  <a:lnTo>
                    <a:pt x="2501617" y="109487"/>
                  </a:lnTo>
                  <a:lnTo>
                    <a:pt x="2652081" y="106474"/>
                  </a:lnTo>
                  <a:lnTo>
                    <a:pt x="2802545" y="102071"/>
                  </a:lnTo>
                  <a:lnTo>
                    <a:pt x="2953009" y="98570"/>
                  </a:lnTo>
                  <a:lnTo>
                    <a:pt x="3103473" y="100470"/>
                  </a:lnTo>
                  <a:lnTo>
                    <a:pt x="3253937" y="104676"/>
                  </a:lnTo>
                  <a:lnTo>
                    <a:pt x="3404401" y="108855"/>
                  </a:lnTo>
                  <a:lnTo>
                    <a:pt x="3554865" y="114604"/>
                  </a:lnTo>
                  <a:lnTo>
                    <a:pt x="3705329" y="125325"/>
                  </a:lnTo>
                  <a:lnTo>
                    <a:pt x="3855793" y="137078"/>
                  </a:lnTo>
                  <a:lnTo>
                    <a:pt x="4006257" y="145482"/>
                  </a:lnTo>
                  <a:lnTo>
                    <a:pt x="4156721" y="150807"/>
                  </a:lnTo>
                  <a:lnTo>
                    <a:pt x="4307185" y="154218"/>
                  </a:lnTo>
                  <a:lnTo>
                    <a:pt x="4457649" y="154128"/>
                  </a:lnTo>
                  <a:lnTo>
                    <a:pt x="4608114" y="149372"/>
                  </a:lnTo>
                  <a:lnTo>
                    <a:pt x="4758578" y="141356"/>
                  </a:lnTo>
                  <a:lnTo>
                    <a:pt x="4909042" y="131560"/>
                  </a:lnTo>
                  <a:lnTo>
                    <a:pt x="5059506" y="120266"/>
                  </a:lnTo>
                  <a:lnTo>
                    <a:pt x="5209970" y="107646"/>
                  </a:lnTo>
                  <a:lnTo>
                    <a:pt x="5360434" y="93781"/>
                  </a:lnTo>
                  <a:lnTo>
                    <a:pt x="5510898" y="78686"/>
                  </a:lnTo>
                  <a:lnTo>
                    <a:pt x="5661362" y="62326"/>
                  </a:lnTo>
                  <a:lnTo>
                    <a:pt x="5811826" y="44636"/>
                  </a:lnTo>
                  <a:lnTo>
                    <a:pt x="5962290" y="25529"/>
                  </a:lnTo>
                  <a:lnTo>
                    <a:pt x="6112754" y="4909"/>
                  </a:lnTo>
                  <a:lnTo>
                    <a:pt x="6145984" y="0"/>
                  </a:lnTo>
                  <a:lnTo>
                    <a:pt x="6145984" y="261653"/>
                  </a:lnTo>
                  <a:lnTo>
                    <a:pt x="6112754" y="262591"/>
                  </a:lnTo>
                  <a:lnTo>
                    <a:pt x="5962290" y="266866"/>
                  </a:lnTo>
                  <a:lnTo>
                    <a:pt x="5811826" y="271031"/>
                  </a:lnTo>
                  <a:lnTo>
                    <a:pt x="5661362" y="274954"/>
                  </a:lnTo>
                  <a:lnTo>
                    <a:pt x="5510898" y="278512"/>
                  </a:lnTo>
                  <a:lnTo>
                    <a:pt x="5360434" y="281602"/>
                  </a:lnTo>
                  <a:lnTo>
                    <a:pt x="5209970" y="284153"/>
                  </a:lnTo>
                  <a:lnTo>
                    <a:pt x="5059506" y="286143"/>
                  </a:lnTo>
                  <a:lnTo>
                    <a:pt x="4909042" y="287616"/>
                  </a:lnTo>
                  <a:lnTo>
                    <a:pt x="4758578" y="288708"/>
                  </a:lnTo>
                  <a:lnTo>
                    <a:pt x="4608114" y="289665"/>
                  </a:lnTo>
                  <a:lnTo>
                    <a:pt x="4457649" y="289097"/>
                  </a:lnTo>
                  <a:lnTo>
                    <a:pt x="4307185" y="285251"/>
                  </a:lnTo>
                  <a:lnTo>
                    <a:pt x="4156721" y="279833"/>
                  </a:lnTo>
                  <a:lnTo>
                    <a:pt x="4006257" y="274209"/>
                  </a:lnTo>
                  <a:lnTo>
                    <a:pt x="3855793" y="265282"/>
                  </a:lnTo>
                  <a:lnTo>
                    <a:pt x="3705329" y="254063"/>
                  </a:lnTo>
                  <a:lnTo>
                    <a:pt x="3554865" y="245305"/>
                  </a:lnTo>
                  <a:lnTo>
                    <a:pt x="3404401" y="239212"/>
                  </a:lnTo>
                  <a:lnTo>
                    <a:pt x="3253937" y="234623"/>
                  </a:lnTo>
                  <a:lnTo>
                    <a:pt x="3103473" y="232987"/>
                  </a:lnTo>
                  <a:lnTo>
                    <a:pt x="2953009" y="232136"/>
                  </a:lnTo>
                  <a:lnTo>
                    <a:pt x="2802545" y="232439"/>
                  </a:lnTo>
                  <a:lnTo>
                    <a:pt x="2652081" y="235881"/>
                  </a:lnTo>
                  <a:lnTo>
                    <a:pt x="2501617" y="239784"/>
                  </a:lnTo>
                  <a:lnTo>
                    <a:pt x="2351153" y="241003"/>
                  </a:lnTo>
                  <a:lnTo>
                    <a:pt x="2200689" y="243269"/>
                  </a:lnTo>
                  <a:lnTo>
                    <a:pt x="2050225" y="247778"/>
                  </a:lnTo>
                  <a:lnTo>
                    <a:pt x="1899761" y="253477"/>
                  </a:lnTo>
                  <a:lnTo>
                    <a:pt x="1749297" y="260535"/>
                  </a:lnTo>
                  <a:lnTo>
                    <a:pt x="1598833" y="269288"/>
                  </a:lnTo>
                  <a:lnTo>
                    <a:pt x="1448369" y="279737"/>
                  </a:lnTo>
                  <a:lnTo>
                    <a:pt x="1297904" y="291796"/>
                  </a:lnTo>
                  <a:lnTo>
                    <a:pt x="1147440" y="305571"/>
                  </a:lnTo>
                  <a:lnTo>
                    <a:pt x="996976" y="321353"/>
                  </a:lnTo>
                  <a:lnTo>
                    <a:pt x="846512" y="339490"/>
                  </a:lnTo>
                  <a:lnTo>
                    <a:pt x="696048" y="360304"/>
                  </a:lnTo>
                  <a:lnTo>
                    <a:pt x="545584" y="384042"/>
                  </a:lnTo>
                  <a:lnTo>
                    <a:pt x="395120" y="410852"/>
                  </a:lnTo>
                  <a:lnTo>
                    <a:pt x="244656" y="440800"/>
                  </a:lnTo>
                  <a:lnTo>
                    <a:pt x="94192" y="473889"/>
                  </a:lnTo>
                  <a:lnTo>
                    <a:pt x="0" y="49655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68360"/>
              <a:ext cx="6145984" cy="166101"/>
            </a:xfrm>
            <a:custGeom>
              <a:avLst/>
              <a:pathLst>
                <a:path w="6145984" h="166101">
                  <a:moveTo>
                    <a:pt x="0" y="153638"/>
                  </a:moveTo>
                  <a:lnTo>
                    <a:pt x="94192" y="157619"/>
                  </a:lnTo>
                  <a:lnTo>
                    <a:pt x="244656" y="162243"/>
                  </a:lnTo>
                  <a:lnTo>
                    <a:pt x="395120" y="165077"/>
                  </a:lnTo>
                  <a:lnTo>
                    <a:pt x="545584" y="166101"/>
                  </a:lnTo>
                  <a:lnTo>
                    <a:pt x="696048" y="165353"/>
                  </a:lnTo>
                  <a:lnTo>
                    <a:pt x="846512" y="162958"/>
                  </a:lnTo>
                  <a:lnTo>
                    <a:pt x="996976" y="159135"/>
                  </a:lnTo>
                  <a:lnTo>
                    <a:pt x="1147440" y="154181"/>
                  </a:lnTo>
                  <a:lnTo>
                    <a:pt x="1297904" y="148420"/>
                  </a:lnTo>
                  <a:lnTo>
                    <a:pt x="1448369" y="142131"/>
                  </a:lnTo>
                  <a:lnTo>
                    <a:pt x="1598833" y="136032"/>
                  </a:lnTo>
                  <a:lnTo>
                    <a:pt x="1749297" y="130240"/>
                  </a:lnTo>
                  <a:lnTo>
                    <a:pt x="1899761" y="124584"/>
                  </a:lnTo>
                  <a:lnTo>
                    <a:pt x="2050225" y="119322"/>
                  </a:lnTo>
                  <a:lnTo>
                    <a:pt x="2200689" y="115888"/>
                  </a:lnTo>
                  <a:lnTo>
                    <a:pt x="2351153" y="112660"/>
                  </a:lnTo>
                  <a:lnTo>
                    <a:pt x="2501617" y="109487"/>
                  </a:lnTo>
                  <a:lnTo>
                    <a:pt x="2652081" y="106474"/>
                  </a:lnTo>
                  <a:lnTo>
                    <a:pt x="2802545" y="102071"/>
                  </a:lnTo>
                  <a:lnTo>
                    <a:pt x="2953009" y="98570"/>
                  </a:lnTo>
                  <a:lnTo>
                    <a:pt x="3103473" y="100470"/>
                  </a:lnTo>
                  <a:lnTo>
                    <a:pt x="3253937" y="104676"/>
                  </a:lnTo>
                  <a:lnTo>
                    <a:pt x="3404401" y="108855"/>
                  </a:lnTo>
                  <a:lnTo>
                    <a:pt x="3554865" y="114604"/>
                  </a:lnTo>
                  <a:lnTo>
                    <a:pt x="3705329" y="125325"/>
                  </a:lnTo>
                  <a:lnTo>
                    <a:pt x="3855793" y="137078"/>
                  </a:lnTo>
                  <a:lnTo>
                    <a:pt x="4006257" y="145482"/>
                  </a:lnTo>
                  <a:lnTo>
                    <a:pt x="4156721" y="150807"/>
                  </a:lnTo>
                  <a:lnTo>
                    <a:pt x="4307185" y="154218"/>
                  </a:lnTo>
                  <a:lnTo>
                    <a:pt x="4457649" y="154128"/>
                  </a:lnTo>
                  <a:lnTo>
                    <a:pt x="4608114" y="149372"/>
                  </a:lnTo>
                  <a:lnTo>
                    <a:pt x="4758578" y="141356"/>
                  </a:lnTo>
                  <a:lnTo>
                    <a:pt x="4909042" y="131560"/>
                  </a:lnTo>
                  <a:lnTo>
                    <a:pt x="5059506" y="120266"/>
                  </a:lnTo>
                  <a:lnTo>
                    <a:pt x="5209970" y="107646"/>
                  </a:lnTo>
                  <a:lnTo>
                    <a:pt x="5360434" y="93781"/>
                  </a:lnTo>
                  <a:lnTo>
                    <a:pt x="5510898" y="78686"/>
                  </a:lnTo>
                  <a:lnTo>
                    <a:pt x="5661362" y="62326"/>
                  </a:lnTo>
                  <a:lnTo>
                    <a:pt x="5811826" y="44636"/>
                  </a:lnTo>
                  <a:lnTo>
                    <a:pt x="5962290" y="25529"/>
                  </a:lnTo>
                  <a:lnTo>
                    <a:pt x="6112754" y="49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100497"/>
              <a:ext cx="6145984" cy="264415"/>
            </a:xfrm>
            <a:custGeom>
              <a:avLst/>
              <a:pathLst>
                <a:path w="6145984" h="264415">
                  <a:moveTo>
                    <a:pt x="6145984" y="29516"/>
                  </a:moveTo>
                  <a:lnTo>
                    <a:pt x="6112754" y="30455"/>
                  </a:lnTo>
                  <a:lnTo>
                    <a:pt x="5962290" y="34729"/>
                  </a:lnTo>
                  <a:lnTo>
                    <a:pt x="5811826" y="38894"/>
                  </a:lnTo>
                  <a:lnTo>
                    <a:pt x="5661362" y="42817"/>
                  </a:lnTo>
                  <a:lnTo>
                    <a:pt x="5510898" y="46375"/>
                  </a:lnTo>
                  <a:lnTo>
                    <a:pt x="5360434" y="49465"/>
                  </a:lnTo>
                  <a:lnTo>
                    <a:pt x="5209970" y="52016"/>
                  </a:lnTo>
                  <a:lnTo>
                    <a:pt x="5059506" y="54006"/>
                  </a:lnTo>
                  <a:lnTo>
                    <a:pt x="4909042" y="55480"/>
                  </a:lnTo>
                  <a:lnTo>
                    <a:pt x="4758578" y="56571"/>
                  </a:lnTo>
                  <a:lnTo>
                    <a:pt x="4608114" y="57528"/>
                  </a:lnTo>
                  <a:lnTo>
                    <a:pt x="4457649" y="56960"/>
                  </a:lnTo>
                  <a:lnTo>
                    <a:pt x="4307185" y="53115"/>
                  </a:lnTo>
                  <a:lnTo>
                    <a:pt x="4156721" y="47697"/>
                  </a:lnTo>
                  <a:lnTo>
                    <a:pt x="4006257" y="42072"/>
                  </a:lnTo>
                  <a:lnTo>
                    <a:pt x="3855793" y="33145"/>
                  </a:lnTo>
                  <a:lnTo>
                    <a:pt x="3705329" y="21927"/>
                  </a:lnTo>
                  <a:lnTo>
                    <a:pt x="3554865" y="13168"/>
                  </a:lnTo>
                  <a:lnTo>
                    <a:pt x="3404401" y="7075"/>
                  </a:lnTo>
                  <a:lnTo>
                    <a:pt x="3253937" y="2486"/>
                  </a:lnTo>
                  <a:lnTo>
                    <a:pt x="3103473" y="850"/>
                  </a:lnTo>
                  <a:lnTo>
                    <a:pt x="2953009" y="0"/>
                  </a:lnTo>
                  <a:lnTo>
                    <a:pt x="2802545" y="302"/>
                  </a:lnTo>
                  <a:lnTo>
                    <a:pt x="2652081" y="3744"/>
                  </a:lnTo>
                  <a:lnTo>
                    <a:pt x="2501617" y="7647"/>
                  </a:lnTo>
                  <a:lnTo>
                    <a:pt x="2351153" y="8866"/>
                  </a:lnTo>
                  <a:lnTo>
                    <a:pt x="2200689" y="11132"/>
                  </a:lnTo>
                  <a:lnTo>
                    <a:pt x="2050225" y="15642"/>
                  </a:lnTo>
                  <a:lnTo>
                    <a:pt x="1899761" y="21340"/>
                  </a:lnTo>
                  <a:lnTo>
                    <a:pt x="1749297" y="28398"/>
                  </a:lnTo>
                  <a:lnTo>
                    <a:pt x="1598833" y="37151"/>
                  </a:lnTo>
                  <a:lnTo>
                    <a:pt x="1448369" y="47600"/>
                  </a:lnTo>
                  <a:lnTo>
                    <a:pt x="1297904" y="59659"/>
                  </a:lnTo>
                  <a:lnTo>
                    <a:pt x="1147440" y="73434"/>
                  </a:lnTo>
                  <a:lnTo>
                    <a:pt x="996976" y="89216"/>
                  </a:lnTo>
                  <a:lnTo>
                    <a:pt x="846512" y="107353"/>
                  </a:lnTo>
                  <a:lnTo>
                    <a:pt x="696048" y="128168"/>
                  </a:lnTo>
                  <a:lnTo>
                    <a:pt x="545584" y="151905"/>
                  </a:lnTo>
                  <a:lnTo>
                    <a:pt x="395120" y="178715"/>
                  </a:lnTo>
                  <a:lnTo>
                    <a:pt x="244656" y="208663"/>
                  </a:lnTo>
                  <a:lnTo>
                    <a:pt x="94192" y="241752"/>
                  </a:lnTo>
                  <a:lnTo>
                    <a:pt x="0" y="2644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99187"/>
              <a:ext cx="6145984" cy="194268"/>
            </a:xfrm>
            <a:custGeom>
              <a:avLst/>
              <a:pathLst>
                <a:path w="6145984" h="194268">
                  <a:moveTo>
                    <a:pt x="0" y="194268"/>
                  </a:moveTo>
                  <a:lnTo>
                    <a:pt x="94192" y="184927"/>
                  </a:lnTo>
                  <a:lnTo>
                    <a:pt x="244656" y="170695"/>
                  </a:lnTo>
                  <a:lnTo>
                    <a:pt x="395120" y="157138"/>
                  </a:lnTo>
                  <a:lnTo>
                    <a:pt x="545584" y="144245"/>
                  </a:lnTo>
                  <a:lnTo>
                    <a:pt x="696048" y="132002"/>
                  </a:lnTo>
                  <a:lnTo>
                    <a:pt x="846512" y="120397"/>
                  </a:lnTo>
                  <a:lnTo>
                    <a:pt x="996976" y="109417"/>
                  </a:lnTo>
                  <a:lnTo>
                    <a:pt x="1147440" y="99049"/>
                  </a:lnTo>
                  <a:lnTo>
                    <a:pt x="1297904" y="89281"/>
                  </a:lnTo>
                  <a:lnTo>
                    <a:pt x="1448369" y="80108"/>
                  </a:lnTo>
                  <a:lnTo>
                    <a:pt x="1598833" y="71834"/>
                  </a:lnTo>
                  <a:lnTo>
                    <a:pt x="1749297" y="64561"/>
                  </a:lnTo>
                  <a:lnTo>
                    <a:pt x="1899761" y="58204"/>
                  </a:lnTo>
                  <a:lnTo>
                    <a:pt x="2050225" y="52724"/>
                  </a:lnTo>
                  <a:lnTo>
                    <a:pt x="2200689" y="48752"/>
                  </a:lnTo>
                  <a:lnTo>
                    <a:pt x="2351153" y="46005"/>
                  </a:lnTo>
                  <a:lnTo>
                    <a:pt x="2501617" y="43809"/>
                  </a:lnTo>
                  <a:lnTo>
                    <a:pt x="2652081" y="40351"/>
                  </a:lnTo>
                  <a:lnTo>
                    <a:pt x="2802545" y="36428"/>
                  </a:lnTo>
                  <a:lnTo>
                    <a:pt x="2953009" y="34527"/>
                  </a:lnTo>
                  <a:lnTo>
                    <a:pt x="3103473" y="35902"/>
                  </a:lnTo>
                  <a:lnTo>
                    <a:pt x="3253937" y="38823"/>
                  </a:lnTo>
                  <a:lnTo>
                    <a:pt x="3404401" y="43207"/>
                  </a:lnTo>
                  <a:lnTo>
                    <a:pt x="3554865" y="49128"/>
                  </a:lnTo>
                  <a:lnTo>
                    <a:pt x="3705329" y="58868"/>
                  </a:lnTo>
                  <a:lnTo>
                    <a:pt x="3855793" y="70353"/>
                  </a:lnTo>
                  <a:lnTo>
                    <a:pt x="4006257" y="79019"/>
                  </a:lnTo>
                  <a:lnTo>
                    <a:pt x="4156721" y="84494"/>
                  </a:lnTo>
                  <a:lnTo>
                    <a:pt x="4307185" y="88908"/>
                  </a:lnTo>
                  <a:lnTo>
                    <a:pt x="4457649" y="90786"/>
                  </a:lnTo>
                  <a:lnTo>
                    <a:pt x="4608114" y="88692"/>
                  </a:lnTo>
                  <a:lnTo>
                    <a:pt x="4758578" y="84206"/>
                  </a:lnTo>
                  <a:lnTo>
                    <a:pt x="4909042" y="78762"/>
                  </a:lnTo>
                  <a:lnTo>
                    <a:pt x="5059506" y="72378"/>
                  </a:lnTo>
                  <a:lnTo>
                    <a:pt x="5209970" y="65073"/>
                  </a:lnTo>
                  <a:lnTo>
                    <a:pt x="5360434" y="56865"/>
                  </a:lnTo>
                  <a:lnTo>
                    <a:pt x="5510898" y="47772"/>
                  </a:lnTo>
                  <a:lnTo>
                    <a:pt x="5661362" y="37814"/>
                  </a:lnTo>
                  <a:lnTo>
                    <a:pt x="5811826" y="27007"/>
                  </a:lnTo>
                  <a:lnTo>
                    <a:pt x="5962290" y="15371"/>
                  </a:lnTo>
                  <a:lnTo>
                    <a:pt x="6112754" y="292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77916"/>
              <a:ext cx="6145984" cy="488899"/>
            </a:xfrm>
            <a:custGeom>
              <a:avLst/>
              <a:pathLst>
                <a:path w="6145984" h="488899">
                  <a:moveTo>
                    <a:pt x="0" y="190872"/>
                  </a:moveTo>
                  <a:lnTo>
                    <a:pt x="94192" y="197011"/>
                  </a:lnTo>
                  <a:lnTo>
                    <a:pt x="244656" y="204774"/>
                  </a:lnTo>
                  <a:lnTo>
                    <a:pt x="395120" y="210442"/>
                  </a:lnTo>
                  <a:lnTo>
                    <a:pt x="545584" y="213992"/>
                  </a:lnTo>
                  <a:lnTo>
                    <a:pt x="696048" y="215454"/>
                  </a:lnTo>
                  <a:lnTo>
                    <a:pt x="846512" y="214932"/>
                  </a:lnTo>
                  <a:lnTo>
                    <a:pt x="996976" y="212612"/>
                  </a:lnTo>
                  <a:lnTo>
                    <a:pt x="1147440" y="208750"/>
                  </a:lnTo>
                  <a:lnTo>
                    <a:pt x="1297904" y="203620"/>
                  </a:lnTo>
                  <a:lnTo>
                    <a:pt x="1448369" y="197457"/>
                  </a:lnTo>
                  <a:lnTo>
                    <a:pt x="1598833" y="190713"/>
                  </a:lnTo>
                  <a:lnTo>
                    <a:pt x="1749297" y="183597"/>
                  </a:lnTo>
                  <a:lnTo>
                    <a:pt x="1899761" y="176220"/>
                  </a:lnTo>
                  <a:lnTo>
                    <a:pt x="2050225" y="168967"/>
                  </a:lnTo>
                  <a:lnTo>
                    <a:pt x="2200689" y="161849"/>
                  </a:lnTo>
                  <a:lnTo>
                    <a:pt x="2351153" y="154265"/>
                  </a:lnTo>
                  <a:lnTo>
                    <a:pt x="2501617" y="147719"/>
                  </a:lnTo>
                  <a:lnTo>
                    <a:pt x="2652081" y="143473"/>
                  </a:lnTo>
                  <a:lnTo>
                    <a:pt x="2802545" y="139302"/>
                  </a:lnTo>
                  <a:lnTo>
                    <a:pt x="2953009" y="135806"/>
                  </a:lnTo>
                  <a:lnTo>
                    <a:pt x="3103473" y="136851"/>
                  </a:lnTo>
                  <a:lnTo>
                    <a:pt x="3253937" y="141467"/>
                  </a:lnTo>
                  <a:lnTo>
                    <a:pt x="3404401" y="146139"/>
                  </a:lnTo>
                  <a:lnTo>
                    <a:pt x="3554865" y="150661"/>
                  </a:lnTo>
                  <a:lnTo>
                    <a:pt x="3705329" y="158972"/>
                  </a:lnTo>
                  <a:lnTo>
                    <a:pt x="3855793" y="168211"/>
                  </a:lnTo>
                  <a:lnTo>
                    <a:pt x="4006257" y="173809"/>
                  </a:lnTo>
                  <a:lnTo>
                    <a:pt x="4156721" y="176007"/>
                  </a:lnTo>
                  <a:lnTo>
                    <a:pt x="4307185" y="176310"/>
                  </a:lnTo>
                  <a:lnTo>
                    <a:pt x="4457649" y="173177"/>
                  </a:lnTo>
                  <a:lnTo>
                    <a:pt x="4608114" y="165447"/>
                  </a:lnTo>
                  <a:lnTo>
                    <a:pt x="4758578" y="154691"/>
                  </a:lnTo>
                  <a:lnTo>
                    <a:pt x="4909042" y="142454"/>
                  </a:lnTo>
                  <a:lnTo>
                    <a:pt x="5059506" y="128981"/>
                  </a:lnTo>
                  <a:lnTo>
                    <a:pt x="5209970" y="114421"/>
                  </a:lnTo>
                  <a:lnTo>
                    <a:pt x="5360434" y="98845"/>
                  </a:lnTo>
                  <a:lnTo>
                    <a:pt x="5510898" y="82265"/>
                  </a:lnTo>
                  <a:lnTo>
                    <a:pt x="5661362" y="64652"/>
                  </a:lnTo>
                  <a:lnTo>
                    <a:pt x="5811826" y="45948"/>
                  </a:lnTo>
                  <a:lnTo>
                    <a:pt x="5962290" y="26078"/>
                  </a:lnTo>
                  <a:lnTo>
                    <a:pt x="6112754" y="4958"/>
                  </a:lnTo>
                  <a:lnTo>
                    <a:pt x="6145984" y="0"/>
                  </a:lnTo>
                  <a:lnTo>
                    <a:pt x="6145984" y="227404"/>
                  </a:lnTo>
                  <a:lnTo>
                    <a:pt x="6112754" y="228912"/>
                  </a:lnTo>
                  <a:lnTo>
                    <a:pt x="5962290" y="235826"/>
                  </a:lnTo>
                  <a:lnTo>
                    <a:pt x="5811826" y="242710"/>
                  </a:lnTo>
                  <a:lnTo>
                    <a:pt x="5661362" y="249449"/>
                  </a:lnTo>
                  <a:lnTo>
                    <a:pt x="5510898" y="255936"/>
                  </a:lnTo>
                  <a:lnTo>
                    <a:pt x="5360434" y="262081"/>
                  </a:lnTo>
                  <a:lnTo>
                    <a:pt x="5209970" y="267824"/>
                  </a:lnTo>
                  <a:lnTo>
                    <a:pt x="5059506" y="273145"/>
                  </a:lnTo>
                  <a:lnTo>
                    <a:pt x="4909042" y="278083"/>
                  </a:lnTo>
                  <a:lnTo>
                    <a:pt x="4758578" y="282756"/>
                  </a:lnTo>
                  <a:lnTo>
                    <a:pt x="4608114" y="287376"/>
                  </a:lnTo>
                  <a:lnTo>
                    <a:pt x="4457649" y="290480"/>
                  </a:lnTo>
                  <a:lnTo>
                    <a:pt x="4307185" y="290191"/>
                  </a:lnTo>
                  <a:lnTo>
                    <a:pt x="4156721" y="288144"/>
                  </a:lnTo>
                  <a:lnTo>
                    <a:pt x="4006257" y="285686"/>
                  </a:lnTo>
                  <a:lnTo>
                    <a:pt x="3855793" y="279634"/>
                  </a:lnTo>
                  <a:lnTo>
                    <a:pt x="3705329" y="270859"/>
                  </a:lnTo>
                  <a:lnTo>
                    <a:pt x="3554865" y="264254"/>
                  </a:lnTo>
                  <a:lnTo>
                    <a:pt x="3404401" y="259433"/>
                  </a:lnTo>
                  <a:lnTo>
                    <a:pt x="3253937" y="254405"/>
                  </a:lnTo>
                  <a:lnTo>
                    <a:pt x="3103473" y="252022"/>
                  </a:lnTo>
                  <a:lnTo>
                    <a:pt x="2953009" y="251889"/>
                  </a:lnTo>
                  <a:lnTo>
                    <a:pt x="2802545" y="252606"/>
                  </a:lnTo>
                  <a:lnTo>
                    <a:pt x="2652081" y="255941"/>
                  </a:lnTo>
                  <a:lnTo>
                    <a:pt x="2501617" y="260960"/>
                  </a:lnTo>
                  <a:lnTo>
                    <a:pt x="2351153" y="265809"/>
                  </a:lnTo>
                  <a:lnTo>
                    <a:pt x="2200689" y="272556"/>
                  </a:lnTo>
                  <a:lnTo>
                    <a:pt x="2050225" y="280610"/>
                  </a:lnTo>
                  <a:lnTo>
                    <a:pt x="1899761" y="288242"/>
                  </a:lnTo>
                  <a:lnTo>
                    <a:pt x="1749297" y="296837"/>
                  </a:lnTo>
                  <a:lnTo>
                    <a:pt x="1598833" y="306527"/>
                  </a:lnTo>
                  <a:lnTo>
                    <a:pt x="1448369" y="317051"/>
                  </a:lnTo>
                  <a:lnTo>
                    <a:pt x="1297904" y="328229"/>
                  </a:lnTo>
                  <a:lnTo>
                    <a:pt x="1147440" y="340323"/>
                  </a:lnTo>
                  <a:lnTo>
                    <a:pt x="996976" y="353597"/>
                  </a:lnTo>
                  <a:lnTo>
                    <a:pt x="846512" y="368357"/>
                  </a:lnTo>
                  <a:lnTo>
                    <a:pt x="696048" y="384887"/>
                  </a:lnTo>
                  <a:lnTo>
                    <a:pt x="545584" y="403406"/>
                  </a:lnTo>
                  <a:lnTo>
                    <a:pt x="395120" y="424046"/>
                  </a:lnTo>
                  <a:lnTo>
                    <a:pt x="244656" y="446869"/>
                  </a:lnTo>
                  <a:lnTo>
                    <a:pt x="94192" y="471883"/>
                  </a:lnTo>
                  <a:lnTo>
                    <a:pt x="0" y="48889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7916"/>
              <a:ext cx="6145984" cy="215454"/>
            </a:xfrm>
            <a:custGeom>
              <a:avLst/>
              <a:pathLst>
                <a:path w="6145984" h="215454">
                  <a:moveTo>
                    <a:pt x="0" y="190872"/>
                  </a:moveTo>
                  <a:lnTo>
                    <a:pt x="94192" y="197011"/>
                  </a:lnTo>
                  <a:lnTo>
                    <a:pt x="244656" y="204774"/>
                  </a:lnTo>
                  <a:lnTo>
                    <a:pt x="395120" y="210442"/>
                  </a:lnTo>
                  <a:lnTo>
                    <a:pt x="545584" y="213992"/>
                  </a:lnTo>
                  <a:lnTo>
                    <a:pt x="696048" y="215454"/>
                  </a:lnTo>
                  <a:lnTo>
                    <a:pt x="846512" y="214932"/>
                  </a:lnTo>
                  <a:lnTo>
                    <a:pt x="996976" y="212612"/>
                  </a:lnTo>
                  <a:lnTo>
                    <a:pt x="1147440" y="208750"/>
                  </a:lnTo>
                  <a:lnTo>
                    <a:pt x="1297904" y="203620"/>
                  </a:lnTo>
                  <a:lnTo>
                    <a:pt x="1448369" y="197457"/>
                  </a:lnTo>
                  <a:lnTo>
                    <a:pt x="1598833" y="190713"/>
                  </a:lnTo>
                  <a:lnTo>
                    <a:pt x="1749297" y="183597"/>
                  </a:lnTo>
                  <a:lnTo>
                    <a:pt x="1899761" y="176220"/>
                  </a:lnTo>
                  <a:lnTo>
                    <a:pt x="2050225" y="168967"/>
                  </a:lnTo>
                  <a:lnTo>
                    <a:pt x="2200689" y="161849"/>
                  </a:lnTo>
                  <a:lnTo>
                    <a:pt x="2351153" y="154265"/>
                  </a:lnTo>
                  <a:lnTo>
                    <a:pt x="2501617" y="147719"/>
                  </a:lnTo>
                  <a:lnTo>
                    <a:pt x="2652081" y="143473"/>
                  </a:lnTo>
                  <a:lnTo>
                    <a:pt x="2802545" y="139302"/>
                  </a:lnTo>
                  <a:lnTo>
                    <a:pt x="2953009" y="135806"/>
                  </a:lnTo>
                  <a:lnTo>
                    <a:pt x="3103473" y="136851"/>
                  </a:lnTo>
                  <a:lnTo>
                    <a:pt x="3253937" y="141467"/>
                  </a:lnTo>
                  <a:lnTo>
                    <a:pt x="3404401" y="146139"/>
                  </a:lnTo>
                  <a:lnTo>
                    <a:pt x="3554865" y="150661"/>
                  </a:lnTo>
                  <a:lnTo>
                    <a:pt x="3705329" y="158972"/>
                  </a:lnTo>
                  <a:lnTo>
                    <a:pt x="3855793" y="168211"/>
                  </a:lnTo>
                  <a:lnTo>
                    <a:pt x="4006257" y="173809"/>
                  </a:lnTo>
                  <a:lnTo>
                    <a:pt x="4156721" y="176007"/>
                  </a:lnTo>
                  <a:lnTo>
                    <a:pt x="4307185" y="176310"/>
                  </a:lnTo>
                  <a:lnTo>
                    <a:pt x="4457649" y="173177"/>
                  </a:lnTo>
                  <a:lnTo>
                    <a:pt x="4608114" y="165447"/>
                  </a:lnTo>
                  <a:lnTo>
                    <a:pt x="4758578" y="154691"/>
                  </a:lnTo>
                  <a:lnTo>
                    <a:pt x="4909042" y="142454"/>
                  </a:lnTo>
                  <a:lnTo>
                    <a:pt x="5059506" y="128981"/>
                  </a:lnTo>
                  <a:lnTo>
                    <a:pt x="5209970" y="114421"/>
                  </a:lnTo>
                  <a:lnTo>
                    <a:pt x="5360434" y="98845"/>
                  </a:lnTo>
                  <a:lnTo>
                    <a:pt x="5510898" y="82265"/>
                  </a:lnTo>
                  <a:lnTo>
                    <a:pt x="5661362" y="64652"/>
                  </a:lnTo>
                  <a:lnTo>
                    <a:pt x="5811826" y="45948"/>
                  </a:lnTo>
                  <a:lnTo>
                    <a:pt x="5962290" y="26078"/>
                  </a:lnTo>
                  <a:lnTo>
                    <a:pt x="6112754" y="49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05320"/>
              <a:ext cx="6145984" cy="261495"/>
            </a:xfrm>
            <a:custGeom>
              <a:avLst/>
              <a:pathLst>
                <a:path w="6145984" h="261495">
                  <a:moveTo>
                    <a:pt x="6145984" y="0"/>
                  </a:moveTo>
                  <a:lnTo>
                    <a:pt x="6112754" y="1508"/>
                  </a:lnTo>
                  <a:lnTo>
                    <a:pt x="5962290" y="8421"/>
                  </a:lnTo>
                  <a:lnTo>
                    <a:pt x="5811826" y="15305"/>
                  </a:lnTo>
                  <a:lnTo>
                    <a:pt x="5661362" y="22044"/>
                  </a:lnTo>
                  <a:lnTo>
                    <a:pt x="5510898" y="28531"/>
                  </a:lnTo>
                  <a:lnTo>
                    <a:pt x="5360434" y="34677"/>
                  </a:lnTo>
                  <a:lnTo>
                    <a:pt x="5209970" y="40420"/>
                  </a:lnTo>
                  <a:lnTo>
                    <a:pt x="5059506" y="45741"/>
                  </a:lnTo>
                  <a:lnTo>
                    <a:pt x="4909042" y="50679"/>
                  </a:lnTo>
                  <a:lnTo>
                    <a:pt x="4758578" y="55351"/>
                  </a:lnTo>
                  <a:lnTo>
                    <a:pt x="4608114" y="59972"/>
                  </a:lnTo>
                  <a:lnTo>
                    <a:pt x="4457649" y="63076"/>
                  </a:lnTo>
                  <a:lnTo>
                    <a:pt x="4307185" y="62787"/>
                  </a:lnTo>
                  <a:lnTo>
                    <a:pt x="4156721" y="60740"/>
                  </a:lnTo>
                  <a:lnTo>
                    <a:pt x="4006257" y="58282"/>
                  </a:lnTo>
                  <a:lnTo>
                    <a:pt x="3855793" y="52230"/>
                  </a:lnTo>
                  <a:lnTo>
                    <a:pt x="3705329" y="43455"/>
                  </a:lnTo>
                  <a:lnTo>
                    <a:pt x="3554865" y="36850"/>
                  </a:lnTo>
                  <a:lnTo>
                    <a:pt x="3404401" y="32029"/>
                  </a:lnTo>
                  <a:lnTo>
                    <a:pt x="3253937" y="27001"/>
                  </a:lnTo>
                  <a:lnTo>
                    <a:pt x="3103473" y="24617"/>
                  </a:lnTo>
                  <a:lnTo>
                    <a:pt x="2953009" y="24485"/>
                  </a:lnTo>
                  <a:lnTo>
                    <a:pt x="2802545" y="25202"/>
                  </a:lnTo>
                  <a:lnTo>
                    <a:pt x="2652081" y="28537"/>
                  </a:lnTo>
                  <a:lnTo>
                    <a:pt x="2501617" y="33556"/>
                  </a:lnTo>
                  <a:lnTo>
                    <a:pt x="2351153" y="38405"/>
                  </a:lnTo>
                  <a:lnTo>
                    <a:pt x="2200689" y="45152"/>
                  </a:lnTo>
                  <a:lnTo>
                    <a:pt x="2050225" y="53206"/>
                  </a:lnTo>
                  <a:lnTo>
                    <a:pt x="1899761" y="60838"/>
                  </a:lnTo>
                  <a:lnTo>
                    <a:pt x="1749297" y="69433"/>
                  </a:lnTo>
                  <a:lnTo>
                    <a:pt x="1598833" y="79123"/>
                  </a:lnTo>
                  <a:lnTo>
                    <a:pt x="1448369" y="89647"/>
                  </a:lnTo>
                  <a:lnTo>
                    <a:pt x="1297904" y="100825"/>
                  </a:lnTo>
                  <a:lnTo>
                    <a:pt x="1147440" y="112919"/>
                  </a:lnTo>
                  <a:lnTo>
                    <a:pt x="996976" y="126193"/>
                  </a:lnTo>
                  <a:lnTo>
                    <a:pt x="846512" y="140953"/>
                  </a:lnTo>
                  <a:lnTo>
                    <a:pt x="696048" y="157483"/>
                  </a:lnTo>
                  <a:lnTo>
                    <a:pt x="545584" y="176002"/>
                  </a:lnTo>
                  <a:lnTo>
                    <a:pt x="395120" y="196642"/>
                  </a:lnTo>
                  <a:lnTo>
                    <a:pt x="244656" y="219465"/>
                  </a:lnTo>
                  <a:lnTo>
                    <a:pt x="94192" y="244479"/>
                  </a:lnTo>
                  <a:lnTo>
                    <a:pt x="0" y="2614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91618"/>
              <a:ext cx="6145984" cy="226183"/>
            </a:xfrm>
            <a:custGeom>
              <a:avLst/>
              <a:pathLst>
                <a:path w="6145984" h="226183">
                  <a:moveTo>
                    <a:pt x="0" y="226183"/>
                  </a:moveTo>
                  <a:lnTo>
                    <a:pt x="94192" y="220745"/>
                  </a:lnTo>
                  <a:lnTo>
                    <a:pt x="244656" y="212119"/>
                  </a:lnTo>
                  <a:lnTo>
                    <a:pt x="395120" y="203542"/>
                  </a:lnTo>
                  <a:lnTo>
                    <a:pt x="545584" y="194997"/>
                  </a:lnTo>
                  <a:lnTo>
                    <a:pt x="696048" y="186469"/>
                  </a:lnTo>
                  <a:lnTo>
                    <a:pt x="846512" y="177942"/>
                  </a:lnTo>
                  <a:lnTo>
                    <a:pt x="996976" y="169403"/>
                  </a:lnTo>
                  <a:lnTo>
                    <a:pt x="1147440" y="160834"/>
                  </a:lnTo>
                  <a:lnTo>
                    <a:pt x="1297904" y="152222"/>
                  </a:lnTo>
                  <a:lnTo>
                    <a:pt x="1448369" y="143552"/>
                  </a:lnTo>
                  <a:lnTo>
                    <a:pt x="1598833" y="134918"/>
                  </a:lnTo>
                  <a:lnTo>
                    <a:pt x="1749297" y="126515"/>
                  </a:lnTo>
                  <a:lnTo>
                    <a:pt x="1899761" y="118529"/>
                  </a:lnTo>
                  <a:lnTo>
                    <a:pt x="2050225" y="111086"/>
                  </a:lnTo>
                  <a:lnTo>
                    <a:pt x="2200689" y="103500"/>
                  </a:lnTo>
                  <a:lnTo>
                    <a:pt x="2351153" y="96335"/>
                  </a:lnTo>
                  <a:lnTo>
                    <a:pt x="2501617" y="90637"/>
                  </a:lnTo>
                  <a:lnTo>
                    <a:pt x="2652081" y="86005"/>
                  </a:lnTo>
                  <a:lnTo>
                    <a:pt x="2802545" y="82252"/>
                  </a:lnTo>
                  <a:lnTo>
                    <a:pt x="2953009" y="80146"/>
                  </a:lnTo>
                  <a:lnTo>
                    <a:pt x="3103473" y="80734"/>
                  </a:lnTo>
                  <a:lnTo>
                    <a:pt x="3253937" y="84234"/>
                  </a:lnTo>
                  <a:lnTo>
                    <a:pt x="3404401" y="89084"/>
                  </a:lnTo>
                  <a:lnTo>
                    <a:pt x="3554865" y="93755"/>
                  </a:lnTo>
                  <a:lnTo>
                    <a:pt x="3705329" y="101213"/>
                  </a:lnTo>
                  <a:lnTo>
                    <a:pt x="3855793" y="110220"/>
                  </a:lnTo>
                  <a:lnTo>
                    <a:pt x="4006257" y="116045"/>
                  </a:lnTo>
                  <a:lnTo>
                    <a:pt x="4156721" y="118373"/>
                  </a:lnTo>
                  <a:lnTo>
                    <a:pt x="4307185" y="119548"/>
                  </a:lnTo>
                  <a:lnTo>
                    <a:pt x="4457649" y="118126"/>
                  </a:lnTo>
                  <a:lnTo>
                    <a:pt x="4608114" y="112709"/>
                  </a:lnTo>
                  <a:lnTo>
                    <a:pt x="4758578" y="105021"/>
                  </a:lnTo>
                  <a:lnTo>
                    <a:pt x="4909042" y="96567"/>
                  </a:lnTo>
                  <a:lnTo>
                    <a:pt x="5059506" y="87361"/>
                  </a:lnTo>
                  <a:lnTo>
                    <a:pt x="5209970" y="77421"/>
                  </a:lnTo>
                  <a:lnTo>
                    <a:pt x="5360434" y="66761"/>
                  </a:lnTo>
                  <a:lnTo>
                    <a:pt x="5510898" y="55398"/>
                  </a:lnTo>
                  <a:lnTo>
                    <a:pt x="5661362" y="43348"/>
                  </a:lnTo>
                  <a:lnTo>
                    <a:pt x="5811826" y="30627"/>
                  </a:lnTo>
                  <a:lnTo>
                    <a:pt x="5962290" y="17250"/>
                  </a:lnTo>
                  <a:lnTo>
                    <a:pt x="6112754" y="323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315102"/>
              <a:ext cx="6145984" cy="1016660"/>
            </a:xfrm>
            <a:custGeom>
              <a:avLst/>
              <a:pathLst>
                <a:path w="6145984" h="1016660">
                  <a:moveTo>
                    <a:pt x="0" y="458001"/>
                  </a:moveTo>
                  <a:lnTo>
                    <a:pt x="94192" y="479363"/>
                  </a:lnTo>
                  <a:lnTo>
                    <a:pt x="244656" y="508426"/>
                  </a:lnTo>
                  <a:lnTo>
                    <a:pt x="395120" y="532372"/>
                  </a:lnTo>
                  <a:lnTo>
                    <a:pt x="545584" y="551207"/>
                  </a:lnTo>
                  <a:lnTo>
                    <a:pt x="696048" y="565030"/>
                  </a:lnTo>
                  <a:lnTo>
                    <a:pt x="846512" y="574081"/>
                  </a:lnTo>
                  <a:lnTo>
                    <a:pt x="996976" y="578755"/>
                  </a:lnTo>
                  <a:lnTo>
                    <a:pt x="1147440" y="579573"/>
                  </a:lnTo>
                  <a:lnTo>
                    <a:pt x="1297904" y="577096"/>
                  </a:lnTo>
                  <a:lnTo>
                    <a:pt x="1448369" y="571797"/>
                  </a:lnTo>
                  <a:lnTo>
                    <a:pt x="1598833" y="563899"/>
                  </a:lnTo>
                  <a:lnTo>
                    <a:pt x="1749297" y="553184"/>
                  </a:lnTo>
                  <a:lnTo>
                    <a:pt x="1899761" y="539513"/>
                  </a:lnTo>
                  <a:lnTo>
                    <a:pt x="2050225" y="523441"/>
                  </a:lnTo>
                  <a:lnTo>
                    <a:pt x="2200689" y="507314"/>
                  </a:lnTo>
                  <a:lnTo>
                    <a:pt x="2351153" y="488584"/>
                  </a:lnTo>
                  <a:lnTo>
                    <a:pt x="2501617" y="467152"/>
                  </a:lnTo>
                  <a:lnTo>
                    <a:pt x="2652081" y="443462"/>
                  </a:lnTo>
                  <a:lnTo>
                    <a:pt x="2802545" y="414720"/>
                  </a:lnTo>
                  <a:lnTo>
                    <a:pt x="2953009" y="384105"/>
                  </a:lnTo>
                  <a:lnTo>
                    <a:pt x="3103473" y="356787"/>
                  </a:lnTo>
                  <a:lnTo>
                    <a:pt x="3253937" y="326081"/>
                  </a:lnTo>
                  <a:lnTo>
                    <a:pt x="3404401" y="292748"/>
                  </a:lnTo>
                  <a:lnTo>
                    <a:pt x="3554865" y="263909"/>
                  </a:lnTo>
                  <a:lnTo>
                    <a:pt x="3705329" y="236053"/>
                  </a:lnTo>
                  <a:lnTo>
                    <a:pt x="3855793" y="206455"/>
                  </a:lnTo>
                  <a:lnTo>
                    <a:pt x="4006257" y="182247"/>
                  </a:lnTo>
                  <a:lnTo>
                    <a:pt x="4156721" y="164972"/>
                  </a:lnTo>
                  <a:lnTo>
                    <a:pt x="4307185" y="148434"/>
                  </a:lnTo>
                  <a:lnTo>
                    <a:pt x="4457649" y="132532"/>
                  </a:lnTo>
                  <a:lnTo>
                    <a:pt x="4608114" y="117783"/>
                  </a:lnTo>
                  <a:lnTo>
                    <a:pt x="4758578" y="103397"/>
                  </a:lnTo>
                  <a:lnTo>
                    <a:pt x="4909042" y="89124"/>
                  </a:lnTo>
                  <a:lnTo>
                    <a:pt x="5059506" y="75400"/>
                  </a:lnTo>
                  <a:lnTo>
                    <a:pt x="5209970" y="62481"/>
                  </a:lnTo>
                  <a:lnTo>
                    <a:pt x="5360434" y="50475"/>
                  </a:lnTo>
                  <a:lnTo>
                    <a:pt x="5510898" y="39383"/>
                  </a:lnTo>
                  <a:lnTo>
                    <a:pt x="5661362" y="29123"/>
                  </a:lnTo>
                  <a:lnTo>
                    <a:pt x="5811826" y="19565"/>
                  </a:lnTo>
                  <a:lnTo>
                    <a:pt x="5962290" y="10542"/>
                  </a:lnTo>
                  <a:lnTo>
                    <a:pt x="6112754" y="1875"/>
                  </a:lnTo>
                  <a:lnTo>
                    <a:pt x="6145984" y="0"/>
                  </a:lnTo>
                  <a:lnTo>
                    <a:pt x="6145984" y="426273"/>
                  </a:lnTo>
                  <a:lnTo>
                    <a:pt x="6112754" y="421680"/>
                  </a:lnTo>
                  <a:lnTo>
                    <a:pt x="5962290" y="403718"/>
                  </a:lnTo>
                  <a:lnTo>
                    <a:pt x="5811826" y="388398"/>
                  </a:lnTo>
                  <a:lnTo>
                    <a:pt x="5661362" y="375527"/>
                  </a:lnTo>
                  <a:lnTo>
                    <a:pt x="5510898" y="364931"/>
                  </a:lnTo>
                  <a:lnTo>
                    <a:pt x="5360434" y="356465"/>
                  </a:lnTo>
                  <a:lnTo>
                    <a:pt x="5209970" y="350038"/>
                  </a:lnTo>
                  <a:lnTo>
                    <a:pt x="5059506" y="345638"/>
                  </a:lnTo>
                  <a:lnTo>
                    <a:pt x="4909042" y="343363"/>
                  </a:lnTo>
                  <a:lnTo>
                    <a:pt x="4758578" y="343456"/>
                  </a:lnTo>
                  <a:lnTo>
                    <a:pt x="4608114" y="346342"/>
                  </a:lnTo>
                  <a:lnTo>
                    <a:pt x="4457649" y="352417"/>
                  </a:lnTo>
                  <a:lnTo>
                    <a:pt x="4307185" y="361907"/>
                  </a:lnTo>
                  <a:lnTo>
                    <a:pt x="4156721" y="375177"/>
                  </a:lnTo>
                  <a:lnTo>
                    <a:pt x="4006257" y="391963"/>
                  </a:lnTo>
                  <a:lnTo>
                    <a:pt x="3855793" y="415319"/>
                  </a:lnTo>
                  <a:lnTo>
                    <a:pt x="3705329" y="445787"/>
                  </a:lnTo>
                  <a:lnTo>
                    <a:pt x="3554865" y="476842"/>
                  </a:lnTo>
                  <a:lnTo>
                    <a:pt x="3404401" y="505121"/>
                  </a:lnTo>
                  <a:lnTo>
                    <a:pt x="3253937" y="537785"/>
                  </a:lnTo>
                  <a:lnTo>
                    <a:pt x="3103473" y="572677"/>
                  </a:lnTo>
                  <a:lnTo>
                    <a:pt x="2953009" y="601705"/>
                  </a:lnTo>
                  <a:lnTo>
                    <a:pt x="2802545" y="627110"/>
                  </a:lnTo>
                  <a:lnTo>
                    <a:pt x="2652081" y="654286"/>
                  </a:lnTo>
                  <a:lnTo>
                    <a:pt x="2501617" y="679424"/>
                  </a:lnTo>
                  <a:lnTo>
                    <a:pt x="2351153" y="697675"/>
                  </a:lnTo>
                  <a:lnTo>
                    <a:pt x="2200689" y="714837"/>
                  </a:lnTo>
                  <a:lnTo>
                    <a:pt x="2050225" y="732717"/>
                  </a:lnTo>
                  <a:lnTo>
                    <a:pt x="1899761" y="749500"/>
                  </a:lnTo>
                  <a:lnTo>
                    <a:pt x="1749297" y="765455"/>
                  </a:lnTo>
                  <a:lnTo>
                    <a:pt x="1598833" y="780994"/>
                  </a:lnTo>
                  <a:lnTo>
                    <a:pt x="1448369" y="795979"/>
                  </a:lnTo>
                  <a:lnTo>
                    <a:pt x="1297904" y="810678"/>
                  </a:lnTo>
                  <a:lnTo>
                    <a:pt x="1147440" y="826209"/>
                  </a:lnTo>
                  <a:lnTo>
                    <a:pt x="996976" y="843033"/>
                  </a:lnTo>
                  <a:lnTo>
                    <a:pt x="846512" y="861679"/>
                  </a:lnTo>
                  <a:lnTo>
                    <a:pt x="696048" y="882637"/>
                  </a:lnTo>
                  <a:lnTo>
                    <a:pt x="545584" y="906267"/>
                  </a:lnTo>
                  <a:lnTo>
                    <a:pt x="395120" y="932778"/>
                  </a:lnTo>
                  <a:lnTo>
                    <a:pt x="244656" y="962237"/>
                  </a:lnTo>
                  <a:lnTo>
                    <a:pt x="94192" y="994616"/>
                  </a:lnTo>
                  <a:lnTo>
                    <a:pt x="0" y="101666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315102"/>
              <a:ext cx="6145984" cy="579573"/>
            </a:xfrm>
            <a:custGeom>
              <a:avLst/>
              <a:pathLst>
                <a:path w="6145984" h="579573">
                  <a:moveTo>
                    <a:pt x="0" y="458001"/>
                  </a:moveTo>
                  <a:lnTo>
                    <a:pt x="94192" y="479363"/>
                  </a:lnTo>
                  <a:lnTo>
                    <a:pt x="244656" y="508426"/>
                  </a:lnTo>
                  <a:lnTo>
                    <a:pt x="395120" y="532372"/>
                  </a:lnTo>
                  <a:lnTo>
                    <a:pt x="545584" y="551207"/>
                  </a:lnTo>
                  <a:lnTo>
                    <a:pt x="696048" y="565030"/>
                  </a:lnTo>
                  <a:lnTo>
                    <a:pt x="846512" y="574081"/>
                  </a:lnTo>
                  <a:lnTo>
                    <a:pt x="996976" y="578755"/>
                  </a:lnTo>
                  <a:lnTo>
                    <a:pt x="1147440" y="579573"/>
                  </a:lnTo>
                  <a:lnTo>
                    <a:pt x="1297904" y="577096"/>
                  </a:lnTo>
                  <a:lnTo>
                    <a:pt x="1448369" y="571797"/>
                  </a:lnTo>
                  <a:lnTo>
                    <a:pt x="1598833" y="563899"/>
                  </a:lnTo>
                  <a:lnTo>
                    <a:pt x="1749297" y="553184"/>
                  </a:lnTo>
                  <a:lnTo>
                    <a:pt x="1899761" y="539513"/>
                  </a:lnTo>
                  <a:lnTo>
                    <a:pt x="2050225" y="523441"/>
                  </a:lnTo>
                  <a:lnTo>
                    <a:pt x="2200689" y="507314"/>
                  </a:lnTo>
                  <a:lnTo>
                    <a:pt x="2351153" y="488584"/>
                  </a:lnTo>
                  <a:lnTo>
                    <a:pt x="2501617" y="467152"/>
                  </a:lnTo>
                  <a:lnTo>
                    <a:pt x="2652081" y="443462"/>
                  </a:lnTo>
                  <a:lnTo>
                    <a:pt x="2802545" y="414720"/>
                  </a:lnTo>
                  <a:lnTo>
                    <a:pt x="2953009" y="384105"/>
                  </a:lnTo>
                  <a:lnTo>
                    <a:pt x="3103473" y="356787"/>
                  </a:lnTo>
                  <a:lnTo>
                    <a:pt x="3253937" y="326081"/>
                  </a:lnTo>
                  <a:lnTo>
                    <a:pt x="3404401" y="292748"/>
                  </a:lnTo>
                  <a:lnTo>
                    <a:pt x="3554865" y="263909"/>
                  </a:lnTo>
                  <a:lnTo>
                    <a:pt x="3705329" y="236053"/>
                  </a:lnTo>
                  <a:lnTo>
                    <a:pt x="3855793" y="206455"/>
                  </a:lnTo>
                  <a:lnTo>
                    <a:pt x="4006257" y="182247"/>
                  </a:lnTo>
                  <a:lnTo>
                    <a:pt x="4156721" y="164972"/>
                  </a:lnTo>
                  <a:lnTo>
                    <a:pt x="4307185" y="148434"/>
                  </a:lnTo>
                  <a:lnTo>
                    <a:pt x="4457649" y="132532"/>
                  </a:lnTo>
                  <a:lnTo>
                    <a:pt x="4608114" y="117783"/>
                  </a:lnTo>
                  <a:lnTo>
                    <a:pt x="4758578" y="103397"/>
                  </a:lnTo>
                  <a:lnTo>
                    <a:pt x="4909042" y="89124"/>
                  </a:lnTo>
                  <a:lnTo>
                    <a:pt x="5059506" y="75400"/>
                  </a:lnTo>
                  <a:lnTo>
                    <a:pt x="5209970" y="62481"/>
                  </a:lnTo>
                  <a:lnTo>
                    <a:pt x="5360434" y="50475"/>
                  </a:lnTo>
                  <a:lnTo>
                    <a:pt x="5510898" y="39383"/>
                  </a:lnTo>
                  <a:lnTo>
                    <a:pt x="5661362" y="29123"/>
                  </a:lnTo>
                  <a:lnTo>
                    <a:pt x="5811826" y="19565"/>
                  </a:lnTo>
                  <a:lnTo>
                    <a:pt x="5962290" y="10542"/>
                  </a:lnTo>
                  <a:lnTo>
                    <a:pt x="6112754" y="187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58465"/>
              <a:ext cx="6145984" cy="673296"/>
            </a:xfrm>
            <a:custGeom>
              <a:avLst/>
              <a:pathLst>
                <a:path w="6145984" h="673296">
                  <a:moveTo>
                    <a:pt x="6145984" y="82909"/>
                  </a:moveTo>
                  <a:lnTo>
                    <a:pt x="6112754" y="78316"/>
                  </a:lnTo>
                  <a:lnTo>
                    <a:pt x="5962290" y="60354"/>
                  </a:lnTo>
                  <a:lnTo>
                    <a:pt x="5811826" y="45034"/>
                  </a:lnTo>
                  <a:lnTo>
                    <a:pt x="5661362" y="32164"/>
                  </a:lnTo>
                  <a:lnTo>
                    <a:pt x="5510898" y="21568"/>
                  </a:lnTo>
                  <a:lnTo>
                    <a:pt x="5360434" y="13102"/>
                  </a:lnTo>
                  <a:lnTo>
                    <a:pt x="5209970" y="6675"/>
                  </a:lnTo>
                  <a:lnTo>
                    <a:pt x="5059506" y="2275"/>
                  </a:lnTo>
                  <a:lnTo>
                    <a:pt x="4909042" y="0"/>
                  </a:lnTo>
                  <a:lnTo>
                    <a:pt x="4758578" y="92"/>
                  </a:lnTo>
                  <a:lnTo>
                    <a:pt x="4608114" y="2979"/>
                  </a:lnTo>
                  <a:lnTo>
                    <a:pt x="4457649" y="9054"/>
                  </a:lnTo>
                  <a:lnTo>
                    <a:pt x="4307185" y="18544"/>
                  </a:lnTo>
                  <a:lnTo>
                    <a:pt x="4156721" y="31813"/>
                  </a:lnTo>
                  <a:lnTo>
                    <a:pt x="4006257" y="48599"/>
                  </a:lnTo>
                  <a:lnTo>
                    <a:pt x="3855793" y="71956"/>
                  </a:lnTo>
                  <a:lnTo>
                    <a:pt x="3705329" y="102424"/>
                  </a:lnTo>
                  <a:lnTo>
                    <a:pt x="3554865" y="133478"/>
                  </a:lnTo>
                  <a:lnTo>
                    <a:pt x="3404401" y="161757"/>
                  </a:lnTo>
                  <a:lnTo>
                    <a:pt x="3253937" y="194422"/>
                  </a:lnTo>
                  <a:lnTo>
                    <a:pt x="3103473" y="229313"/>
                  </a:lnTo>
                  <a:lnTo>
                    <a:pt x="2953009" y="258342"/>
                  </a:lnTo>
                  <a:lnTo>
                    <a:pt x="2802545" y="283746"/>
                  </a:lnTo>
                  <a:lnTo>
                    <a:pt x="2652081" y="310923"/>
                  </a:lnTo>
                  <a:lnTo>
                    <a:pt x="2501617" y="336061"/>
                  </a:lnTo>
                  <a:lnTo>
                    <a:pt x="2351153" y="354311"/>
                  </a:lnTo>
                  <a:lnTo>
                    <a:pt x="2200689" y="371474"/>
                  </a:lnTo>
                  <a:lnTo>
                    <a:pt x="2050225" y="389353"/>
                  </a:lnTo>
                  <a:lnTo>
                    <a:pt x="1899761" y="406136"/>
                  </a:lnTo>
                  <a:lnTo>
                    <a:pt x="1749297" y="422091"/>
                  </a:lnTo>
                  <a:lnTo>
                    <a:pt x="1598833" y="437630"/>
                  </a:lnTo>
                  <a:lnTo>
                    <a:pt x="1448369" y="452615"/>
                  </a:lnTo>
                  <a:lnTo>
                    <a:pt x="1297904" y="467314"/>
                  </a:lnTo>
                  <a:lnTo>
                    <a:pt x="1147440" y="482846"/>
                  </a:lnTo>
                  <a:lnTo>
                    <a:pt x="996976" y="499670"/>
                  </a:lnTo>
                  <a:lnTo>
                    <a:pt x="846512" y="518316"/>
                  </a:lnTo>
                  <a:lnTo>
                    <a:pt x="696048" y="539273"/>
                  </a:lnTo>
                  <a:lnTo>
                    <a:pt x="545584" y="562904"/>
                  </a:lnTo>
                  <a:lnTo>
                    <a:pt x="395120" y="589414"/>
                  </a:lnTo>
                  <a:lnTo>
                    <a:pt x="244656" y="618873"/>
                  </a:lnTo>
                  <a:lnTo>
                    <a:pt x="94192" y="651253"/>
                  </a:lnTo>
                  <a:lnTo>
                    <a:pt x="0" y="6732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17259"/>
              <a:ext cx="6145984" cy="535173"/>
            </a:xfrm>
            <a:custGeom>
              <a:avLst/>
              <a:pathLst>
                <a:path w="6145984" h="535173">
                  <a:moveTo>
                    <a:pt x="0" y="535173"/>
                  </a:moveTo>
                  <a:lnTo>
                    <a:pt x="94192" y="534832"/>
                  </a:lnTo>
                  <a:lnTo>
                    <a:pt x="244656" y="533174"/>
                  </a:lnTo>
                  <a:lnTo>
                    <a:pt x="395120" y="530418"/>
                  </a:lnTo>
                  <a:lnTo>
                    <a:pt x="545584" y="526579"/>
                  </a:lnTo>
                  <a:lnTo>
                    <a:pt x="696048" y="521676"/>
                  </a:lnTo>
                  <a:lnTo>
                    <a:pt x="846512" y="515723"/>
                  </a:lnTo>
                  <a:lnTo>
                    <a:pt x="996976" y="508737"/>
                  </a:lnTo>
                  <a:lnTo>
                    <a:pt x="1147440" y="500734"/>
                  </a:lnTo>
                  <a:lnTo>
                    <a:pt x="1297904" y="491730"/>
                  </a:lnTo>
                  <a:lnTo>
                    <a:pt x="1448369" y="481730"/>
                  </a:lnTo>
                  <a:lnTo>
                    <a:pt x="1598833" y="470289"/>
                  </a:lnTo>
                  <a:lnTo>
                    <a:pt x="1749297" y="457162"/>
                  </a:lnTo>
                  <a:lnTo>
                    <a:pt x="1899761" y="442349"/>
                  </a:lnTo>
                  <a:lnTo>
                    <a:pt x="2050225" y="425922"/>
                  </a:lnTo>
                  <a:lnTo>
                    <a:pt x="2200689" y="408918"/>
                  </a:lnTo>
                  <a:lnTo>
                    <a:pt x="2351153" y="390972"/>
                  </a:lnTo>
                  <a:lnTo>
                    <a:pt x="2501617" y="371130"/>
                  </a:lnTo>
                  <a:lnTo>
                    <a:pt x="2652081" y="346717"/>
                  </a:lnTo>
                  <a:lnTo>
                    <a:pt x="2802545" y="318757"/>
                  </a:lnTo>
                  <a:lnTo>
                    <a:pt x="2953009" y="290748"/>
                  </a:lnTo>
                  <a:lnTo>
                    <a:pt x="3103473" y="262574"/>
                  </a:lnTo>
                  <a:lnTo>
                    <a:pt x="3253937" y="229776"/>
                  </a:lnTo>
                  <a:lnTo>
                    <a:pt x="3404401" y="196777"/>
                  </a:lnTo>
                  <a:lnTo>
                    <a:pt x="3554865" y="168218"/>
                  </a:lnTo>
                  <a:lnTo>
                    <a:pt x="3705329" y="138763"/>
                  </a:lnTo>
                  <a:lnTo>
                    <a:pt x="3855793" y="108730"/>
                  </a:lnTo>
                  <a:lnTo>
                    <a:pt x="4006257" y="84947"/>
                  </a:lnTo>
                  <a:lnTo>
                    <a:pt x="4156721" y="67917"/>
                  </a:lnTo>
                  <a:lnTo>
                    <a:pt x="4307185" y="53013"/>
                  </a:lnTo>
                  <a:lnTo>
                    <a:pt x="4457649" y="40317"/>
                  </a:lnTo>
                  <a:lnTo>
                    <a:pt x="4608114" y="29905"/>
                  </a:lnTo>
                  <a:lnTo>
                    <a:pt x="4758578" y="21269"/>
                  </a:lnTo>
                  <a:lnTo>
                    <a:pt x="4909042" y="14086"/>
                  </a:lnTo>
                  <a:lnTo>
                    <a:pt x="5059506" y="8362"/>
                  </a:lnTo>
                  <a:lnTo>
                    <a:pt x="5209970" y="4102"/>
                  </a:lnTo>
                  <a:lnTo>
                    <a:pt x="5360434" y="1313"/>
                  </a:lnTo>
                  <a:lnTo>
                    <a:pt x="5510898" y="0"/>
                  </a:lnTo>
                  <a:lnTo>
                    <a:pt x="5661362" y="168"/>
                  </a:lnTo>
                  <a:lnTo>
                    <a:pt x="5811826" y="1824"/>
                  </a:lnTo>
                  <a:lnTo>
                    <a:pt x="5962290" y="4972"/>
                  </a:lnTo>
                  <a:lnTo>
                    <a:pt x="6112754" y="9620"/>
                  </a:lnTo>
                  <a:lnTo>
                    <a:pt x="6145984" y="1097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739549"/>
              <a:ext cx="6145984" cy="1460310"/>
            </a:xfrm>
            <a:custGeom>
              <a:avLst/>
              <a:pathLst>
                <a:path w="6145984" h="1460310">
                  <a:moveTo>
                    <a:pt x="0" y="771258"/>
                  </a:moveTo>
                  <a:lnTo>
                    <a:pt x="94192" y="794344"/>
                  </a:lnTo>
                  <a:lnTo>
                    <a:pt x="244656" y="825316"/>
                  </a:lnTo>
                  <a:lnTo>
                    <a:pt x="395120" y="850283"/>
                  </a:lnTo>
                  <a:lnTo>
                    <a:pt x="545584" y="869219"/>
                  </a:lnTo>
                  <a:lnTo>
                    <a:pt x="696048" y="882216"/>
                  </a:lnTo>
                  <a:lnTo>
                    <a:pt x="846512" y="889538"/>
                  </a:lnTo>
                  <a:lnTo>
                    <a:pt x="996976" y="891639"/>
                  </a:lnTo>
                  <a:lnTo>
                    <a:pt x="1147440" y="889130"/>
                  </a:lnTo>
                  <a:lnTo>
                    <a:pt x="1297904" y="882674"/>
                  </a:lnTo>
                  <a:lnTo>
                    <a:pt x="1448369" y="872838"/>
                  </a:lnTo>
                  <a:lnTo>
                    <a:pt x="1598833" y="860658"/>
                  </a:lnTo>
                  <a:lnTo>
                    <a:pt x="1749297" y="846151"/>
                  </a:lnTo>
                  <a:lnTo>
                    <a:pt x="1899761" y="828977"/>
                  </a:lnTo>
                  <a:lnTo>
                    <a:pt x="2050225" y="809958"/>
                  </a:lnTo>
                  <a:lnTo>
                    <a:pt x="2200689" y="796120"/>
                  </a:lnTo>
                  <a:lnTo>
                    <a:pt x="2351153" y="781687"/>
                  </a:lnTo>
                  <a:lnTo>
                    <a:pt x="2501617" y="761429"/>
                  </a:lnTo>
                  <a:lnTo>
                    <a:pt x="2652081" y="741761"/>
                  </a:lnTo>
                  <a:lnTo>
                    <a:pt x="2802545" y="719817"/>
                  </a:lnTo>
                  <a:lnTo>
                    <a:pt x="2953009" y="691463"/>
                  </a:lnTo>
                  <a:lnTo>
                    <a:pt x="3103473" y="657915"/>
                  </a:lnTo>
                  <a:lnTo>
                    <a:pt x="3253937" y="615512"/>
                  </a:lnTo>
                  <a:lnTo>
                    <a:pt x="3404401" y="568426"/>
                  </a:lnTo>
                  <a:lnTo>
                    <a:pt x="3554865" y="528373"/>
                  </a:lnTo>
                  <a:lnTo>
                    <a:pt x="3705329" y="487677"/>
                  </a:lnTo>
                  <a:lnTo>
                    <a:pt x="3855793" y="443531"/>
                  </a:lnTo>
                  <a:lnTo>
                    <a:pt x="4006257" y="409498"/>
                  </a:lnTo>
                  <a:lnTo>
                    <a:pt x="4156721" y="387606"/>
                  </a:lnTo>
                  <a:lnTo>
                    <a:pt x="4307185" y="366684"/>
                  </a:lnTo>
                  <a:lnTo>
                    <a:pt x="4457649" y="346595"/>
                  </a:lnTo>
                  <a:lnTo>
                    <a:pt x="4608114" y="327932"/>
                  </a:lnTo>
                  <a:lnTo>
                    <a:pt x="4758578" y="307584"/>
                  </a:lnTo>
                  <a:lnTo>
                    <a:pt x="4909042" y="284016"/>
                  </a:lnTo>
                  <a:lnTo>
                    <a:pt x="5059506" y="257784"/>
                  </a:lnTo>
                  <a:lnTo>
                    <a:pt x="5209970" y="229225"/>
                  </a:lnTo>
                  <a:lnTo>
                    <a:pt x="5360434" y="198493"/>
                  </a:lnTo>
                  <a:lnTo>
                    <a:pt x="5510898" y="165605"/>
                  </a:lnTo>
                  <a:lnTo>
                    <a:pt x="5661362" y="130484"/>
                  </a:lnTo>
                  <a:lnTo>
                    <a:pt x="5811826" y="92987"/>
                  </a:lnTo>
                  <a:lnTo>
                    <a:pt x="5962290" y="52930"/>
                  </a:lnTo>
                  <a:lnTo>
                    <a:pt x="6112754" y="10111"/>
                  </a:lnTo>
                  <a:lnTo>
                    <a:pt x="6145984" y="0"/>
                  </a:lnTo>
                  <a:lnTo>
                    <a:pt x="6145984" y="525767"/>
                  </a:lnTo>
                  <a:lnTo>
                    <a:pt x="6112754" y="527900"/>
                  </a:lnTo>
                  <a:lnTo>
                    <a:pt x="5962290" y="537875"/>
                  </a:lnTo>
                  <a:lnTo>
                    <a:pt x="5811826" y="547907"/>
                  </a:lnTo>
                  <a:lnTo>
                    <a:pt x="5661362" y="557741"/>
                  </a:lnTo>
                  <a:lnTo>
                    <a:pt x="5510898" y="567138"/>
                  </a:lnTo>
                  <a:lnTo>
                    <a:pt x="5360434" y="575902"/>
                  </a:lnTo>
                  <a:lnTo>
                    <a:pt x="5209970" y="583900"/>
                  </a:lnTo>
                  <a:lnTo>
                    <a:pt x="5059506" y="591098"/>
                  </a:lnTo>
                  <a:lnTo>
                    <a:pt x="4909042" y="597596"/>
                  </a:lnTo>
                  <a:lnTo>
                    <a:pt x="4758578" y="603674"/>
                  </a:lnTo>
                  <a:lnTo>
                    <a:pt x="4608114" y="609838"/>
                  </a:lnTo>
                  <a:lnTo>
                    <a:pt x="4457649" y="617803"/>
                  </a:lnTo>
                  <a:lnTo>
                    <a:pt x="4307185" y="629983"/>
                  </a:lnTo>
                  <a:lnTo>
                    <a:pt x="4156721" y="646874"/>
                  </a:lnTo>
                  <a:lnTo>
                    <a:pt x="4006257" y="668163"/>
                  </a:lnTo>
                  <a:lnTo>
                    <a:pt x="3855793" y="701145"/>
                  </a:lnTo>
                  <a:lnTo>
                    <a:pt x="3705329" y="746365"/>
                  </a:lnTo>
                  <a:lnTo>
                    <a:pt x="3554865" y="791005"/>
                  </a:lnTo>
                  <a:lnTo>
                    <a:pt x="3404401" y="830367"/>
                  </a:lnTo>
                  <a:lnTo>
                    <a:pt x="3253937" y="876629"/>
                  </a:lnTo>
                  <a:lnTo>
                    <a:pt x="3103473" y="924194"/>
                  </a:lnTo>
                  <a:lnTo>
                    <a:pt x="2953009" y="959852"/>
                  </a:lnTo>
                  <a:lnTo>
                    <a:pt x="2802545" y="981780"/>
                  </a:lnTo>
                  <a:lnTo>
                    <a:pt x="2652081" y="1001792"/>
                  </a:lnTo>
                  <a:lnTo>
                    <a:pt x="2501617" y="1023247"/>
                  </a:lnTo>
                  <a:lnTo>
                    <a:pt x="2351153" y="1039581"/>
                  </a:lnTo>
                  <a:lnTo>
                    <a:pt x="2200689" y="1052080"/>
                  </a:lnTo>
                  <a:lnTo>
                    <a:pt x="2050225" y="1068080"/>
                  </a:lnTo>
                  <a:lnTo>
                    <a:pt x="1899761" y="1087976"/>
                  </a:lnTo>
                  <a:lnTo>
                    <a:pt x="1749297" y="1107967"/>
                  </a:lnTo>
                  <a:lnTo>
                    <a:pt x="1598833" y="1128424"/>
                  </a:lnTo>
                  <a:lnTo>
                    <a:pt x="1448369" y="1149344"/>
                  </a:lnTo>
                  <a:lnTo>
                    <a:pt x="1297904" y="1170775"/>
                  </a:lnTo>
                  <a:lnTo>
                    <a:pt x="1147440" y="1193333"/>
                  </a:lnTo>
                  <a:lnTo>
                    <a:pt x="996976" y="1217601"/>
                  </a:lnTo>
                  <a:lnTo>
                    <a:pt x="846512" y="1244263"/>
                  </a:lnTo>
                  <a:lnTo>
                    <a:pt x="696048" y="1273954"/>
                  </a:lnTo>
                  <a:lnTo>
                    <a:pt x="545584" y="1307152"/>
                  </a:lnTo>
                  <a:lnTo>
                    <a:pt x="395120" y="1344145"/>
                  </a:lnTo>
                  <a:lnTo>
                    <a:pt x="244656" y="1385049"/>
                  </a:lnTo>
                  <a:lnTo>
                    <a:pt x="94192" y="1429859"/>
                  </a:lnTo>
                  <a:lnTo>
                    <a:pt x="0" y="146031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739549"/>
              <a:ext cx="6145984" cy="891639"/>
            </a:xfrm>
            <a:custGeom>
              <a:avLst/>
              <a:pathLst>
                <a:path w="6145984" h="891639">
                  <a:moveTo>
                    <a:pt x="0" y="771258"/>
                  </a:moveTo>
                  <a:lnTo>
                    <a:pt x="94192" y="794344"/>
                  </a:lnTo>
                  <a:lnTo>
                    <a:pt x="244656" y="825316"/>
                  </a:lnTo>
                  <a:lnTo>
                    <a:pt x="395120" y="850283"/>
                  </a:lnTo>
                  <a:lnTo>
                    <a:pt x="545584" y="869219"/>
                  </a:lnTo>
                  <a:lnTo>
                    <a:pt x="696048" y="882216"/>
                  </a:lnTo>
                  <a:lnTo>
                    <a:pt x="846512" y="889538"/>
                  </a:lnTo>
                  <a:lnTo>
                    <a:pt x="996976" y="891639"/>
                  </a:lnTo>
                  <a:lnTo>
                    <a:pt x="1147440" y="889130"/>
                  </a:lnTo>
                  <a:lnTo>
                    <a:pt x="1297904" y="882674"/>
                  </a:lnTo>
                  <a:lnTo>
                    <a:pt x="1448369" y="872838"/>
                  </a:lnTo>
                  <a:lnTo>
                    <a:pt x="1598833" y="860658"/>
                  </a:lnTo>
                  <a:lnTo>
                    <a:pt x="1749297" y="846151"/>
                  </a:lnTo>
                  <a:lnTo>
                    <a:pt x="1899761" y="828977"/>
                  </a:lnTo>
                  <a:lnTo>
                    <a:pt x="2050225" y="809958"/>
                  </a:lnTo>
                  <a:lnTo>
                    <a:pt x="2200689" y="796120"/>
                  </a:lnTo>
                  <a:lnTo>
                    <a:pt x="2351153" y="781687"/>
                  </a:lnTo>
                  <a:lnTo>
                    <a:pt x="2501617" y="761429"/>
                  </a:lnTo>
                  <a:lnTo>
                    <a:pt x="2652081" y="741761"/>
                  </a:lnTo>
                  <a:lnTo>
                    <a:pt x="2802545" y="719817"/>
                  </a:lnTo>
                  <a:lnTo>
                    <a:pt x="2953009" y="691463"/>
                  </a:lnTo>
                  <a:lnTo>
                    <a:pt x="3103473" y="657915"/>
                  </a:lnTo>
                  <a:lnTo>
                    <a:pt x="3253937" y="615512"/>
                  </a:lnTo>
                  <a:lnTo>
                    <a:pt x="3404401" y="568426"/>
                  </a:lnTo>
                  <a:lnTo>
                    <a:pt x="3554865" y="528373"/>
                  </a:lnTo>
                  <a:lnTo>
                    <a:pt x="3705329" y="487677"/>
                  </a:lnTo>
                  <a:lnTo>
                    <a:pt x="3855793" y="443531"/>
                  </a:lnTo>
                  <a:lnTo>
                    <a:pt x="4006257" y="409498"/>
                  </a:lnTo>
                  <a:lnTo>
                    <a:pt x="4156721" y="387606"/>
                  </a:lnTo>
                  <a:lnTo>
                    <a:pt x="4307185" y="366684"/>
                  </a:lnTo>
                  <a:lnTo>
                    <a:pt x="4457649" y="346595"/>
                  </a:lnTo>
                  <a:lnTo>
                    <a:pt x="4608114" y="327932"/>
                  </a:lnTo>
                  <a:lnTo>
                    <a:pt x="4758578" y="307584"/>
                  </a:lnTo>
                  <a:lnTo>
                    <a:pt x="4909042" y="284016"/>
                  </a:lnTo>
                  <a:lnTo>
                    <a:pt x="5059506" y="257784"/>
                  </a:lnTo>
                  <a:lnTo>
                    <a:pt x="5209970" y="229225"/>
                  </a:lnTo>
                  <a:lnTo>
                    <a:pt x="5360434" y="198493"/>
                  </a:lnTo>
                  <a:lnTo>
                    <a:pt x="5510898" y="165605"/>
                  </a:lnTo>
                  <a:lnTo>
                    <a:pt x="5661362" y="130484"/>
                  </a:lnTo>
                  <a:lnTo>
                    <a:pt x="5811826" y="92987"/>
                  </a:lnTo>
                  <a:lnTo>
                    <a:pt x="5962290" y="52930"/>
                  </a:lnTo>
                  <a:lnTo>
                    <a:pt x="6112754" y="101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5316"/>
              <a:ext cx="6145984" cy="934542"/>
            </a:xfrm>
            <a:custGeom>
              <a:avLst/>
              <a:pathLst>
                <a:path w="6145984" h="934542">
                  <a:moveTo>
                    <a:pt x="6145984" y="0"/>
                  </a:moveTo>
                  <a:lnTo>
                    <a:pt x="6112754" y="2133"/>
                  </a:lnTo>
                  <a:lnTo>
                    <a:pt x="5962290" y="12108"/>
                  </a:lnTo>
                  <a:lnTo>
                    <a:pt x="5811826" y="22140"/>
                  </a:lnTo>
                  <a:lnTo>
                    <a:pt x="5661362" y="31973"/>
                  </a:lnTo>
                  <a:lnTo>
                    <a:pt x="5510898" y="41371"/>
                  </a:lnTo>
                  <a:lnTo>
                    <a:pt x="5360434" y="50134"/>
                  </a:lnTo>
                  <a:lnTo>
                    <a:pt x="5209970" y="58133"/>
                  </a:lnTo>
                  <a:lnTo>
                    <a:pt x="5059506" y="65330"/>
                  </a:lnTo>
                  <a:lnTo>
                    <a:pt x="4909042" y="71828"/>
                  </a:lnTo>
                  <a:lnTo>
                    <a:pt x="4758578" y="77907"/>
                  </a:lnTo>
                  <a:lnTo>
                    <a:pt x="4608114" y="84070"/>
                  </a:lnTo>
                  <a:lnTo>
                    <a:pt x="4457649" y="92036"/>
                  </a:lnTo>
                  <a:lnTo>
                    <a:pt x="4307185" y="104216"/>
                  </a:lnTo>
                  <a:lnTo>
                    <a:pt x="4156721" y="121106"/>
                  </a:lnTo>
                  <a:lnTo>
                    <a:pt x="4006257" y="142395"/>
                  </a:lnTo>
                  <a:lnTo>
                    <a:pt x="3855793" y="175377"/>
                  </a:lnTo>
                  <a:lnTo>
                    <a:pt x="3705329" y="220597"/>
                  </a:lnTo>
                  <a:lnTo>
                    <a:pt x="3554865" y="265238"/>
                  </a:lnTo>
                  <a:lnTo>
                    <a:pt x="3404401" y="304600"/>
                  </a:lnTo>
                  <a:lnTo>
                    <a:pt x="3253937" y="350861"/>
                  </a:lnTo>
                  <a:lnTo>
                    <a:pt x="3103473" y="398427"/>
                  </a:lnTo>
                  <a:lnTo>
                    <a:pt x="2953009" y="434084"/>
                  </a:lnTo>
                  <a:lnTo>
                    <a:pt x="2802545" y="456012"/>
                  </a:lnTo>
                  <a:lnTo>
                    <a:pt x="2652081" y="476024"/>
                  </a:lnTo>
                  <a:lnTo>
                    <a:pt x="2501617" y="497479"/>
                  </a:lnTo>
                  <a:lnTo>
                    <a:pt x="2351153" y="513814"/>
                  </a:lnTo>
                  <a:lnTo>
                    <a:pt x="2200689" y="526312"/>
                  </a:lnTo>
                  <a:lnTo>
                    <a:pt x="2050225" y="542312"/>
                  </a:lnTo>
                  <a:lnTo>
                    <a:pt x="1899761" y="562209"/>
                  </a:lnTo>
                  <a:lnTo>
                    <a:pt x="1749297" y="582199"/>
                  </a:lnTo>
                  <a:lnTo>
                    <a:pt x="1598833" y="602656"/>
                  </a:lnTo>
                  <a:lnTo>
                    <a:pt x="1448369" y="623577"/>
                  </a:lnTo>
                  <a:lnTo>
                    <a:pt x="1297904" y="645007"/>
                  </a:lnTo>
                  <a:lnTo>
                    <a:pt x="1147440" y="667565"/>
                  </a:lnTo>
                  <a:lnTo>
                    <a:pt x="996976" y="691833"/>
                  </a:lnTo>
                  <a:lnTo>
                    <a:pt x="846512" y="718495"/>
                  </a:lnTo>
                  <a:lnTo>
                    <a:pt x="696048" y="748186"/>
                  </a:lnTo>
                  <a:lnTo>
                    <a:pt x="545584" y="781385"/>
                  </a:lnTo>
                  <a:lnTo>
                    <a:pt x="395120" y="818378"/>
                  </a:lnTo>
                  <a:lnTo>
                    <a:pt x="244656" y="859281"/>
                  </a:lnTo>
                  <a:lnTo>
                    <a:pt x="94192" y="904092"/>
                  </a:lnTo>
                  <a:lnTo>
                    <a:pt x="0" y="9345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02433"/>
              <a:ext cx="6145984" cy="852900"/>
            </a:xfrm>
            <a:custGeom>
              <a:avLst/>
              <a:pathLst>
                <a:path w="6145984" h="852900">
                  <a:moveTo>
                    <a:pt x="0" y="852900"/>
                  </a:moveTo>
                  <a:lnTo>
                    <a:pt x="94192" y="849218"/>
                  </a:lnTo>
                  <a:lnTo>
                    <a:pt x="244656" y="842298"/>
                  </a:lnTo>
                  <a:lnTo>
                    <a:pt x="395120" y="834330"/>
                  </a:lnTo>
                  <a:lnTo>
                    <a:pt x="545584" y="825302"/>
                  </a:lnTo>
                  <a:lnTo>
                    <a:pt x="696048" y="815201"/>
                  </a:lnTo>
                  <a:lnTo>
                    <a:pt x="846512" y="804016"/>
                  </a:lnTo>
                  <a:lnTo>
                    <a:pt x="996976" y="791736"/>
                  </a:lnTo>
                  <a:lnTo>
                    <a:pt x="1147440" y="778348"/>
                  </a:lnTo>
                  <a:lnTo>
                    <a:pt x="1297904" y="763840"/>
                  </a:lnTo>
                  <a:lnTo>
                    <a:pt x="1448369" y="748207"/>
                  </a:lnTo>
                  <a:lnTo>
                    <a:pt x="1598833" y="731657"/>
                  </a:lnTo>
                  <a:lnTo>
                    <a:pt x="1749297" y="714175"/>
                  </a:lnTo>
                  <a:lnTo>
                    <a:pt x="1899761" y="695593"/>
                  </a:lnTo>
                  <a:lnTo>
                    <a:pt x="2050225" y="676135"/>
                  </a:lnTo>
                  <a:lnTo>
                    <a:pt x="2200689" y="661216"/>
                  </a:lnTo>
                  <a:lnTo>
                    <a:pt x="2351153" y="647751"/>
                  </a:lnTo>
                  <a:lnTo>
                    <a:pt x="2501617" y="629454"/>
                  </a:lnTo>
                  <a:lnTo>
                    <a:pt x="2652081" y="608893"/>
                  </a:lnTo>
                  <a:lnTo>
                    <a:pt x="2802545" y="587915"/>
                  </a:lnTo>
                  <a:lnTo>
                    <a:pt x="2953009" y="562774"/>
                  </a:lnTo>
                  <a:lnTo>
                    <a:pt x="3103473" y="528171"/>
                  </a:lnTo>
                  <a:lnTo>
                    <a:pt x="3253937" y="483187"/>
                  </a:lnTo>
                  <a:lnTo>
                    <a:pt x="3404401" y="436513"/>
                  </a:lnTo>
                  <a:lnTo>
                    <a:pt x="3554865" y="396806"/>
                  </a:lnTo>
                  <a:lnTo>
                    <a:pt x="3705329" y="354137"/>
                  </a:lnTo>
                  <a:lnTo>
                    <a:pt x="3855793" y="309454"/>
                  </a:lnTo>
                  <a:lnTo>
                    <a:pt x="4006257" y="275947"/>
                  </a:lnTo>
                  <a:lnTo>
                    <a:pt x="4156721" y="254356"/>
                  </a:lnTo>
                  <a:lnTo>
                    <a:pt x="4307185" y="235450"/>
                  </a:lnTo>
                  <a:lnTo>
                    <a:pt x="4457649" y="219316"/>
                  </a:lnTo>
                  <a:lnTo>
                    <a:pt x="4608114" y="206001"/>
                  </a:lnTo>
                  <a:lnTo>
                    <a:pt x="4758578" y="192746"/>
                  </a:lnTo>
                  <a:lnTo>
                    <a:pt x="4909042" y="177922"/>
                  </a:lnTo>
                  <a:lnTo>
                    <a:pt x="5059506" y="161557"/>
                  </a:lnTo>
                  <a:lnTo>
                    <a:pt x="5209970" y="143679"/>
                  </a:lnTo>
                  <a:lnTo>
                    <a:pt x="5360434" y="124313"/>
                  </a:lnTo>
                  <a:lnTo>
                    <a:pt x="5510898" y="103488"/>
                  </a:lnTo>
                  <a:lnTo>
                    <a:pt x="5661362" y="81229"/>
                  </a:lnTo>
                  <a:lnTo>
                    <a:pt x="5811826" y="57564"/>
                  </a:lnTo>
                  <a:lnTo>
                    <a:pt x="5962290" y="32519"/>
                  </a:lnTo>
                  <a:lnTo>
                    <a:pt x="6112754" y="612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91171"/>
              <a:ext cx="6145984" cy="903765"/>
            </a:xfrm>
            <a:custGeom>
              <a:avLst/>
              <a:pathLst>
                <a:path w="6145984" h="903765">
                  <a:moveTo>
                    <a:pt x="0" y="0"/>
                  </a:moveTo>
                  <a:lnTo>
                    <a:pt x="94192" y="17404"/>
                  </a:lnTo>
                  <a:lnTo>
                    <a:pt x="244656" y="44613"/>
                  </a:lnTo>
                  <a:lnTo>
                    <a:pt x="395120" y="71221"/>
                  </a:lnTo>
                  <a:lnTo>
                    <a:pt x="545584" y="97269"/>
                  </a:lnTo>
                  <a:lnTo>
                    <a:pt x="696048" y="122884"/>
                  </a:lnTo>
                  <a:lnTo>
                    <a:pt x="846512" y="148309"/>
                  </a:lnTo>
                  <a:lnTo>
                    <a:pt x="996976" y="173925"/>
                  </a:lnTo>
                  <a:lnTo>
                    <a:pt x="1147440" y="200224"/>
                  </a:lnTo>
                  <a:lnTo>
                    <a:pt x="1297904" y="227730"/>
                  </a:lnTo>
                  <a:lnTo>
                    <a:pt x="1448369" y="256919"/>
                  </a:lnTo>
                  <a:lnTo>
                    <a:pt x="1598833" y="288877"/>
                  </a:lnTo>
                  <a:lnTo>
                    <a:pt x="1749297" y="322663"/>
                  </a:lnTo>
                  <a:lnTo>
                    <a:pt x="1899761" y="356562"/>
                  </a:lnTo>
                  <a:lnTo>
                    <a:pt x="2050225" y="390029"/>
                  </a:lnTo>
                  <a:lnTo>
                    <a:pt x="2200689" y="432001"/>
                  </a:lnTo>
                  <a:lnTo>
                    <a:pt x="2351153" y="475937"/>
                  </a:lnTo>
                  <a:lnTo>
                    <a:pt x="2501617" y="512942"/>
                  </a:lnTo>
                  <a:lnTo>
                    <a:pt x="2652081" y="546788"/>
                  </a:lnTo>
                  <a:lnTo>
                    <a:pt x="2802545" y="577553"/>
                  </a:lnTo>
                  <a:lnTo>
                    <a:pt x="2953009" y="602841"/>
                  </a:lnTo>
                  <a:lnTo>
                    <a:pt x="3103473" y="623764"/>
                  </a:lnTo>
                  <a:lnTo>
                    <a:pt x="3253937" y="637302"/>
                  </a:lnTo>
                  <a:lnTo>
                    <a:pt x="3404401" y="646221"/>
                  </a:lnTo>
                  <a:lnTo>
                    <a:pt x="3554865" y="658728"/>
                  </a:lnTo>
                  <a:lnTo>
                    <a:pt x="3705329" y="674227"/>
                  </a:lnTo>
                  <a:lnTo>
                    <a:pt x="3855793" y="686719"/>
                  </a:lnTo>
                  <a:lnTo>
                    <a:pt x="4006257" y="696511"/>
                  </a:lnTo>
                  <a:lnTo>
                    <a:pt x="4156721" y="704214"/>
                  </a:lnTo>
                  <a:lnTo>
                    <a:pt x="4307185" y="707838"/>
                  </a:lnTo>
                  <a:lnTo>
                    <a:pt x="4457649" y="706817"/>
                  </a:lnTo>
                  <a:lnTo>
                    <a:pt x="4608114" y="701161"/>
                  </a:lnTo>
                  <a:lnTo>
                    <a:pt x="4758578" y="692222"/>
                  </a:lnTo>
                  <a:lnTo>
                    <a:pt x="4909042" y="681142"/>
                  </a:lnTo>
                  <a:lnTo>
                    <a:pt x="5059506" y="668309"/>
                  </a:lnTo>
                  <a:lnTo>
                    <a:pt x="5209970" y="653951"/>
                  </a:lnTo>
                  <a:lnTo>
                    <a:pt x="5360434" y="638170"/>
                  </a:lnTo>
                  <a:lnTo>
                    <a:pt x="5510898" y="620973"/>
                  </a:lnTo>
                  <a:lnTo>
                    <a:pt x="5661362" y="602298"/>
                  </a:lnTo>
                  <a:lnTo>
                    <a:pt x="5811826" y="582038"/>
                  </a:lnTo>
                  <a:lnTo>
                    <a:pt x="5962290" y="560057"/>
                  </a:lnTo>
                  <a:lnTo>
                    <a:pt x="6112754" y="536206"/>
                  </a:lnTo>
                  <a:lnTo>
                    <a:pt x="6145984" y="530493"/>
                  </a:lnTo>
                  <a:lnTo>
                    <a:pt x="6145984" y="900492"/>
                  </a:lnTo>
                  <a:lnTo>
                    <a:pt x="6112754" y="900591"/>
                  </a:lnTo>
                  <a:lnTo>
                    <a:pt x="5962290" y="901328"/>
                  </a:lnTo>
                  <a:lnTo>
                    <a:pt x="5811826" y="902179"/>
                  </a:lnTo>
                  <a:lnTo>
                    <a:pt x="5661362" y="902972"/>
                  </a:lnTo>
                  <a:lnTo>
                    <a:pt x="5510898" y="903544"/>
                  </a:lnTo>
                  <a:lnTo>
                    <a:pt x="5360434" y="903765"/>
                  </a:lnTo>
                  <a:lnTo>
                    <a:pt x="5209970" y="903547"/>
                  </a:lnTo>
                  <a:lnTo>
                    <a:pt x="5059506" y="902872"/>
                  </a:lnTo>
                  <a:lnTo>
                    <a:pt x="4909042" y="901819"/>
                  </a:lnTo>
                  <a:lnTo>
                    <a:pt x="4758578" y="900590"/>
                  </a:lnTo>
                  <a:lnTo>
                    <a:pt x="4608114" y="899547"/>
                  </a:lnTo>
                  <a:lnTo>
                    <a:pt x="4457649" y="897675"/>
                  </a:lnTo>
                  <a:lnTo>
                    <a:pt x="4307185" y="893129"/>
                  </a:lnTo>
                  <a:lnTo>
                    <a:pt x="4156721" y="886669"/>
                  </a:lnTo>
                  <a:lnTo>
                    <a:pt x="4006257" y="878542"/>
                  </a:lnTo>
                  <a:lnTo>
                    <a:pt x="3855793" y="868010"/>
                  </a:lnTo>
                  <a:lnTo>
                    <a:pt x="3705329" y="856273"/>
                  </a:lnTo>
                  <a:lnTo>
                    <a:pt x="3554865" y="843551"/>
                  </a:lnTo>
                  <a:lnTo>
                    <a:pt x="3404401" y="830558"/>
                  </a:lnTo>
                  <a:lnTo>
                    <a:pt x="3253937" y="821059"/>
                  </a:lnTo>
                  <a:lnTo>
                    <a:pt x="3103473" y="811153"/>
                  </a:lnTo>
                  <a:lnTo>
                    <a:pt x="2953009" y="791715"/>
                  </a:lnTo>
                  <a:lnTo>
                    <a:pt x="2802545" y="761904"/>
                  </a:lnTo>
                  <a:lnTo>
                    <a:pt x="2652081" y="729780"/>
                  </a:lnTo>
                  <a:lnTo>
                    <a:pt x="2501617" y="697192"/>
                  </a:lnTo>
                  <a:lnTo>
                    <a:pt x="2351153" y="657425"/>
                  </a:lnTo>
                  <a:lnTo>
                    <a:pt x="2200689" y="612128"/>
                  </a:lnTo>
                  <a:lnTo>
                    <a:pt x="2050225" y="571678"/>
                  </a:lnTo>
                  <a:lnTo>
                    <a:pt x="1899761" y="538828"/>
                  </a:lnTo>
                  <a:lnTo>
                    <a:pt x="1749297" y="506911"/>
                  </a:lnTo>
                  <a:lnTo>
                    <a:pt x="1598833" y="477312"/>
                  </a:lnTo>
                  <a:lnTo>
                    <a:pt x="1448369" y="451506"/>
                  </a:lnTo>
                  <a:lnTo>
                    <a:pt x="1297904" y="430476"/>
                  </a:lnTo>
                  <a:lnTo>
                    <a:pt x="1147440" y="414301"/>
                  </a:lnTo>
                  <a:lnTo>
                    <a:pt x="996976" y="403315"/>
                  </a:lnTo>
                  <a:lnTo>
                    <a:pt x="846512" y="397939"/>
                  </a:lnTo>
                  <a:lnTo>
                    <a:pt x="696048" y="398561"/>
                  </a:lnTo>
                  <a:lnTo>
                    <a:pt x="545584" y="405457"/>
                  </a:lnTo>
                  <a:lnTo>
                    <a:pt x="395120" y="418768"/>
                  </a:lnTo>
                  <a:lnTo>
                    <a:pt x="244656" y="438515"/>
                  </a:lnTo>
                  <a:lnTo>
                    <a:pt x="94192" y="464636"/>
                  </a:lnTo>
                  <a:lnTo>
                    <a:pt x="0" y="48490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91171"/>
              <a:ext cx="6145984" cy="707838"/>
            </a:xfrm>
            <a:custGeom>
              <a:avLst/>
              <a:pathLst>
                <a:path w="6145984" h="707838">
                  <a:moveTo>
                    <a:pt x="0" y="0"/>
                  </a:moveTo>
                  <a:lnTo>
                    <a:pt x="94192" y="17404"/>
                  </a:lnTo>
                  <a:lnTo>
                    <a:pt x="244656" y="44613"/>
                  </a:lnTo>
                  <a:lnTo>
                    <a:pt x="395120" y="71221"/>
                  </a:lnTo>
                  <a:lnTo>
                    <a:pt x="545584" y="97269"/>
                  </a:lnTo>
                  <a:lnTo>
                    <a:pt x="696048" y="122884"/>
                  </a:lnTo>
                  <a:lnTo>
                    <a:pt x="846512" y="148309"/>
                  </a:lnTo>
                  <a:lnTo>
                    <a:pt x="996976" y="173925"/>
                  </a:lnTo>
                  <a:lnTo>
                    <a:pt x="1147440" y="200224"/>
                  </a:lnTo>
                  <a:lnTo>
                    <a:pt x="1297904" y="227730"/>
                  </a:lnTo>
                  <a:lnTo>
                    <a:pt x="1448369" y="256919"/>
                  </a:lnTo>
                  <a:lnTo>
                    <a:pt x="1598833" y="288877"/>
                  </a:lnTo>
                  <a:lnTo>
                    <a:pt x="1749297" y="322663"/>
                  </a:lnTo>
                  <a:lnTo>
                    <a:pt x="1899761" y="356562"/>
                  </a:lnTo>
                  <a:lnTo>
                    <a:pt x="2050225" y="390029"/>
                  </a:lnTo>
                  <a:lnTo>
                    <a:pt x="2200689" y="432001"/>
                  </a:lnTo>
                  <a:lnTo>
                    <a:pt x="2351153" y="475937"/>
                  </a:lnTo>
                  <a:lnTo>
                    <a:pt x="2501617" y="512942"/>
                  </a:lnTo>
                  <a:lnTo>
                    <a:pt x="2652081" y="546788"/>
                  </a:lnTo>
                  <a:lnTo>
                    <a:pt x="2802545" y="577553"/>
                  </a:lnTo>
                  <a:lnTo>
                    <a:pt x="2953009" y="602841"/>
                  </a:lnTo>
                  <a:lnTo>
                    <a:pt x="3103473" y="623764"/>
                  </a:lnTo>
                  <a:lnTo>
                    <a:pt x="3253937" y="637302"/>
                  </a:lnTo>
                  <a:lnTo>
                    <a:pt x="3404401" y="646221"/>
                  </a:lnTo>
                  <a:lnTo>
                    <a:pt x="3554865" y="658728"/>
                  </a:lnTo>
                  <a:lnTo>
                    <a:pt x="3705329" y="674227"/>
                  </a:lnTo>
                  <a:lnTo>
                    <a:pt x="3855793" y="686719"/>
                  </a:lnTo>
                  <a:lnTo>
                    <a:pt x="4006257" y="696511"/>
                  </a:lnTo>
                  <a:lnTo>
                    <a:pt x="4156721" y="704214"/>
                  </a:lnTo>
                  <a:lnTo>
                    <a:pt x="4307185" y="707838"/>
                  </a:lnTo>
                  <a:lnTo>
                    <a:pt x="4457649" y="706817"/>
                  </a:lnTo>
                  <a:lnTo>
                    <a:pt x="4608114" y="701161"/>
                  </a:lnTo>
                  <a:lnTo>
                    <a:pt x="4758578" y="692222"/>
                  </a:lnTo>
                  <a:lnTo>
                    <a:pt x="4909042" y="681142"/>
                  </a:lnTo>
                  <a:lnTo>
                    <a:pt x="5059506" y="668309"/>
                  </a:lnTo>
                  <a:lnTo>
                    <a:pt x="5209970" y="653951"/>
                  </a:lnTo>
                  <a:lnTo>
                    <a:pt x="5360434" y="638170"/>
                  </a:lnTo>
                  <a:lnTo>
                    <a:pt x="5510898" y="620973"/>
                  </a:lnTo>
                  <a:lnTo>
                    <a:pt x="5661362" y="602298"/>
                  </a:lnTo>
                  <a:lnTo>
                    <a:pt x="5811826" y="582038"/>
                  </a:lnTo>
                  <a:lnTo>
                    <a:pt x="5962290" y="560057"/>
                  </a:lnTo>
                  <a:lnTo>
                    <a:pt x="6112754" y="536206"/>
                  </a:lnTo>
                  <a:lnTo>
                    <a:pt x="6145984" y="5304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89111"/>
              <a:ext cx="6145984" cy="505825"/>
            </a:xfrm>
            <a:custGeom>
              <a:avLst/>
              <a:pathLst>
                <a:path w="6145984" h="505825">
                  <a:moveTo>
                    <a:pt x="6145984" y="502552"/>
                  </a:moveTo>
                  <a:lnTo>
                    <a:pt x="6112754" y="502651"/>
                  </a:lnTo>
                  <a:lnTo>
                    <a:pt x="5962290" y="503388"/>
                  </a:lnTo>
                  <a:lnTo>
                    <a:pt x="5811826" y="504239"/>
                  </a:lnTo>
                  <a:lnTo>
                    <a:pt x="5661362" y="505032"/>
                  </a:lnTo>
                  <a:lnTo>
                    <a:pt x="5510898" y="505604"/>
                  </a:lnTo>
                  <a:lnTo>
                    <a:pt x="5360434" y="505825"/>
                  </a:lnTo>
                  <a:lnTo>
                    <a:pt x="5209970" y="505607"/>
                  </a:lnTo>
                  <a:lnTo>
                    <a:pt x="5059506" y="504932"/>
                  </a:lnTo>
                  <a:lnTo>
                    <a:pt x="4909042" y="503879"/>
                  </a:lnTo>
                  <a:lnTo>
                    <a:pt x="4758578" y="502650"/>
                  </a:lnTo>
                  <a:lnTo>
                    <a:pt x="4608114" y="501607"/>
                  </a:lnTo>
                  <a:lnTo>
                    <a:pt x="4457649" y="499735"/>
                  </a:lnTo>
                  <a:lnTo>
                    <a:pt x="4307185" y="495189"/>
                  </a:lnTo>
                  <a:lnTo>
                    <a:pt x="4156721" y="488729"/>
                  </a:lnTo>
                  <a:lnTo>
                    <a:pt x="4006257" y="480602"/>
                  </a:lnTo>
                  <a:lnTo>
                    <a:pt x="3855793" y="470070"/>
                  </a:lnTo>
                  <a:lnTo>
                    <a:pt x="3705329" y="458333"/>
                  </a:lnTo>
                  <a:lnTo>
                    <a:pt x="3554865" y="445611"/>
                  </a:lnTo>
                  <a:lnTo>
                    <a:pt x="3404401" y="432618"/>
                  </a:lnTo>
                  <a:lnTo>
                    <a:pt x="3253937" y="423119"/>
                  </a:lnTo>
                  <a:lnTo>
                    <a:pt x="3103473" y="413213"/>
                  </a:lnTo>
                  <a:lnTo>
                    <a:pt x="2953009" y="393775"/>
                  </a:lnTo>
                  <a:lnTo>
                    <a:pt x="2802545" y="363964"/>
                  </a:lnTo>
                  <a:lnTo>
                    <a:pt x="2652081" y="331840"/>
                  </a:lnTo>
                  <a:lnTo>
                    <a:pt x="2501617" y="299252"/>
                  </a:lnTo>
                  <a:lnTo>
                    <a:pt x="2351153" y="259485"/>
                  </a:lnTo>
                  <a:lnTo>
                    <a:pt x="2200689" y="214188"/>
                  </a:lnTo>
                  <a:lnTo>
                    <a:pt x="2050225" y="173738"/>
                  </a:lnTo>
                  <a:lnTo>
                    <a:pt x="1899761" y="140888"/>
                  </a:lnTo>
                  <a:lnTo>
                    <a:pt x="1749297" y="108971"/>
                  </a:lnTo>
                  <a:lnTo>
                    <a:pt x="1598833" y="79372"/>
                  </a:lnTo>
                  <a:lnTo>
                    <a:pt x="1448369" y="53566"/>
                  </a:lnTo>
                  <a:lnTo>
                    <a:pt x="1297904" y="32536"/>
                  </a:lnTo>
                  <a:lnTo>
                    <a:pt x="1147440" y="16361"/>
                  </a:lnTo>
                  <a:lnTo>
                    <a:pt x="996976" y="5375"/>
                  </a:lnTo>
                  <a:lnTo>
                    <a:pt x="846512" y="0"/>
                  </a:lnTo>
                  <a:lnTo>
                    <a:pt x="696048" y="621"/>
                  </a:lnTo>
                  <a:lnTo>
                    <a:pt x="545584" y="7517"/>
                  </a:lnTo>
                  <a:lnTo>
                    <a:pt x="395120" y="20828"/>
                  </a:lnTo>
                  <a:lnTo>
                    <a:pt x="244656" y="40575"/>
                  </a:lnTo>
                  <a:lnTo>
                    <a:pt x="94192" y="66696"/>
                  </a:lnTo>
                  <a:lnTo>
                    <a:pt x="0" y="869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32192"/>
              <a:ext cx="6145984" cy="561226"/>
            </a:xfrm>
            <a:custGeom>
              <a:avLst/>
              <a:pathLst>
                <a:path w="6145984" h="561226">
                  <a:moveTo>
                    <a:pt x="0" y="1433"/>
                  </a:moveTo>
                  <a:lnTo>
                    <a:pt x="94192" y="0"/>
                  </a:lnTo>
                  <a:lnTo>
                    <a:pt x="244656" y="544"/>
                  </a:lnTo>
                  <a:lnTo>
                    <a:pt x="395120" y="3974"/>
                  </a:lnTo>
                  <a:lnTo>
                    <a:pt x="545584" y="10343"/>
                  </a:lnTo>
                  <a:lnTo>
                    <a:pt x="696048" y="19702"/>
                  </a:lnTo>
                  <a:lnTo>
                    <a:pt x="846512" y="32104"/>
                  </a:lnTo>
                  <a:lnTo>
                    <a:pt x="996976" y="47600"/>
                  </a:lnTo>
                  <a:lnTo>
                    <a:pt x="1147440" y="66242"/>
                  </a:lnTo>
                  <a:lnTo>
                    <a:pt x="1297904" y="88083"/>
                  </a:lnTo>
                  <a:lnTo>
                    <a:pt x="1448369" y="113192"/>
                  </a:lnTo>
                  <a:lnTo>
                    <a:pt x="1598833" y="142074"/>
                  </a:lnTo>
                  <a:lnTo>
                    <a:pt x="1749297" y="173767"/>
                  </a:lnTo>
                  <a:lnTo>
                    <a:pt x="1899761" y="206675"/>
                  </a:lnTo>
                  <a:lnTo>
                    <a:pt x="2050225" y="239833"/>
                  </a:lnTo>
                  <a:lnTo>
                    <a:pt x="2200689" y="281044"/>
                  </a:lnTo>
                  <a:lnTo>
                    <a:pt x="2351153" y="325661"/>
                  </a:lnTo>
                  <a:lnTo>
                    <a:pt x="2501617" y="364047"/>
                  </a:lnTo>
                  <a:lnTo>
                    <a:pt x="2652081" y="397264"/>
                  </a:lnTo>
                  <a:lnTo>
                    <a:pt x="2802545" y="428709"/>
                  </a:lnTo>
                  <a:lnTo>
                    <a:pt x="2953009" y="456258"/>
                  </a:lnTo>
                  <a:lnTo>
                    <a:pt x="3103473" y="476438"/>
                  </a:lnTo>
                  <a:lnTo>
                    <a:pt x="3253937" y="488160"/>
                  </a:lnTo>
                  <a:lnTo>
                    <a:pt x="3404401" y="497369"/>
                  </a:lnTo>
                  <a:lnTo>
                    <a:pt x="3554865" y="510119"/>
                  </a:lnTo>
                  <a:lnTo>
                    <a:pt x="3705329" y="524230"/>
                  </a:lnTo>
                  <a:lnTo>
                    <a:pt x="3855793" y="536344"/>
                  </a:lnTo>
                  <a:lnTo>
                    <a:pt x="4006257" y="546506"/>
                  </a:lnTo>
                  <a:lnTo>
                    <a:pt x="4156721" y="554421"/>
                  </a:lnTo>
                  <a:lnTo>
                    <a:pt x="4307185" y="559463"/>
                  </a:lnTo>
                  <a:lnTo>
                    <a:pt x="4457649" y="561226"/>
                  </a:lnTo>
                  <a:lnTo>
                    <a:pt x="4608114" y="559334"/>
                  </a:lnTo>
                  <a:lnTo>
                    <a:pt x="4758578" y="555386"/>
                  </a:lnTo>
                  <a:lnTo>
                    <a:pt x="4909042" y="550460"/>
                  </a:lnTo>
                  <a:lnTo>
                    <a:pt x="5059506" y="544571"/>
                  </a:lnTo>
                  <a:lnTo>
                    <a:pt x="5209970" y="537729"/>
                  </a:lnTo>
                  <a:lnTo>
                    <a:pt x="5360434" y="529947"/>
                  </a:lnTo>
                  <a:lnTo>
                    <a:pt x="5510898" y="521238"/>
                  </a:lnTo>
                  <a:lnTo>
                    <a:pt x="5661362" y="511615"/>
                  </a:lnTo>
                  <a:lnTo>
                    <a:pt x="5811826" y="501088"/>
                  </a:lnTo>
                  <a:lnTo>
                    <a:pt x="5962290" y="489672"/>
                  </a:lnTo>
                  <a:lnTo>
                    <a:pt x="6112754" y="477378"/>
                  </a:lnTo>
                  <a:lnTo>
                    <a:pt x="6145984" y="47447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01382"/>
              <a:ext cx="6145984" cy="925831"/>
            </a:xfrm>
            <a:custGeom>
              <a:avLst/>
              <a:pathLst>
                <a:path w="6145984" h="925831">
                  <a:moveTo>
                    <a:pt x="0" y="0"/>
                  </a:moveTo>
                  <a:lnTo>
                    <a:pt x="94192" y="21874"/>
                  </a:lnTo>
                  <a:lnTo>
                    <a:pt x="244656" y="55731"/>
                  </a:lnTo>
                  <a:lnTo>
                    <a:pt x="395120" y="88506"/>
                  </a:lnTo>
                  <a:lnTo>
                    <a:pt x="545584" y="120251"/>
                  </a:lnTo>
                  <a:lnTo>
                    <a:pt x="696048" y="151097"/>
                  </a:lnTo>
                  <a:lnTo>
                    <a:pt x="846512" y="181291"/>
                  </a:lnTo>
                  <a:lnTo>
                    <a:pt x="996976" y="211209"/>
                  </a:lnTo>
                  <a:lnTo>
                    <a:pt x="1147440" y="241331"/>
                  </a:lnTo>
                  <a:lnTo>
                    <a:pt x="1297904" y="272172"/>
                  </a:lnTo>
                  <a:lnTo>
                    <a:pt x="1448369" y="304190"/>
                  </a:lnTo>
                  <a:lnTo>
                    <a:pt x="1598833" y="338106"/>
                  </a:lnTo>
                  <a:lnTo>
                    <a:pt x="1749297" y="372922"/>
                  </a:lnTo>
                  <a:lnTo>
                    <a:pt x="1899761" y="407096"/>
                  </a:lnTo>
                  <a:lnTo>
                    <a:pt x="2050225" y="440118"/>
                  </a:lnTo>
                  <a:lnTo>
                    <a:pt x="2200689" y="479341"/>
                  </a:lnTo>
                  <a:lnTo>
                    <a:pt x="2351153" y="519171"/>
                  </a:lnTo>
                  <a:lnTo>
                    <a:pt x="2501617" y="552461"/>
                  </a:lnTo>
                  <a:lnTo>
                    <a:pt x="2652081" y="580738"/>
                  </a:lnTo>
                  <a:lnTo>
                    <a:pt x="2802545" y="604069"/>
                  </a:lnTo>
                  <a:lnTo>
                    <a:pt x="2953009" y="623022"/>
                  </a:lnTo>
                  <a:lnTo>
                    <a:pt x="3103473" y="639879"/>
                  </a:lnTo>
                  <a:lnTo>
                    <a:pt x="3253937" y="649512"/>
                  </a:lnTo>
                  <a:lnTo>
                    <a:pt x="3404401" y="654981"/>
                  </a:lnTo>
                  <a:lnTo>
                    <a:pt x="3554865" y="664688"/>
                  </a:lnTo>
                  <a:lnTo>
                    <a:pt x="3705329" y="677826"/>
                  </a:lnTo>
                  <a:lnTo>
                    <a:pt x="3855793" y="688335"/>
                  </a:lnTo>
                  <a:lnTo>
                    <a:pt x="4006257" y="696520"/>
                  </a:lnTo>
                  <a:lnTo>
                    <a:pt x="4156721" y="702992"/>
                  </a:lnTo>
                  <a:lnTo>
                    <a:pt x="4307185" y="705774"/>
                  </a:lnTo>
                  <a:lnTo>
                    <a:pt x="4457649" y="704185"/>
                  </a:lnTo>
                  <a:lnTo>
                    <a:pt x="4608114" y="698098"/>
                  </a:lnTo>
                  <a:lnTo>
                    <a:pt x="4758578" y="689370"/>
                  </a:lnTo>
                  <a:lnTo>
                    <a:pt x="4909042" y="679459"/>
                  </a:lnTo>
                  <a:lnTo>
                    <a:pt x="5059506" y="668721"/>
                  </a:lnTo>
                  <a:lnTo>
                    <a:pt x="5209970" y="657363"/>
                  </a:lnTo>
                  <a:lnTo>
                    <a:pt x="5360434" y="645468"/>
                  </a:lnTo>
                  <a:lnTo>
                    <a:pt x="5510898" y="633030"/>
                  </a:lnTo>
                  <a:lnTo>
                    <a:pt x="5661362" y="619977"/>
                  </a:lnTo>
                  <a:lnTo>
                    <a:pt x="5811826" y="606193"/>
                  </a:lnTo>
                  <a:lnTo>
                    <a:pt x="5962290" y="591536"/>
                  </a:lnTo>
                  <a:lnTo>
                    <a:pt x="6112754" y="575849"/>
                  </a:lnTo>
                  <a:lnTo>
                    <a:pt x="6145984" y="572123"/>
                  </a:lnTo>
                  <a:lnTo>
                    <a:pt x="6145984" y="925831"/>
                  </a:lnTo>
                  <a:lnTo>
                    <a:pt x="6112754" y="924190"/>
                  </a:lnTo>
                  <a:lnTo>
                    <a:pt x="5962290" y="917781"/>
                  </a:lnTo>
                  <a:lnTo>
                    <a:pt x="5811826" y="912239"/>
                  </a:lnTo>
                  <a:lnTo>
                    <a:pt x="5661362" y="907412"/>
                  </a:lnTo>
                  <a:lnTo>
                    <a:pt x="5510898" y="903160"/>
                  </a:lnTo>
                  <a:lnTo>
                    <a:pt x="5360434" y="899368"/>
                  </a:lnTo>
                  <a:lnTo>
                    <a:pt x="5209970" y="895969"/>
                  </a:lnTo>
                  <a:lnTo>
                    <a:pt x="5059506" y="892957"/>
                  </a:lnTo>
                  <a:lnTo>
                    <a:pt x="4909042" y="890419"/>
                  </a:lnTo>
                  <a:lnTo>
                    <a:pt x="4758578" y="888563"/>
                  </a:lnTo>
                  <a:lnTo>
                    <a:pt x="4608114" y="887750"/>
                  </a:lnTo>
                  <a:lnTo>
                    <a:pt x="4457649" y="886639"/>
                  </a:lnTo>
                  <a:lnTo>
                    <a:pt x="4307185" y="882908"/>
                  </a:lnTo>
                  <a:lnTo>
                    <a:pt x="4156721" y="877413"/>
                  </a:lnTo>
                  <a:lnTo>
                    <a:pt x="4006257" y="870536"/>
                  </a:lnTo>
                  <a:lnTo>
                    <a:pt x="3855793" y="861644"/>
                  </a:lnTo>
                  <a:lnTo>
                    <a:pt x="3705329" y="851857"/>
                  </a:lnTo>
                  <a:lnTo>
                    <a:pt x="3554865" y="841373"/>
                  </a:lnTo>
                  <a:lnTo>
                    <a:pt x="3404401" y="831201"/>
                  </a:lnTo>
                  <a:lnTo>
                    <a:pt x="3253937" y="825177"/>
                  </a:lnTo>
                  <a:lnTo>
                    <a:pt x="3103473" y="819018"/>
                  </a:lnTo>
                  <a:lnTo>
                    <a:pt x="2953009" y="803580"/>
                  </a:lnTo>
                  <a:lnTo>
                    <a:pt x="2802545" y="780303"/>
                  </a:lnTo>
                  <a:lnTo>
                    <a:pt x="2652081" y="755673"/>
                  </a:lnTo>
                  <a:lnTo>
                    <a:pt x="2501617" y="728598"/>
                  </a:lnTo>
                  <a:lnTo>
                    <a:pt x="2351153" y="692668"/>
                  </a:lnTo>
                  <a:lnTo>
                    <a:pt x="2200689" y="651537"/>
                  </a:lnTo>
                  <a:lnTo>
                    <a:pt x="2050225" y="613769"/>
                  </a:lnTo>
                  <a:lnTo>
                    <a:pt x="1899761" y="581337"/>
                  </a:lnTo>
                  <a:lnTo>
                    <a:pt x="1749297" y="549057"/>
                  </a:lnTo>
                  <a:lnTo>
                    <a:pt x="1598833" y="518244"/>
                  </a:lnTo>
                  <a:lnTo>
                    <a:pt x="1448369" y="490209"/>
                  </a:lnTo>
                  <a:lnTo>
                    <a:pt x="1297904" y="465991"/>
                  </a:lnTo>
                  <a:lnTo>
                    <a:pt x="1147440" y="445982"/>
                  </a:lnTo>
                  <a:lnTo>
                    <a:pt x="996976" y="430498"/>
                  </a:lnTo>
                  <a:lnTo>
                    <a:pt x="846512" y="419931"/>
                  </a:lnTo>
                  <a:lnTo>
                    <a:pt x="696048" y="414637"/>
                  </a:lnTo>
                  <a:lnTo>
                    <a:pt x="545584" y="414869"/>
                  </a:lnTo>
                  <a:lnTo>
                    <a:pt x="395120" y="420750"/>
                  </a:lnTo>
                  <a:lnTo>
                    <a:pt x="244656" y="432289"/>
                  </a:lnTo>
                  <a:lnTo>
                    <a:pt x="94192" y="449414"/>
                  </a:lnTo>
                  <a:lnTo>
                    <a:pt x="0" y="46355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01382"/>
              <a:ext cx="6145984" cy="705774"/>
            </a:xfrm>
            <a:custGeom>
              <a:avLst/>
              <a:pathLst>
                <a:path w="6145984" h="705774">
                  <a:moveTo>
                    <a:pt x="0" y="0"/>
                  </a:moveTo>
                  <a:lnTo>
                    <a:pt x="94192" y="21874"/>
                  </a:lnTo>
                  <a:lnTo>
                    <a:pt x="244656" y="55731"/>
                  </a:lnTo>
                  <a:lnTo>
                    <a:pt x="395120" y="88506"/>
                  </a:lnTo>
                  <a:lnTo>
                    <a:pt x="545584" y="120251"/>
                  </a:lnTo>
                  <a:lnTo>
                    <a:pt x="696048" y="151097"/>
                  </a:lnTo>
                  <a:lnTo>
                    <a:pt x="846512" y="181291"/>
                  </a:lnTo>
                  <a:lnTo>
                    <a:pt x="996976" y="211209"/>
                  </a:lnTo>
                  <a:lnTo>
                    <a:pt x="1147440" y="241331"/>
                  </a:lnTo>
                  <a:lnTo>
                    <a:pt x="1297904" y="272172"/>
                  </a:lnTo>
                  <a:lnTo>
                    <a:pt x="1448369" y="304190"/>
                  </a:lnTo>
                  <a:lnTo>
                    <a:pt x="1598833" y="338106"/>
                  </a:lnTo>
                  <a:lnTo>
                    <a:pt x="1749297" y="372922"/>
                  </a:lnTo>
                  <a:lnTo>
                    <a:pt x="1899761" y="407096"/>
                  </a:lnTo>
                  <a:lnTo>
                    <a:pt x="2050225" y="440118"/>
                  </a:lnTo>
                  <a:lnTo>
                    <a:pt x="2200689" y="479341"/>
                  </a:lnTo>
                  <a:lnTo>
                    <a:pt x="2351153" y="519171"/>
                  </a:lnTo>
                  <a:lnTo>
                    <a:pt x="2501617" y="552461"/>
                  </a:lnTo>
                  <a:lnTo>
                    <a:pt x="2652081" y="580738"/>
                  </a:lnTo>
                  <a:lnTo>
                    <a:pt x="2802545" y="604069"/>
                  </a:lnTo>
                  <a:lnTo>
                    <a:pt x="2953009" y="623022"/>
                  </a:lnTo>
                  <a:lnTo>
                    <a:pt x="3103473" y="639879"/>
                  </a:lnTo>
                  <a:lnTo>
                    <a:pt x="3253937" y="649512"/>
                  </a:lnTo>
                  <a:lnTo>
                    <a:pt x="3404401" y="654981"/>
                  </a:lnTo>
                  <a:lnTo>
                    <a:pt x="3554865" y="664688"/>
                  </a:lnTo>
                  <a:lnTo>
                    <a:pt x="3705329" y="677826"/>
                  </a:lnTo>
                  <a:lnTo>
                    <a:pt x="3855793" y="688335"/>
                  </a:lnTo>
                  <a:lnTo>
                    <a:pt x="4006257" y="696520"/>
                  </a:lnTo>
                  <a:lnTo>
                    <a:pt x="4156721" y="702992"/>
                  </a:lnTo>
                  <a:lnTo>
                    <a:pt x="4307185" y="705774"/>
                  </a:lnTo>
                  <a:lnTo>
                    <a:pt x="4457649" y="704185"/>
                  </a:lnTo>
                  <a:lnTo>
                    <a:pt x="4608114" y="698098"/>
                  </a:lnTo>
                  <a:lnTo>
                    <a:pt x="4758578" y="689370"/>
                  </a:lnTo>
                  <a:lnTo>
                    <a:pt x="4909042" y="679459"/>
                  </a:lnTo>
                  <a:lnTo>
                    <a:pt x="5059506" y="668721"/>
                  </a:lnTo>
                  <a:lnTo>
                    <a:pt x="5209970" y="657363"/>
                  </a:lnTo>
                  <a:lnTo>
                    <a:pt x="5360434" y="645468"/>
                  </a:lnTo>
                  <a:lnTo>
                    <a:pt x="5510898" y="633030"/>
                  </a:lnTo>
                  <a:lnTo>
                    <a:pt x="5661362" y="619977"/>
                  </a:lnTo>
                  <a:lnTo>
                    <a:pt x="5811826" y="606193"/>
                  </a:lnTo>
                  <a:lnTo>
                    <a:pt x="5962290" y="591536"/>
                  </a:lnTo>
                  <a:lnTo>
                    <a:pt x="6112754" y="575849"/>
                  </a:lnTo>
                  <a:lnTo>
                    <a:pt x="6145984" y="572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16019"/>
              <a:ext cx="6145984" cy="511194"/>
            </a:xfrm>
            <a:custGeom>
              <a:avLst/>
              <a:pathLst>
                <a:path w="6145984" h="511194">
                  <a:moveTo>
                    <a:pt x="6145984" y="511194"/>
                  </a:moveTo>
                  <a:lnTo>
                    <a:pt x="6112754" y="509553"/>
                  </a:lnTo>
                  <a:lnTo>
                    <a:pt x="5962290" y="503144"/>
                  </a:lnTo>
                  <a:lnTo>
                    <a:pt x="5811826" y="497602"/>
                  </a:lnTo>
                  <a:lnTo>
                    <a:pt x="5661362" y="492775"/>
                  </a:lnTo>
                  <a:lnTo>
                    <a:pt x="5510898" y="488523"/>
                  </a:lnTo>
                  <a:lnTo>
                    <a:pt x="5360434" y="484731"/>
                  </a:lnTo>
                  <a:lnTo>
                    <a:pt x="5209970" y="481332"/>
                  </a:lnTo>
                  <a:lnTo>
                    <a:pt x="5059506" y="478320"/>
                  </a:lnTo>
                  <a:lnTo>
                    <a:pt x="4909042" y="475782"/>
                  </a:lnTo>
                  <a:lnTo>
                    <a:pt x="4758578" y="473926"/>
                  </a:lnTo>
                  <a:lnTo>
                    <a:pt x="4608114" y="473112"/>
                  </a:lnTo>
                  <a:lnTo>
                    <a:pt x="4457649" y="472002"/>
                  </a:lnTo>
                  <a:lnTo>
                    <a:pt x="4307185" y="468271"/>
                  </a:lnTo>
                  <a:lnTo>
                    <a:pt x="4156721" y="462776"/>
                  </a:lnTo>
                  <a:lnTo>
                    <a:pt x="4006257" y="455899"/>
                  </a:lnTo>
                  <a:lnTo>
                    <a:pt x="3855793" y="447007"/>
                  </a:lnTo>
                  <a:lnTo>
                    <a:pt x="3705329" y="437220"/>
                  </a:lnTo>
                  <a:lnTo>
                    <a:pt x="3554865" y="426736"/>
                  </a:lnTo>
                  <a:lnTo>
                    <a:pt x="3404401" y="416564"/>
                  </a:lnTo>
                  <a:lnTo>
                    <a:pt x="3253937" y="410540"/>
                  </a:lnTo>
                  <a:lnTo>
                    <a:pt x="3103473" y="404381"/>
                  </a:lnTo>
                  <a:lnTo>
                    <a:pt x="2953009" y="388943"/>
                  </a:lnTo>
                  <a:lnTo>
                    <a:pt x="2802545" y="365666"/>
                  </a:lnTo>
                  <a:lnTo>
                    <a:pt x="2652081" y="341035"/>
                  </a:lnTo>
                  <a:lnTo>
                    <a:pt x="2501617" y="313961"/>
                  </a:lnTo>
                  <a:lnTo>
                    <a:pt x="2351153" y="278031"/>
                  </a:lnTo>
                  <a:lnTo>
                    <a:pt x="2200689" y="236900"/>
                  </a:lnTo>
                  <a:lnTo>
                    <a:pt x="2050225" y="199132"/>
                  </a:lnTo>
                  <a:lnTo>
                    <a:pt x="1899761" y="166700"/>
                  </a:lnTo>
                  <a:lnTo>
                    <a:pt x="1749297" y="134420"/>
                  </a:lnTo>
                  <a:lnTo>
                    <a:pt x="1598833" y="103607"/>
                  </a:lnTo>
                  <a:lnTo>
                    <a:pt x="1448369" y="75572"/>
                  </a:lnTo>
                  <a:lnTo>
                    <a:pt x="1297904" y="51354"/>
                  </a:lnTo>
                  <a:lnTo>
                    <a:pt x="1147440" y="31345"/>
                  </a:lnTo>
                  <a:lnTo>
                    <a:pt x="996976" y="15861"/>
                  </a:lnTo>
                  <a:lnTo>
                    <a:pt x="846512" y="5294"/>
                  </a:lnTo>
                  <a:lnTo>
                    <a:pt x="696048" y="0"/>
                  </a:lnTo>
                  <a:lnTo>
                    <a:pt x="545584" y="232"/>
                  </a:lnTo>
                  <a:lnTo>
                    <a:pt x="395120" y="6113"/>
                  </a:lnTo>
                  <a:lnTo>
                    <a:pt x="244656" y="17652"/>
                  </a:lnTo>
                  <a:lnTo>
                    <a:pt x="94192" y="34777"/>
                  </a:lnTo>
                  <a:lnTo>
                    <a:pt x="0" y="48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33161"/>
              <a:ext cx="6145984" cy="563633"/>
            </a:xfrm>
            <a:custGeom>
              <a:avLst/>
              <a:pathLst>
                <a:path w="6145984" h="563633">
                  <a:moveTo>
                    <a:pt x="0" y="0"/>
                  </a:moveTo>
                  <a:lnTo>
                    <a:pt x="94192" y="3865"/>
                  </a:lnTo>
                  <a:lnTo>
                    <a:pt x="244656" y="12231"/>
                  </a:lnTo>
                  <a:lnTo>
                    <a:pt x="395120" y="22849"/>
                  </a:lnTo>
                  <a:lnTo>
                    <a:pt x="545584" y="35781"/>
                  </a:lnTo>
                  <a:lnTo>
                    <a:pt x="696048" y="51088"/>
                  </a:lnTo>
                  <a:lnTo>
                    <a:pt x="846512" y="68832"/>
                  </a:lnTo>
                  <a:lnTo>
                    <a:pt x="996976" y="89075"/>
                  </a:lnTo>
                  <a:lnTo>
                    <a:pt x="1147440" y="111878"/>
                  </a:lnTo>
                  <a:lnTo>
                    <a:pt x="1297904" y="137303"/>
                  </a:lnTo>
                  <a:lnTo>
                    <a:pt x="1448369" y="165421"/>
                  </a:lnTo>
                  <a:lnTo>
                    <a:pt x="1598833" y="196397"/>
                  </a:lnTo>
                  <a:lnTo>
                    <a:pt x="1749297" y="229211"/>
                  </a:lnTo>
                  <a:lnTo>
                    <a:pt x="1899761" y="262438"/>
                  </a:lnTo>
                  <a:lnTo>
                    <a:pt x="2050225" y="295165"/>
                  </a:lnTo>
                  <a:lnTo>
                    <a:pt x="2200689" y="333660"/>
                  </a:lnTo>
                  <a:lnTo>
                    <a:pt x="2351153" y="374141"/>
                  </a:lnTo>
                  <a:lnTo>
                    <a:pt x="2501617" y="408751"/>
                  </a:lnTo>
                  <a:lnTo>
                    <a:pt x="2652081" y="436426"/>
                  </a:lnTo>
                  <a:lnTo>
                    <a:pt x="2802545" y="460407"/>
                  </a:lnTo>
                  <a:lnTo>
                    <a:pt x="2953009" y="481523"/>
                  </a:lnTo>
                  <a:lnTo>
                    <a:pt x="3103473" y="497670"/>
                  </a:lnTo>
                  <a:lnTo>
                    <a:pt x="3253937" y="505566"/>
                  </a:lnTo>
                  <a:lnTo>
                    <a:pt x="3404401" y="511313"/>
                  </a:lnTo>
                  <a:lnTo>
                    <a:pt x="3554865" y="521252"/>
                  </a:lnTo>
                  <a:lnTo>
                    <a:pt x="3705329" y="533063"/>
                  </a:lnTo>
                  <a:lnTo>
                    <a:pt x="3855793" y="543211"/>
                  </a:lnTo>
                  <a:lnTo>
                    <a:pt x="4006257" y="551749"/>
                  </a:lnTo>
                  <a:lnTo>
                    <a:pt x="4156721" y="558424"/>
                  </a:lnTo>
                  <a:lnTo>
                    <a:pt x="4307185" y="562562"/>
                  </a:lnTo>
                  <a:lnTo>
                    <a:pt x="4457649" y="563633"/>
                  </a:lnTo>
                  <a:lnTo>
                    <a:pt x="4608114" y="561145"/>
                  </a:lnTo>
                  <a:lnTo>
                    <a:pt x="4758578" y="557188"/>
                  </a:lnTo>
                  <a:lnTo>
                    <a:pt x="4909042" y="553160"/>
                  </a:lnTo>
                  <a:lnTo>
                    <a:pt x="5059506" y="549060"/>
                  </a:lnTo>
                  <a:lnTo>
                    <a:pt x="5209970" y="544887"/>
                  </a:lnTo>
                  <a:lnTo>
                    <a:pt x="5360434" y="540640"/>
                  </a:lnTo>
                  <a:lnTo>
                    <a:pt x="5510898" y="536316"/>
                  </a:lnTo>
                  <a:lnTo>
                    <a:pt x="5661362" y="531916"/>
                  </a:lnTo>
                  <a:lnTo>
                    <a:pt x="5811826" y="527438"/>
                  </a:lnTo>
                  <a:lnTo>
                    <a:pt x="5962290" y="522880"/>
                  </a:lnTo>
                  <a:lnTo>
                    <a:pt x="6112754" y="518241"/>
                  </a:lnTo>
                  <a:lnTo>
                    <a:pt x="6145984" y="51719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48443"/>
              <a:ext cx="6145984" cy="589815"/>
            </a:xfrm>
            <a:custGeom>
              <a:avLst/>
              <a:pathLst>
                <a:path w="6145984" h="589815">
                  <a:moveTo>
                    <a:pt x="0" y="0"/>
                  </a:moveTo>
                  <a:lnTo>
                    <a:pt x="94192" y="2223"/>
                  </a:lnTo>
                  <a:lnTo>
                    <a:pt x="244656" y="6386"/>
                  </a:lnTo>
                  <a:lnTo>
                    <a:pt x="395120" y="11163"/>
                  </a:lnTo>
                  <a:lnTo>
                    <a:pt x="545584" y="16599"/>
                  </a:lnTo>
                  <a:lnTo>
                    <a:pt x="696048" y="22812"/>
                  </a:lnTo>
                  <a:lnTo>
                    <a:pt x="846512" y="30027"/>
                  </a:lnTo>
                  <a:lnTo>
                    <a:pt x="996976" y="38582"/>
                  </a:lnTo>
                  <a:lnTo>
                    <a:pt x="1147440" y="48912"/>
                  </a:lnTo>
                  <a:lnTo>
                    <a:pt x="1297904" y="61482"/>
                  </a:lnTo>
                  <a:lnTo>
                    <a:pt x="1448369" y="76731"/>
                  </a:lnTo>
                  <a:lnTo>
                    <a:pt x="1598833" y="96160"/>
                  </a:lnTo>
                  <a:lnTo>
                    <a:pt x="1749297" y="118854"/>
                  </a:lnTo>
                  <a:lnTo>
                    <a:pt x="1899761" y="142804"/>
                  </a:lnTo>
                  <a:lnTo>
                    <a:pt x="2050225" y="167021"/>
                  </a:lnTo>
                  <a:lnTo>
                    <a:pt x="2200689" y="198902"/>
                  </a:lnTo>
                  <a:lnTo>
                    <a:pt x="2351153" y="232493"/>
                  </a:lnTo>
                  <a:lnTo>
                    <a:pt x="2501617" y="259753"/>
                  </a:lnTo>
                  <a:lnTo>
                    <a:pt x="2652081" y="281690"/>
                  </a:lnTo>
                  <a:lnTo>
                    <a:pt x="2802545" y="299094"/>
                  </a:lnTo>
                  <a:lnTo>
                    <a:pt x="2953009" y="312920"/>
                  </a:lnTo>
                  <a:lnTo>
                    <a:pt x="3103473" y="325404"/>
                  </a:lnTo>
                  <a:lnTo>
                    <a:pt x="3253937" y="331545"/>
                  </a:lnTo>
                  <a:lnTo>
                    <a:pt x="3404401" y="334273"/>
                  </a:lnTo>
                  <a:lnTo>
                    <a:pt x="3554865" y="341381"/>
                  </a:lnTo>
                  <a:lnTo>
                    <a:pt x="3705329" y="352122"/>
                  </a:lnTo>
                  <a:lnTo>
                    <a:pt x="3855793" y="361081"/>
                  </a:lnTo>
                  <a:lnTo>
                    <a:pt x="4006257" y="368731"/>
                  </a:lnTo>
                  <a:lnTo>
                    <a:pt x="4156721" y="375897"/>
                  </a:lnTo>
                  <a:lnTo>
                    <a:pt x="4307185" y="380503"/>
                  </a:lnTo>
                  <a:lnTo>
                    <a:pt x="4457649" y="381258"/>
                  </a:lnTo>
                  <a:lnTo>
                    <a:pt x="4608114" y="377387"/>
                  </a:lnTo>
                  <a:lnTo>
                    <a:pt x="4758578" y="370683"/>
                  </a:lnTo>
                  <a:lnTo>
                    <a:pt x="4909042" y="362763"/>
                  </a:lnTo>
                  <a:lnTo>
                    <a:pt x="5059506" y="353953"/>
                  </a:lnTo>
                  <a:lnTo>
                    <a:pt x="5209970" y="344444"/>
                  </a:lnTo>
                  <a:lnTo>
                    <a:pt x="5360434" y="334316"/>
                  </a:lnTo>
                  <a:lnTo>
                    <a:pt x="5510898" y="323567"/>
                  </a:lnTo>
                  <a:lnTo>
                    <a:pt x="5661362" y="312137"/>
                  </a:lnTo>
                  <a:lnTo>
                    <a:pt x="5811826" y="299925"/>
                  </a:lnTo>
                  <a:lnTo>
                    <a:pt x="5962290" y="286804"/>
                  </a:lnTo>
                  <a:lnTo>
                    <a:pt x="6112754" y="272638"/>
                  </a:lnTo>
                  <a:lnTo>
                    <a:pt x="6145984" y="269248"/>
                  </a:lnTo>
                  <a:lnTo>
                    <a:pt x="6145984" y="589815"/>
                  </a:lnTo>
                  <a:lnTo>
                    <a:pt x="6112754" y="588340"/>
                  </a:lnTo>
                  <a:lnTo>
                    <a:pt x="5962290" y="582480"/>
                  </a:lnTo>
                  <a:lnTo>
                    <a:pt x="5811826" y="577295"/>
                  </a:lnTo>
                  <a:lnTo>
                    <a:pt x="5661362" y="572641"/>
                  </a:lnTo>
                  <a:lnTo>
                    <a:pt x="5510898" y="568387"/>
                  </a:lnTo>
                  <a:lnTo>
                    <a:pt x="5360434" y="564427"/>
                  </a:lnTo>
                  <a:lnTo>
                    <a:pt x="5209970" y="560693"/>
                  </a:lnTo>
                  <a:lnTo>
                    <a:pt x="5059506" y="557178"/>
                  </a:lnTo>
                  <a:lnTo>
                    <a:pt x="4909042" y="553956"/>
                  </a:lnTo>
                  <a:lnTo>
                    <a:pt x="4758578" y="551212"/>
                  </a:lnTo>
                  <a:lnTo>
                    <a:pt x="4608114" y="549268"/>
                  </a:lnTo>
                  <a:lnTo>
                    <a:pt x="4457649" y="546616"/>
                  </a:lnTo>
                  <a:lnTo>
                    <a:pt x="4307185" y="541039"/>
                  </a:lnTo>
                  <a:lnTo>
                    <a:pt x="4156721" y="533975"/>
                  </a:lnTo>
                  <a:lnTo>
                    <a:pt x="4006257" y="526443"/>
                  </a:lnTo>
                  <a:lnTo>
                    <a:pt x="3855793" y="518151"/>
                  </a:lnTo>
                  <a:lnTo>
                    <a:pt x="3705329" y="509846"/>
                  </a:lnTo>
                  <a:lnTo>
                    <a:pt x="3554865" y="501511"/>
                  </a:lnTo>
                  <a:lnTo>
                    <a:pt x="3404401" y="493982"/>
                  </a:lnTo>
                  <a:lnTo>
                    <a:pt x="3253937" y="490751"/>
                  </a:lnTo>
                  <a:lnTo>
                    <a:pt x="3103473" y="487758"/>
                  </a:lnTo>
                  <a:lnTo>
                    <a:pt x="2953009" y="476560"/>
                  </a:lnTo>
                  <a:lnTo>
                    <a:pt x="2802545" y="458815"/>
                  </a:lnTo>
                  <a:lnTo>
                    <a:pt x="2652081" y="440234"/>
                  </a:lnTo>
                  <a:lnTo>
                    <a:pt x="2501617" y="419387"/>
                  </a:lnTo>
                  <a:lnTo>
                    <a:pt x="2351153" y="389734"/>
                  </a:lnTo>
                  <a:lnTo>
                    <a:pt x="2200689" y="354964"/>
                  </a:lnTo>
                  <a:lnTo>
                    <a:pt x="2050225" y="324401"/>
                  </a:lnTo>
                  <a:lnTo>
                    <a:pt x="1899761" y="300718"/>
                  </a:lnTo>
                  <a:lnTo>
                    <a:pt x="1749297" y="278486"/>
                  </a:lnTo>
                  <a:lnTo>
                    <a:pt x="1598833" y="259420"/>
                  </a:lnTo>
                  <a:lnTo>
                    <a:pt x="1448369" y="245320"/>
                  </a:lnTo>
                  <a:lnTo>
                    <a:pt x="1297904" y="237141"/>
                  </a:lnTo>
                  <a:lnTo>
                    <a:pt x="1147440" y="234387"/>
                  </a:lnTo>
                  <a:lnTo>
                    <a:pt x="996976" y="237324"/>
                  </a:lnTo>
                  <a:lnTo>
                    <a:pt x="846512" y="246306"/>
                  </a:lnTo>
                  <a:lnTo>
                    <a:pt x="696048" y="261659"/>
                  </a:lnTo>
                  <a:lnTo>
                    <a:pt x="545584" y="283612"/>
                  </a:lnTo>
                  <a:lnTo>
                    <a:pt x="395120" y="312276"/>
                  </a:lnTo>
                  <a:lnTo>
                    <a:pt x="244656" y="347662"/>
                  </a:lnTo>
                  <a:lnTo>
                    <a:pt x="94192" y="389704"/>
                  </a:lnTo>
                  <a:lnTo>
                    <a:pt x="0" y="42012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48443"/>
              <a:ext cx="6145984" cy="381258"/>
            </a:xfrm>
            <a:custGeom>
              <a:avLst/>
              <a:pathLst>
                <a:path w="6145984" h="381258">
                  <a:moveTo>
                    <a:pt x="0" y="0"/>
                  </a:moveTo>
                  <a:lnTo>
                    <a:pt x="94192" y="2223"/>
                  </a:lnTo>
                  <a:lnTo>
                    <a:pt x="244656" y="6386"/>
                  </a:lnTo>
                  <a:lnTo>
                    <a:pt x="395120" y="11163"/>
                  </a:lnTo>
                  <a:lnTo>
                    <a:pt x="545584" y="16599"/>
                  </a:lnTo>
                  <a:lnTo>
                    <a:pt x="696048" y="22812"/>
                  </a:lnTo>
                  <a:lnTo>
                    <a:pt x="846512" y="30027"/>
                  </a:lnTo>
                  <a:lnTo>
                    <a:pt x="996976" y="38582"/>
                  </a:lnTo>
                  <a:lnTo>
                    <a:pt x="1147440" y="48912"/>
                  </a:lnTo>
                  <a:lnTo>
                    <a:pt x="1297904" y="61482"/>
                  </a:lnTo>
                  <a:lnTo>
                    <a:pt x="1448369" y="76731"/>
                  </a:lnTo>
                  <a:lnTo>
                    <a:pt x="1598833" y="96160"/>
                  </a:lnTo>
                  <a:lnTo>
                    <a:pt x="1749297" y="118854"/>
                  </a:lnTo>
                  <a:lnTo>
                    <a:pt x="1899761" y="142804"/>
                  </a:lnTo>
                  <a:lnTo>
                    <a:pt x="2050225" y="167021"/>
                  </a:lnTo>
                  <a:lnTo>
                    <a:pt x="2200689" y="198902"/>
                  </a:lnTo>
                  <a:lnTo>
                    <a:pt x="2351153" y="232493"/>
                  </a:lnTo>
                  <a:lnTo>
                    <a:pt x="2501617" y="259753"/>
                  </a:lnTo>
                  <a:lnTo>
                    <a:pt x="2652081" y="281690"/>
                  </a:lnTo>
                  <a:lnTo>
                    <a:pt x="2802545" y="299094"/>
                  </a:lnTo>
                  <a:lnTo>
                    <a:pt x="2953009" y="312920"/>
                  </a:lnTo>
                  <a:lnTo>
                    <a:pt x="3103473" y="325404"/>
                  </a:lnTo>
                  <a:lnTo>
                    <a:pt x="3253937" y="331545"/>
                  </a:lnTo>
                  <a:lnTo>
                    <a:pt x="3404401" y="334273"/>
                  </a:lnTo>
                  <a:lnTo>
                    <a:pt x="3554865" y="341381"/>
                  </a:lnTo>
                  <a:lnTo>
                    <a:pt x="3705329" y="352122"/>
                  </a:lnTo>
                  <a:lnTo>
                    <a:pt x="3855793" y="361081"/>
                  </a:lnTo>
                  <a:lnTo>
                    <a:pt x="4006257" y="368731"/>
                  </a:lnTo>
                  <a:lnTo>
                    <a:pt x="4156721" y="375897"/>
                  </a:lnTo>
                  <a:lnTo>
                    <a:pt x="4307185" y="380503"/>
                  </a:lnTo>
                  <a:lnTo>
                    <a:pt x="4457649" y="381258"/>
                  </a:lnTo>
                  <a:lnTo>
                    <a:pt x="4608114" y="377387"/>
                  </a:lnTo>
                  <a:lnTo>
                    <a:pt x="4758578" y="370683"/>
                  </a:lnTo>
                  <a:lnTo>
                    <a:pt x="4909042" y="362763"/>
                  </a:lnTo>
                  <a:lnTo>
                    <a:pt x="5059506" y="353953"/>
                  </a:lnTo>
                  <a:lnTo>
                    <a:pt x="5209970" y="344444"/>
                  </a:lnTo>
                  <a:lnTo>
                    <a:pt x="5360434" y="334316"/>
                  </a:lnTo>
                  <a:lnTo>
                    <a:pt x="5510898" y="323567"/>
                  </a:lnTo>
                  <a:lnTo>
                    <a:pt x="5661362" y="312137"/>
                  </a:lnTo>
                  <a:lnTo>
                    <a:pt x="5811826" y="299925"/>
                  </a:lnTo>
                  <a:lnTo>
                    <a:pt x="5962290" y="286804"/>
                  </a:lnTo>
                  <a:lnTo>
                    <a:pt x="6112754" y="272638"/>
                  </a:lnTo>
                  <a:lnTo>
                    <a:pt x="6145984" y="2692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82831"/>
              <a:ext cx="6145984" cy="355427"/>
            </a:xfrm>
            <a:custGeom>
              <a:avLst/>
              <a:pathLst>
                <a:path w="6145984" h="355427">
                  <a:moveTo>
                    <a:pt x="6145984" y="355427"/>
                  </a:moveTo>
                  <a:lnTo>
                    <a:pt x="6112754" y="353952"/>
                  </a:lnTo>
                  <a:lnTo>
                    <a:pt x="5962290" y="348092"/>
                  </a:lnTo>
                  <a:lnTo>
                    <a:pt x="5811826" y="342907"/>
                  </a:lnTo>
                  <a:lnTo>
                    <a:pt x="5661362" y="338253"/>
                  </a:lnTo>
                  <a:lnTo>
                    <a:pt x="5510898" y="333999"/>
                  </a:lnTo>
                  <a:lnTo>
                    <a:pt x="5360434" y="330039"/>
                  </a:lnTo>
                  <a:lnTo>
                    <a:pt x="5209970" y="326305"/>
                  </a:lnTo>
                  <a:lnTo>
                    <a:pt x="5059506" y="322790"/>
                  </a:lnTo>
                  <a:lnTo>
                    <a:pt x="4909042" y="319568"/>
                  </a:lnTo>
                  <a:lnTo>
                    <a:pt x="4758578" y="316825"/>
                  </a:lnTo>
                  <a:lnTo>
                    <a:pt x="4608114" y="314880"/>
                  </a:lnTo>
                  <a:lnTo>
                    <a:pt x="4457649" y="312228"/>
                  </a:lnTo>
                  <a:lnTo>
                    <a:pt x="4307185" y="306652"/>
                  </a:lnTo>
                  <a:lnTo>
                    <a:pt x="4156721" y="299587"/>
                  </a:lnTo>
                  <a:lnTo>
                    <a:pt x="4006257" y="292055"/>
                  </a:lnTo>
                  <a:lnTo>
                    <a:pt x="3855793" y="283763"/>
                  </a:lnTo>
                  <a:lnTo>
                    <a:pt x="3705329" y="275458"/>
                  </a:lnTo>
                  <a:lnTo>
                    <a:pt x="3554865" y="267123"/>
                  </a:lnTo>
                  <a:lnTo>
                    <a:pt x="3404401" y="259594"/>
                  </a:lnTo>
                  <a:lnTo>
                    <a:pt x="3253937" y="256363"/>
                  </a:lnTo>
                  <a:lnTo>
                    <a:pt x="3103473" y="253370"/>
                  </a:lnTo>
                  <a:lnTo>
                    <a:pt x="2953009" y="242172"/>
                  </a:lnTo>
                  <a:lnTo>
                    <a:pt x="2802545" y="224427"/>
                  </a:lnTo>
                  <a:lnTo>
                    <a:pt x="2652081" y="205846"/>
                  </a:lnTo>
                  <a:lnTo>
                    <a:pt x="2501617" y="184999"/>
                  </a:lnTo>
                  <a:lnTo>
                    <a:pt x="2351153" y="155346"/>
                  </a:lnTo>
                  <a:lnTo>
                    <a:pt x="2200689" y="120576"/>
                  </a:lnTo>
                  <a:lnTo>
                    <a:pt x="2050225" y="90013"/>
                  </a:lnTo>
                  <a:lnTo>
                    <a:pt x="1899761" y="66331"/>
                  </a:lnTo>
                  <a:lnTo>
                    <a:pt x="1749297" y="44098"/>
                  </a:lnTo>
                  <a:lnTo>
                    <a:pt x="1598833" y="25032"/>
                  </a:lnTo>
                  <a:lnTo>
                    <a:pt x="1448369" y="10933"/>
                  </a:lnTo>
                  <a:lnTo>
                    <a:pt x="1297904" y="2753"/>
                  </a:lnTo>
                  <a:lnTo>
                    <a:pt x="1147440" y="0"/>
                  </a:lnTo>
                  <a:lnTo>
                    <a:pt x="996976" y="2936"/>
                  </a:lnTo>
                  <a:lnTo>
                    <a:pt x="846512" y="11919"/>
                  </a:lnTo>
                  <a:lnTo>
                    <a:pt x="696048" y="27271"/>
                  </a:lnTo>
                  <a:lnTo>
                    <a:pt x="545584" y="49224"/>
                  </a:lnTo>
                  <a:lnTo>
                    <a:pt x="395120" y="77888"/>
                  </a:lnTo>
                  <a:lnTo>
                    <a:pt x="244656" y="113274"/>
                  </a:lnTo>
                  <a:lnTo>
                    <a:pt x="94192" y="155316"/>
                  </a:lnTo>
                  <a:lnTo>
                    <a:pt x="0" y="1857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86396"/>
              <a:ext cx="6145984" cy="325984"/>
            </a:xfrm>
            <a:custGeom>
              <a:avLst/>
              <a:pathLst>
                <a:path w="6145984" h="325984">
                  <a:moveTo>
                    <a:pt x="0" y="72107"/>
                  </a:moveTo>
                  <a:lnTo>
                    <a:pt x="94192" y="58010"/>
                  </a:lnTo>
                  <a:lnTo>
                    <a:pt x="244656" y="39071"/>
                  </a:lnTo>
                  <a:lnTo>
                    <a:pt x="395120" y="23766"/>
                  </a:lnTo>
                  <a:lnTo>
                    <a:pt x="545584" y="12152"/>
                  </a:lnTo>
                  <a:lnTo>
                    <a:pt x="696048" y="4282"/>
                  </a:lnTo>
                  <a:lnTo>
                    <a:pt x="846512" y="213"/>
                  </a:lnTo>
                  <a:lnTo>
                    <a:pt x="996976" y="0"/>
                  </a:lnTo>
                  <a:lnTo>
                    <a:pt x="1147440" y="3696"/>
                  </a:lnTo>
                  <a:lnTo>
                    <a:pt x="1297904" y="11358"/>
                  </a:lnTo>
                  <a:lnTo>
                    <a:pt x="1448369" y="23072"/>
                  </a:lnTo>
                  <a:lnTo>
                    <a:pt x="1598833" y="39837"/>
                  </a:lnTo>
                  <a:lnTo>
                    <a:pt x="1749297" y="60716"/>
                  </a:lnTo>
                  <a:lnTo>
                    <a:pt x="1899761" y="83808"/>
                  </a:lnTo>
                  <a:lnTo>
                    <a:pt x="2050225" y="107758"/>
                  </a:lnTo>
                  <a:lnTo>
                    <a:pt x="2200689" y="138980"/>
                  </a:lnTo>
                  <a:lnTo>
                    <a:pt x="2351153" y="173160"/>
                  </a:lnTo>
                  <a:lnTo>
                    <a:pt x="2501617" y="201616"/>
                  </a:lnTo>
                  <a:lnTo>
                    <a:pt x="2652081" y="223008"/>
                  </a:lnTo>
                  <a:lnTo>
                    <a:pt x="2802545" y="241001"/>
                  </a:lnTo>
                  <a:lnTo>
                    <a:pt x="2953009" y="256787"/>
                  </a:lnTo>
                  <a:lnTo>
                    <a:pt x="3103473" y="268627"/>
                  </a:lnTo>
                  <a:lnTo>
                    <a:pt x="3253937" y="273195"/>
                  </a:lnTo>
                  <a:lnTo>
                    <a:pt x="3404401" y="276174"/>
                  </a:lnTo>
                  <a:lnTo>
                    <a:pt x="3554865" y="283493"/>
                  </a:lnTo>
                  <a:lnTo>
                    <a:pt x="3705329" y="293030"/>
                  </a:lnTo>
                  <a:lnTo>
                    <a:pt x="3855793" y="301662"/>
                  </a:lnTo>
                  <a:lnTo>
                    <a:pt x="4006257" y="309634"/>
                  </a:lnTo>
                  <a:lnTo>
                    <a:pt x="4156721" y="316983"/>
                  </a:lnTo>
                  <a:lnTo>
                    <a:pt x="4307185" y="322818"/>
                  </a:lnTo>
                  <a:lnTo>
                    <a:pt x="4457649" y="325984"/>
                  </a:lnTo>
                  <a:lnTo>
                    <a:pt x="4608114" y="325374"/>
                  </a:lnTo>
                  <a:lnTo>
                    <a:pt x="4758578" y="322994"/>
                  </a:lnTo>
                  <a:lnTo>
                    <a:pt x="4909042" y="320406"/>
                  </a:lnTo>
                  <a:lnTo>
                    <a:pt x="5059506" y="317612"/>
                  </a:lnTo>
                  <a:lnTo>
                    <a:pt x="5209970" y="314615"/>
                  </a:lnTo>
                  <a:lnTo>
                    <a:pt x="5360434" y="311418"/>
                  </a:lnTo>
                  <a:lnTo>
                    <a:pt x="5510898" y="308024"/>
                  </a:lnTo>
                  <a:lnTo>
                    <a:pt x="5661362" y="304436"/>
                  </a:lnTo>
                  <a:lnTo>
                    <a:pt x="5811826" y="300656"/>
                  </a:lnTo>
                  <a:lnTo>
                    <a:pt x="5962290" y="296689"/>
                  </a:lnTo>
                  <a:lnTo>
                    <a:pt x="6112754" y="292535"/>
                  </a:lnTo>
                  <a:lnTo>
                    <a:pt x="6145984" y="29157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83724"/>
              <a:ext cx="6145984" cy="372884"/>
            </a:xfrm>
            <a:custGeom>
              <a:avLst/>
              <a:pathLst>
                <a:path w="6145984" h="372884">
                  <a:moveTo>
                    <a:pt x="0" y="0"/>
                  </a:moveTo>
                  <a:lnTo>
                    <a:pt x="94192" y="26902"/>
                  </a:lnTo>
                  <a:lnTo>
                    <a:pt x="244656" y="65444"/>
                  </a:lnTo>
                  <a:lnTo>
                    <a:pt x="395120" y="99484"/>
                  </a:lnTo>
                  <a:lnTo>
                    <a:pt x="545584" y="128993"/>
                  </a:lnTo>
                  <a:lnTo>
                    <a:pt x="696048" y="154006"/>
                  </a:lnTo>
                  <a:lnTo>
                    <a:pt x="846512" y="174649"/>
                  </a:lnTo>
                  <a:lnTo>
                    <a:pt x="996976" y="191154"/>
                  </a:lnTo>
                  <a:lnTo>
                    <a:pt x="1147440" y="203836"/>
                  </a:lnTo>
                  <a:lnTo>
                    <a:pt x="1297904" y="213038"/>
                  </a:lnTo>
                  <a:lnTo>
                    <a:pt x="1448369" y="219016"/>
                  </a:lnTo>
                  <a:lnTo>
                    <a:pt x="1598833" y="221055"/>
                  </a:lnTo>
                  <a:lnTo>
                    <a:pt x="1749297" y="219584"/>
                  </a:lnTo>
                  <a:lnTo>
                    <a:pt x="1899761" y="215859"/>
                  </a:lnTo>
                  <a:lnTo>
                    <a:pt x="2050225" y="211420"/>
                  </a:lnTo>
                  <a:lnTo>
                    <a:pt x="2200689" y="206124"/>
                  </a:lnTo>
                  <a:lnTo>
                    <a:pt x="2351153" y="199201"/>
                  </a:lnTo>
                  <a:lnTo>
                    <a:pt x="2501617" y="192841"/>
                  </a:lnTo>
                  <a:lnTo>
                    <a:pt x="2652081" y="189520"/>
                  </a:lnTo>
                  <a:lnTo>
                    <a:pt x="2802545" y="185795"/>
                  </a:lnTo>
                  <a:lnTo>
                    <a:pt x="2953009" y="180798"/>
                  </a:lnTo>
                  <a:lnTo>
                    <a:pt x="3103473" y="177675"/>
                  </a:lnTo>
                  <a:lnTo>
                    <a:pt x="3253937" y="175376"/>
                  </a:lnTo>
                  <a:lnTo>
                    <a:pt x="3404401" y="171670"/>
                  </a:lnTo>
                  <a:lnTo>
                    <a:pt x="3554865" y="168387"/>
                  </a:lnTo>
                  <a:lnTo>
                    <a:pt x="3705329" y="166097"/>
                  </a:lnTo>
                  <a:lnTo>
                    <a:pt x="3855793" y="163154"/>
                  </a:lnTo>
                  <a:lnTo>
                    <a:pt x="4006257" y="160880"/>
                  </a:lnTo>
                  <a:lnTo>
                    <a:pt x="4156721" y="160365"/>
                  </a:lnTo>
                  <a:lnTo>
                    <a:pt x="4307185" y="159616"/>
                  </a:lnTo>
                  <a:lnTo>
                    <a:pt x="4457649" y="157697"/>
                  </a:lnTo>
                  <a:lnTo>
                    <a:pt x="4608114" y="154100"/>
                  </a:lnTo>
                  <a:lnTo>
                    <a:pt x="4758578" y="148951"/>
                  </a:lnTo>
                  <a:lnTo>
                    <a:pt x="4909042" y="142762"/>
                  </a:lnTo>
                  <a:lnTo>
                    <a:pt x="5059506" y="135836"/>
                  </a:lnTo>
                  <a:lnTo>
                    <a:pt x="5209970" y="128351"/>
                  </a:lnTo>
                  <a:lnTo>
                    <a:pt x="5360434" y="120391"/>
                  </a:lnTo>
                  <a:lnTo>
                    <a:pt x="5510898" y="111964"/>
                  </a:lnTo>
                  <a:lnTo>
                    <a:pt x="5661362" y="103027"/>
                  </a:lnTo>
                  <a:lnTo>
                    <a:pt x="5811826" y="93501"/>
                  </a:lnTo>
                  <a:lnTo>
                    <a:pt x="5962290" y="83285"/>
                  </a:lnTo>
                  <a:lnTo>
                    <a:pt x="6112754" y="72270"/>
                  </a:lnTo>
                  <a:lnTo>
                    <a:pt x="6145984" y="69636"/>
                  </a:lnTo>
                  <a:lnTo>
                    <a:pt x="6145984" y="354158"/>
                  </a:lnTo>
                  <a:lnTo>
                    <a:pt x="6112754" y="352475"/>
                  </a:lnTo>
                  <a:lnTo>
                    <a:pt x="5962290" y="345717"/>
                  </a:lnTo>
                  <a:lnTo>
                    <a:pt x="5811826" y="339684"/>
                  </a:lnTo>
                  <a:lnTo>
                    <a:pt x="5661362" y="334240"/>
                  </a:lnTo>
                  <a:lnTo>
                    <a:pt x="5510898" y="329256"/>
                  </a:lnTo>
                  <a:lnTo>
                    <a:pt x="5360434" y="324628"/>
                  </a:lnTo>
                  <a:lnTo>
                    <a:pt x="5209970" y="320286"/>
                  </a:lnTo>
                  <a:lnTo>
                    <a:pt x="5059506" y="316210"/>
                  </a:lnTo>
                  <a:lnTo>
                    <a:pt x="4909042" y="312458"/>
                  </a:lnTo>
                  <a:lnTo>
                    <a:pt x="4758578" y="309182"/>
                  </a:lnTo>
                  <a:lnTo>
                    <a:pt x="4608114" y="306655"/>
                  </a:lnTo>
                  <a:lnTo>
                    <a:pt x="4457649" y="304462"/>
                  </a:lnTo>
                  <a:lnTo>
                    <a:pt x="4307185" y="302102"/>
                  </a:lnTo>
                  <a:lnTo>
                    <a:pt x="4156721" y="300669"/>
                  </a:lnTo>
                  <a:lnTo>
                    <a:pt x="4006257" y="300858"/>
                  </a:lnTo>
                  <a:lnTo>
                    <a:pt x="3855793" y="302564"/>
                  </a:lnTo>
                  <a:lnTo>
                    <a:pt x="3705329" y="306087"/>
                  </a:lnTo>
                  <a:lnTo>
                    <a:pt x="3554865" y="310513"/>
                  </a:lnTo>
                  <a:lnTo>
                    <a:pt x="3404401" y="313421"/>
                  </a:lnTo>
                  <a:lnTo>
                    <a:pt x="3253937" y="316681"/>
                  </a:lnTo>
                  <a:lnTo>
                    <a:pt x="3103473" y="321774"/>
                  </a:lnTo>
                  <a:lnTo>
                    <a:pt x="2953009" y="326038"/>
                  </a:lnTo>
                  <a:lnTo>
                    <a:pt x="2802545" y="327557"/>
                  </a:lnTo>
                  <a:lnTo>
                    <a:pt x="2652081" y="330238"/>
                  </a:lnTo>
                  <a:lnTo>
                    <a:pt x="2501617" y="334526"/>
                  </a:lnTo>
                  <a:lnTo>
                    <a:pt x="2351153" y="338762"/>
                  </a:lnTo>
                  <a:lnTo>
                    <a:pt x="2200689" y="344638"/>
                  </a:lnTo>
                  <a:lnTo>
                    <a:pt x="2050225" y="351104"/>
                  </a:lnTo>
                  <a:lnTo>
                    <a:pt x="1899761" y="356018"/>
                  </a:lnTo>
                  <a:lnTo>
                    <a:pt x="1749297" y="361267"/>
                  </a:lnTo>
                  <a:lnTo>
                    <a:pt x="1598833" y="365958"/>
                  </a:lnTo>
                  <a:lnTo>
                    <a:pt x="1448369" y="368649"/>
                  </a:lnTo>
                  <a:lnTo>
                    <a:pt x="1297904" y="368945"/>
                  </a:lnTo>
                  <a:lnTo>
                    <a:pt x="1147440" y="368457"/>
                  </a:lnTo>
                  <a:lnTo>
                    <a:pt x="996976" y="367550"/>
                  </a:lnTo>
                  <a:lnTo>
                    <a:pt x="846512" y="366610"/>
                  </a:lnTo>
                  <a:lnTo>
                    <a:pt x="696048" y="365997"/>
                  </a:lnTo>
                  <a:lnTo>
                    <a:pt x="545584" y="365983"/>
                  </a:lnTo>
                  <a:lnTo>
                    <a:pt x="395120" y="366740"/>
                  </a:lnTo>
                  <a:lnTo>
                    <a:pt x="244656" y="368347"/>
                  </a:lnTo>
                  <a:lnTo>
                    <a:pt x="94192" y="370815"/>
                  </a:lnTo>
                  <a:lnTo>
                    <a:pt x="0" y="37288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83724"/>
              <a:ext cx="6145984" cy="221055"/>
            </a:xfrm>
            <a:custGeom>
              <a:avLst/>
              <a:pathLst>
                <a:path w="6145984" h="221055">
                  <a:moveTo>
                    <a:pt x="0" y="0"/>
                  </a:moveTo>
                  <a:lnTo>
                    <a:pt x="94192" y="26902"/>
                  </a:lnTo>
                  <a:lnTo>
                    <a:pt x="244656" y="65444"/>
                  </a:lnTo>
                  <a:lnTo>
                    <a:pt x="395120" y="99484"/>
                  </a:lnTo>
                  <a:lnTo>
                    <a:pt x="545584" y="128993"/>
                  </a:lnTo>
                  <a:lnTo>
                    <a:pt x="696048" y="154006"/>
                  </a:lnTo>
                  <a:lnTo>
                    <a:pt x="846512" y="174649"/>
                  </a:lnTo>
                  <a:lnTo>
                    <a:pt x="996976" y="191154"/>
                  </a:lnTo>
                  <a:lnTo>
                    <a:pt x="1147440" y="203836"/>
                  </a:lnTo>
                  <a:lnTo>
                    <a:pt x="1297904" y="213038"/>
                  </a:lnTo>
                  <a:lnTo>
                    <a:pt x="1448369" y="219016"/>
                  </a:lnTo>
                  <a:lnTo>
                    <a:pt x="1598833" y="221055"/>
                  </a:lnTo>
                  <a:lnTo>
                    <a:pt x="1749297" y="219584"/>
                  </a:lnTo>
                  <a:lnTo>
                    <a:pt x="1899761" y="215859"/>
                  </a:lnTo>
                  <a:lnTo>
                    <a:pt x="2050225" y="211420"/>
                  </a:lnTo>
                  <a:lnTo>
                    <a:pt x="2200689" y="206124"/>
                  </a:lnTo>
                  <a:lnTo>
                    <a:pt x="2351153" y="199201"/>
                  </a:lnTo>
                  <a:lnTo>
                    <a:pt x="2501617" y="192841"/>
                  </a:lnTo>
                  <a:lnTo>
                    <a:pt x="2652081" y="189520"/>
                  </a:lnTo>
                  <a:lnTo>
                    <a:pt x="2802545" y="185795"/>
                  </a:lnTo>
                  <a:lnTo>
                    <a:pt x="2953009" y="180798"/>
                  </a:lnTo>
                  <a:lnTo>
                    <a:pt x="3103473" y="177675"/>
                  </a:lnTo>
                  <a:lnTo>
                    <a:pt x="3253937" y="175376"/>
                  </a:lnTo>
                  <a:lnTo>
                    <a:pt x="3404401" y="171670"/>
                  </a:lnTo>
                  <a:lnTo>
                    <a:pt x="3554865" y="168387"/>
                  </a:lnTo>
                  <a:lnTo>
                    <a:pt x="3705329" y="166097"/>
                  </a:lnTo>
                  <a:lnTo>
                    <a:pt x="3855793" y="163154"/>
                  </a:lnTo>
                  <a:lnTo>
                    <a:pt x="4006257" y="160880"/>
                  </a:lnTo>
                  <a:lnTo>
                    <a:pt x="4156721" y="160365"/>
                  </a:lnTo>
                  <a:lnTo>
                    <a:pt x="4307185" y="159616"/>
                  </a:lnTo>
                  <a:lnTo>
                    <a:pt x="4457649" y="157697"/>
                  </a:lnTo>
                  <a:lnTo>
                    <a:pt x="4608114" y="154100"/>
                  </a:lnTo>
                  <a:lnTo>
                    <a:pt x="4758578" y="148951"/>
                  </a:lnTo>
                  <a:lnTo>
                    <a:pt x="4909042" y="142762"/>
                  </a:lnTo>
                  <a:lnTo>
                    <a:pt x="5059506" y="135836"/>
                  </a:lnTo>
                  <a:lnTo>
                    <a:pt x="5209970" y="128351"/>
                  </a:lnTo>
                  <a:lnTo>
                    <a:pt x="5360434" y="120391"/>
                  </a:lnTo>
                  <a:lnTo>
                    <a:pt x="5510898" y="111964"/>
                  </a:lnTo>
                  <a:lnTo>
                    <a:pt x="5661362" y="103027"/>
                  </a:lnTo>
                  <a:lnTo>
                    <a:pt x="5811826" y="93501"/>
                  </a:lnTo>
                  <a:lnTo>
                    <a:pt x="5962290" y="83285"/>
                  </a:lnTo>
                  <a:lnTo>
                    <a:pt x="6112754" y="72270"/>
                  </a:lnTo>
                  <a:lnTo>
                    <a:pt x="6145984" y="696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84394"/>
              <a:ext cx="6145984" cy="72215"/>
            </a:xfrm>
            <a:custGeom>
              <a:avLst/>
              <a:pathLst>
                <a:path w="6145984" h="72215">
                  <a:moveTo>
                    <a:pt x="6145984" y="53489"/>
                  </a:moveTo>
                  <a:lnTo>
                    <a:pt x="6112754" y="51805"/>
                  </a:lnTo>
                  <a:lnTo>
                    <a:pt x="5962290" y="45047"/>
                  </a:lnTo>
                  <a:lnTo>
                    <a:pt x="5811826" y="39014"/>
                  </a:lnTo>
                  <a:lnTo>
                    <a:pt x="5661362" y="33570"/>
                  </a:lnTo>
                  <a:lnTo>
                    <a:pt x="5510898" y="28587"/>
                  </a:lnTo>
                  <a:lnTo>
                    <a:pt x="5360434" y="23959"/>
                  </a:lnTo>
                  <a:lnTo>
                    <a:pt x="5209970" y="19616"/>
                  </a:lnTo>
                  <a:lnTo>
                    <a:pt x="5059506" y="15541"/>
                  </a:lnTo>
                  <a:lnTo>
                    <a:pt x="4909042" y="11788"/>
                  </a:lnTo>
                  <a:lnTo>
                    <a:pt x="4758578" y="8512"/>
                  </a:lnTo>
                  <a:lnTo>
                    <a:pt x="4608114" y="5986"/>
                  </a:lnTo>
                  <a:lnTo>
                    <a:pt x="4457649" y="3793"/>
                  </a:lnTo>
                  <a:lnTo>
                    <a:pt x="4307185" y="1433"/>
                  </a:lnTo>
                  <a:lnTo>
                    <a:pt x="4156721" y="0"/>
                  </a:lnTo>
                  <a:lnTo>
                    <a:pt x="4006257" y="188"/>
                  </a:lnTo>
                  <a:lnTo>
                    <a:pt x="3855793" y="1894"/>
                  </a:lnTo>
                  <a:lnTo>
                    <a:pt x="3705329" y="5418"/>
                  </a:lnTo>
                  <a:lnTo>
                    <a:pt x="3554865" y="9843"/>
                  </a:lnTo>
                  <a:lnTo>
                    <a:pt x="3404401" y="12751"/>
                  </a:lnTo>
                  <a:lnTo>
                    <a:pt x="3253937" y="16012"/>
                  </a:lnTo>
                  <a:lnTo>
                    <a:pt x="3103473" y="21104"/>
                  </a:lnTo>
                  <a:lnTo>
                    <a:pt x="2953009" y="25369"/>
                  </a:lnTo>
                  <a:lnTo>
                    <a:pt x="2802545" y="26888"/>
                  </a:lnTo>
                  <a:lnTo>
                    <a:pt x="2652081" y="29568"/>
                  </a:lnTo>
                  <a:lnTo>
                    <a:pt x="2501617" y="33856"/>
                  </a:lnTo>
                  <a:lnTo>
                    <a:pt x="2351153" y="38093"/>
                  </a:lnTo>
                  <a:lnTo>
                    <a:pt x="2200689" y="43969"/>
                  </a:lnTo>
                  <a:lnTo>
                    <a:pt x="2050225" y="50435"/>
                  </a:lnTo>
                  <a:lnTo>
                    <a:pt x="1899761" y="55349"/>
                  </a:lnTo>
                  <a:lnTo>
                    <a:pt x="1749297" y="60598"/>
                  </a:lnTo>
                  <a:lnTo>
                    <a:pt x="1598833" y="65288"/>
                  </a:lnTo>
                  <a:lnTo>
                    <a:pt x="1448369" y="67979"/>
                  </a:lnTo>
                  <a:lnTo>
                    <a:pt x="1297904" y="68276"/>
                  </a:lnTo>
                  <a:lnTo>
                    <a:pt x="1147440" y="67787"/>
                  </a:lnTo>
                  <a:lnTo>
                    <a:pt x="996976" y="66881"/>
                  </a:lnTo>
                  <a:lnTo>
                    <a:pt x="846512" y="65941"/>
                  </a:lnTo>
                  <a:lnTo>
                    <a:pt x="696048" y="65327"/>
                  </a:lnTo>
                  <a:lnTo>
                    <a:pt x="545584" y="65314"/>
                  </a:lnTo>
                  <a:lnTo>
                    <a:pt x="395120" y="66071"/>
                  </a:lnTo>
                  <a:lnTo>
                    <a:pt x="244656" y="67677"/>
                  </a:lnTo>
                  <a:lnTo>
                    <a:pt x="94192" y="70145"/>
                  </a:lnTo>
                  <a:lnTo>
                    <a:pt x="0" y="722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70167"/>
              <a:ext cx="6145984" cy="107390"/>
            </a:xfrm>
            <a:custGeom>
              <a:avLst/>
              <a:pathLst>
                <a:path w="6145984" h="107390">
                  <a:moveTo>
                    <a:pt x="0" y="0"/>
                  </a:moveTo>
                  <a:lnTo>
                    <a:pt x="94192" y="12416"/>
                  </a:lnTo>
                  <a:lnTo>
                    <a:pt x="244656" y="30453"/>
                  </a:lnTo>
                  <a:lnTo>
                    <a:pt x="395120" y="46670"/>
                  </a:lnTo>
                  <a:lnTo>
                    <a:pt x="545584" y="61046"/>
                  </a:lnTo>
                  <a:lnTo>
                    <a:pt x="696048" y="73559"/>
                  </a:lnTo>
                  <a:lnTo>
                    <a:pt x="846512" y="84187"/>
                  </a:lnTo>
                  <a:lnTo>
                    <a:pt x="996976" y="92910"/>
                  </a:lnTo>
                  <a:lnTo>
                    <a:pt x="1147440" y="99704"/>
                  </a:lnTo>
                  <a:lnTo>
                    <a:pt x="1297904" y="104549"/>
                  </a:lnTo>
                  <a:lnTo>
                    <a:pt x="1448369" y="107390"/>
                  </a:lnTo>
                  <a:lnTo>
                    <a:pt x="1598833" y="107064"/>
                  </a:lnTo>
                  <a:lnTo>
                    <a:pt x="1749297" y="103983"/>
                  </a:lnTo>
                  <a:lnTo>
                    <a:pt x="1899761" y="99496"/>
                  </a:lnTo>
                  <a:lnTo>
                    <a:pt x="2050225" y="94820"/>
                  </a:lnTo>
                  <a:lnTo>
                    <a:pt x="2200689" y="88938"/>
                  </a:lnTo>
                  <a:lnTo>
                    <a:pt x="2351153" y="82539"/>
                  </a:lnTo>
                  <a:lnTo>
                    <a:pt x="2501617" y="77241"/>
                  </a:lnTo>
                  <a:lnTo>
                    <a:pt x="2652081" y="73437"/>
                  </a:lnTo>
                  <a:lnTo>
                    <a:pt x="2802545" y="70234"/>
                  </a:lnTo>
                  <a:lnTo>
                    <a:pt x="2953009" y="66976"/>
                  </a:lnTo>
                  <a:lnTo>
                    <a:pt x="3103473" y="63282"/>
                  </a:lnTo>
                  <a:lnTo>
                    <a:pt x="3253937" y="59587"/>
                  </a:lnTo>
                  <a:lnTo>
                    <a:pt x="3404401" y="56103"/>
                  </a:lnTo>
                  <a:lnTo>
                    <a:pt x="3554865" y="53008"/>
                  </a:lnTo>
                  <a:lnTo>
                    <a:pt x="3705329" y="49650"/>
                  </a:lnTo>
                  <a:lnTo>
                    <a:pt x="3855793" y="46416"/>
                  </a:lnTo>
                  <a:lnTo>
                    <a:pt x="4006257" y="44426"/>
                  </a:lnTo>
                  <a:lnTo>
                    <a:pt x="4156721" y="44075"/>
                  </a:lnTo>
                  <a:lnTo>
                    <a:pt x="4307185" y="44417"/>
                  </a:lnTo>
                  <a:lnTo>
                    <a:pt x="4457649" y="44637"/>
                  </a:lnTo>
                  <a:lnTo>
                    <a:pt x="4608114" y="43935"/>
                  </a:lnTo>
                  <a:lnTo>
                    <a:pt x="4758578" y="42624"/>
                  </a:lnTo>
                  <a:lnTo>
                    <a:pt x="4909042" y="41168"/>
                  </a:lnTo>
                  <a:lnTo>
                    <a:pt x="5059506" y="39581"/>
                  </a:lnTo>
                  <a:lnTo>
                    <a:pt x="5209970" y="37876"/>
                  </a:lnTo>
                  <a:lnTo>
                    <a:pt x="5360434" y="36067"/>
                  </a:lnTo>
                  <a:lnTo>
                    <a:pt x="5510898" y="34168"/>
                  </a:lnTo>
                  <a:lnTo>
                    <a:pt x="5661362" y="32191"/>
                  </a:lnTo>
                  <a:lnTo>
                    <a:pt x="5811826" y="30150"/>
                  </a:lnTo>
                  <a:lnTo>
                    <a:pt x="5962290" y="28059"/>
                  </a:lnTo>
                  <a:lnTo>
                    <a:pt x="6112754" y="25930"/>
                  </a:lnTo>
                  <a:lnTo>
                    <a:pt x="6145984" y="254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648810"/>
              <a:ext cx="6145984" cy="493499"/>
            </a:xfrm>
            <a:custGeom>
              <a:avLst/>
              <a:pathLst>
                <a:path w="6145984" h="493499">
                  <a:moveTo>
                    <a:pt x="0" y="0"/>
                  </a:moveTo>
                  <a:lnTo>
                    <a:pt x="94192" y="26241"/>
                  </a:lnTo>
                  <a:lnTo>
                    <a:pt x="244656" y="63374"/>
                  </a:lnTo>
                  <a:lnTo>
                    <a:pt x="395120" y="95646"/>
                  </a:lnTo>
                  <a:lnTo>
                    <a:pt x="545584" y="123032"/>
                  </a:lnTo>
                  <a:lnTo>
                    <a:pt x="696048" y="145595"/>
                  </a:lnTo>
                  <a:lnTo>
                    <a:pt x="846512" y="163518"/>
                  </a:lnTo>
                  <a:lnTo>
                    <a:pt x="996976" y="177121"/>
                  </a:lnTo>
                  <a:lnTo>
                    <a:pt x="1147440" y="186839"/>
                  </a:lnTo>
                  <a:lnTo>
                    <a:pt x="1297904" y="193139"/>
                  </a:lnTo>
                  <a:lnTo>
                    <a:pt x="1448369" y="196385"/>
                  </a:lnTo>
                  <a:lnTo>
                    <a:pt x="1598833" y="195879"/>
                  </a:lnTo>
                  <a:lnTo>
                    <a:pt x="1749297" y="191979"/>
                  </a:lnTo>
                  <a:lnTo>
                    <a:pt x="1899761" y="185907"/>
                  </a:lnTo>
                  <a:lnTo>
                    <a:pt x="2050225" y="179277"/>
                  </a:lnTo>
                  <a:lnTo>
                    <a:pt x="2200689" y="171866"/>
                  </a:lnTo>
                  <a:lnTo>
                    <a:pt x="2351153" y="162425"/>
                  </a:lnTo>
                  <a:lnTo>
                    <a:pt x="2501617" y="153444"/>
                  </a:lnTo>
                  <a:lnTo>
                    <a:pt x="2652081" y="143949"/>
                  </a:lnTo>
                  <a:lnTo>
                    <a:pt x="2802545" y="130683"/>
                  </a:lnTo>
                  <a:lnTo>
                    <a:pt x="2953009" y="118262"/>
                  </a:lnTo>
                  <a:lnTo>
                    <a:pt x="3103473" y="113039"/>
                  </a:lnTo>
                  <a:lnTo>
                    <a:pt x="3253937" y="108741"/>
                  </a:lnTo>
                  <a:lnTo>
                    <a:pt x="3404401" y="103729"/>
                  </a:lnTo>
                  <a:lnTo>
                    <a:pt x="3554865" y="102081"/>
                  </a:lnTo>
                  <a:lnTo>
                    <a:pt x="3705329" y="105578"/>
                  </a:lnTo>
                  <a:lnTo>
                    <a:pt x="3855793" y="109932"/>
                  </a:lnTo>
                  <a:lnTo>
                    <a:pt x="4006257" y="114006"/>
                  </a:lnTo>
                  <a:lnTo>
                    <a:pt x="4156721" y="118946"/>
                  </a:lnTo>
                  <a:lnTo>
                    <a:pt x="4307185" y="123824"/>
                  </a:lnTo>
                  <a:lnTo>
                    <a:pt x="4457649" y="127134"/>
                  </a:lnTo>
                  <a:lnTo>
                    <a:pt x="4608114" y="127944"/>
                  </a:lnTo>
                  <a:lnTo>
                    <a:pt x="4758578" y="126529"/>
                  </a:lnTo>
                  <a:lnTo>
                    <a:pt x="4909042" y="123724"/>
                  </a:lnTo>
                  <a:lnTo>
                    <a:pt x="5059506" y="119924"/>
                  </a:lnTo>
                  <a:lnTo>
                    <a:pt x="5209970" y="115364"/>
                  </a:lnTo>
                  <a:lnTo>
                    <a:pt x="5360434" y="110150"/>
                  </a:lnTo>
                  <a:lnTo>
                    <a:pt x="5510898" y="104291"/>
                  </a:lnTo>
                  <a:lnTo>
                    <a:pt x="5661362" y="97728"/>
                  </a:lnTo>
                  <a:lnTo>
                    <a:pt x="5811826" y="90352"/>
                  </a:lnTo>
                  <a:lnTo>
                    <a:pt x="5962290" y="82028"/>
                  </a:lnTo>
                  <a:lnTo>
                    <a:pt x="6112754" y="72607"/>
                  </a:lnTo>
                  <a:lnTo>
                    <a:pt x="6145984" y="70251"/>
                  </a:lnTo>
                  <a:lnTo>
                    <a:pt x="6145984" y="446806"/>
                  </a:lnTo>
                  <a:lnTo>
                    <a:pt x="6112754" y="443448"/>
                  </a:lnTo>
                  <a:lnTo>
                    <a:pt x="5962290" y="429346"/>
                  </a:lnTo>
                  <a:lnTo>
                    <a:pt x="5811826" y="416166"/>
                  </a:lnTo>
                  <a:lnTo>
                    <a:pt x="5661362" y="403729"/>
                  </a:lnTo>
                  <a:lnTo>
                    <a:pt x="5510898" y="391870"/>
                  </a:lnTo>
                  <a:lnTo>
                    <a:pt x="5360434" y="380451"/>
                  </a:lnTo>
                  <a:lnTo>
                    <a:pt x="5209970" y="369382"/>
                  </a:lnTo>
                  <a:lnTo>
                    <a:pt x="5059506" y="358643"/>
                  </a:lnTo>
                  <a:lnTo>
                    <a:pt x="4909042" y="348310"/>
                  </a:lnTo>
                  <a:lnTo>
                    <a:pt x="4758578" y="338589"/>
                  </a:lnTo>
                  <a:lnTo>
                    <a:pt x="4608114" y="329845"/>
                  </a:lnTo>
                  <a:lnTo>
                    <a:pt x="4457649" y="321374"/>
                  </a:lnTo>
                  <a:lnTo>
                    <a:pt x="4307185" y="312399"/>
                  </a:lnTo>
                  <a:lnTo>
                    <a:pt x="4156721" y="304633"/>
                  </a:lnTo>
                  <a:lnTo>
                    <a:pt x="4006257" y="299262"/>
                  </a:lnTo>
                  <a:lnTo>
                    <a:pt x="3855793" y="294436"/>
                  </a:lnTo>
                  <a:lnTo>
                    <a:pt x="3705329" y="290850"/>
                  </a:lnTo>
                  <a:lnTo>
                    <a:pt x="3554865" y="290178"/>
                  </a:lnTo>
                  <a:lnTo>
                    <a:pt x="3404401" y="291332"/>
                  </a:lnTo>
                  <a:lnTo>
                    <a:pt x="3253937" y="295753"/>
                  </a:lnTo>
                  <a:lnTo>
                    <a:pt x="3103473" y="303749"/>
                  </a:lnTo>
                  <a:lnTo>
                    <a:pt x="2953009" y="310482"/>
                  </a:lnTo>
                  <a:lnTo>
                    <a:pt x="2802545" y="318301"/>
                  </a:lnTo>
                  <a:lnTo>
                    <a:pt x="2652081" y="330183"/>
                  </a:lnTo>
                  <a:lnTo>
                    <a:pt x="2501617" y="340958"/>
                  </a:lnTo>
                  <a:lnTo>
                    <a:pt x="2351153" y="347129"/>
                  </a:lnTo>
                  <a:lnTo>
                    <a:pt x="2200689" y="355185"/>
                  </a:lnTo>
                  <a:lnTo>
                    <a:pt x="2050225" y="364144"/>
                  </a:lnTo>
                  <a:lnTo>
                    <a:pt x="1899761" y="371402"/>
                  </a:lnTo>
                  <a:lnTo>
                    <a:pt x="1749297" y="379492"/>
                  </a:lnTo>
                  <a:lnTo>
                    <a:pt x="1598833" y="387653"/>
                  </a:lnTo>
                  <a:lnTo>
                    <a:pt x="1448369" y="394419"/>
                  </a:lnTo>
                  <a:lnTo>
                    <a:pt x="1297904" y="399477"/>
                  </a:lnTo>
                  <a:lnTo>
                    <a:pt x="1147440" y="404709"/>
                  </a:lnTo>
                  <a:lnTo>
                    <a:pt x="996976" y="410575"/>
                  </a:lnTo>
                  <a:lnTo>
                    <a:pt x="846512" y="417572"/>
                  </a:lnTo>
                  <a:lnTo>
                    <a:pt x="696048" y="426157"/>
                  </a:lnTo>
                  <a:lnTo>
                    <a:pt x="545584" y="436681"/>
                  </a:lnTo>
                  <a:lnTo>
                    <a:pt x="395120" y="449350"/>
                  </a:lnTo>
                  <a:lnTo>
                    <a:pt x="244656" y="464255"/>
                  </a:lnTo>
                  <a:lnTo>
                    <a:pt x="94192" y="481398"/>
                  </a:lnTo>
                  <a:lnTo>
                    <a:pt x="0" y="49349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48810"/>
              <a:ext cx="6145984" cy="196385"/>
            </a:xfrm>
            <a:custGeom>
              <a:avLst/>
              <a:pathLst>
                <a:path w="6145984" h="196385">
                  <a:moveTo>
                    <a:pt x="0" y="0"/>
                  </a:moveTo>
                  <a:lnTo>
                    <a:pt x="94192" y="26241"/>
                  </a:lnTo>
                  <a:lnTo>
                    <a:pt x="244656" y="63374"/>
                  </a:lnTo>
                  <a:lnTo>
                    <a:pt x="395120" y="95646"/>
                  </a:lnTo>
                  <a:lnTo>
                    <a:pt x="545584" y="123032"/>
                  </a:lnTo>
                  <a:lnTo>
                    <a:pt x="696048" y="145595"/>
                  </a:lnTo>
                  <a:lnTo>
                    <a:pt x="846512" y="163518"/>
                  </a:lnTo>
                  <a:lnTo>
                    <a:pt x="996976" y="177121"/>
                  </a:lnTo>
                  <a:lnTo>
                    <a:pt x="1147440" y="186839"/>
                  </a:lnTo>
                  <a:lnTo>
                    <a:pt x="1297904" y="193139"/>
                  </a:lnTo>
                  <a:lnTo>
                    <a:pt x="1448369" y="196385"/>
                  </a:lnTo>
                  <a:lnTo>
                    <a:pt x="1598833" y="195879"/>
                  </a:lnTo>
                  <a:lnTo>
                    <a:pt x="1749297" y="191979"/>
                  </a:lnTo>
                  <a:lnTo>
                    <a:pt x="1899761" y="185907"/>
                  </a:lnTo>
                  <a:lnTo>
                    <a:pt x="2050225" y="179277"/>
                  </a:lnTo>
                  <a:lnTo>
                    <a:pt x="2200689" y="171866"/>
                  </a:lnTo>
                  <a:lnTo>
                    <a:pt x="2351153" y="162425"/>
                  </a:lnTo>
                  <a:lnTo>
                    <a:pt x="2501617" y="153444"/>
                  </a:lnTo>
                  <a:lnTo>
                    <a:pt x="2652081" y="143949"/>
                  </a:lnTo>
                  <a:lnTo>
                    <a:pt x="2802545" y="130683"/>
                  </a:lnTo>
                  <a:lnTo>
                    <a:pt x="2953009" y="118262"/>
                  </a:lnTo>
                  <a:lnTo>
                    <a:pt x="3103473" y="113039"/>
                  </a:lnTo>
                  <a:lnTo>
                    <a:pt x="3253937" y="108741"/>
                  </a:lnTo>
                  <a:lnTo>
                    <a:pt x="3404401" y="103729"/>
                  </a:lnTo>
                  <a:lnTo>
                    <a:pt x="3554865" y="102081"/>
                  </a:lnTo>
                  <a:lnTo>
                    <a:pt x="3705329" y="105578"/>
                  </a:lnTo>
                  <a:lnTo>
                    <a:pt x="3855793" y="109932"/>
                  </a:lnTo>
                  <a:lnTo>
                    <a:pt x="4006257" y="114006"/>
                  </a:lnTo>
                  <a:lnTo>
                    <a:pt x="4156721" y="118946"/>
                  </a:lnTo>
                  <a:lnTo>
                    <a:pt x="4307185" y="123824"/>
                  </a:lnTo>
                  <a:lnTo>
                    <a:pt x="4457649" y="127134"/>
                  </a:lnTo>
                  <a:lnTo>
                    <a:pt x="4608114" y="127944"/>
                  </a:lnTo>
                  <a:lnTo>
                    <a:pt x="4758578" y="126529"/>
                  </a:lnTo>
                  <a:lnTo>
                    <a:pt x="4909042" y="123724"/>
                  </a:lnTo>
                  <a:lnTo>
                    <a:pt x="5059506" y="119924"/>
                  </a:lnTo>
                  <a:lnTo>
                    <a:pt x="5209970" y="115364"/>
                  </a:lnTo>
                  <a:lnTo>
                    <a:pt x="5360434" y="110150"/>
                  </a:lnTo>
                  <a:lnTo>
                    <a:pt x="5510898" y="104291"/>
                  </a:lnTo>
                  <a:lnTo>
                    <a:pt x="5661362" y="97728"/>
                  </a:lnTo>
                  <a:lnTo>
                    <a:pt x="5811826" y="90352"/>
                  </a:lnTo>
                  <a:lnTo>
                    <a:pt x="5962290" y="82028"/>
                  </a:lnTo>
                  <a:lnTo>
                    <a:pt x="6112754" y="72607"/>
                  </a:lnTo>
                  <a:lnTo>
                    <a:pt x="6145984" y="70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38989"/>
              <a:ext cx="6145984" cy="203320"/>
            </a:xfrm>
            <a:custGeom>
              <a:avLst/>
              <a:pathLst>
                <a:path w="6145984" h="203320">
                  <a:moveTo>
                    <a:pt x="6145984" y="156627"/>
                  </a:moveTo>
                  <a:lnTo>
                    <a:pt x="6112754" y="153269"/>
                  </a:lnTo>
                  <a:lnTo>
                    <a:pt x="5962290" y="139167"/>
                  </a:lnTo>
                  <a:lnTo>
                    <a:pt x="5811826" y="125987"/>
                  </a:lnTo>
                  <a:lnTo>
                    <a:pt x="5661362" y="113550"/>
                  </a:lnTo>
                  <a:lnTo>
                    <a:pt x="5510898" y="101691"/>
                  </a:lnTo>
                  <a:lnTo>
                    <a:pt x="5360434" y="90272"/>
                  </a:lnTo>
                  <a:lnTo>
                    <a:pt x="5209970" y="79203"/>
                  </a:lnTo>
                  <a:lnTo>
                    <a:pt x="5059506" y="68464"/>
                  </a:lnTo>
                  <a:lnTo>
                    <a:pt x="4909042" y="58131"/>
                  </a:lnTo>
                  <a:lnTo>
                    <a:pt x="4758578" y="48410"/>
                  </a:lnTo>
                  <a:lnTo>
                    <a:pt x="4608114" y="39667"/>
                  </a:lnTo>
                  <a:lnTo>
                    <a:pt x="4457649" y="31195"/>
                  </a:lnTo>
                  <a:lnTo>
                    <a:pt x="4307185" y="22220"/>
                  </a:lnTo>
                  <a:lnTo>
                    <a:pt x="4156721" y="14454"/>
                  </a:lnTo>
                  <a:lnTo>
                    <a:pt x="4006257" y="9083"/>
                  </a:lnTo>
                  <a:lnTo>
                    <a:pt x="3855793" y="4257"/>
                  </a:lnTo>
                  <a:lnTo>
                    <a:pt x="3705329" y="671"/>
                  </a:lnTo>
                  <a:lnTo>
                    <a:pt x="3554865" y="0"/>
                  </a:lnTo>
                  <a:lnTo>
                    <a:pt x="3404401" y="1153"/>
                  </a:lnTo>
                  <a:lnTo>
                    <a:pt x="3253937" y="5575"/>
                  </a:lnTo>
                  <a:lnTo>
                    <a:pt x="3103473" y="13570"/>
                  </a:lnTo>
                  <a:lnTo>
                    <a:pt x="2953009" y="20303"/>
                  </a:lnTo>
                  <a:lnTo>
                    <a:pt x="2802545" y="28122"/>
                  </a:lnTo>
                  <a:lnTo>
                    <a:pt x="2652081" y="40005"/>
                  </a:lnTo>
                  <a:lnTo>
                    <a:pt x="2501617" y="50779"/>
                  </a:lnTo>
                  <a:lnTo>
                    <a:pt x="2351153" y="56950"/>
                  </a:lnTo>
                  <a:lnTo>
                    <a:pt x="2200689" y="65006"/>
                  </a:lnTo>
                  <a:lnTo>
                    <a:pt x="2050225" y="73965"/>
                  </a:lnTo>
                  <a:lnTo>
                    <a:pt x="1899761" y="81223"/>
                  </a:lnTo>
                  <a:lnTo>
                    <a:pt x="1749297" y="89313"/>
                  </a:lnTo>
                  <a:lnTo>
                    <a:pt x="1598833" y="97474"/>
                  </a:lnTo>
                  <a:lnTo>
                    <a:pt x="1448369" y="104240"/>
                  </a:lnTo>
                  <a:lnTo>
                    <a:pt x="1297904" y="109298"/>
                  </a:lnTo>
                  <a:lnTo>
                    <a:pt x="1147440" y="114530"/>
                  </a:lnTo>
                  <a:lnTo>
                    <a:pt x="996976" y="120396"/>
                  </a:lnTo>
                  <a:lnTo>
                    <a:pt x="846512" y="127393"/>
                  </a:lnTo>
                  <a:lnTo>
                    <a:pt x="696048" y="135979"/>
                  </a:lnTo>
                  <a:lnTo>
                    <a:pt x="545584" y="146502"/>
                  </a:lnTo>
                  <a:lnTo>
                    <a:pt x="395120" y="159172"/>
                  </a:lnTo>
                  <a:lnTo>
                    <a:pt x="244656" y="174077"/>
                  </a:lnTo>
                  <a:lnTo>
                    <a:pt x="94192" y="191219"/>
                  </a:lnTo>
                  <a:lnTo>
                    <a:pt x="0" y="2033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44941"/>
              <a:ext cx="6145984" cy="100178"/>
            </a:xfrm>
            <a:custGeom>
              <a:avLst/>
              <a:pathLst>
                <a:path w="6145984" h="100178">
                  <a:moveTo>
                    <a:pt x="0" y="50619"/>
                  </a:moveTo>
                  <a:lnTo>
                    <a:pt x="94192" y="57689"/>
                  </a:lnTo>
                  <a:lnTo>
                    <a:pt x="244656" y="67685"/>
                  </a:lnTo>
                  <a:lnTo>
                    <a:pt x="395120" y="76368"/>
                  </a:lnTo>
                  <a:lnTo>
                    <a:pt x="545584" y="83726"/>
                  </a:lnTo>
                  <a:lnTo>
                    <a:pt x="696048" y="89746"/>
                  </a:lnTo>
                  <a:lnTo>
                    <a:pt x="846512" y="94414"/>
                  </a:lnTo>
                  <a:lnTo>
                    <a:pt x="996976" y="97718"/>
                  </a:lnTo>
                  <a:lnTo>
                    <a:pt x="1147440" y="99643"/>
                  </a:lnTo>
                  <a:lnTo>
                    <a:pt x="1297904" y="100178"/>
                  </a:lnTo>
                  <a:lnTo>
                    <a:pt x="1448369" y="99272"/>
                  </a:lnTo>
                  <a:lnTo>
                    <a:pt x="1598833" y="95636"/>
                  </a:lnTo>
                  <a:lnTo>
                    <a:pt x="1749297" y="89605"/>
                  </a:lnTo>
                  <a:lnTo>
                    <a:pt x="1899761" y="82524"/>
                  </a:lnTo>
                  <a:lnTo>
                    <a:pt x="2050225" y="75580"/>
                  </a:lnTo>
                  <a:lnTo>
                    <a:pt x="2200689" y="67395"/>
                  </a:lnTo>
                  <a:lnTo>
                    <a:pt x="2351153" y="58647"/>
                  </a:lnTo>
                  <a:lnTo>
                    <a:pt x="2501617" y="51071"/>
                  </a:lnTo>
                  <a:lnTo>
                    <a:pt x="2652081" y="40936"/>
                  </a:lnTo>
                  <a:lnTo>
                    <a:pt x="2802545" y="28362"/>
                  </a:lnTo>
                  <a:lnTo>
                    <a:pt x="2953009" y="18242"/>
                  </a:lnTo>
                  <a:lnTo>
                    <a:pt x="3103473" y="12264"/>
                  </a:lnTo>
                  <a:lnTo>
                    <a:pt x="3253937" y="6117"/>
                  </a:lnTo>
                  <a:lnTo>
                    <a:pt x="3404401" y="1401"/>
                  </a:lnTo>
                  <a:lnTo>
                    <a:pt x="3554865" y="0"/>
                  </a:lnTo>
                  <a:lnTo>
                    <a:pt x="3705329" y="2084"/>
                  </a:lnTo>
                  <a:lnTo>
                    <a:pt x="3855793" y="6054"/>
                  </a:lnTo>
                  <a:lnTo>
                    <a:pt x="4006257" y="10504"/>
                  </a:lnTo>
                  <a:lnTo>
                    <a:pt x="4156721" y="15659"/>
                  </a:lnTo>
                  <a:lnTo>
                    <a:pt x="4307185" y="21982"/>
                  </a:lnTo>
                  <a:lnTo>
                    <a:pt x="4457649" y="28124"/>
                  </a:lnTo>
                  <a:lnTo>
                    <a:pt x="4608114" y="32765"/>
                  </a:lnTo>
                  <a:lnTo>
                    <a:pt x="4758578" y="36429"/>
                  </a:lnTo>
                  <a:lnTo>
                    <a:pt x="4909042" y="39887"/>
                  </a:lnTo>
                  <a:lnTo>
                    <a:pt x="5059506" y="43153"/>
                  </a:lnTo>
                  <a:lnTo>
                    <a:pt x="5209970" y="46243"/>
                  </a:lnTo>
                  <a:lnTo>
                    <a:pt x="5360434" y="49170"/>
                  </a:lnTo>
                  <a:lnTo>
                    <a:pt x="5510898" y="51950"/>
                  </a:lnTo>
                  <a:lnTo>
                    <a:pt x="5661362" y="54598"/>
                  </a:lnTo>
                  <a:lnTo>
                    <a:pt x="5811826" y="57129"/>
                  </a:lnTo>
                  <a:lnTo>
                    <a:pt x="5962290" y="59557"/>
                  </a:lnTo>
                  <a:lnTo>
                    <a:pt x="6112754" y="61898"/>
                  </a:lnTo>
                  <a:lnTo>
                    <a:pt x="6145984" y="6239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47298"/>
              <a:ext cx="6145984" cy="1086337"/>
            </a:xfrm>
            <a:custGeom>
              <a:avLst/>
              <a:pathLst>
                <a:path w="6145984" h="1086337">
                  <a:moveTo>
                    <a:pt x="0" y="0"/>
                  </a:moveTo>
                  <a:lnTo>
                    <a:pt x="94192" y="42039"/>
                  </a:lnTo>
                  <a:lnTo>
                    <a:pt x="244656" y="105358"/>
                  </a:lnTo>
                  <a:lnTo>
                    <a:pt x="395120" y="164777"/>
                  </a:lnTo>
                  <a:lnTo>
                    <a:pt x="545584" y="220278"/>
                  </a:lnTo>
                  <a:lnTo>
                    <a:pt x="696048" y="271921"/>
                  </a:lnTo>
                  <a:lnTo>
                    <a:pt x="846512" y="319876"/>
                  </a:lnTo>
                  <a:lnTo>
                    <a:pt x="996976" y="364441"/>
                  </a:lnTo>
                  <a:lnTo>
                    <a:pt x="1147440" y="406014"/>
                  </a:lnTo>
                  <a:lnTo>
                    <a:pt x="1297904" y="445026"/>
                  </a:lnTo>
                  <a:lnTo>
                    <a:pt x="1448369" y="481872"/>
                  </a:lnTo>
                  <a:lnTo>
                    <a:pt x="1598833" y="518072"/>
                  </a:lnTo>
                  <a:lnTo>
                    <a:pt x="1749297" y="553556"/>
                  </a:lnTo>
                  <a:lnTo>
                    <a:pt x="1899761" y="587398"/>
                  </a:lnTo>
                  <a:lnTo>
                    <a:pt x="2050225" y="619482"/>
                  </a:lnTo>
                  <a:lnTo>
                    <a:pt x="2200689" y="654662"/>
                  </a:lnTo>
                  <a:lnTo>
                    <a:pt x="2351153" y="688986"/>
                  </a:lnTo>
                  <a:lnTo>
                    <a:pt x="2501617" y="718511"/>
                  </a:lnTo>
                  <a:lnTo>
                    <a:pt x="2652081" y="744544"/>
                  </a:lnTo>
                  <a:lnTo>
                    <a:pt x="2802545" y="766139"/>
                  </a:lnTo>
                  <a:lnTo>
                    <a:pt x="2953009" y="784413"/>
                  </a:lnTo>
                  <a:lnTo>
                    <a:pt x="3103473" y="802556"/>
                  </a:lnTo>
                  <a:lnTo>
                    <a:pt x="3253937" y="815901"/>
                  </a:lnTo>
                  <a:lnTo>
                    <a:pt x="3404401" y="825652"/>
                  </a:lnTo>
                  <a:lnTo>
                    <a:pt x="3554865" y="838173"/>
                  </a:lnTo>
                  <a:lnTo>
                    <a:pt x="3705329" y="853577"/>
                  </a:lnTo>
                  <a:lnTo>
                    <a:pt x="3855793" y="866709"/>
                  </a:lnTo>
                  <a:lnTo>
                    <a:pt x="4006257" y="877301"/>
                  </a:lnTo>
                  <a:lnTo>
                    <a:pt x="4156721" y="886048"/>
                  </a:lnTo>
                  <a:lnTo>
                    <a:pt x="4307185" y="891509"/>
                  </a:lnTo>
                  <a:lnTo>
                    <a:pt x="4457649" y="892916"/>
                  </a:lnTo>
                  <a:lnTo>
                    <a:pt x="4608114" y="890029"/>
                  </a:lnTo>
                  <a:lnTo>
                    <a:pt x="4758578" y="883855"/>
                  </a:lnTo>
                  <a:lnTo>
                    <a:pt x="4909042" y="875398"/>
                  </a:lnTo>
                  <a:lnTo>
                    <a:pt x="5059506" y="865021"/>
                  </a:lnTo>
                  <a:lnTo>
                    <a:pt x="5209970" y="852942"/>
                  </a:lnTo>
                  <a:lnTo>
                    <a:pt x="5360434" y="839260"/>
                  </a:lnTo>
                  <a:lnTo>
                    <a:pt x="5510898" y="823988"/>
                  </a:lnTo>
                  <a:lnTo>
                    <a:pt x="5661362" y="807074"/>
                  </a:lnTo>
                  <a:lnTo>
                    <a:pt x="5811826" y="788422"/>
                  </a:lnTo>
                  <a:lnTo>
                    <a:pt x="5962290" y="767913"/>
                  </a:lnTo>
                  <a:lnTo>
                    <a:pt x="6112754" y="745413"/>
                  </a:lnTo>
                  <a:lnTo>
                    <a:pt x="6145984" y="739974"/>
                  </a:lnTo>
                  <a:lnTo>
                    <a:pt x="6145984" y="1083493"/>
                  </a:lnTo>
                  <a:lnTo>
                    <a:pt x="6112754" y="1083719"/>
                  </a:lnTo>
                  <a:lnTo>
                    <a:pt x="5962290" y="1084760"/>
                  </a:lnTo>
                  <a:lnTo>
                    <a:pt x="5811826" y="1085652"/>
                  </a:lnTo>
                  <a:lnTo>
                    <a:pt x="5661362" y="1086229"/>
                  </a:lnTo>
                  <a:lnTo>
                    <a:pt x="5510898" y="1086337"/>
                  </a:lnTo>
                  <a:lnTo>
                    <a:pt x="5360434" y="1085847"/>
                  </a:lnTo>
                  <a:lnTo>
                    <a:pt x="5209970" y="1084674"/>
                  </a:lnTo>
                  <a:lnTo>
                    <a:pt x="5059506" y="1082797"/>
                  </a:lnTo>
                  <a:lnTo>
                    <a:pt x="4909042" y="1080281"/>
                  </a:lnTo>
                  <a:lnTo>
                    <a:pt x="4758578" y="1077311"/>
                  </a:lnTo>
                  <a:lnTo>
                    <a:pt x="4608114" y="1074216"/>
                  </a:lnTo>
                  <a:lnTo>
                    <a:pt x="4457649" y="1070114"/>
                  </a:lnTo>
                  <a:lnTo>
                    <a:pt x="4307185" y="1063540"/>
                  </a:lnTo>
                  <a:lnTo>
                    <a:pt x="4156721" y="1055444"/>
                  </a:lnTo>
                  <a:lnTo>
                    <a:pt x="4006257" y="1046304"/>
                  </a:lnTo>
                  <a:lnTo>
                    <a:pt x="3855793" y="1035026"/>
                  </a:lnTo>
                  <a:lnTo>
                    <a:pt x="3705329" y="1022594"/>
                  </a:lnTo>
                  <a:lnTo>
                    <a:pt x="3554865" y="1009769"/>
                  </a:lnTo>
                  <a:lnTo>
                    <a:pt x="3404401" y="996796"/>
                  </a:lnTo>
                  <a:lnTo>
                    <a:pt x="3253937" y="986506"/>
                  </a:lnTo>
                  <a:lnTo>
                    <a:pt x="3103473" y="976534"/>
                  </a:lnTo>
                  <a:lnTo>
                    <a:pt x="2953009" y="959769"/>
                  </a:lnTo>
                  <a:lnTo>
                    <a:pt x="2802545" y="937297"/>
                  </a:lnTo>
                  <a:lnTo>
                    <a:pt x="2652081" y="914440"/>
                  </a:lnTo>
                  <a:lnTo>
                    <a:pt x="2501617" y="889575"/>
                  </a:lnTo>
                  <a:lnTo>
                    <a:pt x="2351153" y="857486"/>
                  </a:lnTo>
                  <a:lnTo>
                    <a:pt x="2200689" y="821898"/>
                  </a:lnTo>
                  <a:lnTo>
                    <a:pt x="2050225" y="788130"/>
                  </a:lnTo>
                  <a:lnTo>
                    <a:pt x="1899761" y="756619"/>
                  </a:lnTo>
                  <a:lnTo>
                    <a:pt x="1749297" y="724617"/>
                  </a:lnTo>
                  <a:lnTo>
                    <a:pt x="1598833" y="693021"/>
                  </a:lnTo>
                  <a:lnTo>
                    <a:pt x="1448369" y="662532"/>
                  </a:lnTo>
                  <a:lnTo>
                    <a:pt x="1297904" y="633261"/>
                  </a:lnTo>
                  <a:lnTo>
                    <a:pt x="1147440" y="604769"/>
                  </a:lnTo>
                  <a:lnTo>
                    <a:pt x="996976" y="577413"/>
                  </a:lnTo>
                  <a:lnTo>
                    <a:pt x="846512" y="551641"/>
                  </a:lnTo>
                  <a:lnTo>
                    <a:pt x="696048" y="527869"/>
                  </a:lnTo>
                  <a:lnTo>
                    <a:pt x="545584" y="506409"/>
                  </a:lnTo>
                  <a:lnTo>
                    <a:pt x="395120" y="487450"/>
                  </a:lnTo>
                  <a:lnTo>
                    <a:pt x="244656" y="471069"/>
                  </a:lnTo>
                  <a:lnTo>
                    <a:pt x="94192" y="457263"/>
                  </a:lnTo>
                  <a:lnTo>
                    <a:pt x="0" y="45020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47298"/>
              <a:ext cx="6145984" cy="892916"/>
            </a:xfrm>
            <a:custGeom>
              <a:avLst/>
              <a:pathLst>
                <a:path w="6145984" h="892916">
                  <a:moveTo>
                    <a:pt x="0" y="0"/>
                  </a:moveTo>
                  <a:lnTo>
                    <a:pt x="94192" y="42039"/>
                  </a:lnTo>
                  <a:lnTo>
                    <a:pt x="244656" y="105358"/>
                  </a:lnTo>
                  <a:lnTo>
                    <a:pt x="395120" y="164777"/>
                  </a:lnTo>
                  <a:lnTo>
                    <a:pt x="545584" y="220278"/>
                  </a:lnTo>
                  <a:lnTo>
                    <a:pt x="696048" y="271921"/>
                  </a:lnTo>
                  <a:lnTo>
                    <a:pt x="846512" y="319876"/>
                  </a:lnTo>
                  <a:lnTo>
                    <a:pt x="996976" y="364441"/>
                  </a:lnTo>
                  <a:lnTo>
                    <a:pt x="1147440" y="406014"/>
                  </a:lnTo>
                  <a:lnTo>
                    <a:pt x="1297904" y="445026"/>
                  </a:lnTo>
                  <a:lnTo>
                    <a:pt x="1448369" y="481872"/>
                  </a:lnTo>
                  <a:lnTo>
                    <a:pt x="1598833" y="518072"/>
                  </a:lnTo>
                  <a:lnTo>
                    <a:pt x="1749297" y="553556"/>
                  </a:lnTo>
                  <a:lnTo>
                    <a:pt x="1899761" y="587398"/>
                  </a:lnTo>
                  <a:lnTo>
                    <a:pt x="2050225" y="619482"/>
                  </a:lnTo>
                  <a:lnTo>
                    <a:pt x="2200689" y="654662"/>
                  </a:lnTo>
                  <a:lnTo>
                    <a:pt x="2351153" y="688986"/>
                  </a:lnTo>
                  <a:lnTo>
                    <a:pt x="2501617" y="718511"/>
                  </a:lnTo>
                  <a:lnTo>
                    <a:pt x="2652081" y="744544"/>
                  </a:lnTo>
                  <a:lnTo>
                    <a:pt x="2802545" y="766139"/>
                  </a:lnTo>
                  <a:lnTo>
                    <a:pt x="2953009" y="784413"/>
                  </a:lnTo>
                  <a:lnTo>
                    <a:pt x="3103473" y="802556"/>
                  </a:lnTo>
                  <a:lnTo>
                    <a:pt x="3253937" y="815901"/>
                  </a:lnTo>
                  <a:lnTo>
                    <a:pt x="3404401" y="825652"/>
                  </a:lnTo>
                  <a:lnTo>
                    <a:pt x="3554865" y="838173"/>
                  </a:lnTo>
                  <a:lnTo>
                    <a:pt x="3705329" y="853577"/>
                  </a:lnTo>
                  <a:lnTo>
                    <a:pt x="3855793" y="866709"/>
                  </a:lnTo>
                  <a:lnTo>
                    <a:pt x="4006257" y="877301"/>
                  </a:lnTo>
                  <a:lnTo>
                    <a:pt x="4156721" y="886048"/>
                  </a:lnTo>
                  <a:lnTo>
                    <a:pt x="4307185" y="891509"/>
                  </a:lnTo>
                  <a:lnTo>
                    <a:pt x="4457649" y="892916"/>
                  </a:lnTo>
                  <a:lnTo>
                    <a:pt x="4608114" y="890029"/>
                  </a:lnTo>
                  <a:lnTo>
                    <a:pt x="4758578" y="883855"/>
                  </a:lnTo>
                  <a:lnTo>
                    <a:pt x="4909042" y="875398"/>
                  </a:lnTo>
                  <a:lnTo>
                    <a:pt x="5059506" y="865021"/>
                  </a:lnTo>
                  <a:lnTo>
                    <a:pt x="5209970" y="852942"/>
                  </a:lnTo>
                  <a:lnTo>
                    <a:pt x="5360434" y="839260"/>
                  </a:lnTo>
                  <a:lnTo>
                    <a:pt x="5510898" y="823988"/>
                  </a:lnTo>
                  <a:lnTo>
                    <a:pt x="5661362" y="807074"/>
                  </a:lnTo>
                  <a:lnTo>
                    <a:pt x="5811826" y="788422"/>
                  </a:lnTo>
                  <a:lnTo>
                    <a:pt x="5962290" y="767913"/>
                  </a:lnTo>
                  <a:lnTo>
                    <a:pt x="6112754" y="745413"/>
                  </a:lnTo>
                  <a:lnTo>
                    <a:pt x="6145984" y="7399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97501"/>
              <a:ext cx="6145984" cy="636133"/>
            </a:xfrm>
            <a:custGeom>
              <a:avLst/>
              <a:pathLst>
                <a:path w="6145984" h="636133">
                  <a:moveTo>
                    <a:pt x="6145984" y="633290"/>
                  </a:moveTo>
                  <a:lnTo>
                    <a:pt x="6112754" y="633515"/>
                  </a:lnTo>
                  <a:lnTo>
                    <a:pt x="5962290" y="634556"/>
                  </a:lnTo>
                  <a:lnTo>
                    <a:pt x="5811826" y="635448"/>
                  </a:lnTo>
                  <a:lnTo>
                    <a:pt x="5661362" y="636025"/>
                  </a:lnTo>
                  <a:lnTo>
                    <a:pt x="5510898" y="636133"/>
                  </a:lnTo>
                  <a:lnTo>
                    <a:pt x="5360434" y="635643"/>
                  </a:lnTo>
                  <a:lnTo>
                    <a:pt x="5209970" y="634471"/>
                  </a:lnTo>
                  <a:lnTo>
                    <a:pt x="5059506" y="632593"/>
                  </a:lnTo>
                  <a:lnTo>
                    <a:pt x="4909042" y="630077"/>
                  </a:lnTo>
                  <a:lnTo>
                    <a:pt x="4758578" y="627107"/>
                  </a:lnTo>
                  <a:lnTo>
                    <a:pt x="4608114" y="624013"/>
                  </a:lnTo>
                  <a:lnTo>
                    <a:pt x="4457649" y="619910"/>
                  </a:lnTo>
                  <a:lnTo>
                    <a:pt x="4307185" y="613336"/>
                  </a:lnTo>
                  <a:lnTo>
                    <a:pt x="4156721" y="605241"/>
                  </a:lnTo>
                  <a:lnTo>
                    <a:pt x="4006257" y="596101"/>
                  </a:lnTo>
                  <a:lnTo>
                    <a:pt x="3855793" y="584822"/>
                  </a:lnTo>
                  <a:lnTo>
                    <a:pt x="3705329" y="572391"/>
                  </a:lnTo>
                  <a:lnTo>
                    <a:pt x="3554865" y="559565"/>
                  </a:lnTo>
                  <a:lnTo>
                    <a:pt x="3404401" y="546593"/>
                  </a:lnTo>
                  <a:lnTo>
                    <a:pt x="3253937" y="536303"/>
                  </a:lnTo>
                  <a:lnTo>
                    <a:pt x="3103473" y="526330"/>
                  </a:lnTo>
                  <a:lnTo>
                    <a:pt x="2953009" y="509565"/>
                  </a:lnTo>
                  <a:lnTo>
                    <a:pt x="2802545" y="487094"/>
                  </a:lnTo>
                  <a:lnTo>
                    <a:pt x="2652081" y="464237"/>
                  </a:lnTo>
                  <a:lnTo>
                    <a:pt x="2501617" y="439371"/>
                  </a:lnTo>
                  <a:lnTo>
                    <a:pt x="2351153" y="407283"/>
                  </a:lnTo>
                  <a:lnTo>
                    <a:pt x="2200689" y="371694"/>
                  </a:lnTo>
                  <a:lnTo>
                    <a:pt x="2050225" y="337927"/>
                  </a:lnTo>
                  <a:lnTo>
                    <a:pt x="1899761" y="306416"/>
                  </a:lnTo>
                  <a:lnTo>
                    <a:pt x="1749297" y="274414"/>
                  </a:lnTo>
                  <a:lnTo>
                    <a:pt x="1598833" y="242818"/>
                  </a:lnTo>
                  <a:lnTo>
                    <a:pt x="1448369" y="212328"/>
                  </a:lnTo>
                  <a:lnTo>
                    <a:pt x="1297904" y="183058"/>
                  </a:lnTo>
                  <a:lnTo>
                    <a:pt x="1147440" y="154566"/>
                  </a:lnTo>
                  <a:lnTo>
                    <a:pt x="996976" y="127210"/>
                  </a:lnTo>
                  <a:lnTo>
                    <a:pt x="846512" y="101438"/>
                  </a:lnTo>
                  <a:lnTo>
                    <a:pt x="696048" y="77665"/>
                  </a:lnTo>
                  <a:lnTo>
                    <a:pt x="545584" y="56206"/>
                  </a:lnTo>
                  <a:lnTo>
                    <a:pt x="395120" y="37247"/>
                  </a:lnTo>
                  <a:lnTo>
                    <a:pt x="244656" y="20865"/>
                  </a:lnTo>
                  <a:lnTo>
                    <a:pt x="94192" y="70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372399"/>
              <a:ext cx="6145984" cy="757021"/>
            </a:xfrm>
            <a:custGeom>
              <a:avLst/>
              <a:pathLst>
                <a:path w="6145984" h="757021">
                  <a:moveTo>
                    <a:pt x="0" y="0"/>
                  </a:moveTo>
                  <a:lnTo>
                    <a:pt x="94192" y="24549"/>
                  </a:lnTo>
                  <a:lnTo>
                    <a:pt x="244656" y="63112"/>
                  </a:lnTo>
                  <a:lnTo>
                    <a:pt x="395120" y="101012"/>
                  </a:lnTo>
                  <a:lnTo>
                    <a:pt x="545584" y="138242"/>
                  </a:lnTo>
                  <a:lnTo>
                    <a:pt x="696048" y="174793"/>
                  </a:lnTo>
                  <a:lnTo>
                    <a:pt x="846512" y="210657"/>
                  </a:lnTo>
                  <a:lnTo>
                    <a:pt x="996976" y="245825"/>
                  </a:lnTo>
                  <a:lnTo>
                    <a:pt x="1147440" y="280290"/>
                  </a:lnTo>
                  <a:lnTo>
                    <a:pt x="1297904" y="314042"/>
                  </a:lnTo>
                  <a:lnTo>
                    <a:pt x="1448369" y="347100"/>
                  </a:lnTo>
                  <a:lnTo>
                    <a:pt x="1598833" y="380445"/>
                  </a:lnTo>
                  <a:lnTo>
                    <a:pt x="1749297" y="413985"/>
                  </a:lnTo>
                  <a:lnTo>
                    <a:pt x="1899761" y="446907"/>
                  </a:lnTo>
                  <a:lnTo>
                    <a:pt x="2050225" y="478705"/>
                  </a:lnTo>
                  <a:lnTo>
                    <a:pt x="2200689" y="513178"/>
                  </a:lnTo>
                  <a:lnTo>
                    <a:pt x="2351153" y="548135"/>
                  </a:lnTo>
                  <a:lnTo>
                    <a:pt x="2501617" y="578941"/>
                  </a:lnTo>
                  <a:lnTo>
                    <a:pt x="2652081" y="604391"/>
                  </a:lnTo>
                  <a:lnTo>
                    <a:pt x="2802545" y="626616"/>
                  </a:lnTo>
                  <a:lnTo>
                    <a:pt x="2953009" y="646989"/>
                  </a:lnTo>
                  <a:lnTo>
                    <a:pt x="3103473" y="664443"/>
                  </a:lnTo>
                  <a:lnTo>
                    <a:pt x="3253937" y="676102"/>
                  </a:lnTo>
                  <a:lnTo>
                    <a:pt x="3404401" y="686122"/>
                  </a:lnTo>
                  <a:lnTo>
                    <a:pt x="3554865" y="698869"/>
                  </a:lnTo>
                  <a:lnTo>
                    <a:pt x="3705329" y="712984"/>
                  </a:lnTo>
                  <a:lnTo>
                    <a:pt x="3855793" y="725766"/>
                  </a:lnTo>
                  <a:lnTo>
                    <a:pt x="4006257" y="736701"/>
                  </a:lnTo>
                  <a:lnTo>
                    <a:pt x="4156721" y="745644"/>
                  </a:lnTo>
                  <a:lnTo>
                    <a:pt x="4307185" y="752423"/>
                  </a:lnTo>
                  <a:lnTo>
                    <a:pt x="4457649" y="756413"/>
                  </a:lnTo>
                  <a:lnTo>
                    <a:pt x="4608114" y="757021"/>
                  </a:lnTo>
                  <a:lnTo>
                    <a:pt x="4758578" y="755481"/>
                  </a:lnTo>
                  <a:lnTo>
                    <a:pt x="4909042" y="752738"/>
                  </a:lnTo>
                  <a:lnTo>
                    <a:pt x="5059506" y="748807"/>
                  </a:lnTo>
                  <a:lnTo>
                    <a:pt x="5209970" y="743706"/>
                  </a:lnTo>
                  <a:lnTo>
                    <a:pt x="5360434" y="737452"/>
                  </a:lnTo>
                  <a:lnTo>
                    <a:pt x="5510898" y="730061"/>
                  </a:lnTo>
                  <a:lnTo>
                    <a:pt x="5661362" y="721550"/>
                  </a:lnTo>
                  <a:lnTo>
                    <a:pt x="5811826" y="711935"/>
                  </a:lnTo>
                  <a:lnTo>
                    <a:pt x="5962290" y="701234"/>
                  </a:lnTo>
                  <a:lnTo>
                    <a:pt x="6112754" y="689464"/>
                  </a:lnTo>
                  <a:lnTo>
                    <a:pt x="6145984" y="68663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208805"/>
              <a:ext cx="6145984" cy="1036886"/>
            </a:xfrm>
            <a:custGeom>
              <a:avLst/>
              <a:pathLst>
                <a:path w="6145984" h="1036886">
                  <a:moveTo>
                    <a:pt x="0" y="0"/>
                  </a:moveTo>
                  <a:lnTo>
                    <a:pt x="94192" y="40695"/>
                  </a:lnTo>
                  <a:lnTo>
                    <a:pt x="244656" y="102220"/>
                  </a:lnTo>
                  <a:lnTo>
                    <a:pt x="395120" y="160201"/>
                  </a:lnTo>
                  <a:lnTo>
                    <a:pt x="545584" y="214620"/>
                  </a:lnTo>
                  <a:lnTo>
                    <a:pt x="696048" y="265534"/>
                  </a:lnTo>
                  <a:lnTo>
                    <a:pt x="846512" y="313100"/>
                  </a:lnTo>
                  <a:lnTo>
                    <a:pt x="996976" y="357595"/>
                  </a:lnTo>
                  <a:lnTo>
                    <a:pt x="1147440" y="399387"/>
                  </a:lnTo>
                  <a:lnTo>
                    <a:pt x="1297904" y="438877"/>
                  </a:lnTo>
                  <a:lnTo>
                    <a:pt x="1448369" y="476442"/>
                  </a:lnTo>
                  <a:lnTo>
                    <a:pt x="1598833" y="513914"/>
                  </a:lnTo>
                  <a:lnTo>
                    <a:pt x="1749297" y="551166"/>
                  </a:lnTo>
                  <a:lnTo>
                    <a:pt x="1899761" y="586960"/>
                  </a:lnTo>
                  <a:lnTo>
                    <a:pt x="2050225" y="620967"/>
                  </a:lnTo>
                  <a:lnTo>
                    <a:pt x="2200689" y="659613"/>
                  </a:lnTo>
                  <a:lnTo>
                    <a:pt x="2351153" y="697907"/>
                  </a:lnTo>
                  <a:lnTo>
                    <a:pt x="2501617" y="729594"/>
                  </a:lnTo>
                  <a:lnTo>
                    <a:pt x="2652081" y="755538"/>
                  </a:lnTo>
                  <a:lnTo>
                    <a:pt x="2802545" y="775964"/>
                  </a:lnTo>
                  <a:lnTo>
                    <a:pt x="2953009" y="792226"/>
                  </a:lnTo>
                  <a:lnTo>
                    <a:pt x="3103473" y="806723"/>
                  </a:lnTo>
                  <a:lnTo>
                    <a:pt x="3253937" y="814142"/>
                  </a:lnTo>
                  <a:lnTo>
                    <a:pt x="3404401" y="817406"/>
                  </a:lnTo>
                  <a:lnTo>
                    <a:pt x="3554865" y="824274"/>
                  </a:lnTo>
                  <a:lnTo>
                    <a:pt x="3705329" y="833167"/>
                  </a:lnTo>
                  <a:lnTo>
                    <a:pt x="3855793" y="839073"/>
                  </a:lnTo>
                  <a:lnTo>
                    <a:pt x="4006257" y="843635"/>
                  </a:lnTo>
                  <a:lnTo>
                    <a:pt x="4156721" y="847531"/>
                  </a:lnTo>
                  <a:lnTo>
                    <a:pt x="4307185" y="848223"/>
                  </a:lnTo>
                  <a:lnTo>
                    <a:pt x="4457649" y="845320"/>
                  </a:lnTo>
                  <a:lnTo>
                    <a:pt x="4608114" y="838929"/>
                  </a:lnTo>
                  <a:lnTo>
                    <a:pt x="4758578" y="830401"/>
                  </a:lnTo>
                  <a:lnTo>
                    <a:pt x="4909042" y="820790"/>
                  </a:lnTo>
                  <a:lnTo>
                    <a:pt x="5059506" y="810417"/>
                  </a:lnTo>
                  <a:lnTo>
                    <a:pt x="5209970" y="799471"/>
                  </a:lnTo>
                  <a:lnTo>
                    <a:pt x="5360434" y="788027"/>
                  </a:lnTo>
                  <a:lnTo>
                    <a:pt x="5510898" y="776082"/>
                  </a:lnTo>
                  <a:lnTo>
                    <a:pt x="5661362" y="763572"/>
                  </a:lnTo>
                  <a:lnTo>
                    <a:pt x="5811826" y="750395"/>
                  </a:lnTo>
                  <a:lnTo>
                    <a:pt x="5962290" y="736423"/>
                  </a:lnTo>
                  <a:lnTo>
                    <a:pt x="6112754" y="721517"/>
                  </a:lnTo>
                  <a:lnTo>
                    <a:pt x="6145984" y="717988"/>
                  </a:lnTo>
                  <a:lnTo>
                    <a:pt x="6145984" y="1036886"/>
                  </a:lnTo>
                  <a:lnTo>
                    <a:pt x="6112754" y="1035576"/>
                  </a:lnTo>
                  <a:lnTo>
                    <a:pt x="5962290" y="1030560"/>
                  </a:lnTo>
                  <a:lnTo>
                    <a:pt x="5811826" y="1026321"/>
                  </a:lnTo>
                  <a:lnTo>
                    <a:pt x="5661362" y="1022719"/>
                  </a:lnTo>
                  <a:lnTo>
                    <a:pt x="5510898" y="1019627"/>
                  </a:lnTo>
                  <a:lnTo>
                    <a:pt x="5360434" y="1016940"/>
                  </a:lnTo>
                  <a:lnTo>
                    <a:pt x="5209970" y="1014594"/>
                  </a:lnTo>
                  <a:lnTo>
                    <a:pt x="5059506" y="1012585"/>
                  </a:lnTo>
                  <a:lnTo>
                    <a:pt x="4909042" y="1010988"/>
                  </a:lnTo>
                  <a:lnTo>
                    <a:pt x="4758578" y="1009991"/>
                  </a:lnTo>
                  <a:lnTo>
                    <a:pt x="4608114" y="1009915"/>
                  </a:lnTo>
                  <a:lnTo>
                    <a:pt x="4457649" y="1009817"/>
                  </a:lnTo>
                  <a:lnTo>
                    <a:pt x="4307185" y="1007924"/>
                  </a:lnTo>
                  <a:lnTo>
                    <a:pt x="4156721" y="1004787"/>
                  </a:lnTo>
                  <a:lnTo>
                    <a:pt x="4006257" y="1000525"/>
                  </a:lnTo>
                  <a:lnTo>
                    <a:pt x="3855793" y="995325"/>
                  </a:lnTo>
                  <a:lnTo>
                    <a:pt x="3705329" y="990070"/>
                  </a:lnTo>
                  <a:lnTo>
                    <a:pt x="3554865" y="983570"/>
                  </a:lnTo>
                  <a:lnTo>
                    <a:pt x="3404401" y="976283"/>
                  </a:lnTo>
                  <a:lnTo>
                    <a:pt x="3253937" y="972520"/>
                  </a:lnTo>
                  <a:lnTo>
                    <a:pt x="3103473" y="968232"/>
                  </a:lnTo>
                  <a:lnTo>
                    <a:pt x="2953009" y="955014"/>
                  </a:lnTo>
                  <a:lnTo>
                    <a:pt x="2802545" y="934854"/>
                  </a:lnTo>
                  <a:lnTo>
                    <a:pt x="2652081" y="913256"/>
                  </a:lnTo>
                  <a:lnTo>
                    <a:pt x="2501617" y="888396"/>
                  </a:lnTo>
                  <a:lnTo>
                    <a:pt x="2351153" y="854329"/>
                  </a:lnTo>
                  <a:lnTo>
                    <a:pt x="2200689" y="814862"/>
                  </a:lnTo>
                  <a:lnTo>
                    <a:pt x="2050225" y="777527"/>
                  </a:lnTo>
                  <a:lnTo>
                    <a:pt x="1899761" y="744052"/>
                  </a:lnTo>
                  <a:lnTo>
                    <a:pt x="1749297" y="709967"/>
                  </a:lnTo>
                  <a:lnTo>
                    <a:pt x="1598833" y="676324"/>
                  </a:lnTo>
                  <a:lnTo>
                    <a:pt x="1448369" y="644153"/>
                  </a:lnTo>
                  <a:lnTo>
                    <a:pt x="1297904" y="613621"/>
                  </a:lnTo>
                  <a:lnTo>
                    <a:pt x="1147440" y="583897"/>
                  </a:lnTo>
                  <a:lnTo>
                    <a:pt x="996976" y="555303"/>
                  </a:lnTo>
                  <a:lnTo>
                    <a:pt x="846512" y="528254"/>
                  </a:lnTo>
                  <a:lnTo>
                    <a:pt x="696048" y="503137"/>
                  </a:lnTo>
                  <a:lnTo>
                    <a:pt x="545584" y="480243"/>
                  </a:lnTo>
                  <a:lnTo>
                    <a:pt x="395120" y="459747"/>
                  </a:lnTo>
                  <a:lnTo>
                    <a:pt x="244656" y="441719"/>
                  </a:lnTo>
                  <a:lnTo>
                    <a:pt x="94192" y="426159"/>
                  </a:lnTo>
                  <a:lnTo>
                    <a:pt x="0" y="41793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208805"/>
              <a:ext cx="6145984" cy="848223"/>
            </a:xfrm>
            <a:custGeom>
              <a:avLst/>
              <a:pathLst>
                <a:path w="6145984" h="848223">
                  <a:moveTo>
                    <a:pt x="0" y="0"/>
                  </a:moveTo>
                  <a:lnTo>
                    <a:pt x="94192" y="40695"/>
                  </a:lnTo>
                  <a:lnTo>
                    <a:pt x="244656" y="102220"/>
                  </a:lnTo>
                  <a:lnTo>
                    <a:pt x="395120" y="160201"/>
                  </a:lnTo>
                  <a:lnTo>
                    <a:pt x="545584" y="214620"/>
                  </a:lnTo>
                  <a:lnTo>
                    <a:pt x="696048" y="265534"/>
                  </a:lnTo>
                  <a:lnTo>
                    <a:pt x="846512" y="313100"/>
                  </a:lnTo>
                  <a:lnTo>
                    <a:pt x="996976" y="357595"/>
                  </a:lnTo>
                  <a:lnTo>
                    <a:pt x="1147440" y="399387"/>
                  </a:lnTo>
                  <a:lnTo>
                    <a:pt x="1297904" y="438877"/>
                  </a:lnTo>
                  <a:lnTo>
                    <a:pt x="1448369" y="476442"/>
                  </a:lnTo>
                  <a:lnTo>
                    <a:pt x="1598833" y="513914"/>
                  </a:lnTo>
                  <a:lnTo>
                    <a:pt x="1749297" y="551166"/>
                  </a:lnTo>
                  <a:lnTo>
                    <a:pt x="1899761" y="586960"/>
                  </a:lnTo>
                  <a:lnTo>
                    <a:pt x="2050225" y="620967"/>
                  </a:lnTo>
                  <a:lnTo>
                    <a:pt x="2200689" y="659613"/>
                  </a:lnTo>
                  <a:lnTo>
                    <a:pt x="2351153" y="697907"/>
                  </a:lnTo>
                  <a:lnTo>
                    <a:pt x="2501617" y="729594"/>
                  </a:lnTo>
                  <a:lnTo>
                    <a:pt x="2652081" y="755538"/>
                  </a:lnTo>
                  <a:lnTo>
                    <a:pt x="2802545" y="775964"/>
                  </a:lnTo>
                  <a:lnTo>
                    <a:pt x="2953009" y="792226"/>
                  </a:lnTo>
                  <a:lnTo>
                    <a:pt x="3103473" y="806723"/>
                  </a:lnTo>
                  <a:lnTo>
                    <a:pt x="3253937" y="814142"/>
                  </a:lnTo>
                  <a:lnTo>
                    <a:pt x="3404401" y="817406"/>
                  </a:lnTo>
                  <a:lnTo>
                    <a:pt x="3554865" y="824274"/>
                  </a:lnTo>
                  <a:lnTo>
                    <a:pt x="3705329" y="833167"/>
                  </a:lnTo>
                  <a:lnTo>
                    <a:pt x="3855793" y="839073"/>
                  </a:lnTo>
                  <a:lnTo>
                    <a:pt x="4006257" y="843635"/>
                  </a:lnTo>
                  <a:lnTo>
                    <a:pt x="4156721" y="847531"/>
                  </a:lnTo>
                  <a:lnTo>
                    <a:pt x="4307185" y="848223"/>
                  </a:lnTo>
                  <a:lnTo>
                    <a:pt x="4457649" y="845320"/>
                  </a:lnTo>
                  <a:lnTo>
                    <a:pt x="4608114" y="838929"/>
                  </a:lnTo>
                  <a:lnTo>
                    <a:pt x="4758578" y="830401"/>
                  </a:lnTo>
                  <a:lnTo>
                    <a:pt x="4909042" y="820790"/>
                  </a:lnTo>
                  <a:lnTo>
                    <a:pt x="5059506" y="810417"/>
                  </a:lnTo>
                  <a:lnTo>
                    <a:pt x="5209970" y="799471"/>
                  </a:lnTo>
                  <a:lnTo>
                    <a:pt x="5360434" y="788027"/>
                  </a:lnTo>
                  <a:lnTo>
                    <a:pt x="5510898" y="776082"/>
                  </a:lnTo>
                  <a:lnTo>
                    <a:pt x="5661362" y="763572"/>
                  </a:lnTo>
                  <a:lnTo>
                    <a:pt x="5811826" y="750395"/>
                  </a:lnTo>
                  <a:lnTo>
                    <a:pt x="5962290" y="736423"/>
                  </a:lnTo>
                  <a:lnTo>
                    <a:pt x="6112754" y="721517"/>
                  </a:lnTo>
                  <a:lnTo>
                    <a:pt x="6145984" y="717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26741"/>
              <a:ext cx="6145984" cy="618950"/>
            </a:xfrm>
            <a:custGeom>
              <a:avLst/>
              <a:pathLst>
                <a:path w="6145984" h="618950">
                  <a:moveTo>
                    <a:pt x="6145984" y="618950"/>
                  </a:moveTo>
                  <a:lnTo>
                    <a:pt x="6112754" y="617640"/>
                  </a:lnTo>
                  <a:lnTo>
                    <a:pt x="5962290" y="612624"/>
                  </a:lnTo>
                  <a:lnTo>
                    <a:pt x="5811826" y="608386"/>
                  </a:lnTo>
                  <a:lnTo>
                    <a:pt x="5661362" y="604784"/>
                  </a:lnTo>
                  <a:lnTo>
                    <a:pt x="5510898" y="601691"/>
                  </a:lnTo>
                  <a:lnTo>
                    <a:pt x="5360434" y="599004"/>
                  </a:lnTo>
                  <a:lnTo>
                    <a:pt x="5209970" y="596658"/>
                  </a:lnTo>
                  <a:lnTo>
                    <a:pt x="5059506" y="594649"/>
                  </a:lnTo>
                  <a:lnTo>
                    <a:pt x="4909042" y="593052"/>
                  </a:lnTo>
                  <a:lnTo>
                    <a:pt x="4758578" y="592055"/>
                  </a:lnTo>
                  <a:lnTo>
                    <a:pt x="4608114" y="591980"/>
                  </a:lnTo>
                  <a:lnTo>
                    <a:pt x="4457649" y="591882"/>
                  </a:lnTo>
                  <a:lnTo>
                    <a:pt x="4307185" y="589988"/>
                  </a:lnTo>
                  <a:lnTo>
                    <a:pt x="4156721" y="586851"/>
                  </a:lnTo>
                  <a:lnTo>
                    <a:pt x="4006257" y="582589"/>
                  </a:lnTo>
                  <a:lnTo>
                    <a:pt x="3855793" y="577390"/>
                  </a:lnTo>
                  <a:lnTo>
                    <a:pt x="3705329" y="572135"/>
                  </a:lnTo>
                  <a:lnTo>
                    <a:pt x="3554865" y="565634"/>
                  </a:lnTo>
                  <a:lnTo>
                    <a:pt x="3404401" y="558348"/>
                  </a:lnTo>
                  <a:lnTo>
                    <a:pt x="3253937" y="554584"/>
                  </a:lnTo>
                  <a:lnTo>
                    <a:pt x="3103473" y="550296"/>
                  </a:lnTo>
                  <a:lnTo>
                    <a:pt x="2953009" y="537079"/>
                  </a:lnTo>
                  <a:lnTo>
                    <a:pt x="2802545" y="516918"/>
                  </a:lnTo>
                  <a:lnTo>
                    <a:pt x="2652081" y="495321"/>
                  </a:lnTo>
                  <a:lnTo>
                    <a:pt x="2501617" y="470460"/>
                  </a:lnTo>
                  <a:lnTo>
                    <a:pt x="2351153" y="436394"/>
                  </a:lnTo>
                  <a:lnTo>
                    <a:pt x="2200689" y="396926"/>
                  </a:lnTo>
                  <a:lnTo>
                    <a:pt x="2050225" y="359592"/>
                  </a:lnTo>
                  <a:lnTo>
                    <a:pt x="1899761" y="326117"/>
                  </a:lnTo>
                  <a:lnTo>
                    <a:pt x="1749297" y="292031"/>
                  </a:lnTo>
                  <a:lnTo>
                    <a:pt x="1598833" y="258389"/>
                  </a:lnTo>
                  <a:lnTo>
                    <a:pt x="1448369" y="226217"/>
                  </a:lnTo>
                  <a:lnTo>
                    <a:pt x="1297904" y="195685"/>
                  </a:lnTo>
                  <a:lnTo>
                    <a:pt x="1147440" y="165961"/>
                  </a:lnTo>
                  <a:lnTo>
                    <a:pt x="996976" y="137367"/>
                  </a:lnTo>
                  <a:lnTo>
                    <a:pt x="846512" y="110318"/>
                  </a:lnTo>
                  <a:lnTo>
                    <a:pt x="696048" y="85202"/>
                  </a:lnTo>
                  <a:lnTo>
                    <a:pt x="545584" y="62308"/>
                  </a:lnTo>
                  <a:lnTo>
                    <a:pt x="395120" y="41811"/>
                  </a:lnTo>
                  <a:lnTo>
                    <a:pt x="244656" y="23783"/>
                  </a:lnTo>
                  <a:lnTo>
                    <a:pt x="94192" y="82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17773"/>
              <a:ext cx="6145984" cy="719105"/>
            </a:xfrm>
            <a:custGeom>
              <a:avLst/>
              <a:pathLst>
                <a:path w="6145984" h="719105">
                  <a:moveTo>
                    <a:pt x="0" y="0"/>
                  </a:moveTo>
                  <a:lnTo>
                    <a:pt x="94192" y="24459"/>
                  </a:lnTo>
                  <a:lnTo>
                    <a:pt x="244656" y="63002"/>
                  </a:lnTo>
                  <a:lnTo>
                    <a:pt x="395120" y="101006"/>
                  </a:lnTo>
                  <a:lnTo>
                    <a:pt x="545584" y="138464"/>
                  </a:lnTo>
                  <a:lnTo>
                    <a:pt x="696048" y="175368"/>
                  </a:lnTo>
                  <a:lnTo>
                    <a:pt x="846512" y="211709"/>
                  </a:lnTo>
                  <a:lnTo>
                    <a:pt x="996976" y="247481"/>
                  </a:lnTo>
                  <a:lnTo>
                    <a:pt x="1147440" y="282674"/>
                  </a:lnTo>
                  <a:lnTo>
                    <a:pt x="1297904" y="317281"/>
                  </a:lnTo>
                  <a:lnTo>
                    <a:pt x="1448369" y="351329"/>
                  </a:lnTo>
                  <a:lnTo>
                    <a:pt x="1598833" y="386151"/>
                  </a:lnTo>
                  <a:lnTo>
                    <a:pt x="1749297" y="421599"/>
                  </a:lnTo>
                  <a:lnTo>
                    <a:pt x="1899761" y="456538"/>
                  </a:lnTo>
                  <a:lnTo>
                    <a:pt x="2050225" y="490279"/>
                  </a:lnTo>
                  <a:lnTo>
                    <a:pt x="2200689" y="528270"/>
                  </a:lnTo>
                  <a:lnTo>
                    <a:pt x="2351153" y="567150"/>
                  </a:lnTo>
                  <a:lnTo>
                    <a:pt x="2501617" y="600027"/>
                  </a:lnTo>
                  <a:lnTo>
                    <a:pt x="2652081" y="625429"/>
                  </a:lnTo>
                  <a:lnTo>
                    <a:pt x="2802545" y="646441"/>
                  </a:lnTo>
                  <a:lnTo>
                    <a:pt x="2953009" y="664653"/>
                  </a:lnTo>
                  <a:lnTo>
                    <a:pt x="3103473" y="678509"/>
                  </a:lnTo>
                  <a:lnTo>
                    <a:pt x="3253937" y="684363"/>
                  </a:lnTo>
                  <a:lnTo>
                    <a:pt x="3404401" y="687877"/>
                  </a:lnTo>
                  <a:lnTo>
                    <a:pt x="3554865" y="694954"/>
                  </a:lnTo>
                  <a:lnTo>
                    <a:pt x="3705329" y="702651"/>
                  </a:lnTo>
                  <a:lnTo>
                    <a:pt x="3855793" y="708231"/>
                  </a:lnTo>
                  <a:lnTo>
                    <a:pt x="4006257" y="713112"/>
                  </a:lnTo>
                  <a:lnTo>
                    <a:pt x="4156721" y="717191"/>
                  </a:lnTo>
                  <a:lnTo>
                    <a:pt x="4307185" y="719105"/>
                  </a:lnTo>
                  <a:lnTo>
                    <a:pt x="4457649" y="718601"/>
                  </a:lnTo>
                  <a:lnTo>
                    <a:pt x="4608114" y="715454"/>
                  </a:lnTo>
                  <a:lnTo>
                    <a:pt x="4758578" y="711228"/>
                  </a:lnTo>
                  <a:lnTo>
                    <a:pt x="4909042" y="706921"/>
                  </a:lnTo>
                  <a:lnTo>
                    <a:pt x="5059506" y="702533"/>
                  </a:lnTo>
                  <a:lnTo>
                    <a:pt x="5209970" y="698064"/>
                  </a:lnTo>
                  <a:lnTo>
                    <a:pt x="5360434" y="693515"/>
                  </a:lnTo>
                  <a:lnTo>
                    <a:pt x="5510898" y="688887"/>
                  </a:lnTo>
                  <a:lnTo>
                    <a:pt x="5661362" y="684178"/>
                  </a:lnTo>
                  <a:lnTo>
                    <a:pt x="5811826" y="679390"/>
                  </a:lnTo>
                  <a:lnTo>
                    <a:pt x="5962290" y="674524"/>
                  </a:lnTo>
                  <a:lnTo>
                    <a:pt x="6112754" y="669578"/>
                  </a:lnTo>
                  <a:lnTo>
                    <a:pt x="6145984" y="66846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93144"/>
              <a:ext cx="6145984" cy="562690"/>
            </a:xfrm>
            <a:custGeom>
              <a:avLst/>
              <a:pathLst>
                <a:path w="6145984" h="562690">
                  <a:moveTo>
                    <a:pt x="0" y="0"/>
                  </a:moveTo>
                  <a:lnTo>
                    <a:pt x="94192" y="4004"/>
                  </a:lnTo>
                  <a:lnTo>
                    <a:pt x="244656" y="10931"/>
                  </a:lnTo>
                  <a:lnTo>
                    <a:pt x="395120" y="18400"/>
                  </a:lnTo>
                  <a:lnTo>
                    <a:pt x="545584" y="26461"/>
                  </a:lnTo>
                  <a:lnTo>
                    <a:pt x="696048" y="35226"/>
                  </a:lnTo>
                  <a:lnTo>
                    <a:pt x="846512" y="44902"/>
                  </a:lnTo>
                  <a:lnTo>
                    <a:pt x="996976" y="55798"/>
                  </a:lnTo>
                  <a:lnTo>
                    <a:pt x="1147440" y="68307"/>
                  </a:lnTo>
                  <a:lnTo>
                    <a:pt x="1297904" y="82850"/>
                  </a:lnTo>
                  <a:lnTo>
                    <a:pt x="1448369" y="99833"/>
                  </a:lnTo>
                  <a:lnTo>
                    <a:pt x="1598833" y="120915"/>
                  </a:lnTo>
                  <a:lnTo>
                    <a:pt x="1749297" y="145101"/>
                  </a:lnTo>
                  <a:lnTo>
                    <a:pt x="1899761" y="170139"/>
                  </a:lnTo>
                  <a:lnTo>
                    <a:pt x="2050225" y="194709"/>
                  </a:lnTo>
                  <a:lnTo>
                    <a:pt x="2200689" y="225563"/>
                  </a:lnTo>
                  <a:lnTo>
                    <a:pt x="2351153" y="257556"/>
                  </a:lnTo>
                  <a:lnTo>
                    <a:pt x="2501617" y="283526"/>
                  </a:lnTo>
                  <a:lnTo>
                    <a:pt x="2652081" y="305262"/>
                  </a:lnTo>
                  <a:lnTo>
                    <a:pt x="2802545" y="323394"/>
                  </a:lnTo>
                  <a:lnTo>
                    <a:pt x="2953009" y="337754"/>
                  </a:lnTo>
                  <a:lnTo>
                    <a:pt x="3103473" y="350208"/>
                  </a:lnTo>
                  <a:lnTo>
                    <a:pt x="3253937" y="357470"/>
                  </a:lnTo>
                  <a:lnTo>
                    <a:pt x="3404401" y="361200"/>
                  </a:lnTo>
                  <a:lnTo>
                    <a:pt x="3554865" y="367260"/>
                  </a:lnTo>
                  <a:lnTo>
                    <a:pt x="3705329" y="374256"/>
                  </a:lnTo>
                  <a:lnTo>
                    <a:pt x="3855793" y="378662"/>
                  </a:lnTo>
                  <a:lnTo>
                    <a:pt x="4006257" y="382694"/>
                  </a:lnTo>
                  <a:lnTo>
                    <a:pt x="4156721" y="387142"/>
                  </a:lnTo>
                  <a:lnTo>
                    <a:pt x="4307185" y="389145"/>
                  </a:lnTo>
                  <a:lnTo>
                    <a:pt x="4457649" y="387999"/>
                  </a:lnTo>
                  <a:lnTo>
                    <a:pt x="4608114" y="383448"/>
                  </a:lnTo>
                  <a:lnTo>
                    <a:pt x="4758578" y="376729"/>
                  </a:lnTo>
                  <a:lnTo>
                    <a:pt x="4909042" y="368921"/>
                  </a:lnTo>
                  <a:lnTo>
                    <a:pt x="5059506" y="360314"/>
                  </a:lnTo>
                  <a:lnTo>
                    <a:pt x="5209970" y="351076"/>
                  </a:lnTo>
                  <a:lnTo>
                    <a:pt x="5360434" y="341279"/>
                  </a:lnTo>
                  <a:lnTo>
                    <a:pt x="5510898" y="330923"/>
                  </a:lnTo>
                  <a:lnTo>
                    <a:pt x="5661362" y="319953"/>
                  </a:lnTo>
                  <a:lnTo>
                    <a:pt x="5811826" y="308282"/>
                  </a:lnTo>
                  <a:lnTo>
                    <a:pt x="5962290" y="295798"/>
                  </a:lnTo>
                  <a:lnTo>
                    <a:pt x="6112754" y="282382"/>
                  </a:lnTo>
                  <a:lnTo>
                    <a:pt x="6145984" y="279187"/>
                  </a:lnTo>
                  <a:lnTo>
                    <a:pt x="6145984" y="562690"/>
                  </a:lnTo>
                  <a:lnTo>
                    <a:pt x="6112754" y="561584"/>
                  </a:lnTo>
                  <a:lnTo>
                    <a:pt x="5962290" y="557290"/>
                  </a:lnTo>
                  <a:lnTo>
                    <a:pt x="5811826" y="553583"/>
                  </a:lnTo>
                  <a:lnTo>
                    <a:pt x="5661362" y="550338"/>
                  </a:lnTo>
                  <a:lnTo>
                    <a:pt x="5510898" y="547437"/>
                  </a:lnTo>
                  <a:lnTo>
                    <a:pt x="5360434" y="544785"/>
                  </a:lnTo>
                  <a:lnTo>
                    <a:pt x="5209970" y="542323"/>
                  </a:lnTo>
                  <a:lnTo>
                    <a:pt x="5059506" y="540043"/>
                  </a:lnTo>
                  <a:lnTo>
                    <a:pt x="4909042" y="538010"/>
                  </a:lnTo>
                  <a:lnTo>
                    <a:pt x="4758578" y="536387"/>
                  </a:lnTo>
                  <a:lnTo>
                    <a:pt x="4608114" y="535457"/>
                  </a:lnTo>
                  <a:lnTo>
                    <a:pt x="4457649" y="534239"/>
                  </a:lnTo>
                  <a:lnTo>
                    <a:pt x="4307185" y="531121"/>
                  </a:lnTo>
                  <a:lnTo>
                    <a:pt x="4156721" y="526944"/>
                  </a:lnTo>
                  <a:lnTo>
                    <a:pt x="4006257" y="522171"/>
                  </a:lnTo>
                  <a:lnTo>
                    <a:pt x="3855793" y="517573"/>
                  </a:lnTo>
                  <a:lnTo>
                    <a:pt x="3705329" y="513745"/>
                  </a:lnTo>
                  <a:lnTo>
                    <a:pt x="3554865" y="508876"/>
                  </a:lnTo>
                  <a:lnTo>
                    <a:pt x="3404401" y="502444"/>
                  </a:lnTo>
                  <a:lnTo>
                    <a:pt x="3253937" y="498269"/>
                  </a:lnTo>
                  <a:lnTo>
                    <a:pt x="3103473" y="493791"/>
                  </a:lnTo>
                  <a:lnTo>
                    <a:pt x="2953009" y="482475"/>
                  </a:lnTo>
                  <a:lnTo>
                    <a:pt x="2802545" y="464649"/>
                  </a:lnTo>
                  <a:lnTo>
                    <a:pt x="2652081" y="445475"/>
                  </a:lnTo>
                  <a:lnTo>
                    <a:pt x="2501617" y="424703"/>
                  </a:lnTo>
                  <a:lnTo>
                    <a:pt x="2351153" y="396617"/>
                  </a:lnTo>
                  <a:lnTo>
                    <a:pt x="2200689" y="363582"/>
                  </a:lnTo>
                  <a:lnTo>
                    <a:pt x="2050225" y="333893"/>
                  </a:lnTo>
                  <a:lnTo>
                    <a:pt x="1899761" y="309796"/>
                  </a:lnTo>
                  <a:lnTo>
                    <a:pt x="1749297" y="286277"/>
                  </a:lnTo>
                  <a:lnTo>
                    <a:pt x="1598833" y="265299"/>
                  </a:lnTo>
                  <a:lnTo>
                    <a:pt x="1448369" y="248930"/>
                  </a:lnTo>
                  <a:lnTo>
                    <a:pt x="1297904" y="238200"/>
                  </a:lnTo>
                  <a:lnTo>
                    <a:pt x="1147440" y="232339"/>
                  </a:lnTo>
                  <a:lnTo>
                    <a:pt x="996976" y="231562"/>
                  </a:lnTo>
                  <a:lnTo>
                    <a:pt x="846512" y="236176"/>
                  </a:lnTo>
                  <a:lnTo>
                    <a:pt x="696048" y="246458"/>
                  </a:lnTo>
                  <a:lnTo>
                    <a:pt x="545584" y="262602"/>
                  </a:lnTo>
                  <a:lnTo>
                    <a:pt x="395120" y="284700"/>
                  </a:lnTo>
                  <a:lnTo>
                    <a:pt x="244656" y="312749"/>
                  </a:lnTo>
                  <a:lnTo>
                    <a:pt x="94192" y="346685"/>
                  </a:lnTo>
                  <a:lnTo>
                    <a:pt x="0" y="37154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93144"/>
              <a:ext cx="6145984" cy="389145"/>
            </a:xfrm>
            <a:custGeom>
              <a:avLst/>
              <a:pathLst>
                <a:path w="6145984" h="389145">
                  <a:moveTo>
                    <a:pt x="0" y="0"/>
                  </a:moveTo>
                  <a:lnTo>
                    <a:pt x="94192" y="4004"/>
                  </a:lnTo>
                  <a:lnTo>
                    <a:pt x="244656" y="10931"/>
                  </a:lnTo>
                  <a:lnTo>
                    <a:pt x="395120" y="18400"/>
                  </a:lnTo>
                  <a:lnTo>
                    <a:pt x="545584" y="26461"/>
                  </a:lnTo>
                  <a:lnTo>
                    <a:pt x="696048" y="35226"/>
                  </a:lnTo>
                  <a:lnTo>
                    <a:pt x="846512" y="44902"/>
                  </a:lnTo>
                  <a:lnTo>
                    <a:pt x="996976" y="55798"/>
                  </a:lnTo>
                  <a:lnTo>
                    <a:pt x="1147440" y="68307"/>
                  </a:lnTo>
                  <a:lnTo>
                    <a:pt x="1297904" y="82850"/>
                  </a:lnTo>
                  <a:lnTo>
                    <a:pt x="1448369" y="99833"/>
                  </a:lnTo>
                  <a:lnTo>
                    <a:pt x="1598833" y="120915"/>
                  </a:lnTo>
                  <a:lnTo>
                    <a:pt x="1749297" y="145101"/>
                  </a:lnTo>
                  <a:lnTo>
                    <a:pt x="1899761" y="170139"/>
                  </a:lnTo>
                  <a:lnTo>
                    <a:pt x="2050225" y="194709"/>
                  </a:lnTo>
                  <a:lnTo>
                    <a:pt x="2200689" y="225563"/>
                  </a:lnTo>
                  <a:lnTo>
                    <a:pt x="2351153" y="257556"/>
                  </a:lnTo>
                  <a:lnTo>
                    <a:pt x="2501617" y="283526"/>
                  </a:lnTo>
                  <a:lnTo>
                    <a:pt x="2652081" y="305262"/>
                  </a:lnTo>
                  <a:lnTo>
                    <a:pt x="2802545" y="323394"/>
                  </a:lnTo>
                  <a:lnTo>
                    <a:pt x="2953009" y="337754"/>
                  </a:lnTo>
                  <a:lnTo>
                    <a:pt x="3103473" y="350208"/>
                  </a:lnTo>
                  <a:lnTo>
                    <a:pt x="3253937" y="357470"/>
                  </a:lnTo>
                  <a:lnTo>
                    <a:pt x="3404401" y="361200"/>
                  </a:lnTo>
                  <a:lnTo>
                    <a:pt x="3554865" y="367260"/>
                  </a:lnTo>
                  <a:lnTo>
                    <a:pt x="3705329" y="374256"/>
                  </a:lnTo>
                  <a:lnTo>
                    <a:pt x="3855793" y="378662"/>
                  </a:lnTo>
                  <a:lnTo>
                    <a:pt x="4006257" y="382694"/>
                  </a:lnTo>
                  <a:lnTo>
                    <a:pt x="4156721" y="387142"/>
                  </a:lnTo>
                  <a:lnTo>
                    <a:pt x="4307185" y="389145"/>
                  </a:lnTo>
                  <a:lnTo>
                    <a:pt x="4457649" y="387999"/>
                  </a:lnTo>
                  <a:lnTo>
                    <a:pt x="4608114" y="383448"/>
                  </a:lnTo>
                  <a:lnTo>
                    <a:pt x="4758578" y="376729"/>
                  </a:lnTo>
                  <a:lnTo>
                    <a:pt x="4909042" y="368921"/>
                  </a:lnTo>
                  <a:lnTo>
                    <a:pt x="5059506" y="360314"/>
                  </a:lnTo>
                  <a:lnTo>
                    <a:pt x="5209970" y="351076"/>
                  </a:lnTo>
                  <a:lnTo>
                    <a:pt x="5360434" y="341279"/>
                  </a:lnTo>
                  <a:lnTo>
                    <a:pt x="5510898" y="330923"/>
                  </a:lnTo>
                  <a:lnTo>
                    <a:pt x="5661362" y="319953"/>
                  </a:lnTo>
                  <a:lnTo>
                    <a:pt x="5811826" y="308282"/>
                  </a:lnTo>
                  <a:lnTo>
                    <a:pt x="5962290" y="295798"/>
                  </a:lnTo>
                  <a:lnTo>
                    <a:pt x="6112754" y="282382"/>
                  </a:lnTo>
                  <a:lnTo>
                    <a:pt x="6145984" y="279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24707"/>
              <a:ext cx="6145984" cy="331127"/>
            </a:xfrm>
            <a:custGeom>
              <a:avLst/>
              <a:pathLst>
                <a:path w="6145984" h="331127">
                  <a:moveTo>
                    <a:pt x="6145984" y="331127"/>
                  </a:moveTo>
                  <a:lnTo>
                    <a:pt x="6112754" y="330021"/>
                  </a:lnTo>
                  <a:lnTo>
                    <a:pt x="5962290" y="325727"/>
                  </a:lnTo>
                  <a:lnTo>
                    <a:pt x="5811826" y="322020"/>
                  </a:lnTo>
                  <a:lnTo>
                    <a:pt x="5661362" y="318775"/>
                  </a:lnTo>
                  <a:lnTo>
                    <a:pt x="5510898" y="315874"/>
                  </a:lnTo>
                  <a:lnTo>
                    <a:pt x="5360434" y="313222"/>
                  </a:lnTo>
                  <a:lnTo>
                    <a:pt x="5209970" y="310760"/>
                  </a:lnTo>
                  <a:lnTo>
                    <a:pt x="5059506" y="308480"/>
                  </a:lnTo>
                  <a:lnTo>
                    <a:pt x="4909042" y="306447"/>
                  </a:lnTo>
                  <a:lnTo>
                    <a:pt x="4758578" y="304824"/>
                  </a:lnTo>
                  <a:lnTo>
                    <a:pt x="4608114" y="303894"/>
                  </a:lnTo>
                  <a:lnTo>
                    <a:pt x="4457649" y="302676"/>
                  </a:lnTo>
                  <a:lnTo>
                    <a:pt x="4307185" y="299558"/>
                  </a:lnTo>
                  <a:lnTo>
                    <a:pt x="4156721" y="295381"/>
                  </a:lnTo>
                  <a:lnTo>
                    <a:pt x="4006257" y="290608"/>
                  </a:lnTo>
                  <a:lnTo>
                    <a:pt x="3855793" y="286010"/>
                  </a:lnTo>
                  <a:lnTo>
                    <a:pt x="3705329" y="282182"/>
                  </a:lnTo>
                  <a:lnTo>
                    <a:pt x="3554865" y="277313"/>
                  </a:lnTo>
                  <a:lnTo>
                    <a:pt x="3404401" y="270881"/>
                  </a:lnTo>
                  <a:lnTo>
                    <a:pt x="3253937" y="266706"/>
                  </a:lnTo>
                  <a:lnTo>
                    <a:pt x="3103473" y="262228"/>
                  </a:lnTo>
                  <a:lnTo>
                    <a:pt x="2953009" y="250912"/>
                  </a:lnTo>
                  <a:lnTo>
                    <a:pt x="2802545" y="233086"/>
                  </a:lnTo>
                  <a:lnTo>
                    <a:pt x="2652081" y="213912"/>
                  </a:lnTo>
                  <a:lnTo>
                    <a:pt x="2501617" y="193140"/>
                  </a:lnTo>
                  <a:lnTo>
                    <a:pt x="2351153" y="165054"/>
                  </a:lnTo>
                  <a:lnTo>
                    <a:pt x="2200689" y="132019"/>
                  </a:lnTo>
                  <a:lnTo>
                    <a:pt x="2050225" y="102331"/>
                  </a:lnTo>
                  <a:lnTo>
                    <a:pt x="1899761" y="78233"/>
                  </a:lnTo>
                  <a:lnTo>
                    <a:pt x="1749297" y="54714"/>
                  </a:lnTo>
                  <a:lnTo>
                    <a:pt x="1598833" y="33736"/>
                  </a:lnTo>
                  <a:lnTo>
                    <a:pt x="1448369" y="17367"/>
                  </a:lnTo>
                  <a:lnTo>
                    <a:pt x="1297904" y="6637"/>
                  </a:lnTo>
                  <a:lnTo>
                    <a:pt x="1147440" y="776"/>
                  </a:lnTo>
                  <a:lnTo>
                    <a:pt x="996976" y="0"/>
                  </a:lnTo>
                  <a:lnTo>
                    <a:pt x="846512" y="4613"/>
                  </a:lnTo>
                  <a:lnTo>
                    <a:pt x="696048" y="14895"/>
                  </a:lnTo>
                  <a:lnTo>
                    <a:pt x="545584" y="31039"/>
                  </a:lnTo>
                  <a:lnTo>
                    <a:pt x="395120" y="53137"/>
                  </a:lnTo>
                  <a:lnTo>
                    <a:pt x="244656" y="81187"/>
                  </a:lnTo>
                  <a:lnTo>
                    <a:pt x="94192" y="115122"/>
                  </a:lnTo>
                  <a:lnTo>
                    <a:pt x="0" y="1399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33683"/>
              <a:ext cx="6145984" cy="320580"/>
            </a:xfrm>
            <a:custGeom>
              <a:avLst/>
              <a:pathLst>
                <a:path w="6145984" h="320580">
                  <a:moveTo>
                    <a:pt x="0" y="45235"/>
                  </a:moveTo>
                  <a:lnTo>
                    <a:pt x="94192" y="34805"/>
                  </a:lnTo>
                  <a:lnTo>
                    <a:pt x="244656" y="21301"/>
                  </a:lnTo>
                  <a:lnTo>
                    <a:pt x="395120" y="11011"/>
                  </a:lnTo>
                  <a:lnTo>
                    <a:pt x="545584" y="3992"/>
                  </a:lnTo>
                  <a:lnTo>
                    <a:pt x="696048" y="302"/>
                  </a:lnTo>
                  <a:lnTo>
                    <a:pt x="846512" y="0"/>
                  </a:lnTo>
                  <a:lnTo>
                    <a:pt x="996976" y="3141"/>
                  </a:lnTo>
                  <a:lnTo>
                    <a:pt x="1147440" y="9783"/>
                  </a:lnTo>
                  <a:lnTo>
                    <a:pt x="1297904" y="19985"/>
                  </a:lnTo>
                  <a:lnTo>
                    <a:pt x="1448369" y="33842"/>
                  </a:lnTo>
                  <a:lnTo>
                    <a:pt x="1598833" y="52568"/>
                  </a:lnTo>
                  <a:lnTo>
                    <a:pt x="1749297" y="75150"/>
                  </a:lnTo>
                  <a:lnTo>
                    <a:pt x="1899761" y="99428"/>
                  </a:lnTo>
                  <a:lnTo>
                    <a:pt x="2050225" y="123762"/>
                  </a:lnTo>
                  <a:lnTo>
                    <a:pt x="2200689" y="154033"/>
                  </a:lnTo>
                  <a:lnTo>
                    <a:pt x="2351153" y="186547"/>
                  </a:lnTo>
                  <a:lnTo>
                    <a:pt x="2501617" y="213575"/>
                  </a:lnTo>
                  <a:lnTo>
                    <a:pt x="2652081" y="234829"/>
                  </a:lnTo>
                  <a:lnTo>
                    <a:pt x="2802545" y="253482"/>
                  </a:lnTo>
                  <a:lnTo>
                    <a:pt x="2953009" y="269575"/>
                  </a:lnTo>
                  <a:lnTo>
                    <a:pt x="3103473" y="281460"/>
                  </a:lnTo>
                  <a:lnTo>
                    <a:pt x="3253937" y="287330"/>
                  </a:lnTo>
                  <a:lnTo>
                    <a:pt x="3404401" y="291283"/>
                  </a:lnTo>
                  <a:lnTo>
                    <a:pt x="3554865" y="297529"/>
                  </a:lnTo>
                  <a:lnTo>
                    <a:pt x="3705329" y="303461"/>
                  </a:lnTo>
                  <a:lnTo>
                    <a:pt x="3855793" y="307578"/>
                  </a:lnTo>
                  <a:lnTo>
                    <a:pt x="4006257" y="311893"/>
                  </a:lnTo>
                  <a:lnTo>
                    <a:pt x="4156721" y="316504"/>
                  </a:lnTo>
                  <a:lnTo>
                    <a:pt x="4307185" y="319593"/>
                  </a:lnTo>
                  <a:lnTo>
                    <a:pt x="4457649" y="320580"/>
                  </a:lnTo>
                  <a:lnTo>
                    <a:pt x="4608114" y="318913"/>
                  </a:lnTo>
                  <a:lnTo>
                    <a:pt x="4758578" y="316019"/>
                  </a:lnTo>
                  <a:lnTo>
                    <a:pt x="4909042" y="312926"/>
                  </a:lnTo>
                  <a:lnTo>
                    <a:pt x="5059506" y="309639"/>
                  </a:lnTo>
                  <a:lnTo>
                    <a:pt x="5209970" y="306160"/>
                  </a:lnTo>
                  <a:lnTo>
                    <a:pt x="5360434" y="302493"/>
                  </a:lnTo>
                  <a:lnTo>
                    <a:pt x="5510898" y="298640"/>
                  </a:lnTo>
                  <a:lnTo>
                    <a:pt x="5661362" y="294606"/>
                  </a:lnTo>
                  <a:lnTo>
                    <a:pt x="5811826" y="290393"/>
                  </a:lnTo>
                  <a:lnTo>
                    <a:pt x="5962290" y="286005"/>
                  </a:lnTo>
                  <a:lnTo>
                    <a:pt x="6112754" y="281444"/>
                  </a:lnTo>
                  <a:lnTo>
                    <a:pt x="6145984" y="28039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969705"/>
              <a:ext cx="6145984" cy="2166148"/>
            </a:xfrm>
            <a:custGeom>
              <a:avLst/>
              <a:pathLst>
                <a:path w="6145984" h="2166148">
                  <a:moveTo>
                    <a:pt x="0" y="0"/>
                  </a:moveTo>
                  <a:lnTo>
                    <a:pt x="94192" y="67826"/>
                  </a:lnTo>
                  <a:lnTo>
                    <a:pt x="244656" y="169053"/>
                  </a:lnTo>
                  <a:lnTo>
                    <a:pt x="395120" y="263055"/>
                  </a:lnTo>
                  <a:lnTo>
                    <a:pt x="545584" y="349804"/>
                  </a:lnTo>
                  <a:lnTo>
                    <a:pt x="696048" y="429407"/>
                  </a:lnTo>
                  <a:lnTo>
                    <a:pt x="846512" y="502161"/>
                  </a:lnTo>
                  <a:lnTo>
                    <a:pt x="996976" y="568574"/>
                  </a:lnTo>
                  <a:lnTo>
                    <a:pt x="1147440" y="629332"/>
                  </a:lnTo>
                  <a:lnTo>
                    <a:pt x="1297904" y="685172"/>
                  </a:lnTo>
                  <a:lnTo>
                    <a:pt x="1448369" y="736765"/>
                  </a:lnTo>
                  <a:lnTo>
                    <a:pt x="1598833" y="786516"/>
                  </a:lnTo>
                  <a:lnTo>
                    <a:pt x="1749297" y="834565"/>
                  </a:lnTo>
                  <a:lnTo>
                    <a:pt x="1899761" y="879809"/>
                  </a:lnTo>
                  <a:lnTo>
                    <a:pt x="2050225" y="922074"/>
                  </a:lnTo>
                  <a:lnTo>
                    <a:pt x="2200689" y="963552"/>
                  </a:lnTo>
                  <a:lnTo>
                    <a:pt x="2351153" y="1000573"/>
                  </a:lnTo>
                  <a:lnTo>
                    <a:pt x="2501617" y="1033069"/>
                  </a:lnTo>
                  <a:lnTo>
                    <a:pt x="2652081" y="1062875"/>
                  </a:lnTo>
                  <a:lnTo>
                    <a:pt x="2802545" y="1086623"/>
                  </a:lnTo>
                  <a:lnTo>
                    <a:pt x="2953009" y="1108157"/>
                  </a:lnTo>
                  <a:lnTo>
                    <a:pt x="3103473" y="1136238"/>
                  </a:lnTo>
                  <a:lnTo>
                    <a:pt x="3253937" y="1164471"/>
                  </a:lnTo>
                  <a:lnTo>
                    <a:pt x="3404401" y="1189893"/>
                  </a:lnTo>
                  <a:lnTo>
                    <a:pt x="3554865" y="1218193"/>
                  </a:lnTo>
                  <a:lnTo>
                    <a:pt x="3705329" y="1250686"/>
                  </a:lnTo>
                  <a:lnTo>
                    <a:pt x="3855793" y="1282192"/>
                  </a:lnTo>
                  <a:lnTo>
                    <a:pt x="4006257" y="1313795"/>
                  </a:lnTo>
                  <a:lnTo>
                    <a:pt x="4156721" y="1346795"/>
                  </a:lnTo>
                  <a:lnTo>
                    <a:pt x="4307185" y="1378236"/>
                  </a:lnTo>
                  <a:lnTo>
                    <a:pt x="4457649" y="1407649"/>
                  </a:lnTo>
                  <a:lnTo>
                    <a:pt x="4608114" y="1435411"/>
                  </a:lnTo>
                  <a:lnTo>
                    <a:pt x="4758578" y="1460385"/>
                  </a:lnTo>
                  <a:lnTo>
                    <a:pt x="4909042" y="1482318"/>
                  </a:lnTo>
                  <a:lnTo>
                    <a:pt x="5059506" y="1501818"/>
                  </a:lnTo>
                  <a:lnTo>
                    <a:pt x="5209970" y="1519243"/>
                  </a:lnTo>
                  <a:lnTo>
                    <a:pt x="5360434" y="1534752"/>
                  </a:lnTo>
                  <a:lnTo>
                    <a:pt x="5510898" y="1548350"/>
                  </a:lnTo>
                  <a:lnTo>
                    <a:pt x="5661362" y="1559939"/>
                  </a:lnTo>
                  <a:lnTo>
                    <a:pt x="5811826" y="1569343"/>
                  </a:lnTo>
                  <a:lnTo>
                    <a:pt x="5962290" y="1576345"/>
                  </a:lnTo>
                  <a:lnTo>
                    <a:pt x="6112754" y="1580706"/>
                  </a:lnTo>
                  <a:lnTo>
                    <a:pt x="6145984" y="1581033"/>
                  </a:lnTo>
                  <a:lnTo>
                    <a:pt x="6145984" y="2166148"/>
                  </a:lnTo>
                  <a:lnTo>
                    <a:pt x="6112754" y="2156943"/>
                  </a:lnTo>
                  <a:lnTo>
                    <a:pt x="5962290" y="2116030"/>
                  </a:lnTo>
                  <a:lnTo>
                    <a:pt x="5811826" y="2075614"/>
                  </a:lnTo>
                  <a:lnTo>
                    <a:pt x="5661362" y="2035423"/>
                  </a:lnTo>
                  <a:lnTo>
                    <a:pt x="5510898" y="1995208"/>
                  </a:lnTo>
                  <a:lnTo>
                    <a:pt x="5360434" y="1954762"/>
                  </a:lnTo>
                  <a:lnTo>
                    <a:pt x="5209970" y="1913953"/>
                  </a:lnTo>
                  <a:lnTo>
                    <a:pt x="5059506" y="1872755"/>
                  </a:lnTo>
                  <a:lnTo>
                    <a:pt x="4909042" y="1831295"/>
                  </a:lnTo>
                  <a:lnTo>
                    <a:pt x="4758578" y="1789897"/>
                  </a:lnTo>
                  <a:lnTo>
                    <a:pt x="4608114" y="1749138"/>
                  </a:lnTo>
                  <a:lnTo>
                    <a:pt x="4457649" y="1709471"/>
                  </a:lnTo>
                  <a:lnTo>
                    <a:pt x="4307185" y="1671256"/>
                  </a:lnTo>
                  <a:lnTo>
                    <a:pt x="4156721" y="1635328"/>
                  </a:lnTo>
                  <a:lnTo>
                    <a:pt x="4006257" y="1601657"/>
                  </a:lnTo>
                  <a:lnTo>
                    <a:pt x="3855793" y="1568885"/>
                  </a:lnTo>
                  <a:lnTo>
                    <a:pt x="3705329" y="1538573"/>
                  </a:lnTo>
                  <a:lnTo>
                    <a:pt x="3554865" y="1510471"/>
                  </a:lnTo>
                  <a:lnTo>
                    <a:pt x="3404401" y="1481402"/>
                  </a:lnTo>
                  <a:lnTo>
                    <a:pt x="3253937" y="1455063"/>
                  </a:lnTo>
                  <a:lnTo>
                    <a:pt x="3103473" y="1432575"/>
                  </a:lnTo>
                  <a:lnTo>
                    <a:pt x="2953009" y="1406841"/>
                  </a:lnTo>
                  <a:lnTo>
                    <a:pt x="2802545" y="1378155"/>
                  </a:lnTo>
                  <a:lnTo>
                    <a:pt x="2652081" y="1352259"/>
                  </a:lnTo>
                  <a:lnTo>
                    <a:pt x="2501617" y="1324441"/>
                  </a:lnTo>
                  <a:lnTo>
                    <a:pt x="2351153" y="1287578"/>
                  </a:lnTo>
                  <a:lnTo>
                    <a:pt x="2200689" y="1248404"/>
                  </a:lnTo>
                  <a:lnTo>
                    <a:pt x="2050225" y="1209333"/>
                  </a:lnTo>
                  <a:lnTo>
                    <a:pt x="1899761" y="1168044"/>
                  </a:lnTo>
                  <a:lnTo>
                    <a:pt x="1749297" y="1125935"/>
                  </a:lnTo>
                  <a:lnTo>
                    <a:pt x="1598833" y="1084507"/>
                  </a:lnTo>
                  <a:lnTo>
                    <a:pt x="1448369" y="1044483"/>
                  </a:lnTo>
                  <a:lnTo>
                    <a:pt x="1297904" y="1005794"/>
                  </a:lnTo>
                  <a:lnTo>
                    <a:pt x="1147440" y="967872"/>
                  </a:lnTo>
                  <a:lnTo>
                    <a:pt x="996976" y="931330"/>
                  </a:lnTo>
                  <a:lnTo>
                    <a:pt x="846512" y="896926"/>
                  </a:lnTo>
                  <a:lnTo>
                    <a:pt x="696048" y="865363"/>
                  </a:lnTo>
                  <a:lnTo>
                    <a:pt x="545584" y="837170"/>
                  </a:lnTo>
                  <a:lnTo>
                    <a:pt x="395120" y="812663"/>
                  </a:lnTo>
                  <a:lnTo>
                    <a:pt x="244656" y="791968"/>
                  </a:lnTo>
                  <a:lnTo>
                    <a:pt x="94192" y="775077"/>
                  </a:lnTo>
                  <a:lnTo>
                    <a:pt x="0" y="76683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969705"/>
              <a:ext cx="6145984" cy="1581033"/>
            </a:xfrm>
            <a:custGeom>
              <a:avLst/>
              <a:pathLst>
                <a:path w="6145984" h="1581033">
                  <a:moveTo>
                    <a:pt x="0" y="0"/>
                  </a:moveTo>
                  <a:lnTo>
                    <a:pt x="94192" y="67826"/>
                  </a:lnTo>
                  <a:lnTo>
                    <a:pt x="244656" y="169053"/>
                  </a:lnTo>
                  <a:lnTo>
                    <a:pt x="395120" y="263055"/>
                  </a:lnTo>
                  <a:lnTo>
                    <a:pt x="545584" y="349804"/>
                  </a:lnTo>
                  <a:lnTo>
                    <a:pt x="696048" y="429407"/>
                  </a:lnTo>
                  <a:lnTo>
                    <a:pt x="846512" y="502161"/>
                  </a:lnTo>
                  <a:lnTo>
                    <a:pt x="996976" y="568574"/>
                  </a:lnTo>
                  <a:lnTo>
                    <a:pt x="1147440" y="629332"/>
                  </a:lnTo>
                  <a:lnTo>
                    <a:pt x="1297904" y="685172"/>
                  </a:lnTo>
                  <a:lnTo>
                    <a:pt x="1448369" y="736765"/>
                  </a:lnTo>
                  <a:lnTo>
                    <a:pt x="1598833" y="786516"/>
                  </a:lnTo>
                  <a:lnTo>
                    <a:pt x="1749297" y="834565"/>
                  </a:lnTo>
                  <a:lnTo>
                    <a:pt x="1899761" y="879809"/>
                  </a:lnTo>
                  <a:lnTo>
                    <a:pt x="2050225" y="922074"/>
                  </a:lnTo>
                  <a:lnTo>
                    <a:pt x="2200689" y="963552"/>
                  </a:lnTo>
                  <a:lnTo>
                    <a:pt x="2351153" y="1000573"/>
                  </a:lnTo>
                  <a:lnTo>
                    <a:pt x="2501617" y="1033069"/>
                  </a:lnTo>
                  <a:lnTo>
                    <a:pt x="2652081" y="1062875"/>
                  </a:lnTo>
                  <a:lnTo>
                    <a:pt x="2802545" y="1086623"/>
                  </a:lnTo>
                  <a:lnTo>
                    <a:pt x="2953009" y="1108157"/>
                  </a:lnTo>
                  <a:lnTo>
                    <a:pt x="3103473" y="1136238"/>
                  </a:lnTo>
                  <a:lnTo>
                    <a:pt x="3253937" y="1164471"/>
                  </a:lnTo>
                  <a:lnTo>
                    <a:pt x="3404401" y="1189893"/>
                  </a:lnTo>
                  <a:lnTo>
                    <a:pt x="3554865" y="1218193"/>
                  </a:lnTo>
                  <a:lnTo>
                    <a:pt x="3705329" y="1250686"/>
                  </a:lnTo>
                  <a:lnTo>
                    <a:pt x="3855793" y="1282192"/>
                  </a:lnTo>
                  <a:lnTo>
                    <a:pt x="4006257" y="1313795"/>
                  </a:lnTo>
                  <a:lnTo>
                    <a:pt x="4156721" y="1346795"/>
                  </a:lnTo>
                  <a:lnTo>
                    <a:pt x="4307185" y="1378236"/>
                  </a:lnTo>
                  <a:lnTo>
                    <a:pt x="4457649" y="1407649"/>
                  </a:lnTo>
                  <a:lnTo>
                    <a:pt x="4608114" y="1435411"/>
                  </a:lnTo>
                  <a:lnTo>
                    <a:pt x="4758578" y="1460385"/>
                  </a:lnTo>
                  <a:lnTo>
                    <a:pt x="4909042" y="1482318"/>
                  </a:lnTo>
                  <a:lnTo>
                    <a:pt x="5059506" y="1501818"/>
                  </a:lnTo>
                  <a:lnTo>
                    <a:pt x="5209970" y="1519243"/>
                  </a:lnTo>
                  <a:lnTo>
                    <a:pt x="5360434" y="1534752"/>
                  </a:lnTo>
                  <a:lnTo>
                    <a:pt x="5510898" y="1548350"/>
                  </a:lnTo>
                  <a:lnTo>
                    <a:pt x="5661362" y="1559939"/>
                  </a:lnTo>
                  <a:lnTo>
                    <a:pt x="5811826" y="1569343"/>
                  </a:lnTo>
                  <a:lnTo>
                    <a:pt x="5962290" y="1576345"/>
                  </a:lnTo>
                  <a:lnTo>
                    <a:pt x="6112754" y="1580706"/>
                  </a:lnTo>
                  <a:lnTo>
                    <a:pt x="6145984" y="15810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36537"/>
              <a:ext cx="6145984" cy="1399317"/>
            </a:xfrm>
            <a:custGeom>
              <a:avLst/>
              <a:pathLst>
                <a:path w="6145984" h="1399317">
                  <a:moveTo>
                    <a:pt x="6145984" y="1399317"/>
                  </a:moveTo>
                  <a:lnTo>
                    <a:pt x="6112754" y="1390112"/>
                  </a:lnTo>
                  <a:lnTo>
                    <a:pt x="5962290" y="1349199"/>
                  </a:lnTo>
                  <a:lnTo>
                    <a:pt x="5811826" y="1308783"/>
                  </a:lnTo>
                  <a:lnTo>
                    <a:pt x="5661362" y="1268592"/>
                  </a:lnTo>
                  <a:lnTo>
                    <a:pt x="5510898" y="1228377"/>
                  </a:lnTo>
                  <a:lnTo>
                    <a:pt x="5360434" y="1187931"/>
                  </a:lnTo>
                  <a:lnTo>
                    <a:pt x="5209970" y="1147122"/>
                  </a:lnTo>
                  <a:lnTo>
                    <a:pt x="5059506" y="1105924"/>
                  </a:lnTo>
                  <a:lnTo>
                    <a:pt x="4909042" y="1064463"/>
                  </a:lnTo>
                  <a:lnTo>
                    <a:pt x="4758578" y="1023066"/>
                  </a:lnTo>
                  <a:lnTo>
                    <a:pt x="4608114" y="982307"/>
                  </a:lnTo>
                  <a:lnTo>
                    <a:pt x="4457649" y="942640"/>
                  </a:lnTo>
                  <a:lnTo>
                    <a:pt x="4307185" y="904425"/>
                  </a:lnTo>
                  <a:lnTo>
                    <a:pt x="4156721" y="868497"/>
                  </a:lnTo>
                  <a:lnTo>
                    <a:pt x="4006257" y="834826"/>
                  </a:lnTo>
                  <a:lnTo>
                    <a:pt x="3855793" y="802054"/>
                  </a:lnTo>
                  <a:lnTo>
                    <a:pt x="3705329" y="771742"/>
                  </a:lnTo>
                  <a:lnTo>
                    <a:pt x="3554865" y="743640"/>
                  </a:lnTo>
                  <a:lnTo>
                    <a:pt x="3404401" y="714571"/>
                  </a:lnTo>
                  <a:lnTo>
                    <a:pt x="3253937" y="688232"/>
                  </a:lnTo>
                  <a:lnTo>
                    <a:pt x="3103473" y="665744"/>
                  </a:lnTo>
                  <a:lnTo>
                    <a:pt x="2953009" y="640010"/>
                  </a:lnTo>
                  <a:lnTo>
                    <a:pt x="2802545" y="611324"/>
                  </a:lnTo>
                  <a:lnTo>
                    <a:pt x="2652081" y="585427"/>
                  </a:lnTo>
                  <a:lnTo>
                    <a:pt x="2501617" y="557610"/>
                  </a:lnTo>
                  <a:lnTo>
                    <a:pt x="2351153" y="520747"/>
                  </a:lnTo>
                  <a:lnTo>
                    <a:pt x="2200689" y="481573"/>
                  </a:lnTo>
                  <a:lnTo>
                    <a:pt x="2050225" y="442501"/>
                  </a:lnTo>
                  <a:lnTo>
                    <a:pt x="1899761" y="401212"/>
                  </a:lnTo>
                  <a:lnTo>
                    <a:pt x="1749297" y="359104"/>
                  </a:lnTo>
                  <a:lnTo>
                    <a:pt x="1598833" y="317676"/>
                  </a:lnTo>
                  <a:lnTo>
                    <a:pt x="1448369" y="277652"/>
                  </a:lnTo>
                  <a:lnTo>
                    <a:pt x="1297904" y="238963"/>
                  </a:lnTo>
                  <a:lnTo>
                    <a:pt x="1147440" y="201041"/>
                  </a:lnTo>
                  <a:lnTo>
                    <a:pt x="996976" y="164499"/>
                  </a:lnTo>
                  <a:lnTo>
                    <a:pt x="846512" y="130095"/>
                  </a:lnTo>
                  <a:lnTo>
                    <a:pt x="696048" y="98532"/>
                  </a:lnTo>
                  <a:lnTo>
                    <a:pt x="545584" y="70339"/>
                  </a:lnTo>
                  <a:lnTo>
                    <a:pt x="395120" y="45832"/>
                  </a:lnTo>
                  <a:lnTo>
                    <a:pt x="244656" y="25137"/>
                  </a:lnTo>
                  <a:lnTo>
                    <a:pt x="94192" y="824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353121"/>
              <a:ext cx="6145984" cy="1490175"/>
            </a:xfrm>
            <a:custGeom>
              <a:avLst/>
              <a:pathLst>
                <a:path w="6145984" h="1490175">
                  <a:moveTo>
                    <a:pt x="0" y="0"/>
                  </a:moveTo>
                  <a:lnTo>
                    <a:pt x="94192" y="38036"/>
                  </a:lnTo>
                  <a:lnTo>
                    <a:pt x="244656" y="97095"/>
                  </a:lnTo>
                  <a:lnTo>
                    <a:pt x="395120" y="154443"/>
                  </a:lnTo>
                  <a:lnTo>
                    <a:pt x="545584" y="210071"/>
                  </a:lnTo>
                  <a:lnTo>
                    <a:pt x="696048" y="263969"/>
                  </a:lnTo>
                  <a:lnTo>
                    <a:pt x="846512" y="316128"/>
                  </a:lnTo>
                  <a:lnTo>
                    <a:pt x="996976" y="366537"/>
                  </a:lnTo>
                  <a:lnTo>
                    <a:pt x="1147440" y="415186"/>
                  </a:lnTo>
                  <a:lnTo>
                    <a:pt x="1297904" y="462067"/>
                  </a:lnTo>
                  <a:lnTo>
                    <a:pt x="1448369" y="507208"/>
                  </a:lnTo>
                  <a:lnTo>
                    <a:pt x="1598833" y="552096"/>
                  </a:lnTo>
                  <a:lnTo>
                    <a:pt x="1749297" y="596834"/>
                  </a:lnTo>
                  <a:lnTo>
                    <a:pt x="1899761" y="640511"/>
                  </a:lnTo>
                  <a:lnTo>
                    <a:pt x="2050225" y="682288"/>
                  </a:lnTo>
                  <a:lnTo>
                    <a:pt x="2200689" y="722562"/>
                  </a:lnTo>
                  <a:lnTo>
                    <a:pt x="2351153" y="760660"/>
                  </a:lnTo>
                  <a:lnTo>
                    <a:pt x="2501617" y="795339"/>
                  </a:lnTo>
                  <a:lnTo>
                    <a:pt x="2652081" y="824151"/>
                  </a:lnTo>
                  <a:lnTo>
                    <a:pt x="2802545" y="848973"/>
                  </a:lnTo>
                  <a:lnTo>
                    <a:pt x="2953009" y="874084"/>
                  </a:lnTo>
                  <a:lnTo>
                    <a:pt x="3103473" y="900991"/>
                  </a:lnTo>
                  <a:lnTo>
                    <a:pt x="3253937" y="926351"/>
                  </a:lnTo>
                  <a:lnTo>
                    <a:pt x="3404401" y="952232"/>
                  </a:lnTo>
                  <a:lnTo>
                    <a:pt x="3554865" y="980917"/>
                  </a:lnTo>
                  <a:lnTo>
                    <a:pt x="3705329" y="1011214"/>
                  </a:lnTo>
                  <a:lnTo>
                    <a:pt x="3855793" y="1042123"/>
                  </a:lnTo>
                  <a:lnTo>
                    <a:pt x="4006257" y="1074310"/>
                  </a:lnTo>
                  <a:lnTo>
                    <a:pt x="4156721" y="1107646"/>
                  </a:lnTo>
                  <a:lnTo>
                    <a:pt x="4307185" y="1141331"/>
                  </a:lnTo>
                  <a:lnTo>
                    <a:pt x="4457649" y="1175145"/>
                  </a:lnTo>
                  <a:lnTo>
                    <a:pt x="4608114" y="1208859"/>
                  </a:lnTo>
                  <a:lnTo>
                    <a:pt x="4758578" y="1241726"/>
                  </a:lnTo>
                  <a:lnTo>
                    <a:pt x="4909042" y="1273391"/>
                  </a:lnTo>
                  <a:lnTo>
                    <a:pt x="5059506" y="1303871"/>
                  </a:lnTo>
                  <a:lnTo>
                    <a:pt x="5209970" y="1333183"/>
                  </a:lnTo>
                  <a:lnTo>
                    <a:pt x="5360434" y="1361341"/>
                  </a:lnTo>
                  <a:lnTo>
                    <a:pt x="5510898" y="1388364"/>
                  </a:lnTo>
                  <a:lnTo>
                    <a:pt x="5661362" y="1414265"/>
                  </a:lnTo>
                  <a:lnTo>
                    <a:pt x="5811826" y="1439063"/>
                  </a:lnTo>
                  <a:lnTo>
                    <a:pt x="5962290" y="1462772"/>
                  </a:lnTo>
                  <a:lnTo>
                    <a:pt x="6112754" y="1485409"/>
                  </a:lnTo>
                  <a:lnTo>
                    <a:pt x="6145984" y="149017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674448"/>
              <a:ext cx="6145984" cy="2343841"/>
            </a:xfrm>
            <a:custGeom>
              <a:avLst/>
              <a:pathLst>
                <a:path w="6145984" h="2343841">
                  <a:moveTo>
                    <a:pt x="0" y="0"/>
                  </a:moveTo>
                  <a:lnTo>
                    <a:pt x="94192" y="65809"/>
                  </a:lnTo>
                  <a:lnTo>
                    <a:pt x="244656" y="163487"/>
                  </a:lnTo>
                  <a:lnTo>
                    <a:pt x="395120" y="253560"/>
                  </a:lnTo>
                  <a:lnTo>
                    <a:pt x="545584" y="335954"/>
                  </a:lnTo>
                  <a:lnTo>
                    <a:pt x="696048" y="410738"/>
                  </a:lnTo>
                  <a:lnTo>
                    <a:pt x="846512" y="478183"/>
                  </a:lnTo>
                  <a:lnTo>
                    <a:pt x="996976" y="538789"/>
                  </a:lnTo>
                  <a:lnTo>
                    <a:pt x="1147440" y="593241"/>
                  </a:lnTo>
                  <a:lnTo>
                    <a:pt x="1297904" y="642286"/>
                  </a:lnTo>
                  <a:lnTo>
                    <a:pt x="1448369" y="686578"/>
                  </a:lnTo>
                  <a:lnTo>
                    <a:pt x="1598833" y="728226"/>
                  </a:lnTo>
                  <a:lnTo>
                    <a:pt x="1749297" y="767894"/>
                  </a:lnTo>
                  <a:lnTo>
                    <a:pt x="1899761" y="805384"/>
                  </a:lnTo>
                  <a:lnTo>
                    <a:pt x="2050225" y="841518"/>
                  </a:lnTo>
                  <a:lnTo>
                    <a:pt x="2200689" y="879729"/>
                  </a:lnTo>
                  <a:lnTo>
                    <a:pt x="2351153" y="916057"/>
                  </a:lnTo>
                  <a:lnTo>
                    <a:pt x="2501617" y="950154"/>
                  </a:lnTo>
                  <a:lnTo>
                    <a:pt x="2652081" y="989926"/>
                  </a:lnTo>
                  <a:lnTo>
                    <a:pt x="2802545" y="1030180"/>
                  </a:lnTo>
                  <a:lnTo>
                    <a:pt x="2953009" y="1066801"/>
                  </a:lnTo>
                  <a:lnTo>
                    <a:pt x="3103473" y="1105446"/>
                  </a:lnTo>
                  <a:lnTo>
                    <a:pt x="3253937" y="1145456"/>
                  </a:lnTo>
                  <a:lnTo>
                    <a:pt x="3404401" y="1182813"/>
                  </a:lnTo>
                  <a:lnTo>
                    <a:pt x="3554865" y="1222381"/>
                  </a:lnTo>
                  <a:lnTo>
                    <a:pt x="3705329" y="1266044"/>
                  </a:lnTo>
                  <a:lnTo>
                    <a:pt x="3855793" y="1308855"/>
                  </a:lnTo>
                  <a:lnTo>
                    <a:pt x="4006257" y="1351816"/>
                  </a:lnTo>
                  <a:lnTo>
                    <a:pt x="4156721" y="1395991"/>
                  </a:lnTo>
                  <a:lnTo>
                    <a:pt x="4307185" y="1437767"/>
                  </a:lnTo>
                  <a:lnTo>
                    <a:pt x="4457649" y="1476326"/>
                  </a:lnTo>
                  <a:lnTo>
                    <a:pt x="4608114" y="1511770"/>
                  </a:lnTo>
                  <a:lnTo>
                    <a:pt x="4758578" y="1543645"/>
                  </a:lnTo>
                  <a:lnTo>
                    <a:pt x="4909042" y="1572231"/>
                  </a:lnTo>
                  <a:lnTo>
                    <a:pt x="5059506" y="1598175"/>
                  </a:lnTo>
                  <a:lnTo>
                    <a:pt x="5209970" y="1621856"/>
                  </a:lnTo>
                  <a:lnTo>
                    <a:pt x="5360434" y="1643440"/>
                  </a:lnTo>
                  <a:lnTo>
                    <a:pt x="5510898" y="1662932"/>
                  </a:lnTo>
                  <a:lnTo>
                    <a:pt x="5661362" y="1680221"/>
                  </a:lnTo>
                  <a:lnTo>
                    <a:pt x="5811826" y="1695119"/>
                  </a:lnTo>
                  <a:lnTo>
                    <a:pt x="5962290" y="1707388"/>
                  </a:lnTo>
                  <a:lnTo>
                    <a:pt x="6112754" y="1716771"/>
                  </a:lnTo>
                  <a:lnTo>
                    <a:pt x="6145984" y="1718148"/>
                  </a:lnTo>
                  <a:lnTo>
                    <a:pt x="6145984" y="2343841"/>
                  </a:lnTo>
                  <a:lnTo>
                    <a:pt x="6112754" y="2332969"/>
                  </a:lnTo>
                  <a:lnTo>
                    <a:pt x="5962290" y="2284499"/>
                  </a:lnTo>
                  <a:lnTo>
                    <a:pt x="5811826" y="2236499"/>
                  </a:lnTo>
                  <a:lnTo>
                    <a:pt x="5661362" y="2188680"/>
                  </a:lnTo>
                  <a:lnTo>
                    <a:pt x="5510898" y="2140779"/>
                  </a:lnTo>
                  <a:lnTo>
                    <a:pt x="5360434" y="2092578"/>
                  </a:lnTo>
                  <a:lnTo>
                    <a:pt x="5209970" y="2043938"/>
                  </a:lnTo>
                  <a:lnTo>
                    <a:pt x="5059506" y="1994836"/>
                  </a:lnTo>
                  <a:lnTo>
                    <a:pt x="4909042" y="1945409"/>
                  </a:lnTo>
                  <a:lnTo>
                    <a:pt x="4758578" y="1896009"/>
                  </a:lnTo>
                  <a:lnTo>
                    <a:pt x="4608114" y="1847253"/>
                  </a:lnTo>
                  <a:lnTo>
                    <a:pt x="4457649" y="1799078"/>
                  </a:lnTo>
                  <a:lnTo>
                    <a:pt x="4307185" y="1751107"/>
                  </a:lnTo>
                  <a:lnTo>
                    <a:pt x="4156721" y="1704533"/>
                  </a:lnTo>
                  <a:lnTo>
                    <a:pt x="4006257" y="1659641"/>
                  </a:lnTo>
                  <a:lnTo>
                    <a:pt x="3855793" y="1615430"/>
                  </a:lnTo>
                  <a:lnTo>
                    <a:pt x="3705329" y="1573896"/>
                  </a:lnTo>
                  <a:lnTo>
                    <a:pt x="3554865" y="1534928"/>
                  </a:lnTo>
                  <a:lnTo>
                    <a:pt x="3404401" y="1494538"/>
                  </a:lnTo>
                  <a:lnTo>
                    <a:pt x="3253937" y="1456199"/>
                  </a:lnTo>
                  <a:lnTo>
                    <a:pt x="3103473" y="1422334"/>
                  </a:lnTo>
                  <a:lnTo>
                    <a:pt x="2953009" y="1386198"/>
                  </a:lnTo>
                  <a:lnTo>
                    <a:pt x="2802545" y="1341930"/>
                  </a:lnTo>
                  <a:lnTo>
                    <a:pt x="2652081" y="1299377"/>
                  </a:lnTo>
                  <a:lnTo>
                    <a:pt x="2501617" y="1261732"/>
                  </a:lnTo>
                  <a:lnTo>
                    <a:pt x="2351153" y="1222965"/>
                  </a:lnTo>
                  <a:lnTo>
                    <a:pt x="2200689" y="1184336"/>
                  </a:lnTo>
                  <a:lnTo>
                    <a:pt x="2050225" y="1148697"/>
                  </a:lnTo>
                  <a:lnTo>
                    <a:pt x="1899761" y="1113608"/>
                  </a:lnTo>
                  <a:lnTo>
                    <a:pt x="1749297" y="1079470"/>
                  </a:lnTo>
                  <a:lnTo>
                    <a:pt x="1598833" y="1046882"/>
                  </a:lnTo>
                  <a:lnTo>
                    <a:pt x="1448369" y="1015636"/>
                  </a:lnTo>
                  <a:lnTo>
                    <a:pt x="1297904" y="985142"/>
                  </a:lnTo>
                  <a:lnTo>
                    <a:pt x="1147440" y="955259"/>
                  </a:lnTo>
                  <a:lnTo>
                    <a:pt x="996976" y="926701"/>
                  </a:lnTo>
                  <a:lnTo>
                    <a:pt x="846512" y="900325"/>
                  </a:lnTo>
                  <a:lnTo>
                    <a:pt x="696048" y="876927"/>
                  </a:lnTo>
                  <a:lnTo>
                    <a:pt x="545584" y="857119"/>
                  </a:lnTo>
                  <a:lnTo>
                    <a:pt x="395120" y="841283"/>
                  </a:lnTo>
                  <a:lnTo>
                    <a:pt x="244656" y="829600"/>
                  </a:lnTo>
                  <a:lnTo>
                    <a:pt x="94192" y="822107"/>
                  </a:lnTo>
                  <a:lnTo>
                    <a:pt x="0" y="8200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674448"/>
              <a:ext cx="6145984" cy="1718148"/>
            </a:xfrm>
            <a:custGeom>
              <a:avLst/>
              <a:pathLst>
                <a:path w="6145984" h="1718148">
                  <a:moveTo>
                    <a:pt x="0" y="0"/>
                  </a:moveTo>
                  <a:lnTo>
                    <a:pt x="94192" y="65809"/>
                  </a:lnTo>
                  <a:lnTo>
                    <a:pt x="244656" y="163487"/>
                  </a:lnTo>
                  <a:lnTo>
                    <a:pt x="395120" y="253560"/>
                  </a:lnTo>
                  <a:lnTo>
                    <a:pt x="545584" y="335954"/>
                  </a:lnTo>
                  <a:lnTo>
                    <a:pt x="696048" y="410738"/>
                  </a:lnTo>
                  <a:lnTo>
                    <a:pt x="846512" y="478183"/>
                  </a:lnTo>
                  <a:lnTo>
                    <a:pt x="996976" y="538789"/>
                  </a:lnTo>
                  <a:lnTo>
                    <a:pt x="1147440" y="593241"/>
                  </a:lnTo>
                  <a:lnTo>
                    <a:pt x="1297904" y="642286"/>
                  </a:lnTo>
                  <a:lnTo>
                    <a:pt x="1448369" y="686578"/>
                  </a:lnTo>
                  <a:lnTo>
                    <a:pt x="1598833" y="728226"/>
                  </a:lnTo>
                  <a:lnTo>
                    <a:pt x="1749297" y="767894"/>
                  </a:lnTo>
                  <a:lnTo>
                    <a:pt x="1899761" y="805384"/>
                  </a:lnTo>
                  <a:lnTo>
                    <a:pt x="2050225" y="841518"/>
                  </a:lnTo>
                  <a:lnTo>
                    <a:pt x="2200689" y="879729"/>
                  </a:lnTo>
                  <a:lnTo>
                    <a:pt x="2351153" y="916057"/>
                  </a:lnTo>
                  <a:lnTo>
                    <a:pt x="2501617" y="950154"/>
                  </a:lnTo>
                  <a:lnTo>
                    <a:pt x="2652081" y="989926"/>
                  </a:lnTo>
                  <a:lnTo>
                    <a:pt x="2802545" y="1030180"/>
                  </a:lnTo>
                  <a:lnTo>
                    <a:pt x="2953009" y="1066801"/>
                  </a:lnTo>
                  <a:lnTo>
                    <a:pt x="3103473" y="1105446"/>
                  </a:lnTo>
                  <a:lnTo>
                    <a:pt x="3253937" y="1145456"/>
                  </a:lnTo>
                  <a:lnTo>
                    <a:pt x="3404401" y="1182813"/>
                  </a:lnTo>
                  <a:lnTo>
                    <a:pt x="3554865" y="1222381"/>
                  </a:lnTo>
                  <a:lnTo>
                    <a:pt x="3705329" y="1266044"/>
                  </a:lnTo>
                  <a:lnTo>
                    <a:pt x="3855793" y="1308855"/>
                  </a:lnTo>
                  <a:lnTo>
                    <a:pt x="4006257" y="1351816"/>
                  </a:lnTo>
                  <a:lnTo>
                    <a:pt x="4156721" y="1395991"/>
                  </a:lnTo>
                  <a:lnTo>
                    <a:pt x="4307185" y="1437767"/>
                  </a:lnTo>
                  <a:lnTo>
                    <a:pt x="4457649" y="1476326"/>
                  </a:lnTo>
                  <a:lnTo>
                    <a:pt x="4608114" y="1511770"/>
                  </a:lnTo>
                  <a:lnTo>
                    <a:pt x="4758578" y="1543645"/>
                  </a:lnTo>
                  <a:lnTo>
                    <a:pt x="4909042" y="1572231"/>
                  </a:lnTo>
                  <a:lnTo>
                    <a:pt x="5059506" y="1598175"/>
                  </a:lnTo>
                  <a:lnTo>
                    <a:pt x="5209970" y="1621856"/>
                  </a:lnTo>
                  <a:lnTo>
                    <a:pt x="5360434" y="1643440"/>
                  </a:lnTo>
                  <a:lnTo>
                    <a:pt x="5510898" y="1662932"/>
                  </a:lnTo>
                  <a:lnTo>
                    <a:pt x="5661362" y="1680221"/>
                  </a:lnTo>
                  <a:lnTo>
                    <a:pt x="5811826" y="1695119"/>
                  </a:lnTo>
                  <a:lnTo>
                    <a:pt x="5962290" y="1707388"/>
                  </a:lnTo>
                  <a:lnTo>
                    <a:pt x="6112754" y="1716771"/>
                  </a:lnTo>
                  <a:lnTo>
                    <a:pt x="6145984" y="17181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494458"/>
              <a:ext cx="6145984" cy="1523831"/>
            </a:xfrm>
            <a:custGeom>
              <a:avLst/>
              <a:pathLst>
                <a:path w="6145984" h="1523831">
                  <a:moveTo>
                    <a:pt x="6145984" y="1523831"/>
                  </a:moveTo>
                  <a:lnTo>
                    <a:pt x="6112754" y="1512959"/>
                  </a:lnTo>
                  <a:lnTo>
                    <a:pt x="5962290" y="1464490"/>
                  </a:lnTo>
                  <a:lnTo>
                    <a:pt x="5811826" y="1416489"/>
                  </a:lnTo>
                  <a:lnTo>
                    <a:pt x="5661362" y="1368670"/>
                  </a:lnTo>
                  <a:lnTo>
                    <a:pt x="5510898" y="1320769"/>
                  </a:lnTo>
                  <a:lnTo>
                    <a:pt x="5360434" y="1272568"/>
                  </a:lnTo>
                  <a:lnTo>
                    <a:pt x="5209970" y="1223928"/>
                  </a:lnTo>
                  <a:lnTo>
                    <a:pt x="5059506" y="1174826"/>
                  </a:lnTo>
                  <a:lnTo>
                    <a:pt x="4909042" y="1125399"/>
                  </a:lnTo>
                  <a:lnTo>
                    <a:pt x="4758578" y="1075999"/>
                  </a:lnTo>
                  <a:lnTo>
                    <a:pt x="4608114" y="1027243"/>
                  </a:lnTo>
                  <a:lnTo>
                    <a:pt x="4457649" y="979068"/>
                  </a:lnTo>
                  <a:lnTo>
                    <a:pt x="4307185" y="931097"/>
                  </a:lnTo>
                  <a:lnTo>
                    <a:pt x="4156721" y="884523"/>
                  </a:lnTo>
                  <a:lnTo>
                    <a:pt x="4006257" y="839631"/>
                  </a:lnTo>
                  <a:lnTo>
                    <a:pt x="3855793" y="795420"/>
                  </a:lnTo>
                  <a:lnTo>
                    <a:pt x="3705329" y="753886"/>
                  </a:lnTo>
                  <a:lnTo>
                    <a:pt x="3554865" y="714918"/>
                  </a:lnTo>
                  <a:lnTo>
                    <a:pt x="3404401" y="674528"/>
                  </a:lnTo>
                  <a:lnTo>
                    <a:pt x="3253937" y="636189"/>
                  </a:lnTo>
                  <a:lnTo>
                    <a:pt x="3103473" y="602324"/>
                  </a:lnTo>
                  <a:lnTo>
                    <a:pt x="2953009" y="566189"/>
                  </a:lnTo>
                  <a:lnTo>
                    <a:pt x="2802545" y="521920"/>
                  </a:lnTo>
                  <a:lnTo>
                    <a:pt x="2652081" y="479367"/>
                  </a:lnTo>
                  <a:lnTo>
                    <a:pt x="2501617" y="441723"/>
                  </a:lnTo>
                  <a:lnTo>
                    <a:pt x="2351153" y="402955"/>
                  </a:lnTo>
                  <a:lnTo>
                    <a:pt x="2200689" y="364326"/>
                  </a:lnTo>
                  <a:lnTo>
                    <a:pt x="2050225" y="328688"/>
                  </a:lnTo>
                  <a:lnTo>
                    <a:pt x="1899761" y="293598"/>
                  </a:lnTo>
                  <a:lnTo>
                    <a:pt x="1749297" y="259460"/>
                  </a:lnTo>
                  <a:lnTo>
                    <a:pt x="1598833" y="226872"/>
                  </a:lnTo>
                  <a:lnTo>
                    <a:pt x="1448369" y="195626"/>
                  </a:lnTo>
                  <a:lnTo>
                    <a:pt x="1297904" y="165132"/>
                  </a:lnTo>
                  <a:lnTo>
                    <a:pt x="1147440" y="135249"/>
                  </a:lnTo>
                  <a:lnTo>
                    <a:pt x="996976" y="106692"/>
                  </a:lnTo>
                  <a:lnTo>
                    <a:pt x="846512" y="80315"/>
                  </a:lnTo>
                  <a:lnTo>
                    <a:pt x="696048" y="56917"/>
                  </a:lnTo>
                  <a:lnTo>
                    <a:pt x="545584" y="37109"/>
                  </a:lnTo>
                  <a:lnTo>
                    <a:pt x="395120" y="21273"/>
                  </a:lnTo>
                  <a:lnTo>
                    <a:pt x="244656" y="9590"/>
                  </a:lnTo>
                  <a:lnTo>
                    <a:pt x="94192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084453"/>
              <a:ext cx="6145984" cy="1620989"/>
            </a:xfrm>
            <a:custGeom>
              <a:avLst/>
              <a:pathLst>
                <a:path w="6145984" h="1620989">
                  <a:moveTo>
                    <a:pt x="0" y="0"/>
                  </a:moveTo>
                  <a:lnTo>
                    <a:pt x="94192" y="33953"/>
                  </a:lnTo>
                  <a:lnTo>
                    <a:pt x="244656" y="86538"/>
                  </a:lnTo>
                  <a:lnTo>
                    <a:pt x="395120" y="137416"/>
                  </a:lnTo>
                  <a:lnTo>
                    <a:pt x="545584" y="186531"/>
                  </a:lnTo>
                  <a:lnTo>
                    <a:pt x="696048" y="233827"/>
                  </a:lnTo>
                  <a:lnTo>
                    <a:pt x="846512" y="279249"/>
                  </a:lnTo>
                  <a:lnTo>
                    <a:pt x="996976" y="322740"/>
                  </a:lnTo>
                  <a:lnTo>
                    <a:pt x="1147440" y="364245"/>
                  </a:lnTo>
                  <a:lnTo>
                    <a:pt x="1297904" y="403709"/>
                  </a:lnTo>
                  <a:lnTo>
                    <a:pt x="1448369" y="441102"/>
                  </a:lnTo>
                  <a:lnTo>
                    <a:pt x="1598833" y="477549"/>
                  </a:lnTo>
                  <a:lnTo>
                    <a:pt x="1749297" y="513677"/>
                  </a:lnTo>
                  <a:lnTo>
                    <a:pt x="1899761" y="549491"/>
                  </a:lnTo>
                  <a:lnTo>
                    <a:pt x="2050225" y="585103"/>
                  </a:lnTo>
                  <a:lnTo>
                    <a:pt x="2200689" y="622028"/>
                  </a:lnTo>
                  <a:lnTo>
                    <a:pt x="2351153" y="659506"/>
                  </a:lnTo>
                  <a:lnTo>
                    <a:pt x="2501617" y="695939"/>
                  </a:lnTo>
                  <a:lnTo>
                    <a:pt x="2652081" y="734647"/>
                  </a:lnTo>
                  <a:lnTo>
                    <a:pt x="2802545" y="776050"/>
                  </a:lnTo>
                  <a:lnTo>
                    <a:pt x="2953009" y="816495"/>
                  </a:lnTo>
                  <a:lnTo>
                    <a:pt x="3103473" y="853885"/>
                  </a:lnTo>
                  <a:lnTo>
                    <a:pt x="3253937" y="890823"/>
                  </a:lnTo>
                  <a:lnTo>
                    <a:pt x="3404401" y="928671"/>
                  </a:lnTo>
                  <a:lnTo>
                    <a:pt x="3554865" y="968650"/>
                  </a:lnTo>
                  <a:lnTo>
                    <a:pt x="3705329" y="1009965"/>
                  </a:lnTo>
                  <a:lnTo>
                    <a:pt x="3855793" y="1052138"/>
                  </a:lnTo>
                  <a:lnTo>
                    <a:pt x="4006257" y="1095723"/>
                  </a:lnTo>
                  <a:lnTo>
                    <a:pt x="4156721" y="1140257"/>
                  </a:lnTo>
                  <a:lnTo>
                    <a:pt x="4307185" y="1184432"/>
                  </a:lnTo>
                  <a:lnTo>
                    <a:pt x="4457649" y="1227697"/>
                  </a:lnTo>
                  <a:lnTo>
                    <a:pt x="4608114" y="1269507"/>
                  </a:lnTo>
                  <a:lnTo>
                    <a:pt x="4758578" y="1309822"/>
                  </a:lnTo>
                  <a:lnTo>
                    <a:pt x="4909042" y="1348815"/>
                  </a:lnTo>
                  <a:lnTo>
                    <a:pt x="5059506" y="1386501"/>
                  </a:lnTo>
                  <a:lnTo>
                    <a:pt x="5209970" y="1422892"/>
                  </a:lnTo>
                  <a:lnTo>
                    <a:pt x="5360434" y="1458004"/>
                  </a:lnTo>
                  <a:lnTo>
                    <a:pt x="5510898" y="1491851"/>
                  </a:lnTo>
                  <a:lnTo>
                    <a:pt x="5661362" y="1524446"/>
                  </a:lnTo>
                  <a:lnTo>
                    <a:pt x="5811826" y="1555804"/>
                  </a:lnTo>
                  <a:lnTo>
                    <a:pt x="5962290" y="1585939"/>
                  </a:lnTo>
                  <a:lnTo>
                    <a:pt x="6112754" y="1614865"/>
                  </a:lnTo>
                  <a:lnTo>
                    <a:pt x="6145984" y="162098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627629"/>
              <a:ext cx="6145984" cy="1713560"/>
            </a:xfrm>
            <a:custGeom>
              <a:avLst/>
              <a:pathLst>
                <a:path w="6145984" h="1713560">
                  <a:moveTo>
                    <a:pt x="0" y="0"/>
                  </a:moveTo>
                  <a:lnTo>
                    <a:pt x="94192" y="64937"/>
                  </a:lnTo>
                  <a:lnTo>
                    <a:pt x="244656" y="163858"/>
                  </a:lnTo>
                  <a:lnTo>
                    <a:pt x="395120" y="257942"/>
                  </a:lnTo>
                  <a:lnTo>
                    <a:pt x="545584" y="347212"/>
                  </a:lnTo>
                  <a:lnTo>
                    <a:pt x="696048" y="431778"/>
                  </a:lnTo>
                  <a:lnTo>
                    <a:pt x="846512" y="511868"/>
                  </a:lnTo>
                  <a:lnTo>
                    <a:pt x="996976" y="587844"/>
                  </a:lnTo>
                  <a:lnTo>
                    <a:pt x="1147440" y="660180"/>
                  </a:lnTo>
                  <a:lnTo>
                    <a:pt x="1297904" y="729385"/>
                  </a:lnTo>
                  <a:lnTo>
                    <a:pt x="1448369" y="795925"/>
                  </a:lnTo>
                  <a:lnTo>
                    <a:pt x="1598833" y="861289"/>
                  </a:lnTo>
                  <a:lnTo>
                    <a:pt x="1749297" y="924995"/>
                  </a:lnTo>
                  <a:lnTo>
                    <a:pt x="1899761" y="985636"/>
                  </a:lnTo>
                  <a:lnTo>
                    <a:pt x="2050225" y="1042551"/>
                  </a:lnTo>
                  <a:lnTo>
                    <a:pt x="2200689" y="1098809"/>
                  </a:lnTo>
                  <a:lnTo>
                    <a:pt x="2351153" y="1150709"/>
                  </a:lnTo>
                  <a:lnTo>
                    <a:pt x="2501617" y="1195527"/>
                  </a:lnTo>
                  <a:lnTo>
                    <a:pt x="2652081" y="1229209"/>
                  </a:lnTo>
                  <a:lnTo>
                    <a:pt x="2802545" y="1251607"/>
                  </a:lnTo>
                  <a:lnTo>
                    <a:pt x="2953009" y="1271435"/>
                  </a:lnTo>
                  <a:lnTo>
                    <a:pt x="3103473" y="1296113"/>
                  </a:lnTo>
                  <a:lnTo>
                    <a:pt x="3253937" y="1315635"/>
                  </a:lnTo>
                  <a:lnTo>
                    <a:pt x="3404401" y="1330657"/>
                  </a:lnTo>
                  <a:lnTo>
                    <a:pt x="3554865" y="1347681"/>
                  </a:lnTo>
                  <a:lnTo>
                    <a:pt x="3705329" y="1367020"/>
                  </a:lnTo>
                  <a:lnTo>
                    <a:pt x="3855793" y="1383402"/>
                  </a:lnTo>
                  <a:lnTo>
                    <a:pt x="4006257" y="1396592"/>
                  </a:lnTo>
                  <a:lnTo>
                    <a:pt x="4156721" y="1407469"/>
                  </a:lnTo>
                  <a:lnTo>
                    <a:pt x="4307185" y="1414919"/>
                  </a:lnTo>
                  <a:lnTo>
                    <a:pt x="4457649" y="1418634"/>
                  </a:lnTo>
                  <a:lnTo>
                    <a:pt x="4608114" y="1418871"/>
                  </a:lnTo>
                  <a:lnTo>
                    <a:pt x="4758578" y="1416690"/>
                  </a:lnTo>
                  <a:lnTo>
                    <a:pt x="4909042" y="1412971"/>
                  </a:lnTo>
                  <a:lnTo>
                    <a:pt x="5059506" y="1408083"/>
                  </a:lnTo>
                  <a:lnTo>
                    <a:pt x="5209970" y="1402243"/>
                  </a:lnTo>
                  <a:lnTo>
                    <a:pt x="5360434" y="1395537"/>
                  </a:lnTo>
                  <a:lnTo>
                    <a:pt x="5510898" y="1387958"/>
                  </a:lnTo>
                  <a:lnTo>
                    <a:pt x="5661362" y="1379430"/>
                  </a:lnTo>
                  <a:lnTo>
                    <a:pt x="5811826" y="1369832"/>
                  </a:lnTo>
                  <a:lnTo>
                    <a:pt x="5962290" y="1359013"/>
                  </a:lnTo>
                  <a:lnTo>
                    <a:pt x="6112754" y="1346810"/>
                  </a:lnTo>
                  <a:lnTo>
                    <a:pt x="6145984" y="1343773"/>
                  </a:lnTo>
                  <a:lnTo>
                    <a:pt x="6145984" y="1713560"/>
                  </a:lnTo>
                  <a:lnTo>
                    <a:pt x="6112754" y="1710986"/>
                  </a:lnTo>
                  <a:lnTo>
                    <a:pt x="5962290" y="1700088"/>
                  </a:lnTo>
                  <a:lnTo>
                    <a:pt x="5811826" y="1689790"/>
                  </a:lnTo>
                  <a:lnTo>
                    <a:pt x="5661362" y="1679931"/>
                  </a:lnTo>
                  <a:lnTo>
                    <a:pt x="5510898" y="1670367"/>
                  </a:lnTo>
                  <a:lnTo>
                    <a:pt x="5360434" y="1660979"/>
                  </a:lnTo>
                  <a:lnTo>
                    <a:pt x="5209970" y="1651695"/>
                  </a:lnTo>
                  <a:lnTo>
                    <a:pt x="5059506" y="1642512"/>
                  </a:lnTo>
                  <a:lnTo>
                    <a:pt x="4909042" y="1633520"/>
                  </a:lnTo>
                  <a:lnTo>
                    <a:pt x="4758578" y="1624939"/>
                  </a:lnTo>
                  <a:lnTo>
                    <a:pt x="4608114" y="1617143"/>
                  </a:lnTo>
                  <a:lnTo>
                    <a:pt x="4457649" y="1609383"/>
                  </a:lnTo>
                  <a:lnTo>
                    <a:pt x="4307185" y="1600104"/>
                  </a:lnTo>
                  <a:lnTo>
                    <a:pt x="4156721" y="1589819"/>
                  </a:lnTo>
                  <a:lnTo>
                    <a:pt x="4006257" y="1578519"/>
                  </a:lnTo>
                  <a:lnTo>
                    <a:pt x="3855793" y="1564589"/>
                  </a:lnTo>
                  <a:lnTo>
                    <a:pt x="3705329" y="1548962"/>
                  </a:lnTo>
                  <a:lnTo>
                    <a:pt x="3554865" y="1532398"/>
                  </a:lnTo>
                  <a:lnTo>
                    <a:pt x="3404401" y="1514888"/>
                  </a:lnTo>
                  <a:lnTo>
                    <a:pt x="3253937" y="1499286"/>
                  </a:lnTo>
                  <a:lnTo>
                    <a:pt x="3103473" y="1483395"/>
                  </a:lnTo>
                  <a:lnTo>
                    <a:pt x="2953009" y="1460200"/>
                  </a:lnTo>
                  <a:lnTo>
                    <a:pt x="2802545" y="1435852"/>
                  </a:lnTo>
                  <a:lnTo>
                    <a:pt x="2652081" y="1412096"/>
                  </a:lnTo>
                  <a:lnTo>
                    <a:pt x="2501617" y="1379671"/>
                  </a:lnTo>
                  <a:lnTo>
                    <a:pt x="2351153" y="1332093"/>
                  </a:lnTo>
                  <a:lnTo>
                    <a:pt x="2200689" y="1278833"/>
                  </a:lnTo>
                  <a:lnTo>
                    <a:pt x="2050225" y="1224095"/>
                  </a:lnTo>
                  <a:lnTo>
                    <a:pt x="1899761" y="1167797"/>
                  </a:lnTo>
                  <a:lnTo>
                    <a:pt x="1749297" y="1109137"/>
                  </a:lnTo>
                  <a:lnTo>
                    <a:pt x="1598833" y="1049616"/>
                  </a:lnTo>
                  <a:lnTo>
                    <a:pt x="1448369" y="990400"/>
                  </a:lnTo>
                  <a:lnTo>
                    <a:pt x="1297904" y="932015"/>
                  </a:lnTo>
                  <a:lnTo>
                    <a:pt x="1147440" y="874134"/>
                  </a:lnTo>
                  <a:lnTo>
                    <a:pt x="996976" y="817102"/>
                  </a:lnTo>
                  <a:lnTo>
                    <a:pt x="846512" y="761355"/>
                  </a:lnTo>
                  <a:lnTo>
                    <a:pt x="696048" y="707298"/>
                  </a:lnTo>
                  <a:lnTo>
                    <a:pt x="545584" y="655223"/>
                  </a:lnTo>
                  <a:lnTo>
                    <a:pt x="395120" y="605289"/>
                  </a:lnTo>
                  <a:lnTo>
                    <a:pt x="244656" y="557534"/>
                  </a:lnTo>
                  <a:lnTo>
                    <a:pt x="94192" y="511913"/>
                  </a:lnTo>
                  <a:lnTo>
                    <a:pt x="0" y="48462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627629"/>
              <a:ext cx="6145984" cy="1418871"/>
            </a:xfrm>
            <a:custGeom>
              <a:avLst/>
              <a:pathLst>
                <a:path w="6145984" h="1418871">
                  <a:moveTo>
                    <a:pt x="0" y="0"/>
                  </a:moveTo>
                  <a:lnTo>
                    <a:pt x="94192" y="64937"/>
                  </a:lnTo>
                  <a:lnTo>
                    <a:pt x="244656" y="163858"/>
                  </a:lnTo>
                  <a:lnTo>
                    <a:pt x="395120" y="257942"/>
                  </a:lnTo>
                  <a:lnTo>
                    <a:pt x="545584" y="347212"/>
                  </a:lnTo>
                  <a:lnTo>
                    <a:pt x="696048" y="431778"/>
                  </a:lnTo>
                  <a:lnTo>
                    <a:pt x="846512" y="511868"/>
                  </a:lnTo>
                  <a:lnTo>
                    <a:pt x="996976" y="587844"/>
                  </a:lnTo>
                  <a:lnTo>
                    <a:pt x="1147440" y="660180"/>
                  </a:lnTo>
                  <a:lnTo>
                    <a:pt x="1297904" y="729385"/>
                  </a:lnTo>
                  <a:lnTo>
                    <a:pt x="1448369" y="795925"/>
                  </a:lnTo>
                  <a:lnTo>
                    <a:pt x="1598833" y="861289"/>
                  </a:lnTo>
                  <a:lnTo>
                    <a:pt x="1749297" y="924995"/>
                  </a:lnTo>
                  <a:lnTo>
                    <a:pt x="1899761" y="985636"/>
                  </a:lnTo>
                  <a:lnTo>
                    <a:pt x="2050225" y="1042551"/>
                  </a:lnTo>
                  <a:lnTo>
                    <a:pt x="2200689" y="1098809"/>
                  </a:lnTo>
                  <a:lnTo>
                    <a:pt x="2351153" y="1150709"/>
                  </a:lnTo>
                  <a:lnTo>
                    <a:pt x="2501617" y="1195527"/>
                  </a:lnTo>
                  <a:lnTo>
                    <a:pt x="2652081" y="1229209"/>
                  </a:lnTo>
                  <a:lnTo>
                    <a:pt x="2802545" y="1251607"/>
                  </a:lnTo>
                  <a:lnTo>
                    <a:pt x="2953009" y="1271435"/>
                  </a:lnTo>
                  <a:lnTo>
                    <a:pt x="3103473" y="1296113"/>
                  </a:lnTo>
                  <a:lnTo>
                    <a:pt x="3253937" y="1315635"/>
                  </a:lnTo>
                  <a:lnTo>
                    <a:pt x="3404401" y="1330657"/>
                  </a:lnTo>
                  <a:lnTo>
                    <a:pt x="3554865" y="1347681"/>
                  </a:lnTo>
                  <a:lnTo>
                    <a:pt x="3705329" y="1367020"/>
                  </a:lnTo>
                  <a:lnTo>
                    <a:pt x="3855793" y="1383402"/>
                  </a:lnTo>
                  <a:lnTo>
                    <a:pt x="4006257" y="1396592"/>
                  </a:lnTo>
                  <a:lnTo>
                    <a:pt x="4156721" y="1407469"/>
                  </a:lnTo>
                  <a:lnTo>
                    <a:pt x="4307185" y="1414919"/>
                  </a:lnTo>
                  <a:lnTo>
                    <a:pt x="4457649" y="1418634"/>
                  </a:lnTo>
                  <a:lnTo>
                    <a:pt x="4608114" y="1418871"/>
                  </a:lnTo>
                  <a:lnTo>
                    <a:pt x="4758578" y="1416690"/>
                  </a:lnTo>
                  <a:lnTo>
                    <a:pt x="4909042" y="1412971"/>
                  </a:lnTo>
                  <a:lnTo>
                    <a:pt x="5059506" y="1408083"/>
                  </a:lnTo>
                  <a:lnTo>
                    <a:pt x="5209970" y="1402243"/>
                  </a:lnTo>
                  <a:lnTo>
                    <a:pt x="5360434" y="1395537"/>
                  </a:lnTo>
                  <a:lnTo>
                    <a:pt x="5510898" y="1387958"/>
                  </a:lnTo>
                  <a:lnTo>
                    <a:pt x="5661362" y="1379430"/>
                  </a:lnTo>
                  <a:lnTo>
                    <a:pt x="5811826" y="1369832"/>
                  </a:lnTo>
                  <a:lnTo>
                    <a:pt x="5962290" y="1359013"/>
                  </a:lnTo>
                  <a:lnTo>
                    <a:pt x="6112754" y="1346810"/>
                  </a:lnTo>
                  <a:lnTo>
                    <a:pt x="6145984" y="1343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12258"/>
              <a:ext cx="6145984" cy="1228931"/>
            </a:xfrm>
            <a:custGeom>
              <a:avLst/>
              <a:pathLst>
                <a:path w="6145984" h="1228931">
                  <a:moveTo>
                    <a:pt x="6145984" y="1228931"/>
                  </a:moveTo>
                  <a:lnTo>
                    <a:pt x="6112754" y="1226356"/>
                  </a:lnTo>
                  <a:lnTo>
                    <a:pt x="5962290" y="1215459"/>
                  </a:lnTo>
                  <a:lnTo>
                    <a:pt x="5811826" y="1205160"/>
                  </a:lnTo>
                  <a:lnTo>
                    <a:pt x="5661362" y="1195302"/>
                  </a:lnTo>
                  <a:lnTo>
                    <a:pt x="5510898" y="1185738"/>
                  </a:lnTo>
                  <a:lnTo>
                    <a:pt x="5360434" y="1176350"/>
                  </a:lnTo>
                  <a:lnTo>
                    <a:pt x="5209970" y="1167066"/>
                  </a:lnTo>
                  <a:lnTo>
                    <a:pt x="5059506" y="1157883"/>
                  </a:lnTo>
                  <a:lnTo>
                    <a:pt x="4909042" y="1148891"/>
                  </a:lnTo>
                  <a:lnTo>
                    <a:pt x="4758578" y="1140309"/>
                  </a:lnTo>
                  <a:lnTo>
                    <a:pt x="4608114" y="1132514"/>
                  </a:lnTo>
                  <a:lnTo>
                    <a:pt x="4457649" y="1124753"/>
                  </a:lnTo>
                  <a:lnTo>
                    <a:pt x="4307185" y="1115475"/>
                  </a:lnTo>
                  <a:lnTo>
                    <a:pt x="4156721" y="1105189"/>
                  </a:lnTo>
                  <a:lnTo>
                    <a:pt x="4006257" y="1093889"/>
                  </a:lnTo>
                  <a:lnTo>
                    <a:pt x="3855793" y="1079959"/>
                  </a:lnTo>
                  <a:lnTo>
                    <a:pt x="3705329" y="1064333"/>
                  </a:lnTo>
                  <a:lnTo>
                    <a:pt x="3554865" y="1047769"/>
                  </a:lnTo>
                  <a:lnTo>
                    <a:pt x="3404401" y="1030258"/>
                  </a:lnTo>
                  <a:lnTo>
                    <a:pt x="3253937" y="1014657"/>
                  </a:lnTo>
                  <a:lnTo>
                    <a:pt x="3103473" y="998765"/>
                  </a:lnTo>
                  <a:lnTo>
                    <a:pt x="2953009" y="975571"/>
                  </a:lnTo>
                  <a:lnTo>
                    <a:pt x="2802545" y="951223"/>
                  </a:lnTo>
                  <a:lnTo>
                    <a:pt x="2652081" y="927467"/>
                  </a:lnTo>
                  <a:lnTo>
                    <a:pt x="2501617" y="895041"/>
                  </a:lnTo>
                  <a:lnTo>
                    <a:pt x="2351153" y="847463"/>
                  </a:lnTo>
                  <a:lnTo>
                    <a:pt x="2200689" y="794204"/>
                  </a:lnTo>
                  <a:lnTo>
                    <a:pt x="2050225" y="739466"/>
                  </a:lnTo>
                  <a:lnTo>
                    <a:pt x="1899761" y="683168"/>
                  </a:lnTo>
                  <a:lnTo>
                    <a:pt x="1749297" y="624508"/>
                  </a:lnTo>
                  <a:lnTo>
                    <a:pt x="1598833" y="564987"/>
                  </a:lnTo>
                  <a:lnTo>
                    <a:pt x="1448369" y="505770"/>
                  </a:lnTo>
                  <a:lnTo>
                    <a:pt x="1297904" y="447385"/>
                  </a:lnTo>
                  <a:lnTo>
                    <a:pt x="1147440" y="389505"/>
                  </a:lnTo>
                  <a:lnTo>
                    <a:pt x="996976" y="332473"/>
                  </a:lnTo>
                  <a:lnTo>
                    <a:pt x="846512" y="276726"/>
                  </a:lnTo>
                  <a:lnTo>
                    <a:pt x="696048" y="222669"/>
                  </a:lnTo>
                  <a:lnTo>
                    <a:pt x="545584" y="170594"/>
                  </a:lnTo>
                  <a:lnTo>
                    <a:pt x="395120" y="120660"/>
                  </a:lnTo>
                  <a:lnTo>
                    <a:pt x="244656" y="72905"/>
                  </a:lnTo>
                  <a:lnTo>
                    <a:pt x="94192" y="272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869943"/>
              <a:ext cx="6145984" cy="1287496"/>
            </a:xfrm>
            <a:custGeom>
              <a:avLst/>
              <a:pathLst>
                <a:path w="6145984" h="1287496">
                  <a:moveTo>
                    <a:pt x="0" y="0"/>
                  </a:moveTo>
                  <a:lnTo>
                    <a:pt x="94192" y="46110"/>
                  </a:lnTo>
                  <a:lnTo>
                    <a:pt x="244656" y="118382"/>
                  </a:lnTo>
                  <a:lnTo>
                    <a:pt x="395120" y="189301"/>
                  </a:lnTo>
                  <a:lnTo>
                    <a:pt x="545584" y="258903"/>
                  </a:lnTo>
                  <a:lnTo>
                    <a:pt x="696048" y="327223"/>
                  </a:lnTo>
                  <a:lnTo>
                    <a:pt x="846512" y="394297"/>
                  </a:lnTo>
                  <a:lnTo>
                    <a:pt x="996976" y="460158"/>
                  </a:lnTo>
                  <a:lnTo>
                    <a:pt x="1147440" y="524843"/>
                  </a:lnTo>
                  <a:lnTo>
                    <a:pt x="1297904" y="588385"/>
                  </a:lnTo>
                  <a:lnTo>
                    <a:pt x="1448369" y="650848"/>
                  </a:lnTo>
                  <a:lnTo>
                    <a:pt x="1598833" y="713138"/>
                  </a:lnTo>
                  <a:lnTo>
                    <a:pt x="1749297" y="774752"/>
                  </a:lnTo>
                  <a:lnTo>
                    <a:pt x="1899761" y="834402"/>
                  </a:lnTo>
                  <a:lnTo>
                    <a:pt x="2050225" y="891008"/>
                  </a:lnTo>
                  <a:lnTo>
                    <a:pt x="2200689" y="946506"/>
                  </a:lnTo>
                  <a:lnTo>
                    <a:pt x="2351153" y="999086"/>
                  </a:lnTo>
                  <a:lnTo>
                    <a:pt x="2501617" y="1045284"/>
                  </a:lnTo>
                  <a:lnTo>
                    <a:pt x="2652081" y="1078338"/>
                  </a:lnTo>
                  <a:lnTo>
                    <a:pt x="2802545" y="1101415"/>
                  </a:lnTo>
                  <a:lnTo>
                    <a:pt x="2953009" y="1123503"/>
                  </a:lnTo>
                  <a:lnTo>
                    <a:pt x="3103473" y="1147439"/>
                  </a:lnTo>
                  <a:lnTo>
                    <a:pt x="3253937" y="1165146"/>
                  </a:lnTo>
                  <a:lnTo>
                    <a:pt x="3404401" y="1180458"/>
                  </a:lnTo>
                  <a:lnTo>
                    <a:pt x="3554865" y="1197725"/>
                  </a:lnTo>
                  <a:lnTo>
                    <a:pt x="3705329" y="1215676"/>
                  </a:lnTo>
                  <a:lnTo>
                    <a:pt x="3855793" y="1231681"/>
                  </a:lnTo>
                  <a:lnTo>
                    <a:pt x="4006257" y="1245241"/>
                  </a:lnTo>
                  <a:lnTo>
                    <a:pt x="4156721" y="1256329"/>
                  </a:lnTo>
                  <a:lnTo>
                    <a:pt x="4307185" y="1265197"/>
                  </a:lnTo>
                  <a:lnTo>
                    <a:pt x="4457649" y="1271694"/>
                  </a:lnTo>
                  <a:lnTo>
                    <a:pt x="4608114" y="1275692"/>
                  </a:lnTo>
                  <a:lnTo>
                    <a:pt x="4758578" y="1278500"/>
                  </a:lnTo>
                  <a:lnTo>
                    <a:pt x="4909042" y="1280931"/>
                  </a:lnTo>
                  <a:lnTo>
                    <a:pt x="5059506" y="1282983"/>
                  </a:lnTo>
                  <a:lnTo>
                    <a:pt x="5209970" y="1284654"/>
                  </a:lnTo>
                  <a:lnTo>
                    <a:pt x="5360434" y="1285943"/>
                  </a:lnTo>
                  <a:lnTo>
                    <a:pt x="5510898" y="1286848"/>
                  </a:lnTo>
                  <a:lnTo>
                    <a:pt x="5661362" y="1287366"/>
                  </a:lnTo>
                  <a:lnTo>
                    <a:pt x="5811826" y="1287496"/>
                  </a:lnTo>
                  <a:lnTo>
                    <a:pt x="5962290" y="1287236"/>
                  </a:lnTo>
                  <a:lnTo>
                    <a:pt x="6112754" y="1286583"/>
                  </a:lnTo>
                  <a:lnTo>
                    <a:pt x="6145984" y="12863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801957"/>
              <a:ext cx="6145984" cy="1523664"/>
            </a:xfrm>
            <a:custGeom>
              <a:avLst/>
              <a:pathLst>
                <a:path w="6145984" h="1523664">
                  <a:moveTo>
                    <a:pt x="0" y="0"/>
                  </a:moveTo>
                  <a:lnTo>
                    <a:pt x="94192" y="54386"/>
                  </a:lnTo>
                  <a:lnTo>
                    <a:pt x="244656" y="137256"/>
                  </a:lnTo>
                  <a:lnTo>
                    <a:pt x="395120" y="216046"/>
                  </a:lnTo>
                  <a:lnTo>
                    <a:pt x="545584" y="290732"/>
                  </a:lnTo>
                  <a:lnTo>
                    <a:pt x="696048" y="361374"/>
                  </a:lnTo>
                  <a:lnTo>
                    <a:pt x="846512" y="428145"/>
                  </a:lnTo>
                  <a:lnTo>
                    <a:pt x="996976" y="491351"/>
                  </a:lnTo>
                  <a:lnTo>
                    <a:pt x="1147440" y="551406"/>
                  </a:lnTo>
                  <a:lnTo>
                    <a:pt x="1297904" y="608757"/>
                  </a:lnTo>
                  <a:lnTo>
                    <a:pt x="1448369" y="663821"/>
                  </a:lnTo>
                  <a:lnTo>
                    <a:pt x="1598833" y="718582"/>
                  </a:lnTo>
                  <a:lnTo>
                    <a:pt x="1749297" y="772980"/>
                  </a:lnTo>
                  <a:lnTo>
                    <a:pt x="1899761" y="825786"/>
                  </a:lnTo>
                  <a:lnTo>
                    <a:pt x="2050225" y="876875"/>
                  </a:lnTo>
                  <a:lnTo>
                    <a:pt x="2200689" y="934550"/>
                  </a:lnTo>
                  <a:lnTo>
                    <a:pt x="2351153" y="992193"/>
                  </a:lnTo>
                  <a:lnTo>
                    <a:pt x="2501617" y="1041079"/>
                  </a:lnTo>
                  <a:lnTo>
                    <a:pt x="2652081" y="1081637"/>
                  </a:lnTo>
                  <a:lnTo>
                    <a:pt x="2802545" y="1114714"/>
                  </a:lnTo>
                  <a:lnTo>
                    <a:pt x="2953009" y="1142194"/>
                  </a:lnTo>
                  <a:lnTo>
                    <a:pt x="3103473" y="1166771"/>
                  </a:lnTo>
                  <a:lnTo>
                    <a:pt x="3253937" y="1182020"/>
                  </a:lnTo>
                  <a:lnTo>
                    <a:pt x="3404401" y="1191706"/>
                  </a:lnTo>
                  <a:lnTo>
                    <a:pt x="3554865" y="1205086"/>
                  </a:lnTo>
                  <a:lnTo>
                    <a:pt x="3705329" y="1220239"/>
                  </a:lnTo>
                  <a:lnTo>
                    <a:pt x="3855793" y="1231346"/>
                  </a:lnTo>
                  <a:lnTo>
                    <a:pt x="4006257" y="1240372"/>
                  </a:lnTo>
                  <a:lnTo>
                    <a:pt x="4156721" y="1248130"/>
                  </a:lnTo>
                  <a:lnTo>
                    <a:pt x="4307185" y="1252157"/>
                  </a:lnTo>
                  <a:lnTo>
                    <a:pt x="4457649" y="1252694"/>
                  </a:lnTo>
                  <a:lnTo>
                    <a:pt x="4608114" y="1250519"/>
                  </a:lnTo>
                  <a:lnTo>
                    <a:pt x="4758578" y="1246448"/>
                  </a:lnTo>
                  <a:lnTo>
                    <a:pt x="4909042" y="1241024"/>
                  </a:lnTo>
                  <a:lnTo>
                    <a:pt x="5059506" y="1234606"/>
                  </a:lnTo>
                  <a:lnTo>
                    <a:pt x="5209970" y="1227403"/>
                  </a:lnTo>
                  <a:lnTo>
                    <a:pt x="5360434" y="1219496"/>
                  </a:lnTo>
                  <a:lnTo>
                    <a:pt x="5510898" y="1210878"/>
                  </a:lnTo>
                  <a:lnTo>
                    <a:pt x="5661362" y="1201473"/>
                  </a:lnTo>
                  <a:lnTo>
                    <a:pt x="5811826" y="1191161"/>
                  </a:lnTo>
                  <a:lnTo>
                    <a:pt x="5962290" y="1179794"/>
                  </a:lnTo>
                  <a:lnTo>
                    <a:pt x="6112754" y="1167214"/>
                  </a:lnTo>
                  <a:lnTo>
                    <a:pt x="6145984" y="1164131"/>
                  </a:lnTo>
                  <a:lnTo>
                    <a:pt x="6145984" y="1523664"/>
                  </a:lnTo>
                  <a:lnTo>
                    <a:pt x="6112754" y="1521291"/>
                  </a:lnTo>
                  <a:lnTo>
                    <a:pt x="5962290" y="1511412"/>
                  </a:lnTo>
                  <a:lnTo>
                    <a:pt x="5811826" y="1502246"/>
                  </a:lnTo>
                  <a:lnTo>
                    <a:pt x="5661362" y="1493641"/>
                  </a:lnTo>
                  <a:lnTo>
                    <a:pt x="5510898" y="1485456"/>
                  </a:lnTo>
                  <a:lnTo>
                    <a:pt x="5360434" y="1477578"/>
                  </a:lnTo>
                  <a:lnTo>
                    <a:pt x="5209970" y="1469938"/>
                  </a:lnTo>
                  <a:lnTo>
                    <a:pt x="5059506" y="1462535"/>
                  </a:lnTo>
                  <a:lnTo>
                    <a:pt x="4909042" y="1455458"/>
                  </a:lnTo>
                  <a:lnTo>
                    <a:pt x="4758578" y="1448922"/>
                  </a:lnTo>
                  <a:lnTo>
                    <a:pt x="4608114" y="1443294"/>
                  </a:lnTo>
                  <a:lnTo>
                    <a:pt x="4457649" y="1438153"/>
                  </a:lnTo>
                  <a:lnTo>
                    <a:pt x="4307185" y="1432208"/>
                  </a:lnTo>
                  <a:lnTo>
                    <a:pt x="4156721" y="1425423"/>
                  </a:lnTo>
                  <a:lnTo>
                    <a:pt x="4006257" y="1417254"/>
                  </a:lnTo>
                  <a:lnTo>
                    <a:pt x="3855793" y="1407509"/>
                  </a:lnTo>
                  <a:lnTo>
                    <a:pt x="3705329" y="1397136"/>
                  </a:lnTo>
                  <a:lnTo>
                    <a:pt x="3554865" y="1384680"/>
                  </a:lnTo>
                  <a:lnTo>
                    <a:pt x="3404401" y="1370829"/>
                  </a:lnTo>
                  <a:lnTo>
                    <a:pt x="3253937" y="1360578"/>
                  </a:lnTo>
                  <a:lnTo>
                    <a:pt x="3103473" y="1348860"/>
                  </a:lnTo>
                  <a:lnTo>
                    <a:pt x="2953009" y="1325725"/>
                  </a:lnTo>
                  <a:lnTo>
                    <a:pt x="2802545" y="1293850"/>
                  </a:lnTo>
                  <a:lnTo>
                    <a:pt x="2652081" y="1259453"/>
                  </a:lnTo>
                  <a:lnTo>
                    <a:pt x="2501617" y="1220117"/>
                  </a:lnTo>
                  <a:lnTo>
                    <a:pt x="2351153" y="1168547"/>
                  </a:lnTo>
                  <a:lnTo>
                    <a:pt x="2200689" y="1109582"/>
                  </a:lnTo>
                  <a:lnTo>
                    <a:pt x="2050225" y="1053385"/>
                  </a:lnTo>
                  <a:lnTo>
                    <a:pt x="1899761" y="1002896"/>
                  </a:lnTo>
                  <a:lnTo>
                    <a:pt x="1749297" y="952016"/>
                  </a:lnTo>
                  <a:lnTo>
                    <a:pt x="1598833" y="901687"/>
                  </a:lnTo>
                  <a:lnTo>
                    <a:pt x="1448369" y="852903"/>
                  </a:lnTo>
                  <a:lnTo>
                    <a:pt x="1297904" y="805767"/>
                  </a:lnTo>
                  <a:lnTo>
                    <a:pt x="1147440" y="759428"/>
                  </a:lnTo>
                  <a:lnTo>
                    <a:pt x="996976" y="714252"/>
                  </a:lnTo>
                  <a:lnTo>
                    <a:pt x="846512" y="670714"/>
                  </a:lnTo>
                  <a:lnTo>
                    <a:pt x="696048" y="629254"/>
                  </a:lnTo>
                  <a:lnTo>
                    <a:pt x="545584" y="590202"/>
                  </a:lnTo>
                  <a:lnTo>
                    <a:pt x="395120" y="553761"/>
                  </a:lnTo>
                  <a:lnTo>
                    <a:pt x="244656" y="520015"/>
                  </a:lnTo>
                  <a:lnTo>
                    <a:pt x="94192" y="488967"/>
                  </a:lnTo>
                  <a:lnTo>
                    <a:pt x="0" y="47119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801957"/>
              <a:ext cx="6145984" cy="1252694"/>
            </a:xfrm>
            <a:custGeom>
              <a:avLst/>
              <a:pathLst>
                <a:path w="6145984" h="1252694">
                  <a:moveTo>
                    <a:pt x="0" y="0"/>
                  </a:moveTo>
                  <a:lnTo>
                    <a:pt x="94192" y="54386"/>
                  </a:lnTo>
                  <a:lnTo>
                    <a:pt x="244656" y="137256"/>
                  </a:lnTo>
                  <a:lnTo>
                    <a:pt x="395120" y="216046"/>
                  </a:lnTo>
                  <a:lnTo>
                    <a:pt x="545584" y="290732"/>
                  </a:lnTo>
                  <a:lnTo>
                    <a:pt x="696048" y="361374"/>
                  </a:lnTo>
                  <a:lnTo>
                    <a:pt x="846512" y="428145"/>
                  </a:lnTo>
                  <a:lnTo>
                    <a:pt x="996976" y="491351"/>
                  </a:lnTo>
                  <a:lnTo>
                    <a:pt x="1147440" y="551406"/>
                  </a:lnTo>
                  <a:lnTo>
                    <a:pt x="1297904" y="608757"/>
                  </a:lnTo>
                  <a:lnTo>
                    <a:pt x="1448369" y="663821"/>
                  </a:lnTo>
                  <a:lnTo>
                    <a:pt x="1598833" y="718582"/>
                  </a:lnTo>
                  <a:lnTo>
                    <a:pt x="1749297" y="772980"/>
                  </a:lnTo>
                  <a:lnTo>
                    <a:pt x="1899761" y="825786"/>
                  </a:lnTo>
                  <a:lnTo>
                    <a:pt x="2050225" y="876875"/>
                  </a:lnTo>
                  <a:lnTo>
                    <a:pt x="2200689" y="934550"/>
                  </a:lnTo>
                  <a:lnTo>
                    <a:pt x="2351153" y="992193"/>
                  </a:lnTo>
                  <a:lnTo>
                    <a:pt x="2501617" y="1041079"/>
                  </a:lnTo>
                  <a:lnTo>
                    <a:pt x="2652081" y="1081637"/>
                  </a:lnTo>
                  <a:lnTo>
                    <a:pt x="2802545" y="1114714"/>
                  </a:lnTo>
                  <a:lnTo>
                    <a:pt x="2953009" y="1142194"/>
                  </a:lnTo>
                  <a:lnTo>
                    <a:pt x="3103473" y="1166771"/>
                  </a:lnTo>
                  <a:lnTo>
                    <a:pt x="3253937" y="1182020"/>
                  </a:lnTo>
                  <a:lnTo>
                    <a:pt x="3404401" y="1191706"/>
                  </a:lnTo>
                  <a:lnTo>
                    <a:pt x="3554865" y="1205086"/>
                  </a:lnTo>
                  <a:lnTo>
                    <a:pt x="3705329" y="1220239"/>
                  </a:lnTo>
                  <a:lnTo>
                    <a:pt x="3855793" y="1231346"/>
                  </a:lnTo>
                  <a:lnTo>
                    <a:pt x="4006257" y="1240372"/>
                  </a:lnTo>
                  <a:lnTo>
                    <a:pt x="4156721" y="1248130"/>
                  </a:lnTo>
                  <a:lnTo>
                    <a:pt x="4307185" y="1252157"/>
                  </a:lnTo>
                  <a:lnTo>
                    <a:pt x="4457649" y="1252694"/>
                  </a:lnTo>
                  <a:lnTo>
                    <a:pt x="4608114" y="1250519"/>
                  </a:lnTo>
                  <a:lnTo>
                    <a:pt x="4758578" y="1246448"/>
                  </a:lnTo>
                  <a:lnTo>
                    <a:pt x="4909042" y="1241024"/>
                  </a:lnTo>
                  <a:lnTo>
                    <a:pt x="5059506" y="1234606"/>
                  </a:lnTo>
                  <a:lnTo>
                    <a:pt x="5209970" y="1227403"/>
                  </a:lnTo>
                  <a:lnTo>
                    <a:pt x="5360434" y="1219496"/>
                  </a:lnTo>
                  <a:lnTo>
                    <a:pt x="5510898" y="1210878"/>
                  </a:lnTo>
                  <a:lnTo>
                    <a:pt x="5661362" y="1201473"/>
                  </a:lnTo>
                  <a:lnTo>
                    <a:pt x="5811826" y="1191161"/>
                  </a:lnTo>
                  <a:lnTo>
                    <a:pt x="5962290" y="1179794"/>
                  </a:lnTo>
                  <a:lnTo>
                    <a:pt x="6112754" y="1167214"/>
                  </a:lnTo>
                  <a:lnTo>
                    <a:pt x="6145984" y="11641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73148"/>
              <a:ext cx="6145984" cy="1052473"/>
            </a:xfrm>
            <a:custGeom>
              <a:avLst/>
              <a:pathLst>
                <a:path w="6145984" h="1052473">
                  <a:moveTo>
                    <a:pt x="6145984" y="1052473"/>
                  </a:moveTo>
                  <a:lnTo>
                    <a:pt x="6112754" y="1050100"/>
                  </a:lnTo>
                  <a:lnTo>
                    <a:pt x="5962290" y="1040221"/>
                  </a:lnTo>
                  <a:lnTo>
                    <a:pt x="5811826" y="1031055"/>
                  </a:lnTo>
                  <a:lnTo>
                    <a:pt x="5661362" y="1022450"/>
                  </a:lnTo>
                  <a:lnTo>
                    <a:pt x="5510898" y="1014265"/>
                  </a:lnTo>
                  <a:lnTo>
                    <a:pt x="5360434" y="1006387"/>
                  </a:lnTo>
                  <a:lnTo>
                    <a:pt x="5209970" y="998747"/>
                  </a:lnTo>
                  <a:lnTo>
                    <a:pt x="5059506" y="991344"/>
                  </a:lnTo>
                  <a:lnTo>
                    <a:pt x="4909042" y="984267"/>
                  </a:lnTo>
                  <a:lnTo>
                    <a:pt x="4758578" y="977731"/>
                  </a:lnTo>
                  <a:lnTo>
                    <a:pt x="4608114" y="972103"/>
                  </a:lnTo>
                  <a:lnTo>
                    <a:pt x="4457649" y="966962"/>
                  </a:lnTo>
                  <a:lnTo>
                    <a:pt x="4307185" y="961017"/>
                  </a:lnTo>
                  <a:lnTo>
                    <a:pt x="4156721" y="954232"/>
                  </a:lnTo>
                  <a:lnTo>
                    <a:pt x="4006257" y="946063"/>
                  </a:lnTo>
                  <a:lnTo>
                    <a:pt x="3855793" y="936318"/>
                  </a:lnTo>
                  <a:lnTo>
                    <a:pt x="3705329" y="925945"/>
                  </a:lnTo>
                  <a:lnTo>
                    <a:pt x="3554865" y="913489"/>
                  </a:lnTo>
                  <a:lnTo>
                    <a:pt x="3404401" y="899638"/>
                  </a:lnTo>
                  <a:lnTo>
                    <a:pt x="3253937" y="889387"/>
                  </a:lnTo>
                  <a:lnTo>
                    <a:pt x="3103473" y="877669"/>
                  </a:lnTo>
                  <a:lnTo>
                    <a:pt x="2953009" y="854534"/>
                  </a:lnTo>
                  <a:lnTo>
                    <a:pt x="2802545" y="822659"/>
                  </a:lnTo>
                  <a:lnTo>
                    <a:pt x="2652081" y="788262"/>
                  </a:lnTo>
                  <a:lnTo>
                    <a:pt x="2501617" y="748926"/>
                  </a:lnTo>
                  <a:lnTo>
                    <a:pt x="2351153" y="697356"/>
                  </a:lnTo>
                  <a:lnTo>
                    <a:pt x="2200689" y="638391"/>
                  </a:lnTo>
                  <a:lnTo>
                    <a:pt x="2050225" y="582194"/>
                  </a:lnTo>
                  <a:lnTo>
                    <a:pt x="1899761" y="531705"/>
                  </a:lnTo>
                  <a:lnTo>
                    <a:pt x="1749297" y="480825"/>
                  </a:lnTo>
                  <a:lnTo>
                    <a:pt x="1598833" y="430496"/>
                  </a:lnTo>
                  <a:lnTo>
                    <a:pt x="1448369" y="381712"/>
                  </a:lnTo>
                  <a:lnTo>
                    <a:pt x="1297904" y="334576"/>
                  </a:lnTo>
                  <a:lnTo>
                    <a:pt x="1147440" y="288237"/>
                  </a:lnTo>
                  <a:lnTo>
                    <a:pt x="996976" y="243061"/>
                  </a:lnTo>
                  <a:lnTo>
                    <a:pt x="846512" y="199523"/>
                  </a:lnTo>
                  <a:lnTo>
                    <a:pt x="696048" y="158063"/>
                  </a:lnTo>
                  <a:lnTo>
                    <a:pt x="545584" y="119011"/>
                  </a:lnTo>
                  <a:lnTo>
                    <a:pt x="395120" y="82570"/>
                  </a:lnTo>
                  <a:lnTo>
                    <a:pt x="244656" y="48824"/>
                  </a:lnTo>
                  <a:lnTo>
                    <a:pt x="94192" y="17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037553"/>
              <a:ext cx="6145984" cy="1113075"/>
            </a:xfrm>
            <a:custGeom>
              <a:avLst/>
              <a:pathLst>
                <a:path w="6145984" h="1113075">
                  <a:moveTo>
                    <a:pt x="0" y="0"/>
                  </a:moveTo>
                  <a:lnTo>
                    <a:pt x="94192" y="36081"/>
                  </a:lnTo>
                  <a:lnTo>
                    <a:pt x="244656" y="93040"/>
                  </a:lnTo>
                  <a:lnTo>
                    <a:pt x="395120" y="149308"/>
                  </a:lnTo>
                  <a:lnTo>
                    <a:pt x="545584" y="204872"/>
                  </a:lnTo>
                  <a:lnTo>
                    <a:pt x="696048" y="259718"/>
                  </a:lnTo>
                  <a:lnTo>
                    <a:pt x="846512" y="313834"/>
                  </a:lnTo>
                  <a:lnTo>
                    <a:pt x="996976" y="367206"/>
                  </a:lnTo>
                  <a:lnTo>
                    <a:pt x="1147440" y="419821"/>
                  </a:lnTo>
                  <a:lnTo>
                    <a:pt x="1297904" y="471667"/>
                  </a:lnTo>
                  <a:lnTo>
                    <a:pt x="1448369" y="522767"/>
                  </a:lnTo>
                  <a:lnTo>
                    <a:pt x="1598833" y="574539"/>
                  </a:lnTo>
                  <a:lnTo>
                    <a:pt x="1749297" y="626902"/>
                  </a:lnTo>
                  <a:lnTo>
                    <a:pt x="1899761" y="678746"/>
                  </a:lnTo>
                  <a:lnTo>
                    <a:pt x="2050225" y="729534"/>
                  </a:lnTo>
                  <a:lnTo>
                    <a:pt x="2200689" y="786470"/>
                  </a:lnTo>
                  <a:lnTo>
                    <a:pt x="2351153" y="844774"/>
                  </a:lnTo>
                  <a:lnTo>
                    <a:pt x="2501617" y="895003"/>
                  </a:lnTo>
                  <a:lnTo>
                    <a:pt x="2652081" y="934950"/>
                  </a:lnTo>
                  <a:lnTo>
                    <a:pt x="2802545" y="968687"/>
                  </a:lnTo>
                  <a:lnTo>
                    <a:pt x="2953009" y="998364"/>
                  </a:lnTo>
                  <a:lnTo>
                    <a:pt x="3103473" y="1022220"/>
                  </a:lnTo>
                  <a:lnTo>
                    <a:pt x="3253937" y="1035703"/>
                  </a:lnTo>
                  <a:lnTo>
                    <a:pt x="3404401" y="1045672"/>
                  </a:lnTo>
                  <a:lnTo>
                    <a:pt x="3554865" y="1059287"/>
                  </a:lnTo>
                  <a:lnTo>
                    <a:pt x="3705329" y="1073092"/>
                  </a:lnTo>
                  <a:lnTo>
                    <a:pt x="3855793" y="1083832"/>
                  </a:lnTo>
                  <a:lnTo>
                    <a:pt x="4006257" y="1093218"/>
                  </a:lnTo>
                  <a:lnTo>
                    <a:pt x="4156721" y="1101181"/>
                  </a:lnTo>
                  <a:lnTo>
                    <a:pt x="4307185" y="1106587"/>
                  </a:lnTo>
                  <a:lnTo>
                    <a:pt x="4457649" y="1109828"/>
                  </a:lnTo>
                  <a:lnTo>
                    <a:pt x="4608114" y="1111311"/>
                  </a:lnTo>
                  <a:lnTo>
                    <a:pt x="4758578" y="1112090"/>
                  </a:lnTo>
                  <a:lnTo>
                    <a:pt x="4909042" y="1112646"/>
                  </a:lnTo>
                  <a:lnTo>
                    <a:pt x="5059506" y="1112975"/>
                  </a:lnTo>
                  <a:lnTo>
                    <a:pt x="5209970" y="1113075"/>
                  </a:lnTo>
                  <a:lnTo>
                    <a:pt x="5360434" y="1112942"/>
                  </a:lnTo>
                  <a:lnTo>
                    <a:pt x="5510898" y="1112572"/>
                  </a:lnTo>
                  <a:lnTo>
                    <a:pt x="5661362" y="1111962"/>
                  </a:lnTo>
                  <a:lnTo>
                    <a:pt x="5811826" y="1111108"/>
                  </a:lnTo>
                  <a:lnTo>
                    <a:pt x="5962290" y="1110008"/>
                  </a:lnTo>
                  <a:lnTo>
                    <a:pt x="6112754" y="1108657"/>
                  </a:lnTo>
                  <a:lnTo>
                    <a:pt x="6145984" y="110830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285648"/>
              <a:ext cx="6145984" cy="1050072"/>
            </a:xfrm>
            <a:custGeom>
              <a:avLst/>
              <a:pathLst>
                <a:path w="6145984" h="1050072">
                  <a:moveTo>
                    <a:pt x="0" y="0"/>
                  </a:moveTo>
                  <a:lnTo>
                    <a:pt x="94192" y="20980"/>
                  </a:lnTo>
                  <a:lnTo>
                    <a:pt x="244656" y="53968"/>
                  </a:lnTo>
                  <a:lnTo>
                    <a:pt x="395120" y="86423"/>
                  </a:lnTo>
                  <a:lnTo>
                    <a:pt x="545584" y="118380"/>
                  </a:lnTo>
                  <a:lnTo>
                    <a:pt x="696048" y="149950"/>
                  </a:lnTo>
                  <a:lnTo>
                    <a:pt x="846512" y="181350"/>
                  </a:lnTo>
                  <a:lnTo>
                    <a:pt x="996976" y="212918"/>
                  </a:lnTo>
                  <a:lnTo>
                    <a:pt x="1147440" y="245089"/>
                  </a:lnTo>
                  <a:lnTo>
                    <a:pt x="1297904" y="278328"/>
                  </a:lnTo>
                  <a:lnTo>
                    <a:pt x="1448369" y="313075"/>
                  </a:lnTo>
                  <a:lnTo>
                    <a:pt x="1598833" y="350897"/>
                  </a:lnTo>
                  <a:lnTo>
                    <a:pt x="1749297" y="390997"/>
                  </a:lnTo>
                  <a:lnTo>
                    <a:pt x="1899761" y="431475"/>
                  </a:lnTo>
                  <a:lnTo>
                    <a:pt x="2050225" y="471579"/>
                  </a:lnTo>
                  <a:lnTo>
                    <a:pt x="2200689" y="520399"/>
                  </a:lnTo>
                  <a:lnTo>
                    <a:pt x="2351153" y="570756"/>
                  </a:lnTo>
                  <a:lnTo>
                    <a:pt x="2501617" y="612418"/>
                  </a:lnTo>
                  <a:lnTo>
                    <a:pt x="2652081" y="644904"/>
                  </a:lnTo>
                  <a:lnTo>
                    <a:pt x="2802545" y="670197"/>
                  </a:lnTo>
                  <a:lnTo>
                    <a:pt x="2953009" y="691202"/>
                  </a:lnTo>
                  <a:lnTo>
                    <a:pt x="3103473" y="711491"/>
                  </a:lnTo>
                  <a:lnTo>
                    <a:pt x="3253937" y="724955"/>
                  </a:lnTo>
                  <a:lnTo>
                    <a:pt x="3404401" y="733807"/>
                  </a:lnTo>
                  <a:lnTo>
                    <a:pt x="3554865" y="745279"/>
                  </a:lnTo>
                  <a:lnTo>
                    <a:pt x="3705329" y="757951"/>
                  </a:lnTo>
                  <a:lnTo>
                    <a:pt x="3855793" y="767365"/>
                  </a:lnTo>
                  <a:lnTo>
                    <a:pt x="4006257" y="775643"/>
                  </a:lnTo>
                  <a:lnTo>
                    <a:pt x="4156721" y="783693"/>
                  </a:lnTo>
                  <a:lnTo>
                    <a:pt x="4307185" y="788959"/>
                  </a:lnTo>
                  <a:lnTo>
                    <a:pt x="4457649" y="791283"/>
                  </a:lnTo>
                  <a:lnTo>
                    <a:pt x="4608114" y="791002"/>
                  </a:lnTo>
                  <a:lnTo>
                    <a:pt x="4758578" y="788776"/>
                  </a:lnTo>
                  <a:lnTo>
                    <a:pt x="4909042" y="785180"/>
                  </a:lnTo>
                  <a:lnTo>
                    <a:pt x="5059506" y="780547"/>
                  </a:lnTo>
                  <a:lnTo>
                    <a:pt x="5209970" y="775069"/>
                  </a:lnTo>
                  <a:lnTo>
                    <a:pt x="5360434" y="768825"/>
                  </a:lnTo>
                  <a:lnTo>
                    <a:pt x="5510898" y="761811"/>
                  </a:lnTo>
                  <a:lnTo>
                    <a:pt x="5661362" y="753960"/>
                  </a:lnTo>
                  <a:lnTo>
                    <a:pt x="5811826" y="745167"/>
                  </a:lnTo>
                  <a:lnTo>
                    <a:pt x="5962290" y="735301"/>
                  </a:lnTo>
                  <a:lnTo>
                    <a:pt x="6112754" y="724217"/>
                  </a:lnTo>
                  <a:lnTo>
                    <a:pt x="6145984" y="721469"/>
                  </a:lnTo>
                  <a:lnTo>
                    <a:pt x="6145984" y="1050072"/>
                  </a:lnTo>
                  <a:lnTo>
                    <a:pt x="6112754" y="1047834"/>
                  </a:lnTo>
                  <a:lnTo>
                    <a:pt x="5962290" y="1038390"/>
                  </a:lnTo>
                  <a:lnTo>
                    <a:pt x="5811826" y="1029491"/>
                  </a:lnTo>
                  <a:lnTo>
                    <a:pt x="5661362" y="1020994"/>
                  </a:lnTo>
                  <a:lnTo>
                    <a:pt x="5510898" y="1012767"/>
                  </a:lnTo>
                  <a:lnTo>
                    <a:pt x="5360434" y="1004704"/>
                  </a:lnTo>
                  <a:lnTo>
                    <a:pt x="5209970" y="996739"/>
                  </a:lnTo>
                  <a:lnTo>
                    <a:pt x="5059506" y="988867"/>
                  </a:lnTo>
                  <a:lnTo>
                    <a:pt x="4909042" y="981167"/>
                  </a:lnTo>
                  <a:lnTo>
                    <a:pt x="4758578" y="973831"/>
                  </a:lnTo>
                  <a:lnTo>
                    <a:pt x="4608114" y="967192"/>
                  </a:lnTo>
                  <a:lnTo>
                    <a:pt x="4457649" y="960787"/>
                  </a:lnTo>
                  <a:lnTo>
                    <a:pt x="4307185" y="953520"/>
                  </a:lnTo>
                  <a:lnTo>
                    <a:pt x="4156721" y="945734"/>
                  </a:lnTo>
                  <a:lnTo>
                    <a:pt x="4006257" y="937308"/>
                  </a:lnTo>
                  <a:lnTo>
                    <a:pt x="3855793" y="928373"/>
                  </a:lnTo>
                  <a:lnTo>
                    <a:pt x="3705329" y="919629"/>
                  </a:lnTo>
                  <a:lnTo>
                    <a:pt x="3554865" y="909423"/>
                  </a:lnTo>
                  <a:lnTo>
                    <a:pt x="3404401" y="897519"/>
                  </a:lnTo>
                  <a:lnTo>
                    <a:pt x="3253937" y="888152"/>
                  </a:lnTo>
                  <a:lnTo>
                    <a:pt x="3103473" y="877915"/>
                  </a:lnTo>
                  <a:lnTo>
                    <a:pt x="2953009" y="858944"/>
                  </a:lnTo>
                  <a:lnTo>
                    <a:pt x="2802545" y="833922"/>
                  </a:lnTo>
                  <a:lnTo>
                    <a:pt x="2652081" y="807422"/>
                  </a:lnTo>
                  <a:lnTo>
                    <a:pt x="2501617" y="776053"/>
                  </a:lnTo>
                  <a:lnTo>
                    <a:pt x="2351153" y="731939"/>
                  </a:lnTo>
                  <a:lnTo>
                    <a:pt x="2200689" y="680373"/>
                  </a:lnTo>
                  <a:lnTo>
                    <a:pt x="2050225" y="632905"/>
                  </a:lnTo>
                  <a:lnTo>
                    <a:pt x="1899761" y="593348"/>
                  </a:lnTo>
                  <a:lnTo>
                    <a:pt x="1749297" y="554631"/>
                  </a:lnTo>
                  <a:lnTo>
                    <a:pt x="1598833" y="518250"/>
                  </a:lnTo>
                  <a:lnTo>
                    <a:pt x="1448369" y="485890"/>
                  </a:lnTo>
                  <a:lnTo>
                    <a:pt x="1297904" y="458390"/>
                  </a:lnTo>
                  <a:lnTo>
                    <a:pt x="1147440" y="435214"/>
                  </a:lnTo>
                  <a:lnTo>
                    <a:pt x="996976" y="416643"/>
                  </a:lnTo>
                  <a:lnTo>
                    <a:pt x="846512" y="403052"/>
                  </a:lnTo>
                  <a:lnTo>
                    <a:pt x="696048" y="394784"/>
                  </a:lnTo>
                  <a:lnTo>
                    <a:pt x="545584" y="392087"/>
                  </a:lnTo>
                  <a:lnTo>
                    <a:pt x="395120" y="395085"/>
                  </a:lnTo>
                  <a:lnTo>
                    <a:pt x="244656" y="403800"/>
                  </a:lnTo>
                  <a:lnTo>
                    <a:pt x="94192" y="418174"/>
                  </a:lnTo>
                  <a:lnTo>
                    <a:pt x="0" y="43065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285648"/>
              <a:ext cx="6145984" cy="791283"/>
            </a:xfrm>
            <a:custGeom>
              <a:avLst/>
              <a:pathLst>
                <a:path w="6145984" h="791283">
                  <a:moveTo>
                    <a:pt x="0" y="0"/>
                  </a:moveTo>
                  <a:lnTo>
                    <a:pt x="94192" y="20980"/>
                  </a:lnTo>
                  <a:lnTo>
                    <a:pt x="244656" y="53968"/>
                  </a:lnTo>
                  <a:lnTo>
                    <a:pt x="395120" y="86423"/>
                  </a:lnTo>
                  <a:lnTo>
                    <a:pt x="545584" y="118380"/>
                  </a:lnTo>
                  <a:lnTo>
                    <a:pt x="696048" y="149950"/>
                  </a:lnTo>
                  <a:lnTo>
                    <a:pt x="846512" y="181350"/>
                  </a:lnTo>
                  <a:lnTo>
                    <a:pt x="996976" y="212918"/>
                  </a:lnTo>
                  <a:lnTo>
                    <a:pt x="1147440" y="245089"/>
                  </a:lnTo>
                  <a:lnTo>
                    <a:pt x="1297904" y="278328"/>
                  </a:lnTo>
                  <a:lnTo>
                    <a:pt x="1448369" y="313075"/>
                  </a:lnTo>
                  <a:lnTo>
                    <a:pt x="1598833" y="350897"/>
                  </a:lnTo>
                  <a:lnTo>
                    <a:pt x="1749297" y="390997"/>
                  </a:lnTo>
                  <a:lnTo>
                    <a:pt x="1899761" y="431475"/>
                  </a:lnTo>
                  <a:lnTo>
                    <a:pt x="2050225" y="471579"/>
                  </a:lnTo>
                  <a:lnTo>
                    <a:pt x="2200689" y="520399"/>
                  </a:lnTo>
                  <a:lnTo>
                    <a:pt x="2351153" y="570756"/>
                  </a:lnTo>
                  <a:lnTo>
                    <a:pt x="2501617" y="612418"/>
                  </a:lnTo>
                  <a:lnTo>
                    <a:pt x="2652081" y="644904"/>
                  </a:lnTo>
                  <a:lnTo>
                    <a:pt x="2802545" y="670197"/>
                  </a:lnTo>
                  <a:lnTo>
                    <a:pt x="2953009" y="691202"/>
                  </a:lnTo>
                  <a:lnTo>
                    <a:pt x="3103473" y="711491"/>
                  </a:lnTo>
                  <a:lnTo>
                    <a:pt x="3253937" y="724955"/>
                  </a:lnTo>
                  <a:lnTo>
                    <a:pt x="3404401" y="733807"/>
                  </a:lnTo>
                  <a:lnTo>
                    <a:pt x="3554865" y="745279"/>
                  </a:lnTo>
                  <a:lnTo>
                    <a:pt x="3705329" y="757951"/>
                  </a:lnTo>
                  <a:lnTo>
                    <a:pt x="3855793" y="767365"/>
                  </a:lnTo>
                  <a:lnTo>
                    <a:pt x="4006257" y="775643"/>
                  </a:lnTo>
                  <a:lnTo>
                    <a:pt x="4156721" y="783693"/>
                  </a:lnTo>
                  <a:lnTo>
                    <a:pt x="4307185" y="788959"/>
                  </a:lnTo>
                  <a:lnTo>
                    <a:pt x="4457649" y="791283"/>
                  </a:lnTo>
                  <a:lnTo>
                    <a:pt x="4608114" y="791002"/>
                  </a:lnTo>
                  <a:lnTo>
                    <a:pt x="4758578" y="788776"/>
                  </a:lnTo>
                  <a:lnTo>
                    <a:pt x="4909042" y="785180"/>
                  </a:lnTo>
                  <a:lnTo>
                    <a:pt x="5059506" y="780547"/>
                  </a:lnTo>
                  <a:lnTo>
                    <a:pt x="5209970" y="775069"/>
                  </a:lnTo>
                  <a:lnTo>
                    <a:pt x="5360434" y="768825"/>
                  </a:lnTo>
                  <a:lnTo>
                    <a:pt x="5510898" y="761811"/>
                  </a:lnTo>
                  <a:lnTo>
                    <a:pt x="5661362" y="753960"/>
                  </a:lnTo>
                  <a:lnTo>
                    <a:pt x="5811826" y="745167"/>
                  </a:lnTo>
                  <a:lnTo>
                    <a:pt x="5962290" y="735301"/>
                  </a:lnTo>
                  <a:lnTo>
                    <a:pt x="6112754" y="724217"/>
                  </a:lnTo>
                  <a:lnTo>
                    <a:pt x="6145984" y="721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77735"/>
              <a:ext cx="6145984" cy="657984"/>
            </a:xfrm>
            <a:custGeom>
              <a:avLst/>
              <a:pathLst>
                <a:path w="6145984" h="657984">
                  <a:moveTo>
                    <a:pt x="6145984" y="657984"/>
                  </a:moveTo>
                  <a:lnTo>
                    <a:pt x="6112754" y="655746"/>
                  </a:lnTo>
                  <a:lnTo>
                    <a:pt x="5962290" y="646303"/>
                  </a:lnTo>
                  <a:lnTo>
                    <a:pt x="5811826" y="637404"/>
                  </a:lnTo>
                  <a:lnTo>
                    <a:pt x="5661362" y="628907"/>
                  </a:lnTo>
                  <a:lnTo>
                    <a:pt x="5510898" y="620680"/>
                  </a:lnTo>
                  <a:lnTo>
                    <a:pt x="5360434" y="612617"/>
                  </a:lnTo>
                  <a:lnTo>
                    <a:pt x="5209970" y="604652"/>
                  </a:lnTo>
                  <a:lnTo>
                    <a:pt x="5059506" y="596780"/>
                  </a:lnTo>
                  <a:lnTo>
                    <a:pt x="4909042" y="589080"/>
                  </a:lnTo>
                  <a:lnTo>
                    <a:pt x="4758578" y="581744"/>
                  </a:lnTo>
                  <a:lnTo>
                    <a:pt x="4608114" y="575105"/>
                  </a:lnTo>
                  <a:lnTo>
                    <a:pt x="4457649" y="568699"/>
                  </a:lnTo>
                  <a:lnTo>
                    <a:pt x="4307185" y="561433"/>
                  </a:lnTo>
                  <a:lnTo>
                    <a:pt x="4156721" y="553647"/>
                  </a:lnTo>
                  <a:lnTo>
                    <a:pt x="4006257" y="545221"/>
                  </a:lnTo>
                  <a:lnTo>
                    <a:pt x="3855793" y="536286"/>
                  </a:lnTo>
                  <a:lnTo>
                    <a:pt x="3705329" y="527542"/>
                  </a:lnTo>
                  <a:lnTo>
                    <a:pt x="3554865" y="517336"/>
                  </a:lnTo>
                  <a:lnTo>
                    <a:pt x="3404401" y="505432"/>
                  </a:lnTo>
                  <a:lnTo>
                    <a:pt x="3253937" y="496065"/>
                  </a:lnTo>
                  <a:lnTo>
                    <a:pt x="3103473" y="485828"/>
                  </a:lnTo>
                  <a:lnTo>
                    <a:pt x="2953009" y="466856"/>
                  </a:lnTo>
                  <a:lnTo>
                    <a:pt x="2802545" y="441835"/>
                  </a:lnTo>
                  <a:lnTo>
                    <a:pt x="2652081" y="415335"/>
                  </a:lnTo>
                  <a:lnTo>
                    <a:pt x="2501617" y="383966"/>
                  </a:lnTo>
                  <a:lnTo>
                    <a:pt x="2351153" y="339852"/>
                  </a:lnTo>
                  <a:lnTo>
                    <a:pt x="2200689" y="288286"/>
                  </a:lnTo>
                  <a:lnTo>
                    <a:pt x="2050225" y="240817"/>
                  </a:lnTo>
                  <a:lnTo>
                    <a:pt x="1899761" y="201261"/>
                  </a:lnTo>
                  <a:lnTo>
                    <a:pt x="1749297" y="162544"/>
                  </a:lnTo>
                  <a:lnTo>
                    <a:pt x="1598833" y="126162"/>
                  </a:lnTo>
                  <a:lnTo>
                    <a:pt x="1448369" y="93803"/>
                  </a:lnTo>
                  <a:lnTo>
                    <a:pt x="1297904" y="66303"/>
                  </a:lnTo>
                  <a:lnTo>
                    <a:pt x="1147440" y="43127"/>
                  </a:lnTo>
                  <a:lnTo>
                    <a:pt x="996976" y="24556"/>
                  </a:lnTo>
                  <a:lnTo>
                    <a:pt x="846512" y="10964"/>
                  </a:lnTo>
                  <a:lnTo>
                    <a:pt x="696048" y="2697"/>
                  </a:lnTo>
                  <a:lnTo>
                    <a:pt x="545584" y="0"/>
                  </a:lnTo>
                  <a:lnTo>
                    <a:pt x="395120" y="2998"/>
                  </a:lnTo>
                  <a:lnTo>
                    <a:pt x="244656" y="11712"/>
                  </a:lnTo>
                  <a:lnTo>
                    <a:pt x="94192" y="26087"/>
                  </a:lnTo>
                  <a:lnTo>
                    <a:pt x="0" y="38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00975"/>
              <a:ext cx="6145984" cy="672150"/>
            </a:xfrm>
            <a:custGeom>
              <a:avLst/>
              <a:pathLst>
                <a:path w="6145984" h="672150">
                  <a:moveTo>
                    <a:pt x="0" y="0"/>
                  </a:moveTo>
                  <a:lnTo>
                    <a:pt x="94192" y="4250"/>
                  </a:lnTo>
                  <a:lnTo>
                    <a:pt x="244656" y="13557"/>
                  </a:lnTo>
                  <a:lnTo>
                    <a:pt x="395120" y="25427"/>
                  </a:lnTo>
                  <a:lnTo>
                    <a:pt x="545584" y="39906"/>
                  </a:lnTo>
                  <a:lnTo>
                    <a:pt x="696048" y="57040"/>
                  </a:lnTo>
                  <a:lnTo>
                    <a:pt x="846512" y="76873"/>
                  </a:lnTo>
                  <a:lnTo>
                    <a:pt x="996976" y="99453"/>
                  </a:lnTo>
                  <a:lnTo>
                    <a:pt x="1147440" y="124824"/>
                  </a:lnTo>
                  <a:lnTo>
                    <a:pt x="1297904" y="153032"/>
                  </a:lnTo>
                  <a:lnTo>
                    <a:pt x="1448369" y="184155"/>
                  </a:lnTo>
                  <a:lnTo>
                    <a:pt x="1598833" y="219246"/>
                  </a:lnTo>
                  <a:lnTo>
                    <a:pt x="1749297" y="257487"/>
                  </a:lnTo>
                  <a:lnTo>
                    <a:pt x="1899761" y="297084"/>
                  </a:lnTo>
                  <a:lnTo>
                    <a:pt x="2050225" y="336915"/>
                  </a:lnTo>
                  <a:lnTo>
                    <a:pt x="2200689" y="385059"/>
                  </a:lnTo>
                  <a:lnTo>
                    <a:pt x="2351153" y="436020"/>
                  </a:lnTo>
                  <a:lnTo>
                    <a:pt x="2501617" y="478908"/>
                  </a:lnTo>
                  <a:lnTo>
                    <a:pt x="2652081" y="510835"/>
                  </a:lnTo>
                  <a:lnTo>
                    <a:pt x="2802545" y="536732"/>
                  </a:lnTo>
                  <a:lnTo>
                    <a:pt x="2953009" y="559745"/>
                  </a:lnTo>
                  <a:lnTo>
                    <a:pt x="3103473" y="579376"/>
                  </a:lnTo>
                  <a:lnTo>
                    <a:pt x="3253937" y="591226"/>
                  </a:lnTo>
                  <a:lnTo>
                    <a:pt x="3404401" y="600335"/>
                  </a:lnTo>
                  <a:lnTo>
                    <a:pt x="3554865" y="612023"/>
                  </a:lnTo>
                  <a:lnTo>
                    <a:pt x="3705329" y="623463"/>
                  </a:lnTo>
                  <a:lnTo>
                    <a:pt x="3855793" y="632542"/>
                  </a:lnTo>
                  <a:lnTo>
                    <a:pt x="4006257" y="641148"/>
                  </a:lnTo>
                  <a:lnTo>
                    <a:pt x="4156721" y="649386"/>
                  </a:lnTo>
                  <a:lnTo>
                    <a:pt x="4307185" y="655912"/>
                  </a:lnTo>
                  <a:lnTo>
                    <a:pt x="4457649" y="660707"/>
                  </a:lnTo>
                  <a:lnTo>
                    <a:pt x="4608114" y="663769"/>
                  </a:lnTo>
                  <a:lnTo>
                    <a:pt x="4758578" y="665976"/>
                  </a:lnTo>
                  <a:lnTo>
                    <a:pt x="4909042" y="667846"/>
                  </a:lnTo>
                  <a:lnTo>
                    <a:pt x="5059506" y="669380"/>
                  </a:lnTo>
                  <a:lnTo>
                    <a:pt x="5209970" y="670577"/>
                  </a:lnTo>
                  <a:lnTo>
                    <a:pt x="5360434" y="671437"/>
                  </a:lnTo>
                  <a:lnTo>
                    <a:pt x="5510898" y="671962"/>
                  </a:lnTo>
                  <a:lnTo>
                    <a:pt x="5661362" y="672150"/>
                  </a:lnTo>
                  <a:lnTo>
                    <a:pt x="5811826" y="672002"/>
                  </a:lnTo>
                  <a:lnTo>
                    <a:pt x="5962290" y="671518"/>
                  </a:lnTo>
                  <a:lnTo>
                    <a:pt x="6112754" y="670698"/>
                  </a:lnTo>
                  <a:lnTo>
                    <a:pt x="6145984" y="67044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22031"/>
              <a:ext cx="6145984" cy="522367"/>
            </a:xfrm>
            <a:custGeom>
              <a:avLst/>
              <a:pathLst>
                <a:path w="6145984" h="522367">
                  <a:moveTo>
                    <a:pt x="0" y="0"/>
                  </a:moveTo>
                  <a:lnTo>
                    <a:pt x="94192" y="32189"/>
                  </a:lnTo>
                  <a:lnTo>
                    <a:pt x="244656" y="79255"/>
                  </a:lnTo>
                  <a:lnTo>
                    <a:pt x="395120" y="121937"/>
                  </a:lnTo>
                  <a:lnTo>
                    <a:pt x="545584" y="160253"/>
                  </a:lnTo>
                  <a:lnTo>
                    <a:pt x="696048" y="194294"/>
                  </a:lnTo>
                  <a:lnTo>
                    <a:pt x="846512" y="224257"/>
                  </a:lnTo>
                  <a:lnTo>
                    <a:pt x="996976" y="250457"/>
                  </a:lnTo>
                  <a:lnTo>
                    <a:pt x="1147440" y="273309"/>
                  </a:lnTo>
                  <a:lnTo>
                    <a:pt x="1297904" y="293256"/>
                  </a:lnTo>
                  <a:lnTo>
                    <a:pt x="1448369" y="310668"/>
                  </a:lnTo>
                  <a:lnTo>
                    <a:pt x="1598833" y="325431"/>
                  </a:lnTo>
                  <a:lnTo>
                    <a:pt x="1749297" y="337295"/>
                  </a:lnTo>
                  <a:lnTo>
                    <a:pt x="1899761" y="346246"/>
                  </a:lnTo>
                  <a:lnTo>
                    <a:pt x="2050225" y="352772"/>
                  </a:lnTo>
                  <a:lnTo>
                    <a:pt x="2200689" y="358196"/>
                  </a:lnTo>
                  <a:lnTo>
                    <a:pt x="2351153" y="360464"/>
                  </a:lnTo>
                  <a:lnTo>
                    <a:pt x="2501617" y="359624"/>
                  </a:lnTo>
                  <a:lnTo>
                    <a:pt x="2652081" y="356739"/>
                  </a:lnTo>
                  <a:lnTo>
                    <a:pt x="2802545" y="349411"/>
                  </a:lnTo>
                  <a:lnTo>
                    <a:pt x="2953009" y="339087"/>
                  </a:lnTo>
                  <a:lnTo>
                    <a:pt x="3103473" y="329786"/>
                  </a:lnTo>
                  <a:lnTo>
                    <a:pt x="3253937" y="317715"/>
                  </a:lnTo>
                  <a:lnTo>
                    <a:pt x="3404401" y="302222"/>
                  </a:lnTo>
                  <a:lnTo>
                    <a:pt x="3554865" y="287440"/>
                  </a:lnTo>
                  <a:lnTo>
                    <a:pt x="3705329" y="271122"/>
                  </a:lnTo>
                  <a:lnTo>
                    <a:pt x="3855793" y="252054"/>
                  </a:lnTo>
                  <a:lnTo>
                    <a:pt x="4006257" y="235915"/>
                  </a:lnTo>
                  <a:lnTo>
                    <a:pt x="4156721" y="224129"/>
                  </a:lnTo>
                  <a:lnTo>
                    <a:pt x="4307185" y="212199"/>
                  </a:lnTo>
                  <a:lnTo>
                    <a:pt x="4457649" y="200270"/>
                  </a:lnTo>
                  <a:lnTo>
                    <a:pt x="4608114" y="188948"/>
                  </a:lnTo>
                  <a:lnTo>
                    <a:pt x="4758578" y="177128"/>
                  </a:lnTo>
                  <a:lnTo>
                    <a:pt x="4909042" y="164268"/>
                  </a:lnTo>
                  <a:lnTo>
                    <a:pt x="5059506" y="150721"/>
                  </a:lnTo>
                  <a:lnTo>
                    <a:pt x="5209970" y="136701"/>
                  </a:lnTo>
                  <a:lnTo>
                    <a:pt x="5360434" y="122308"/>
                  </a:lnTo>
                  <a:lnTo>
                    <a:pt x="5510898" y="107561"/>
                  </a:lnTo>
                  <a:lnTo>
                    <a:pt x="5661362" y="92417"/>
                  </a:lnTo>
                  <a:lnTo>
                    <a:pt x="5811826" y="76792"/>
                  </a:lnTo>
                  <a:lnTo>
                    <a:pt x="5962290" y="60577"/>
                  </a:lnTo>
                  <a:lnTo>
                    <a:pt x="6112754" y="43654"/>
                  </a:lnTo>
                  <a:lnTo>
                    <a:pt x="6145984" y="39733"/>
                  </a:lnTo>
                  <a:lnTo>
                    <a:pt x="6145984" y="366545"/>
                  </a:lnTo>
                  <a:lnTo>
                    <a:pt x="6112754" y="365507"/>
                  </a:lnTo>
                  <a:lnTo>
                    <a:pt x="5962290" y="362015"/>
                  </a:lnTo>
                  <a:lnTo>
                    <a:pt x="5811826" y="359566"/>
                  </a:lnTo>
                  <a:lnTo>
                    <a:pt x="5661362" y="357996"/>
                  </a:lnTo>
                  <a:lnTo>
                    <a:pt x="5510898" y="357150"/>
                  </a:lnTo>
                  <a:lnTo>
                    <a:pt x="5360434" y="356902"/>
                  </a:lnTo>
                  <a:lnTo>
                    <a:pt x="5209970" y="357163"/>
                  </a:lnTo>
                  <a:lnTo>
                    <a:pt x="5059506" y="357906"/>
                  </a:lnTo>
                  <a:lnTo>
                    <a:pt x="4909042" y="359187"/>
                  </a:lnTo>
                  <a:lnTo>
                    <a:pt x="4758578" y="361175"/>
                  </a:lnTo>
                  <a:lnTo>
                    <a:pt x="4608114" y="364178"/>
                  </a:lnTo>
                  <a:lnTo>
                    <a:pt x="4457649" y="368850"/>
                  </a:lnTo>
                  <a:lnTo>
                    <a:pt x="4307185" y="375863"/>
                  </a:lnTo>
                  <a:lnTo>
                    <a:pt x="4156721" y="385287"/>
                  </a:lnTo>
                  <a:lnTo>
                    <a:pt x="4006257" y="396698"/>
                  </a:lnTo>
                  <a:lnTo>
                    <a:pt x="3855793" y="412185"/>
                  </a:lnTo>
                  <a:lnTo>
                    <a:pt x="3705329" y="431919"/>
                  </a:lnTo>
                  <a:lnTo>
                    <a:pt x="3554865" y="450690"/>
                  </a:lnTo>
                  <a:lnTo>
                    <a:pt x="3404401" y="465042"/>
                  </a:lnTo>
                  <a:lnTo>
                    <a:pt x="3253937" y="480023"/>
                  </a:lnTo>
                  <a:lnTo>
                    <a:pt x="3103473" y="495303"/>
                  </a:lnTo>
                  <a:lnTo>
                    <a:pt x="2953009" y="505915"/>
                  </a:lnTo>
                  <a:lnTo>
                    <a:pt x="2802545" y="512245"/>
                  </a:lnTo>
                  <a:lnTo>
                    <a:pt x="2652081" y="518372"/>
                  </a:lnTo>
                  <a:lnTo>
                    <a:pt x="2501617" y="522367"/>
                  </a:lnTo>
                  <a:lnTo>
                    <a:pt x="2351153" y="520769"/>
                  </a:lnTo>
                  <a:lnTo>
                    <a:pt x="2200689" y="517299"/>
                  </a:lnTo>
                  <a:lnTo>
                    <a:pt x="2050225" y="513218"/>
                  </a:lnTo>
                  <a:lnTo>
                    <a:pt x="1899761" y="507237"/>
                  </a:lnTo>
                  <a:lnTo>
                    <a:pt x="1749297" y="500037"/>
                  </a:lnTo>
                  <a:lnTo>
                    <a:pt x="1598833" y="491872"/>
                  </a:lnTo>
                  <a:lnTo>
                    <a:pt x="1448369" y="482542"/>
                  </a:lnTo>
                  <a:lnTo>
                    <a:pt x="1297904" y="472337"/>
                  </a:lnTo>
                  <a:lnTo>
                    <a:pt x="1147440" y="462398"/>
                  </a:lnTo>
                  <a:lnTo>
                    <a:pt x="996976" y="453072"/>
                  </a:lnTo>
                  <a:lnTo>
                    <a:pt x="846512" y="444750"/>
                  </a:lnTo>
                  <a:lnTo>
                    <a:pt x="696048" y="437795"/>
                  </a:lnTo>
                  <a:lnTo>
                    <a:pt x="545584" y="432469"/>
                  </a:lnTo>
                  <a:lnTo>
                    <a:pt x="395120" y="428918"/>
                  </a:lnTo>
                  <a:lnTo>
                    <a:pt x="244656" y="427180"/>
                  </a:lnTo>
                  <a:lnTo>
                    <a:pt x="94192" y="427220"/>
                  </a:lnTo>
                  <a:lnTo>
                    <a:pt x="0" y="42830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22031"/>
              <a:ext cx="6145984" cy="360464"/>
            </a:xfrm>
            <a:custGeom>
              <a:avLst/>
              <a:pathLst>
                <a:path w="6145984" h="360464">
                  <a:moveTo>
                    <a:pt x="0" y="0"/>
                  </a:moveTo>
                  <a:lnTo>
                    <a:pt x="94192" y="32189"/>
                  </a:lnTo>
                  <a:lnTo>
                    <a:pt x="244656" y="79255"/>
                  </a:lnTo>
                  <a:lnTo>
                    <a:pt x="395120" y="121937"/>
                  </a:lnTo>
                  <a:lnTo>
                    <a:pt x="545584" y="160253"/>
                  </a:lnTo>
                  <a:lnTo>
                    <a:pt x="696048" y="194294"/>
                  </a:lnTo>
                  <a:lnTo>
                    <a:pt x="846512" y="224257"/>
                  </a:lnTo>
                  <a:lnTo>
                    <a:pt x="996976" y="250457"/>
                  </a:lnTo>
                  <a:lnTo>
                    <a:pt x="1147440" y="273309"/>
                  </a:lnTo>
                  <a:lnTo>
                    <a:pt x="1297904" y="293256"/>
                  </a:lnTo>
                  <a:lnTo>
                    <a:pt x="1448369" y="310668"/>
                  </a:lnTo>
                  <a:lnTo>
                    <a:pt x="1598833" y="325431"/>
                  </a:lnTo>
                  <a:lnTo>
                    <a:pt x="1749297" y="337295"/>
                  </a:lnTo>
                  <a:lnTo>
                    <a:pt x="1899761" y="346246"/>
                  </a:lnTo>
                  <a:lnTo>
                    <a:pt x="2050225" y="352772"/>
                  </a:lnTo>
                  <a:lnTo>
                    <a:pt x="2200689" y="358196"/>
                  </a:lnTo>
                  <a:lnTo>
                    <a:pt x="2351153" y="360464"/>
                  </a:lnTo>
                  <a:lnTo>
                    <a:pt x="2501617" y="359624"/>
                  </a:lnTo>
                  <a:lnTo>
                    <a:pt x="2652081" y="356739"/>
                  </a:lnTo>
                  <a:lnTo>
                    <a:pt x="2802545" y="349411"/>
                  </a:lnTo>
                  <a:lnTo>
                    <a:pt x="2953009" y="339087"/>
                  </a:lnTo>
                  <a:lnTo>
                    <a:pt x="3103473" y="329786"/>
                  </a:lnTo>
                  <a:lnTo>
                    <a:pt x="3253937" y="317715"/>
                  </a:lnTo>
                  <a:lnTo>
                    <a:pt x="3404401" y="302222"/>
                  </a:lnTo>
                  <a:lnTo>
                    <a:pt x="3554865" y="287440"/>
                  </a:lnTo>
                  <a:lnTo>
                    <a:pt x="3705329" y="271122"/>
                  </a:lnTo>
                  <a:lnTo>
                    <a:pt x="3855793" y="252054"/>
                  </a:lnTo>
                  <a:lnTo>
                    <a:pt x="4006257" y="235915"/>
                  </a:lnTo>
                  <a:lnTo>
                    <a:pt x="4156721" y="224129"/>
                  </a:lnTo>
                  <a:lnTo>
                    <a:pt x="4307185" y="212199"/>
                  </a:lnTo>
                  <a:lnTo>
                    <a:pt x="4457649" y="200270"/>
                  </a:lnTo>
                  <a:lnTo>
                    <a:pt x="4608114" y="188948"/>
                  </a:lnTo>
                  <a:lnTo>
                    <a:pt x="4758578" y="177128"/>
                  </a:lnTo>
                  <a:lnTo>
                    <a:pt x="4909042" y="164268"/>
                  </a:lnTo>
                  <a:lnTo>
                    <a:pt x="5059506" y="150721"/>
                  </a:lnTo>
                  <a:lnTo>
                    <a:pt x="5209970" y="136701"/>
                  </a:lnTo>
                  <a:lnTo>
                    <a:pt x="5360434" y="122308"/>
                  </a:lnTo>
                  <a:lnTo>
                    <a:pt x="5510898" y="107561"/>
                  </a:lnTo>
                  <a:lnTo>
                    <a:pt x="5661362" y="92417"/>
                  </a:lnTo>
                  <a:lnTo>
                    <a:pt x="5811826" y="76792"/>
                  </a:lnTo>
                  <a:lnTo>
                    <a:pt x="5962290" y="60577"/>
                  </a:lnTo>
                  <a:lnTo>
                    <a:pt x="6112754" y="43654"/>
                  </a:lnTo>
                  <a:lnTo>
                    <a:pt x="6145984" y="39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78933"/>
              <a:ext cx="6145984" cy="165465"/>
            </a:xfrm>
            <a:custGeom>
              <a:avLst/>
              <a:pathLst>
                <a:path w="6145984" h="165465">
                  <a:moveTo>
                    <a:pt x="6145984" y="9643"/>
                  </a:moveTo>
                  <a:lnTo>
                    <a:pt x="6112754" y="8604"/>
                  </a:lnTo>
                  <a:lnTo>
                    <a:pt x="5962290" y="5112"/>
                  </a:lnTo>
                  <a:lnTo>
                    <a:pt x="5811826" y="2663"/>
                  </a:lnTo>
                  <a:lnTo>
                    <a:pt x="5661362" y="1093"/>
                  </a:lnTo>
                  <a:lnTo>
                    <a:pt x="5510898" y="248"/>
                  </a:lnTo>
                  <a:lnTo>
                    <a:pt x="5360434" y="0"/>
                  </a:lnTo>
                  <a:lnTo>
                    <a:pt x="5209970" y="260"/>
                  </a:lnTo>
                  <a:lnTo>
                    <a:pt x="5059506" y="1003"/>
                  </a:lnTo>
                  <a:lnTo>
                    <a:pt x="4909042" y="2284"/>
                  </a:lnTo>
                  <a:lnTo>
                    <a:pt x="4758578" y="4272"/>
                  </a:lnTo>
                  <a:lnTo>
                    <a:pt x="4608114" y="7275"/>
                  </a:lnTo>
                  <a:lnTo>
                    <a:pt x="4457649" y="11947"/>
                  </a:lnTo>
                  <a:lnTo>
                    <a:pt x="4307185" y="18960"/>
                  </a:lnTo>
                  <a:lnTo>
                    <a:pt x="4156721" y="28384"/>
                  </a:lnTo>
                  <a:lnTo>
                    <a:pt x="4006257" y="39796"/>
                  </a:lnTo>
                  <a:lnTo>
                    <a:pt x="3855793" y="55282"/>
                  </a:lnTo>
                  <a:lnTo>
                    <a:pt x="3705329" y="75017"/>
                  </a:lnTo>
                  <a:lnTo>
                    <a:pt x="3554865" y="93787"/>
                  </a:lnTo>
                  <a:lnTo>
                    <a:pt x="3404401" y="108140"/>
                  </a:lnTo>
                  <a:lnTo>
                    <a:pt x="3253937" y="123120"/>
                  </a:lnTo>
                  <a:lnTo>
                    <a:pt x="3103473" y="138400"/>
                  </a:lnTo>
                  <a:lnTo>
                    <a:pt x="2953009" y="149012"/>
                  </a:lnTo>
                  <a:lnTo>
                    <a:pt x="2802545" y="155342"/>
                  </a:lnTo>
                  <a:lnTo>
                    <a:pt x="2652081" y="161469"/>
                  </a:lnTo>
                  <a:lnTo>
                    <a:pt x="2501617" y="165465"/>
                  </a:lnTo>
                  <a:lnTo>
                    <a:pt x="2351153" y="163866"/>
                  </a:lnTo>
                  <a:lnTo>
                    <a:pt x="2200689" y="160396"/>
                  </a:lnTo>
                  <a:lnTo>
                    <a:pt x="2050225" y="156315"/>
                  </a:lnTo>
                  <a:lnTo>
                    <a:pt x="1899761" y="150334"/>
                  </a:lnTo>
                  <a:lnTo>
                    <a:pt x="1749297" y="143134"/>
                  </a:lnTo>
                  <a:lnTo>
                    <a:pt x="1598833" y="134970"/>
                  </a:lnTo>
                  <a:lnTo>
                    <a:pt x="1448369" y="125639"/>
                  </a:lnTo>
                  <a:lnTo>
                    <a:pt x="1297904" y="115435"/>
                  </a:lnTo>
                  <a:lnTo>
                    <a:pt x="1147440" y="105496"/>
                  </a:lnTo>
                  <a:lnTo>
                    <a:pt x="996976" y="96169"/>
                  </a:lnTo>
                  <a:lnTo>
                    <a:pt x="846512" y="87848"/>
                  </a:lnTo>
                  <a:lnTo>
                    <a:pt x="696048" y="80892"/>
                  </a:lnTo>
                  <a:lnTo>
                    <a:pt x="545584" y="75566"/>
                  </a:lnTo>
                  <a:lnTo>
                    <a:pt x="395120" y="72015"/>
                  </a:lnTo>
                  <a:lnTo>
                    <a:pt x="244656" y="70277"/>
                  </a:lnTo>
                  <a:lnTo>
                    <a:pt x="94192" y="70317"/>
                  </a:lnTo>
                  <a:lnTo>
                    <a:pt x="0" y="714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25170"/>
              <a:ext cx="6145984" cy="237856"/>
            </a:xfrm>
            <a:custGeom>
              <a:avLst/>
              <a:pathLst>
                <a:path w="6145984" h="237856">
                  <a:moveTo>
                    <a:pt x="0" y="11014"/>
                  </a:moveTo>
                  <a:lnTo>
                    <a:pt x="94192" y="26565"/>
                  </a:lnTo>
                  <a:lnTo>
                    <a:pt x="244656" y="50078"/>
                  </a:lnTo>
                  <a:lnTo>
                    <a:pt x="395120" y="72288"/>
                  </a:lnTo>
                  <a:lnTo>
                    <a:pt x="545584" y="93222"/>
                  </a:lnTo>
                  <a:lnTo>
                    <a:pt x="696048" y="112905"/>
                  </a:lnTo>
                  <a:lnTo>
                    <a:pt x="846512" y="131364"/>
                  </a:lnTo>
                  <a:lnTo>
                    <a:pt x="996976" y="148625"/>
                  </a:lnTo>
                  <a:lnTo>
                    <a:pt x="1147440" y="164714"/>
                  </a:lnTo>
                  <a:lnTo>
                    <a:pt x="1297904" y="179657"/>
                  </a:lnTo>
                  <a:lnTo>
                    <a:pt x="1448369" y="193465"/>
                  </a:lnTo>
                  <a:lnTo>
                    <a:pt x="1598833" y="205512"/>
                  </a:lnTo>
                  <a:lnTo>
                    <a:pt x="1749297" y="215526"/>
                  </a:lnTo>
                  <a:lnTo>
                    <a:pt x="1899761" y="223602"/>
                  </a:lnTo>
                  <a:lnTo>
                    <a:pt x="2050225" y="229855"/>
                  </a:lnTo>
                  <a:lnTo>
                    <a:pt x="2200689" y="234608"/>
                  </a:lnTo>
                  <a:lnTo>
                    <a:pt x="2351153" y="237477"/>
                  </a:lnTo>
                  <a:lnTo>
                    <a:pt x="2501617" y="237856"/>
                  </a:lnTo>
                  <a:lnTo>
                    <a:pt x="2652081" y="234416"/>
                  </a:lnTo>
                  <a:lnTo>
                    <a:pt x="2802545" y="227688"/>
                  </a:lnTo>
                  <a:lnTo>
                    <a:pt x="2953009" y="219361"/>
                  </a:lnTo>
                  <a:lnTo>
                    <a:pt x="3103473" y="209404"/>
                  </a:lnTo>
                  <a:lnTo>
                    <a:pt x="3253937" y="195729"/>
                  </a:lnTo>
                  <a:lnTo>
                    <a:pt x="3404401" y="180492"/>
                  </a:lnTo>
                  <a:lnTo>
                    <a:pt x="3554865" y="165925"/>
                  </a:lnTo>
                  <a:lnTo>
                    <a:pt x="3705329" y="148381"/>
                  </a:lnTo>
                  <a:lnTo>
                    <a:pt x="3855793" y="128980"/>
                  </a:lnTo>
                  <a:lnTo>
                    <a:pt x="4006257" y="113167"/>
                  </a:lnTo>
                  <a:lnTo>
                    <a:pt x="4156721" y="101568"/>
                  </a:lnTo>
                  <a:lnTo>
                    <a:pt x="4307185" y="90891"/>
                  </a:lnTo>
                  <a:lnTo>
                    <a:pt x="4457649" y="81420"/>
                  </a:lnTo>
                  <a:lnTo>
                    <a:pt x="4608114" y="73423"/>
                  </a:lnTo>
                  <a:lnTo>
                    <a:pt x="4758578" y="66012"/>
                  </a:lnTo>
                  <a:lnTo>
                    <a:pt x="4909042" y="58588"/>
                  </a:lnTo>
                  <a:lnTo>
                    <a:pt x="5059506" y="51174"/>
                  </a:lnTo>
                  <a:lnTo>
                    <a:pt x="5209970" y="43792"/>
                  </a:lnTo>
                  <a:lnTo>
                    <a:pt x="5360434" y="36466"/>
                  </a:lnTo>
                  <a:lnTo>
                    <a:pt x="5510898" y="29216"/>
                  </a:lnTo>
                  <a:lnTo>
                    <a:pt x="5661362" y="22067"/>
                  </a:lnTo>
                  <a:lnTo>
                    <a:pt x="5811826" y="15039"/>
                  </a:lnTo>
                  <a:lnTo>
                    <a:pt x="5962290" y="8156"/>
                  </a:lnTo>
                  <a:lnTo>
                    <a:pt x="6112754" y="144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19391"/>
              <a:ext cx="6145984" cy="730513"/>
            </a:xfrm>
            <a:custGeom>
              <a:avLst/>
              <a:pathLst>
                <a:path w="6145984" h="730513">
                  <a:moveTo>
                    <a:pt x="0" y="142091"/>
                  </a:moveTo>
                  <a:lnTo>
                    <a:pt x="94192" y="172435"/>
                  </a:lnTo>
                  <a:lnTo>
                    <a:pt x="244656" y="215771"/>
                  </a:lnTo>
                  <a:lnTo>
                    <a:pt x="395120" y="253916"/>
                  </a:lnTo>
                  <a:lnTo>
                    <a:pt x="545584" y="286880"/>
                  </a:lnTo>
                  <a:lnTo>
                    <a:pt x="696048" y="314773"/>
                  </a:lnTo>
                  <a:lnTo>
                    <a:pt x="846512" y="337850"/>
                  </a:lnTo>
                  <a:lnTo>
                    <a:pt x="996976" y="356531"/>
                  </a:lnTo>
                  <a:lnTo>
                    <a:pt x="1147440" y="371370"/>
                  </a:lnTo>
                  <a:lnTo>
                    <a:pt x="1297904" y="382963"/>
                  </a:lnTo>
                  <a:lnTo>
                    <a:pt x="1448369" y="391811"/>
                  </a:lnTo>
                  <a:lnTo>
                    <a:pt x="1598833" y="398167"/>
                  </a:lnTo>
                  <a:lnTo>
                    <a:pt x="1749297" y="401775"/>
                  </a:lnTo>
                  <a:lnTo>
                    <a:pt x="1899761" y="402442"/>
                  </a:lnTo>
                  <a:lnTo>
                    <a:pt x="2050225" y="400708"/>
                  </a:lnTo>
                  <a:lnTo>
                    <a:pt x="2200689" y="399003"/>
                  </a:lnTo>
                  <a:lnTo>
                    <a:pt x="2351153" y="394523"/>
                  </a:lnTo>
                  <a:lnTo>
                    <a:pt x="2501617" y="387047"/>
                  </a:lnTo>
                  <a:lnTo>
                    <a:pt x="2652081" y="379673"/>
                  </a:lnTo>
                  <a:lnTo>
                    <a:pt x="2802545" y="368905"/>
                  </a:lnTo>
                  <a:lnTo>
                    <a:pt x="2953009" y="354658"/>
                  </a:lnTo>
                  <a:lnTo>
                    <a:pt x="3103473" y="341529"/>
                  </a:lnTo>
                  <a:lnTo>
                    <a:pt x="3253937" y="325868"/>
                  </a:lnTo>
                  <a:lnTo>
                    <a:pt x="3404401" y="306530"/>
                  </a:lnTo>
                  <a:lnTo>
                    <a:pt x="3554865" y="288864"/>
                  </a:lnTo>
                  <a:lnTo>
                    <a:pt x="3705329" y="270438"/>
                  </a:lnTo>
                  <a:lnTo>
                    <a:pt x="3855793" y="249142"/>
                  </a:lnTo>
                  <a:lnTo>
                    <a:pt x="4006257" y="231501"/>
                  </a:lnTo>
                  <a:lnTo>
                    <a:pt x="4156721" y="219196"/>
                  </a:lnTo>
                  <a:lnTo>
                    <a:pt x="4307185" y="206753"/>
                  </a:lnTo>
                  <a:lnTo>
                    <a:pt x="4457649" y="194432"/>
                  </a:lnTo>
                  <a:lnTo>
                    <a:pt x="4608114" y="183117"/>
                  </a:lnTo>
                  <a:lnTo>
                    <a:pt x="4758578" y="170925"/>
                  </a:lnTo>
                  <a:lnTo>
                    <a:pt x="4909042" y="156879"/>
                  </a:lnTo>
                  <a:lnTo>
                    <a:pt x="5059506" y="141469"/>
                  </a:lnTo>
                  <a:lnTo>
                    <a:pt x="5209970" y="124993"/>
                  </a:lnTo>
                  <a:lnTo>
                    <a:pt x="5360434" y="107593"/>
                  </a:lnTo>
                  <a:lnTo>
                    <a:pt x="5510898" y="89300"/>
                  </a:lnTo>
                  <a:lnTo>
                    <a:pt x="5661362" y="70058"/>
                  </a:lnTo>
                  <a:lnTo>
                    <a:pt x="5811826" y="49758"/>
                  </a:lnTo>
                  <a:lnTo>
                    <a:pt x="5962290" y="28254"/>
                  </a:lnTo>
                  <a:lnTo>
                    <a:pt x="6112754" y="5387"/>
                  </a:lnTo>
                  <a:lnTo>
                    <a:pt x="6145984" y="0"/>
                  </a:lnTo>
                  <a:lnTo>
                    <a:pt x="6145984" y="448983"/>
                  </a:lnTo>
                  <a:lnTo>
                    <a:pt x="6112754" y="447558"/>
                  </a:lnTo>
                  <a:lnTo>
                    <a:pt x="5962290" y="442377"/>
                  </a:lnTo>
                  <a:lnTo>
                    <a:pt x="5811826" y="438241"/>
                  </a:lnTo>
                  <a:lnTo>
                    <a:pt x="5661362" y="434918"/>
                  </a:lnTo>
                  <a:lnTo>
                    <a:pt x="5510898" y="432193"/>
                  </a:lnTo>
                  <a:lnTo>
                    <a:pt x="5360434" y="429885"/>
                  </a:lnTo>
                  <a:lnTo>
                    <a:pt x="5209970" y="427870"/>
                  </a:lnTo>
                  <a:lnTo>
                    <a:pt x="5059506" y="426105"/>
                  </a:lnTo>
                  <a:lnTo>
                    <a:pt x="4909042" y="424664"/>
                  </a:lnTo>
                  <a:lnTo>
                    <a:pt x="4758578" y="423774"/>
                  </a:lnTo>
                  <a:lnTo>
                    <a:pt x="4608114" y="423853"/>
                  </a:lnTo>
                  <a:lnTo>
                    <a:pt x="4457649" y="426033"/>
                  </a:lnTo>
                  <a:lnTo>
                    <a:pt x="4307185" y="431600"/>
                  </a:lnTo>
                  <a:lnTo>
                    <a:pt x="4156721" y="440599"/>
                  </a:lnTo>
                  <a:lnTo>
                    <a:pt x="4006257" y="452390"/>
                  </a:lnTo>
                  <a:lnTo>
                    <a:pt x="3855793" y="469134"/>
                  </a:lnTo>
                  <a:lnTo>
                    <a:pt x="3705329" y="491347"/>
                  </a:lnTo>
                  <a:lnTo>
                    <a:pt x="3554865" y="513141"/>
                  </a:lnTo>
                  <a:lnTo>
                    <a:pt x="3404401" y="530217"/>
                  </a:lnTo>
                  <a:lnTo>
                    <a:pt x="3253937" y="548852"/>
                  </a:lnTo>
                  <a:lnTo>
                    <a:pt x="3103473" y="568921"/>
                  </a:lnTo>
                  <a:lnTo>
                    <a:pt x="2953009" y="583851"/>
                  </a:lnTo>
                  <a:lnTo>
                    <a:pt x="2802545" y="592610"/>
                  </a:lnTo>
                  <a:lnTo>
                    <a:pt x="2652081" y="601729"/>
                  </a:lnTo>
                  <a:lnTo>
                    <a:pt x="2501617" y="610629"/>
                  </a:lnTo>
                  <a:lnTo>
                    <a:pt x="2351153" y="614754"/>
                  </a:lnTo>
                  <a:lnTo>
                    <a:pt x="2200689" y="617583"/>
                  </a:lnTo>
                  <a:lnTo>
                    <a:pt x="2050225" y="621133"/>
                  </a:lnTo>
                  <a:lnTo>
                    <a:pt x="1899761" y="623617"/>
                  </a:lnTo>
                  <a:lnTo>
                    <a:pt x="1749297" y="625355"/>
                  </a:lnTo>
                  <a:lnTo>
                    <a:pt x="1598833" y="626828"/>
                  </a:lnTo>
                  <a:lnTo>
                    <a:pt x="1448369" y="627936"/>
                  </a:lnTo>
                  <a:lnTo>
                    <a:pt x="1297904" y="628989"/>
                  </a:lnTo>
                  <a:lnTo>
                    <a:pt x="1147440" y="631147"/>
                  </a:lnTo>
                  <a:lnTo>
                    <a:pt x="996976" y="634889"/>
                  </a:lnTo>
                  <a:lnTo>
                    <a:pt x="846512" y="640770"/>
                  </a:lnTo>
                  <a:lnTo>
                    <a:pt x="696048" y="649300"/>
                  </a:lnTo>
                  <a:lnTo>
                    <a:pt x="545584" y="660857"/>
                  </a:lnTo>
                  <a:lnTo>
                    <a:pt x="395120" y="675654"/>
                  </a:lnTo>
                  <a:lnTo>
                    <a:pt x="244656" y="693760"/>
                  </a:lnTo>
                  <a:lnTo>
                    <a:pt x="94192" y="715139"/>
                  </a:lnTo>
                  <a:lnTo>
                    <a:pt x="0" y="73051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19391"/>
              <a:ext cx="6145984" cy="402442"/>
            </a:xfrm>
            <a:custGeom>
              <a:avLst/>
              <a:pathLst>
                <a:path w="6145984" h="402442">
                  <a:moveTo>
                    <a:pt x="0" y="142091"/>
                  </a:moveTo>
                  <a:lnTo>
                    <a:pt x="94192" y="172435"/>
                  </a:lnTo>
                  <a:lnTo>
                    <a:pt x="244656" y="215771"/>
                  </a:lnTo>
                  <a:lnTo>
                    <a:pt x="395120" y="253916"/>
                  </a:lnTo>
                  <a:lnTo>
                    <a:pt x="545584" y="286880"/>
                  </a:lnTo>
                  <a:lnTo>
                    <a:pt x="696048" y="314773"/>
                  </a:lnTo>
                  <a:lnTo>
                    <a:pt x="846512" y="337850"/>
                  </a:lnTo>
                  <a:lnTo>
                    <a:pt x="996976" y="356531"/>
                  </a:lnTo>
                  <a:lnTo>
                    <a:pt x="1147440" y="371370"/>
                  </a:lnTo>
                  <a:lnTo>
                    <a:pt x="1297904" y="382963"/>
                  </a:lnTo>
                  <a:lnTo>
                    <a:pt x="1448369" y="391811"/>
                  </a:lnTo>
                  <a:lnTo>
                    <a:pt x="1598833" y="398167"/>
                  </a:lnTo>
                  <a:lnTo>
                    <a:pt x="1749297" y="401775"/>
                  </a:lnTo>
                  <a:lnTo>
                    <a:pt x="1899761" y="402442"/>
                  </a:lnTo>
                  <a:lnTo>
                    <a:pt x="2050225" y="400708"/>
                  </a:lnTo>
                  <a:lnTo>
                    <a:pt x="2200689" y="399003"/>
                  </a:lnTo>
                  <a:lnTo>
                    <a:pt x="2351153" y="394523"/>
                  </a:lnTo>
                  <a:lnTo>
                    <a:pt x="2501617" y="387047"/>
                  </a:lnTo>
                  <a:lnTo>
                    <a:pt x="2652081" y="379673"/>
                  </a:lnTo>
                  <a:lnTo>
                    <a:pt x="2802545" y="368905"/>
                  </a:lnTo>
                  <a:lnTo>
                    <a:pt x="2953009" y="354658"/>
                  </a:lnTo>
                  <a:lnTo>
                    <a:pt x="3103473" y="341529"/>
                  </a:lnTo>
                  <a:lnTo>
                    <a:pt x="3253937" y="325868"/>
                  </a:lnTo>
                  <a:lnTo>
                    <a:pt x="3404401" y="306530"/>
                  </a:lnTo>
                  <a:lnTo>
                    <a:pt x="3554865" y="288864"/>
                  </a:lnTo>
                  <a:lnTo>
                    <a:pt x="3705329" y="270438"/>
                  </a:lnTo>
                  <a:lnTo>
                    <a:pt x="3855793" y="249142"/>
                  </a:lnTo>
                  <a:lnTo>
                    <a:pt x="4006257" y="231501"/>
                  </a:lnTo>
                  <a:lnTo>
                    <a:pt x="4156721" y="219196"/>
                  </a:lnTo>
                  <a:lnTo>
                    <a:pt x="4307185" y="206753"/>
                  </a:lnTo>
                  <a:lnTo>
                    <a:pt x="4457649" y="194432"/>
                  </a:lnTo>
                  <a:lnTo>
                    <a:pt x="4608114" y="183117"/>
                  </a:lnTo>
                  <a:lnTo>
                    <a:pt x="4758578" y="170925"/>
                  </a:lnTo>
                  <a:lnTo>
                    <a:pt x="4909042" y="156879"/>
                  </a:lnTo>
                  <a:lnTo>
                    <a:pt x="5059506" y="141469"/>
                  </a:lnTo>
                  <a:lnTo>
                    <a:pt x="5209970" y="124993"/>
                  </a:lnTo>
                  <a:lnTo>
                    <a:pt x="5360434" y="107593"/>
                  </a:lnTo>
                  <a:lnTo>
                    <a:pt x="5510898" y="89300"/>
                  </a:lnTo>
                  <a:lnTo>
                    <a:pt x="5661362" y="70058"/>
                  </a:lnTo>
                  <a:lnTo>
                    <a:pt x="5811826" y="49758"/>
                  </a:lnTo>
                  <a:lnTo>
                    <a:pt x="5962290" y="28254"/>
                  </a:lnTo>
                  <a:lnTo>
                    <a:pt x="6112754" y="538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43166"/>
              <a:ext cx="6145984" cy="306739"/>
            </a:xfrm>
            <a:custGeom>
              <a:avLst/>
              <a:pathLst>
                <a:path w="6145984" h="306739">
                  <a:moveTo>
                    <a:pt x="6145984" y="25209"/>
                  </a:moveTo>
                  <a:lnTo>
                    <a:pt x="6112754" y="23783"/>
                  </a:lnTo>
                  <a:lnTo>
                    <a:pt x="5962290" y="18603"/>
                  </a:lnTo>
                  <a:lnTo>
                    <a:pt x="5811826" y="14467"/>
                  </a:lnTo>
                  <a:lnTo>
                    <a:pt x="5661362" y="11144"/>
                  </a:lnTo>
                  <a:lnTo>
                    <a:pt x="5510898" y="8419"/>
                  </a:lnTo>
                  <a:lnTo>
                    <a:pt x="5360434" y="6111"/>
                  </a:lnTo>
                  <a:lnTo>
                    <a:pt x="5209970" y="4096"/>
                  </a:lnTo>
                  <a:lnTo>
                    <a:pt x="5059506" y="2331"/>
                  </a:lnTo>
                  <a:lnTo>
                    <a:pt x="4909042" y="890"/>
                  </a:lnTo>
                  <a:lnTo>
                    <a:pt x="4758578" y="0"/>
                  </a:lnTo>
                  <a:lnTo>
                    <a:pt x="4608114" y="79"/>
                  </a:lnTo>
                  <a:lnTo>
                    <a:pt x="4457649" y="2258"/>
                  </a:lnTo>
                  <a:lnTo>
                    <a:pt x="4307185" y="7825"/>
                  </a:lnTo>
                  <a:lnTo>
                    <a:pt x="4156721" y="16825"/>
                  </a:lnTo>
                  <a:lnTo>
                    <a:pt x="4006257" y="28616"/>
                  </a:lnTo>
                  <a:lnTo>
                    <a:pt x="3855793" y="45360"/>
                  </a:lnTo>
                  <a:lnTo>
                    <a:pt x="3705329" y="67572"/>
                  </a:lnTo>
                  <a:lnTo>
                    <a:pt x="3554865" y="89367"/>
                  </a:lnTo>
                  <a:lnTo>
                    <a:pt x="3404401" y="106443"/>
                  </a:lnTo>
                  <a:lnTo>
                    <a:pt x="3253937" y="125077"/>
                  </a:lnTo>
                  <a:lnTo>
                    <a:pt x="3103473" y="145147"/>
                  </a:lnTo>
                  <a:lnTo>
                    <a:pt x="2953009" y="160076"/>
                  </a:lnTo>
                  <a:lnTo>
                    <a:pt x="2802545" y="168836"/>
                  </a:lnTo>
                  <a:lnTo>
                    <a:pt x="2652081" y="177955"/>
                  </a:lnTo>
                  <a:lnTo>
                    <a:pt x="2501617" y="186854"/>
                  </a:lnTo>
                  <a:lnTo>
                    <a:pt x="2351153" y="190980"/>
                  </a:lnTo>
                  <a:lnTo>
                    <a:pt x="2200689" y="193808"/>
                  </a:lnTo>
                  <a:lnTo>
                    <a:pt x="2050225" y="197359"/>
                  </a:lnTo>
                  <a:lnTo>
                    <a:pt x="1899761" y="199842"/>
                  </a:lnTo>
                  <a:lnTo>
                    <a:pt x="1749297" y="201581"/>
                  </a:lnTo>
                  <a:lnTo>
                    <a:pt x="1598833" y="203054"/>
                  </a:lnTo>
                  <a:lnTo>
                    <a:pt x="1448369" y="204162"/>
                  </a:lnTo>
                  <a:lnTo>
                    <a:pt x="1297904" y="205215"/>
                  </a:lnTo>
                  <a:lnTo>
                    <a:pt x="1147440" y="207372"/>
                  </a:lnTo>
                  <a:lnTo>
                    <a:pt x="996976" y="211115"/>
                  </a:lnTo>
                  <a:lnTo>
                    <a:pt x="846512" y="216996"/>
                  </a:lnTo>
                  <a:lnTo>
                    <a:pt x="696048" y="225526"/>
                  </a:lnTo>
                  <a:lnTo>
                    <a:pt x="545584" y="237083"/>
                  </a:lnTo>
                  <a:lnTo>
                    <a:pt x="395120" y="251880"/>
                  </a:lnTo>
                  <a:lnTo>
                    <a:pt x="244656" y="269985"/>
                  </a:lnTo>
                  <a:lnTo>
                    <a:pt x="94192" y="291365"/>
                  </a:lnTo>
                  <a:lnTo>
                    <a:pt x="0" y="306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43883"/>
              <a:ext cx="6145984" cy="289073"/>
            </a:xfrm>
            <a:custGeom>
              <a:avLst/>
              <a:pathLst>
                <a:path w="6145984" h="289073">
                  <a:moveTo>
                    <a:pt x="0" y="211810"/>
                  </a:moveTo>
                  <a:lnTo>
                    <a:pt x="94192" y="219295"/>
                  </a:lnTo>
                  <a:lnTo>
                    <a:pt x="244656" y="230273"/>
                  </a:lnTo>
                  <a:lnTo>
                    <a:pt x="395120" y="240293"/>
                  </a:lnTo>
                  <a:lnTo>
                    <a:pt x="545584" y="249377"/>
                  </a:lnTo>
                  <a:lnTo>
                    <a:pt x="696048" y="257544"/>
                  </a:lnTo>
                  <a:lnTo>
                    <a:pt x="846512" y="264818"/>
                  </a:lnTo>
                  <a:lnTo>
                    <a:pt x="996976" y="271218"/>
                  </a:lnTo>
                  <a:lnTo>
                    <a:pt x="1147440" y="276766"/>
                  </a:lnTo>
                  <a:lnTo>
                    <a:pt x="1297904" y="281484"/>
                  </a:lnTo>
                  <a:lnTo>
                    <a:pt x="1448369" y="285381"/>
                  </a:lnTo>
                  <a:lnTo>
                    <a:pt x="1598833" y="288006"/>
                  </a:lnTo>
                  <a:lnTo>
                    <a:pt x="1749297" y="289073"/>
                  </a:lnTo>
                  <a:lnTo>
                    <a:pt x="1899761" y="288538"/>
                  </a:lnTo>
                  <a:lnTo>
                    <a:pt x="2050225" y="286429"/>
                  </a:lnTo>
                  <a:lnTo>
                    <a:pt x="2200689" y="283801"/>
                  </a:lnTo>
                  <a:lnTo>
                    <a:pt x="2351153" y="280146"/>
                  </a:lnTo>
                  <a:lnTo>
                    <a:pt x="2501617" y="274346"/>
                  </a:lnTo>
                  <a:lnTo>
                    <a:pt x="2652081" y="266209"/>
                  </a:lnTo>
                  <a:lnTo>
                    <a:pt x="2802545" y="256265"/>
                  </a:lnTo>
                  <a:lnTo>
                    <a:pt x="2953009" y="244762"/>
                  </a:lnTo>
                  <a:lnTo>
                    <a:pt x="3103473" y="230733"/>
                  </a:lnTo>
                  <a:lnTo>
                    <a:pt x="3253937" y="212868"/>
                  </a:lnTo>
                  <a:lnTo>
                    <a:pt x="3404401" y="193881"/>
                  </a:lnTo>
                  <a:lnTo>
                    <a:pt x="3554865" y="176510"/>
                  </a:lnTo>
                  <a:lnTo>
                    <a:pt x="3705329" y="156400"/>
                  </a:lnTo>
                  <a:lnTo>
                    <a:pt x="3855793" y="134646"/>
                  </a:lnTo>
                  <a:lnTo>
                    <a:pt x="4006257" y="117454"/>
                  </a:lnTo>
                  <a:lnTo>
                    <a:pt x="4156721" y="105406"/>
                  </a:lnTo>
                  <a:lnTo>
                    <a:pt x="4307185" y="94685"/>
                  </a:lnTo>
                  <a:lnTo>
                    <a:pt x="4457649" y="85740"/>
                  </a:lnTo>
                  <a:lnTo>
                    <a:pt x="4608114" y="78993"/>
                  </a:lnTo>
                  <a:lnTo>
                    <a:pt x="4758578" y="72858"/>
                  </a:lnTo>
                  <a:lnTo>
                    <a:pt x="4909042" y="66280"/>
                  </a:lnTo>
                  <a:lnTo>
                    <a:pt x="5059506" y="59295"/>
                  </a:lnTo>
                  <a:lnTo>
                    <a:pt x="5209970" y="51939"/>
                  </a:lnTo>
                  <a:lnTo>
                    <a:pt x="5360434" y="44247"/>
                  </a:lnTo>
                  <a:lnTo>
                    <a:pt x="5510898" y="36255"/>
                  </a:lnTo>
                  <a:lnTo>
                    <a:pt x="5661362" y="27996"/>
                  </a:lnTo>
                  <a:lnTo>
                    <a:pt x="5811826" y="19508"/>
                  </a:lnTo>
                  <a:lnTo>
                    <a:pt x="5962290" y="10824"/>
                  </a:lnTo>
                  <a:lnTo>
                    <a:pt x="6112754" y="19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068333"/>
              <a:ext cx="6145984" cy="1137011"/>
            </a:xfrm>
            <a:custGeom>
              <a:avLst/>
              <a:pathLst>
                <a:path w="6145984" h="1137011">
                  <a:moveTo>
                    <a:pt x="0" y="0"/>
                  </a:moveTo>
                  <a:lnTo>
                    <a:pt x="94192" y="30906"/>
                  </a:lnTo>
                  <a:lnTo>
                    <a:pt x="244656" y="78267"/>
                  </a:lnTo>
                  <a:lnTo>
                    <a:pt x="395120" y="123545"/>
                  </a:lnTo>
                  <a:lnTo>
                    <a:pt x="545584" y="166715"/>
                  </a:lnTo>
                  <a:lnTo>
                    <a:pt x="696048" y="207840"/>
                  </a:lnTo>
                  <a:lnTo>
                    <a:pt x="846512" y="247109"/>
                  </a:lnTo>
                  <a:lnTo>
                    <a:pt x="996976" y="284848"/>
                  </a:lnTo>
                  <a:lnTo>
                    <a:pt x="1147440" y="321499"/>
                  </a:lnTo>
                  <a:lnTo>
                    <a:pt x="1297904" y="357538"/>
                  </a:lnTo>
                  <a:lnTo>
                    <a:pt x="1448369" y="393429"/>
                  </a:lnTo>
                  <a:lnTo>
                    <a:pt x="1598833" y="431809"/>
                  </a:lnTo>
                  <a:lnTo>
                    <a:pt x="1749297" y="472463"/>
                  </a:lnTo>
                  <a:lnTo>
                    <a:pt x="1899761" y="513521"/>
                  </a:lnTo>
                  <a:lnTo>
                    <a:pt x="2050225" y="554470"/>
                  </a:lnTo>
                  <a:lnTo>
                    <a:pt x="2200689" y="606484"/>
                  </a:lnTo>
                  <a:lnTo>
                    <a:pt x="2351153" y="661437"/>
                  </a:lnTo>
                  <a:lnTo>
                    <a:pt x="2501617" y="707547"/>
                  </a:lnTo>
                  <a:lnTo>
                    <a:pt x="2652081" y="748376"/>
                  </a:lnTo>
                  <a:lnTo>
                    <a:pt x="2802545" y="785109"/>
                  </a:lnTo>
                  <a:lnTo>
                    <a:pt x="2953009" y="815582"/>
                  </a:lnTo>
                  <a:lnTo>
                    <a:pt x="3103473" y="841392"/>
                  </a:lnTo>
                  <a:lnTo>
                    <a:pt x="3253937" y="859553"/>
                  </a:lnTo>
                  <a:lnTo>
                    <a:pt x="3404401" y="872307"/>
                  </a:lnTo>
                  <a:lnTo>
                    <a:pt x="3554865" y="887510"/>
                  </a:lnTo>
                  <a:lnTo>
                    <a:pt x="3705329" y="904392"/>
                  </a:lnTo>
                  <a:lnTo>
                    <a:pt x="3855793" y="917362"/>
                  </a:lnTo>
                  <a:lnTo>
                    <a:pt x="4006257" y="927389"/>
                  </a:lnTo>
                  <a:lnTo>
                    <a:pt x="4156721" y="935094"/>
                  </a:lnTo>
                  <a:lnTo>
                    <a:pt x="4307185" y="938106"/>
                  </a:lnTo>
                  <a:lnTo>
                    <a:pt x="4457649" y="936149"/>
                  </a:lnTo>
                  <a:lnTo>
                    <a:pt x="4608114" y="929538"/>
                  </a:lnTo>
                  <a:lnTo>
                    <a:pt x="4758578" y="919694"/>
                  </a:lnTo>
                  <a:lnTo>
                    <a:pt x="4909042" y="907704"/>
                  </a:lnTo>
                  <a:lnTo>
                    <a:pt x="5059506" y="893966"/>
                  </a:lnTo>
                  <a:lnTo>
                    <a:pt x="5209970" y="878714"/>
                  </a:lnTo>
                  <a:lnTo>
                    <a:pt x="5360434" y="862050"/>
                  </a:lnTo>
                  <a:lnTo>
                    <a:pt x="5510898" y="843979"/>
                  </a:lnTo>
                  <a:lnTo>
                    <a:pt x="5661362" y="824433"/>
                  </a:lnTo>
                  <a:lnTo>
                    <a:pt x="5811826" y="803300"/>
                  </a:lnTo>
                  <a:lnTo>
                    <a:pt x="5962290" y="780435"/>
                  </a:lnTo>
                  <a:lnTo>
                    <a:pt x="6112754" y="755682"/>
                  </a:lnTo>
                  <a:lnTo>
                    <a:pt x="6145984" y="749764"/>
                  </a:lnTo>
                  <a:lnTo>
                    <a:pt x="6145984" y="1132661"/>
                  </a:lnTo>
                  <a:lnTo>
                    <a:pt x="6112754" y="1132770"/>
                  </a:lnTo>
                  <a:lnTo>
                    <a:pt x="5962290" y="1133603"/>
                  </a:lnTo>
                  <a:lnTo>
                    <a:pt x="5811826" y="1134602"/>
                  </a:lnTo>
                  <a:lnTo>
                    <a:pt x="5661362" y="1135589"/>
                  </a:lnTo>
                  <a:lnTo>
                    <a:pt x="5510898" y="1136401"/>
                  </a:lnTo>
                  <a:lnTo>
                    <a:pt x="5360434" y="1136904"/>
                  </a:lnTo>
                  <a:lnTo>
                    <a:pt x="5209970" y="1137011"/>
                  </a:lnTo>
                  <a:lnTo>
                    <a:pt x="5059506" y="1136706"/>
                  </a:lnTo>
                  <a:lnTo>
                    <a:pt x="4909042" y="1136073"/>
                  </a:lnTo>
                  <a:lnTo>
                    <a:pt x="4758578" y="1135326"/>
                  </a:lnTo>
                  <a:lnTo>
                    <a:pt x="4608114" y="1134840"/>
                  </a:lnTo>
                  <a:lnTo>
                    <a:pt x="4457649" y="1133660"/>
                  </a:lnTo>
                  <a:lnTo>
                    <a:pt x="4307185" y="1129857"/>
                  </a:lnTo>
                  <a:lnTo>
                    <a:pt x="4156721" y="1123909"/>
                  </a:lnTo>
                  <a:lnTo>
                    <a:pt x="4006257" y="1115766"/>
                  </a:lnTo>
                  <a:lnTo>
                    <a:pt x="3855793" y="1104973"/>
                  </a:lnTo>
                  <a:lnTo>
                    <a:pt x="3705329" y="1092785"/>
                  </a:lnTo>
                  <a:lnTo>
                    <a:pt x="3554865" y="1078776"/>
                  </a:lnTo>
                  <a:lnTo>
                    <a:pt x="3404401" y="1063070"/>
                  </a:lnTo>
                  <a:lnTo>
                    <a:pt x="3253937" y="1049715"/>
                  </a:lnTo>
                  <a:lnTo>
                    <a:pt x="3103473" y="1035314"/>
                  </a:lnTo>
                  <a:lnTo>
                    <a:pt x="2953009" y="1011040"/>
                  </a:lnTo>
                  <a:lnTo>
                    <a:pt x="2802545" y="975887"/>
                  </a:lnTo>
                  <a:lnTo>
                    <a:pt x="2652081" y="937747"/>
                  </a:lnTo>
                  <a:lnTo>
                    <a:pt x="2501617" y="898220"/>
                  </a:lnTo>
                  <a:lnTo>
                    <a:pt x="2351153" y="849252"/>
                  </a:lnTo>
                  <a:lnTo>
                    <a:pt x="2200689" y="792890"/>
                  </a:lnTo>
                  <a:lnTo>
                    <a:pt x="2050225" y="742451"/>
                  </a:lnTo>
                  <a:lnTo>
                    <a:pt x="1899761" y="702141"/>
                  </a:lnTo>
                  <a:lnTo>
                    <a:pt x="1749297" y="663134"/>
                  </a:lnTo>
                  <a:lnTo>
                    <a:pt x="1598833" y="626813"/>
                  </a:lnTo>
                  <a:lnTo>
                    <a:pt x="1448369" y="594799"/>
                  </a:lnTo>
                  <a:lnTo>
                    <a:pt x="1297904" y="567352"/>
                  </a:lnTo>
                  <a:lnTo>
                    <a:pt x="1147440" y="543038"/>
                  </a:lnTo>
                  <a:lnTo>
                    <a:pt x="996976" y="522234"/>
                  </a:lnTo>
                  <a:lnTo>
                    <a:pt x="846512" y="505442"/>
                  </a:lnTo>
                  <a:lnTo>
                    <a:pt x="696048" y="493129"/>
                  </a:lnTo>
                  <a:lnTo>
                    <a:pt x="545584" y="485646"/>
                  </a:lnTo>
                  <a:lnTo>
                    <a:pt x="395120" y="483207"/>
                  </a:lnTo>
                  <a:lnTo>
                    <a:pt x="244656" y="485901"/>
                  </a:lnTo>
                  <a:lnTo>
                    <a:pt x="94192" y="493729"/>
                  </a:lnTo>
                  <a:lnTo>
                    <a:pt x="0" y="50181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68333"/>
              <a:ext cx="6145984" cy="938106"/>
            </a:xfrm>
            <a:custGeom>
              <a:avLst/>
              <a:pathLst>
                <a:path w="6145984" h="938106">
                  <a:moveTo>
                    <a:pt x="0" y="0"/>
                  </a:moveTo>
                  <a:lnTo>
                    <a:pt x="94192" y="30906"/>
                  </a:lnTo>
                  <a:lnTo>
                    <a:pt x="244656" y="78267"/>
                  </a:lnTo>
                  <a:lnTo>
                    <a:pt x="395120" y="123545"/>
                  </a:lnTo>
                  <a:lnTo>
                    <a:pt x="545584" y="166715"/>
                  </a:lnTo>
                  <a:lnTo>
                    <a:pt x="696048" y="207840"/>
                  </a:lnTo>
                  <a:lnTo>
                    <a:pt x="846512" y="247109"/>
                  </a:lnTo>
                  <a:lnTo>
                    <a:pt x="996976" y="284848"/>
                  </a:lnTo>
                  <a:lnTo>
                    <a:pt x="1147440" y="321499"/>
                  </a:lnTo>
                  <a:lnTo>
                    <a:pt x="1297904" y="357538"/>
                  </a:lnTo>
                  <a:lnTo>
                    <a:pt x="1448369" y="393429"/>
                  </a:lnTo>
                  <a:lnTo>
                    <a:pt x="1598833" y="431809"/>
                  </a:lnTo>
                  <a:lnTo>
                    <a:pt x="1749297" y="472463"/>
                  </a:lnTo>
                  <a:lnTo>
                    <a:pt x="1899761" y="513521"/>
                  </a:lnTo>
                  <a:lnTo>
                    <a:pt x="2050225" y="554470"/>
                  </a:lnTo>
                  <a:lnTo>
                    <a:pt x="2200689" y="606484"/>
                  </a:lnTo>
                  <a:lnTo>
                    <a:pt x="2351153" y="661437"/>
                  </a:lnTo>
                  <a:lnTo>
                    <a:pt x="2501617" y="707547"/>
                  </a:lnTo>
                  <a:lnTo>
                    <a:pt x="2652081" y="748376"/>
                  </a:lnTo>
                  <a:lnTo>
                    <a:pt x="2802545" y="785109"/>
                  </a:lnTo>
                  <a:lnTo>
                    <a:pt x="2953009" y="815582"/>
                  </a:lnTo>
                  <a:lnTo>
                    <a:pt x="3103473" y="841392"/>
                  </a:lnTo>
                  <a:lnTo>
                    <a:pt x="3253937" y="859553"/>
                  </a:lnTo>
                  <a:lnTo>
                    <a:pt x="3404401" y="872307"/>
                  </a:lnTo>
                  <a:lnTo>
                    <a:pt x="3554865" y="887510"/>
                  </a:lnTo>
                  <a:lnTo>
                    <a:pt x="3705329" y="904392"/>
                  </a:lnTo>
                  <a:lnTo>
                    <a:pt x="3855793" y="917362"/>
                  </a:lnTo>
                  <a:lnTo>
                    <a:pt x="4006257" y="927389"/>
                  </a:lnTo>
                  <a:lnTo>
                    <a:pt x="4156721" y="935094"/>
                  </a:lnTo>
                  <a:lnTo>
                    <a:pt x="4307185" y="938106"/>
                  </a:lnTo>
                  <a:lnTo>
                    <a:pt x="4457649" y="936149"/>
                  </a:lnTo>
                  <a:lnTo>
                    <a:pt x="4608114" y="929538"/>
                  </a:lnTo>
                  <a:lnTo>
                    <a:pt x="4758578" y="919694"/>
                  </a:lnTo>
                  <a:lnTo>
                    <a:pt x="4909042" y="907704"/>
                  </a:lnTo>
                  <a:lnTo>
                    <a:pt x="5059506" y="893966"/>
                  </a:lnTo>
                  <a:lnTo>
                    <a:pt x="5209970" y="878714"/>
                  </a:lnTo>
                  <a:lnTo>
                    <a:pt x="5360434" y="862050"/>
                  </a:lnTo>
                  <a:lnTo>
                    <a:pt x="5510898" y="843979"/>
                  </a:lnTo>
                  <a:lnTo>
                    <a:pt x="5661362" y="824433"/>
                  </a:lnTo>
                  <a:lnTo>
                    <a:pt x="5811826" y="803300"/>
                  </a:lnTo>
                  <a:lnTo>
                    <a:pt x="5962290" y="780435"/>
                  </a:lnTo>
                  <a:lnTo>
                    <a:pt x="6112754" y="755682"/>
                  </a:lnTo>
                  <a:lnTo>
                    <a:pt x="6145984" y="7497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51541"/>
              <a:ext cx="6145984" cy="653803"/>
            </a:xfrm>
            <a:custGeom>
              <a:avLst/>
              <a:pathLst>
                <a:path w="6145984" h="653803">
                  <a:moveTo>
                    <a:pt x="6145984" y="649453"/>
                  </a:moveTo>
                  <a:lnTo>
                    <a:pt x="6112754" y="649562"/>
                  </a:lnTo>
                  <a:lnTo>
                    <a:pt x="5962290" y="650395"/>
                  </a:lnTo>
                  <a:lnTo>
                    <a:pt x="5811826" y="651394"/>
                  </a:lnTo>
                  <a:lnTo>
                    <a:pt x="5661362" y="652381"/>
                  </a:lnTo>
                  <a:lnTo>
                    <a:pt x="5510898" y="653193"/>
                  </a:lnTo>
                  <a:lnTo>
                    <a:pt x="5360434" y="653696"/>
                  </a:lnTo>
                  <a:lnTo>
                    <a:pt x="5209970" y="653803"/>
                  </a:lnTo>
                  <a:lnTo>
                    <a:pt x="5059506" y="653499"/>
                  </a:lnTo>
                  <a:lnTo>
                    <a:pt x="4909042" y="652866"/>
                  </a:lnTo>
                  <a:lnTo>
                    <a:pt x="4758578" y="652118"/>
                  </a:lnTo>
                  <a:lnTo>
                    <a:pt x="4608114" y="651632"/>
                  </a:lnTo>
                  <a:lnTo>
                    <a:pt x="4457649" y="650452"/>
                  </a:lnTo>
                  <a:lnTo>
                    <a:pt x="4307185" y="646649"/>
                  </a:lnTo>
                  <a:lnTo>
                    <a:pt x="4156721" y="640701"/>
                  </a:lnTo>
                  <a:lnTo>
                    <a:pt x="4006257" y="632558"/>
                  </a:lnTo>
                  <a:lnTo>
                    <a:pt x="3855793" y="621766"/>
                  </a:lnTo>
                  <a:lnTo>
                    <a:pt x="3705329" y="609577"/>
                  </a:lnTo>
                  <a:lnTo>
                    <a:pt x="3554865" y="595568"/>
                  </a:lnTo>
                  <a:lnTo>
                    <a:pt x="3404401" y="579862"/>
                  </a:lnTo>
                  <a:lnTo>
                    <a:pt x="3253937" y="566508"/>
                  </a:lnTo>
                  <a:lnTo>
                    <a:pt x="3103473" y="552106"/>
                  </a:lnTo>
                  <a:lnTo>
                    <a:pt x="2953009" y="527832"/>
                  </a:lnTo>
                  <a:lnTo>
                    <a:pt x="2802545" y="492679"/>
                  </a:lnTo>
                  <a:lnTo>
                    <a:pt x="2652081" y="454540"/>
                  </a:lnTo>
                  <a:lnTo>
                    <a:pt x="2501617" y="415012"/>
                  </a:lnTo>
                  <a:lnTo>
                    <a:pt x="2351153" y="366045"/>
                  </a:lnTo>
                  <a:lnTo>
                    <a:pt x="2200689" y="309683"/>
                  </a:lnTo>
                  <a:lnTo>
                    <a:pt x="2050225" y="259243"/>
                  </a:lnTo>
                  <a:lnTo>
                    <a:pt x="1899761" y="218933"/>
                  </a:lnTo>
                  <a:lnTo>
                    <a:pt x="1749297" y="179926"/>
                  </a:lnTo>
                  <a:lnTo>
                    <a:pt x="1598833" y="143605"/>
                  </a:lnTo>
                  <a:lnTo>
                    <a:pt x="1448369" y="111591"/>
                  </a:lnTo>
                  <a:lnTo>
                    <a:pt x="1297904" y="84144"/>
                  </a:lnTo>
                  <a:lnTo>
                    <a:pt x="1147440" y="59831"/>
                  </a:lnTo>
                  <a:lnTo>
                    <a:pt x="996976" y="39027"/>
                  </a:lnTo>
                  <a:lnTo>
                    <a:pt x="846512" y="22235"/>
                  </a:lnTo>
                  <a:lnTo>
                    <a:pt x="696048" y="9921"/>
                  </a:lnTo>
                  <a:lnTo>
                    <a:pt x="545584" y="2438"/>
                  </a:lnTo>
                  <a:lnTo>
                    <a:pt x="395120" y="0"/>
                  </a:lnTo>
                  <a:lnTo>
                    <a:pt x="244656" y="2693"/>
                  </a:lnTo>
                  <a:lnTo>
                    <a:pt x="94192" y="10521"/>
                  </a:lnTo>
                  <a:lnTo>
                    <a:pt x="0" y="186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319239"/>
              <a:ext cx="6145984" cy="783998"/>
            </a:xfrm>
            <a:custGeom>
              <a:avLst/>
              <a:pathLst>
                <a:path w="6145984" h="783998">
                  <a:moveTo>
                    <a:pt x="0" y="0"/>
                  </a:moveTo>
                  <a:lnTo>
                    <a:pt x="94192" y="11411"/>
                  </a:lnTo>
                  <a:lnTo>
                    <a:pt x="244656" y="31178"/>
                  </a:lnTo>
                  <a:lnTo>
                    <a:pt x="395120" y="52470"/>
                  </a:lnTo>
                  <a:lnTo>
                    <a:pt x="545584" y="75275"/>
                  </a:lnTo>
                  <a:lnTo>
                    <a:pt x="696048" y="99579"/>
                  </a:lnTo>
                  <a:lnTo>
                    <a:pt x="846512" y="125370"/>
                  </a:lnTo>
                  <a:lnTo>
                    <a:pt x="996976" y="152635"/>
                  </a:lnTo>
                  <a:lnTo>
                    <a:pt x="1147440" y="181363"/>
                  </a:lnTo>
                  <a:lnTo>
                    <a:pt x="1297904" y="211539"/>
                  </a:lnTo>
                  <a:lnTo>
                    <a:pt x="1448369" y="243208"/>
                  </a:lnTo>
                  <a:lnTo>
                    <a:pt x="1598833" y="278405"/>
                  </a:lnTo>
                  <a:lnTo>
                    <a:pt x="1749297" y="316893"/>
                  </a:lnTo>
                  <a:lnTo>
                    <a:pt x="1899761" y="356925"/>
                  </a:lnTo>
                  <a:lnTo>
                    <a:pt x="2050225" y="397554"/>
                  </a:lnTo>
                  <a:lnTo>
                    <a:pt x="2200689" y="448781"/>
                  </a:lnTo>
                  <a:lnTo>
                    <a:pt x="2351153" y="504439"/>
                  </a:lnTo>
                  <a:lnTo>
                    <a:pt x="2501617" y="551978"/>
                  </a:lnTo>
                  <a:lnTo>
                    <a:pt x="2652081" y="592156"/>
                  </a:lnTo>
                  <a:lnTo>
                    <a:pt x="2802545" y="629592"/>
                  </a:lnTo>
                  <a:lnTo>
                    <a:pt x="2953009" y="662405"/>
                  </a:lnTo>
                  <a:lnTo>
                    <a:pt x="3103473" y="687447"/>
                  </a:lnTo>
                  <a:lnTo>
                    <a:pt x="3253937" y="703729"/>
                  </a:lnTo>
                  <a:lnTo>
                    <a:pt x="3404401" y="716783"/>
                  </a:lnTo>
                  <a:lnTo>
                    <a:pt x="3554865" y="732237"/>
                  </a:lnTo>
                  <a:lnTo>
                    <a:pt x="3705329" y="747682"/>
                  </a:lnTo>
                  <a:lnTo>
                    <a:pt x="3855793" y="760262"/>
                  </a:lnTo>
                  <a:lnTo>
                    <a:pt x="4006257" y="770671"/>
                  </a:lnTo>
                  <a:lnTo>
                    <a:pt x="4156721" y="778596"/>
                  </a:lnTo>
                  <a:lnTo>
                    <a:pt x="4307185" y="783075"/>
                  </a:lnTo>
                  <a:lnTo>
                    <a:pt x="4457649" y="783998"/>
                  </a:lnTo>
                  <a:lnTo>
                    <a:pt x="4608114" y="781283"/>
                  </a:lnTo>
                  <a:lnTo>
                    <a:pt x="4758578" y="776604"/>
                  </a:lnTo>
                  <a:lnTo>
                    <a:pt x="4909042" y="770983"/>
                  </a:lnTo>
                  <a:lnTo>
                    <a:pt x="5059506" y="764431"/>
                  </a:lnTo>
                  <a:lnTo>
                    <a:pt x="5209970" y="756956"/>
                  </a:lnTo>
                  <a:lnTo>
                    <a:pt x="5360434" y="748571"/>
                  </a:lnTo>
                  <a:lnTo>
                    <a:pt x="5510898" y="739284"/>
                  </a:lnTo>
                  <a:lnTo>
                    <a:pt x="5661362" y="729105"/>
                  </a:lnTo>
                  <a:lnTo>
                    <a:pt x="5811826" y="718045"/>
                  </a:lnTo>
                  <a:lnTo>
                    <a:pt x="5962290" y="706113"/>
                  </a:lnTo>
                  <a:lnTo>
                    <a:pt x="6112754" y="693320"/>
                  </a:lnTo>
                  <a:lnTo>
                    <a:pt x="6145984" y="69030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24361"/>
              <a:ext cx="6145984" cy="910817"/>
            </a:xfrm>
            <a:custGeom>
              <a:avLst/>
              <a:pathLst>
                <a:path w="6145984" h="910817">
                  <a:moveTo>
                    <a:pt x="0" y="0"/>
                  </a:moveTo>
                  <a:lnTo>
                    <a:pt x="94192" y="18600"/>
                  </a:lnTo>
                  <a:lnTo>
                    <a:pt x="244656" y="47433"/>
                  </a:lnTo>
                  <a:lnTo>
                    <a:pt x="395120" y="75375"/>
                  </a:lnTo>
                  <a:lnTo>
                    <a:pt x="545584" y="102464"/>
                  </a:lnTo>
                  <a:lnTo>
                    <a:pt x="696048" y="128817"/>
                  </a:lnTo>
                  <a:lnTo>
                    <a:pt x="846512" y="154671"/>
                  </a:lnTo>
                  <a:lnTo>
                    <a:pt x="996976" y="180392"/>
                  </a:lnTo>
                  <a:lnTo>
                    <a:pt x="1147440" y="206452"/>
                  </a:lnTo>
                  <a:lnTo>
                    <a:pt x="1297904" y="233358"/>
                  </a:lnTo>
                  <a:lnTo>
                    <a:pt x="1448369" y="261564"/>
                  </a:lnTo>
                  <a:lnTo>
                    <a:pt x="1598833" y="291967"/>
                  </a:lnTo>
                  <a:lnTo>
                    <a:pt x="1749297" y="323749"/>
                  </a:lnTo>
                  <a:lnTo>
                    <a:pt x="1899761" y="355479"/>
                  </a:lnTo>
                  <a:lnTo>
                    <a:pt x="2050225" y="386819"/>
                  </a:lnTo>
                  <a:lnTo>
                    <a:pt x="2200689" y="425956"/>
                  </a:lnTo>
                  <a:lnTo>
                    <a:pt x="2351153" y="466734"/>
                  </a:lnTo>
                  <a:lnTo>
                    <a:pt x="2501617" y="501009"/>
                  </a:lnTo>
                  <a:lnTo>
                    <a:pt x="2652081" y="530516"/>
                  </a:lnTo>
                  <a:lnTo>
                    <a:pt x="2802545" y="555645"/>
                  </a:lnTo>
                  <a:lnTo>
                    <a:pt x="2953009" y="576696"/>
                  </a:lnTo>
                  <a:lnTo>
                    <a:pt x="3103473" y="596861"/>
                  </a:lnTo>
                  <a:lnTo>
                    <a:pt x="3253937" y="612266"/>
                  </a:lnTo>
                  <a:lnTo>
                    <a:pt x="3404401" y="623637"/>
                  </a:lnTo>
                  <a:lnTo>
                    <a:pt x="3554865" y="637032"/>
                  </a:lnTo>
                  <a:lnTo>
                    <a:pt x="3705329" y="652997"/>
                  </a:lnTo>
                  <a:lnTo>
                    <a:pt x="3855793" y="666350"/>
                  </a:lnTo>
                  <a:lnTo>
                    <a:pt x="4006257" y="676470"/>
                  </a:lnTo>
                  <a:lnTo>
                    <a:pt x="4156721" y="683950"/>
                  </a:lnTo>
                  <a:lnTo>
                    <a:pt x="4307185" y="687453"/>
                  </a:lnTo>
                  <a:lnTo>
                    <a:pt x="4457649" y="686265"/>
                  </a:lnTo>
                  <a:lnTo>
                    <a:pt x="4608114" y="680238"/>
                  </a:lnTo>
                  <a:lnTo>
                    <a:pt x="4758578" y="671416"/>
                  </a:lnTo>
                  <a:lnTo>
                    <a:pt x="4909042" y="661379"/>
                  </a:lnTo>
                  <a:lnTo>
                    <a:pt x="5059506" y="650488"/>
                  </a:lnTo>
                  <a:lnTo>
                    <a:pt x="5209970" y="638949"/>
                  </a:lnTo>
                  <a:lnTo>
                    <a:pt x="5360434" y="626846"/>
                  </a:lnTo>
                  <a:lnTo>
                    <a:pt x="5510898" y="614173"/>
                  </a:lnTo>
                  <a:lnTo>
                    <a:pt x="5661362" y="600853"/>
                  </a:lnTo>
                  <a:lnTo>
                    <a:pt x="5811826" y="586769"/>
                  </a:lnTo>
                  <a:lnTo>
                    <a:pt x="5962290" y="571773"/>
                  </a:lnTo>
                  <a:lnTo>
                    <a:pt x="6112754" y="555707"/>
                  </a:lnTo>
                  <a:lnTo>
                    <a:pt x="6145984" y="551887"/>
                  </a:lnTo>
                  <a:lnTo>
                    <a:pt x="6145984" y="910817"/>
                  </a:lnTo>
                  <a:lnTo>
                    <a:pt x="6112754" y="909191"/>
                  </a:lnTo>
                  <a:lnTo>
                    <a:pt x="5962290" y="902835"/>
                  </a:lnTo>
                  <a:lnTo>
                    <a:pt x="5811826" y="897333"/>
                  </a:lnTo>
                  <a:lnTo>
                    <a:pt x="5661362" y="892532"/>
                  </a:lnTo>
                  <a:lnTo>
                    <a:pt x="5510898" y="888291"/>
                  </a:lnTo>
                  <a:lnTo>
                    <a:pt x="5360434" y="884496"/>
                  </a:lnTo>
                  <a:lnTo>
                    <a:pt x="5209970" y="881078"/>
                  </a:lnTo>
                  <a:lnTo>
                    <a:pt x="5059506" y="878034"/>
                  </a:lnTo>
                  <a:lnTo>
                    <a:pt x="4909042" y="875454"/>
                  </a:lnTo>
                  <a:lnTo>
                    <a:pt x="4758578" y="873551"/>
                  </a:lnTo>
                  <a:lnTo>
                    <a:pt x="4608114" y="872689"/>
                  </a:lnTo>
                  <a:lnTo>
                    <a:pt x="4457649" y="871413"/>
                  </a:lnTo>
                  <a:lnTo>
                    <a:pt x="4307185" y="867202"/>
                  </a:lnTo>
                  <a:lnTo>
                    <a:pt x="4156721" y="860946"/>
                  </a:lnTo>
                  <a:lnTo>
                    <a:pt x="4006257" y="853056"/>
                  </a:lnTo>
                  <a:lnTo>
                    <a:pt x="3855793" y="842218"/>
                  </a:lnTo>
                  <a:lnTo>
                    <a:pt x="3705329" y="829597"/>
                  </a:lnTo>
                  <a:lnTo>
                    <a:pt x="3554865" y="816326"/>
                  </a:lnTo>
                  <a:lnTo>
                    <a:pt x="3404401" y="802459"/>
                  </a:lnTo>
                  <a:lnTo>
                    <a:pt x="3253937" y="790525"/>
                  </a:lnTo>
                  <a:lnTo>
                    <a:pt x="3103473" y="778644"/>
                  </a:lnTo>
                  <a:lnTo>
                    <a:pt x="2953009" y="759919"/>
                  </a:lnTo>
                  <a:lnTo>
                    <a:pt x="2802545" y="734481"/>
                  </a:lnTo>
                  <a:lnTo>
                    <a:pt x="2652081" y="708033"/>
                  </a:lnTo>
                  <a:lnTo>
                    <a:pt x="2501617" y="679746"/>
                  </a:lnTo>
                  <a:lnTo>
                    <a:pt x="2351153" y="642793"/>
                  </a:lnTo>
                  <a:lnTo>
                    <a:pt x="2200689" y="600695"/>
                  </a:lnTo>
                  <a:lnTo>
                    <a:pt x="2050225" y="563033"/>
                  </a:lnTo>
                  <a:lnTo>
                    <a:pt x="1899761" y="532292"/>
                  </a:lnTo>
                  <a:lnTo>
                    <a:pt x="1749297" y="502485"/>
                  </a:lnTo>
                  <a:lnTo>
                    <a:pt x="1598833" y="474765"/>
                  </a:lnTo>
                  <a:lnTo>
                    <a:pt x="1448369" y="450330"/>
                  </a:lnTo>
                  <a:lnTo>
                    <a:pt x="1297904" y="430038"/>
                  </a:lnTo>
                  <a:lnTo>
                    <a:pt x="1147440" y="414124"/>
                  </a:lnTo>
                  <a:lnTo>
                    <a:pt x="996976" y="402919"/>
                  </a:lnTo>
                  <a:lnTo>
                    <a:pt x="846512" y="396834"/>
                  </a:lnTo>
                  <a:lnTo>
                    <a:pt x="696048" y="396248"/>
                  </a:lnTo>
                  <a:lnTo>
                    <a:pt x="545584" y="401432"/>
                  </a:lnTo>
                  <a:lnTo>
                    <a:pt x="395120" y="412525"/>
                  </a:lnTo>
                  <a:lnTo>
                    <a:pt x="244656" y="429551"/>
                  </a:lnTo>
                  <a:lnTo>
                    <a:pt x="94192" y="452453"/>
                  </a:lnTo>
                  <a:lnTo>
                    <a:pt x="0" y="47040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24361"/>
              <a:ext cx="6145984" cy="687453"/>
            </a:xfrm>
            <a:custGeom>
              <a:avLst/>
              <a:pathLst>
                <a:path w="6145984" h="687453">
                  <a:moveTo>
                    <a:pt x="0" y="0"/>
                  </a:moveTo>
                  <a:lnTo>
                    <a:pt x="94192" y="18600"/>
                  </a:lnTo>
                  <a:lnTo>
                    <a:pt x="244656" y="47433"/>
                  </a:lnTo>
                  <a:lnTo>
                    <a:pt x="395120" y="75375"/>
                  </a:lnTo>
                  <a:lnTo>
                    <a:pt x="545584" y="102464"/>
                  </a:lnTo>
                  <a:lnTo>
                    <a:pt x="696048" y="128817"/>
                  </a:lnTo>
                  <a:lnTo>
                    <a:pt x="846512" y="154671"/>
                  </a:lnTo>
                  <a:lnTo>
                    <a:pt x="996976" y="180392"/>
                  </a:lnTo>
                  <a:lnTo>
                    <a:pt x="1147440" y="206452"/>
                  </a:lnTo>
                  <a:lnTo>
                    <a:pt x="1297904" y="233358"/>
                  </a:lnTo>
                  <a:lnTo>
                    <a:pt x="1448369" y="261564"/>
                  </a:lnTo>
                  <a:lnTo>
                    <a:pt x="1598833" y="291967"/>
                  </a:lnTo>
                  <a:lnTo>
                    <a:pt x="1749297" y="323749"/>
                  </a:lnTo>
                  <a:lnTo>
                    <a:pt x="1899761" y="355479"/>
                  </a:lnTo>
                  <a:lnTo>
                    <a:pt x="2050225" y="386819"/>
                  </a:lnTo>
                  <a:lnTo>
                    <a:pt x="2200689" y="425956"/>
                  </a:lnTo>
                  <a:lnTo>
                    <a:pt x="2351153" y="466734"/>
                  </a:lnTo>
                  <a:lnTo>
                    <a:pt x="2501617" y="501009"/>
                  </a:lnTo>
                  <a:lnTo>
                    <a:pt x="2652081" y="530516"/>
                  </a:lnTo>
                  <a:lnTo>
                    <a:pt x="2802545" y="555645"/>
                  </a:lnTo>
                  <a:lnTo>
                    <a:pt x="2953009" y="576696"/>
                  </a:lnTo>
                  <a:lnTo>
                    <a:pt x="3103473" y="596861"/>
                  </a:lnTo>
                  <a:lnTo>
                    <a:pt x="3253937" y="612266"/>
                  </a:lnTo>
                  <a:lnTo>
                    <a:pt x="3404401" y="623637"/>
                  </a:lnTo>
                  <a:lnTo>
                    <a:pt x="3554865" y="637032"/>
                  </a:lnTo>
                  <a:lnTo>
                    <a:pt x="3705329" y="652997"/>
                  </a:lnTo>
                  <a:lnTo>
                    <a:pt x="3855793" y="666350"/>
                  </a:lnTo>
                  <a:lnTo>
                    <a:pt x="4006257" y="676470"/>
                  </a:lnTo>
                  <a:lnTo>
                    <a:pt x="4156721" y="683950"/>
                  </a:lnTo>
                  <a:lnTo>
                    <a:pt x="4307185" y="687453"/>
                  </a:lnTo>
                  <a:lnTo>
                    <a:pt x="4457649" y="686265"/>
                  </a:lnTo>
                  <a:lnTo>
                    <a:pt x="4608114" y="680238"/>
                  </a:lnTo>
                  <a:lnTo>
                    <a:pt x="4758578" y="671416"/>
                  </a:lnTo>
                  <a:lnTo>
                    <a:pt x="4909042" y="661379"/>
                  </a:lnTo>
                  <a:lnTo>
                    <a:pt x="5059506" y="650488"/>
                  </a:lnTo>
                  <a:lnTo>
                    <a:pt x="5209970" y="638949"/>
                  </a:lnTo>
                  <a:lnTo>
                    <a:pt x="5360434" y="626846"/>
                  </a:lnTo>
                  <a:lnTo>
                    <a:pt x="5510898" y="614173"/>
                  </a:lnTo>
                  <a:lnTo>
                    <a:pt x="5661362" y="600853"/>
                  </a:lnTo>
                  <a:lnTo>
                    <a:pt x="5811826" y="586769"/>
                  </a:lnTo>
                  <a:lnTo>
                    <a:pt x="5962290" y="571773"/>
                  </a:lnTo>
                  <a:lnTo>
                    <a:pt x="6112754" y="555707"/>
                  </a:lnTo>
                  <a:lnTo>
                    <a:pt x="6145984" y="5518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20610"/>
              <a:ext cx="6145984" cy="514569"/>
            </a:xfrm>
            <a:custGeom>
              <a:avLst/>
              <a:pathLst>
                <a:path w="6145984" h="514569">
                  <a:moveTo>
                    <a:pt x="6145984" y="514569"/>
                  </a:moveTo>
                  <a:lnTo>
                    <a:pt x="6112754" y="512942"/>
                  </a:lnTo>
                  <a:lnTo>
                    <a:pt x="5962290" y="506586"/>
                  </a:lnTo>
                  <a:lnTo>
                    <a:pt x="5811826" y="501085"/>
                  </a:lnTo>
                  <a:lnTo>
                    <a:pt x="5661362" y="496284"/>
                  </a:lnTo>
                  <a:lnTo>
                    <a:pt x="5510898" y="492042"/>
                  </a:lnTo>
                  <a:lnTo>
                    <a:pt x="5360434" y="488247"/>
                  </a:lnTo>
                  <a:lnTo>
                    <a:pt x="5209970" y="484829"/>
                  </a:lnTo>
                  <a:lnTo>
                    <a:pt x="5059506" y="481785"/>
                  </a:lnTo>
                  <a:lnTo>
                    <a:pt x="4909042" y="479205"/>
                  </a:lnTo>
                  <a:lnTo>
                    <a:pt x="4758578" y="477302"/>
                  </a:lnTo>
                  <a:lnTo>
                    <a:pt x="4608114" y="476441"/>
                  </a:lnTo>
                  <a:lnTo>
                    <a:pt x="4457649" y="475164"/>
                  </a:lnTo>
                  <a:lnTo>
                    <a:pt x="4307185" y="470953"/>
                  </a:lnTo>
                  <a:lnTo>
                    <a:pt x="4156721" y="464698"/>
                  </a:lnTo>
                  <a:lnTo>
                    <a:pt x="4006257" y="456807"/>
                  </a:lnTo>
                  <a:lnTo>
                    <a:pt x="3855793" y="445969"/>
                  </a:lnTo>
                  <a:lnTo>
                    <a:pt x="3705329" y="433348"/>
                  </a:lnTo>
                  <a:lnTo>
                    <a:pt x="3554865" y="420077"/>
                  </a:lnTo>
                  <a:lnTo>
                    <a:pt x="3404401" y="406210"/>
                  </a:lnTo>
                  <a:lnTo>
                    <a:pt x="3253937" y="394276"/>
                  </a:lnTo>
                  <a:lnTo>
                    <a:pt x="3103473" y="382395"/>
                  </a:lnTo>
                  <a:lnTo>
                    <a:pt x="2953009" y="363671"/>
                  </a:lnTo>
                  <a:lnTo>
                    <a:pt x="2802545" y="338233"/>
                  </a:lnTo>
                  <a:lnTo>
                    <a:pt x="2652081" y="311785"/>
                  </a:lnTo>
                  <a:lnTo>
                    <a:pt x="2501617" y="283498"/>
                  </a:lnTo>
                  <a:lnTo>
                    <a:pt x="2351153" y="246544"/>
                  </a:lnTo>
                  <a:lnTo>
                    <a:pt x="2200689" y="204446"/>
                  </a:lnTo>
                  <a:lnTo>
                    <a:pt x="2050225" y="166785"/>
                  </a:lnTo>
                  <a:lnTo>
                    <a:pt x="1899761" y="136044"/>
                  </a:lnTo>
                  <a:lnTo>
                    <a:pt x="1749297" y="106237"/>
                  </a:lnTo>
                  <a:lnTo>
                    <a:pt x="1598833" y="78517"/>
                  </a:lnTo>
                  <a:lnTo>
                    <a:pt x="1448369" y="54081"/>
                  </a:lnTo>
                  <a:lnTo>
                    <a:pt x="1297904" y="33790"/>
                  </a:lnTo>
                  <a:lnTo>
                    <a:pt x="1147440" y="17876"/>
                  </a:lnTo>
                  <a:lnTo>
                    <a:pt x="996976" y="6670"/>
                  </a:lnTo>
                  <a:lnTo>
                    <a:pt x="846512" y="586"/>
                  </a:lnTo>
                  <a:lnTo>
                    <a:pt x="696048" y="0"/>
                  </a:lnTo>
                  <a:lnTo>
                    <a:pt x="545584" y="5183"/>
                  </a:lnTo>
                  <a:lnTo>
                    <a:pt x="395120" y="16276"/>
                  </a:lnTo>
                  <a:lnTo>
                    <a:pt x="244656" y="33302"/>
                  </a:lnTo>
                  <a:lnTo>
                    <a:pt x="94192" y="56204"/>
                  </a:lnTo>
                  <a:lnTo>
                    <a:pt x="0" y="74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59562"/>
              <a:ext cx="6145984" cy="543638"/>
            </a:xfrm>
            <a:custGeom>
              <a:avLst/>
              <a:pathLst>
                <a:path w="6145984" h="543638">
                  <a:moveTo>
                    <a:pt x="0" y="0"/>
                  </a:moveTo>
                  <a:lnTo>
                    <a:pt x="94192" y="326"/>
                  </a:lnTo>
                  <a:lnTo>
                    <a:pt x="244656" y="3291"/>
                  </a:lnTo>
                  <a:lnTo>
                    <a:pt x="395120" y="8749"/>
                  </a:lnTo>
                  <a:lnTo>
                    <a:pt x="545584" y="16747"/>
                  </a:lnTo>
                  <a:lnTo>
                    <a:pt x="696048" y="27332"/>
                  </a:lnTo>
                  <a:lnTo>
                    <a:pt x="846512" y="40552"/>
                  </a:lnTo>
                  <a:lnTo>
                    <a:pt x="996976" y="56455"/>
                  </a:lnTo>
                  <a:lnTo>
                    <a:pt x="1147440" y="75087"/>
                  </a:lnTo>
                  <a:lnTo>
                    <a:pt x="1297904" y="96497"/>
                  </a:lnTo>
                  <a:lnTo>
                    <a:pt x="1448369" y="120746"/>
                  </a:lnTo>
                  <a:lnTo>
                    <a:pt x="1598833" y="148166"/>
                  </a:lnTo>
                  <a:lnTo>
                    <a:pt x="1749297" y="177917"/>
                  </a:lnTo>
                  <a:lnTo>
                    <a:pt x="1899761" y="208685"/>
                  </a:lnTo>
                  <a:lnTo>
                    <a:pt x="2050225" y="239726"/>
                  </a:lnTo>
                  <a:lnTo>
                    <a:pt x="2200689" y="278125"/>
                  </a:lnTo>
                  <a:lnTo>
                    <a:pt x="2351153" y="319563"/>
                  </a:lnTo>
                  <a:lnTo>
                    <a:pt x="2501617" y="355177"/>
                  </a:lnTo>
                  <a:lnTo>
                    <a:pt x="2652081" y="384074"/>
                  </a:lnTo>
                  <a:lnTo>
                    <a:pt x="2802545" y="409863"/>
                  </a:lnTo>
                  <a:lnTo>
                    <a:pt x="2953009" y="433107"/>
                  </a:lnTo>
                  <a:lnTo>
                    <a:pt x="3103473" y="452552"/>
                  </a:lnTo>
                  <a:lnTo>
                    <a:pt x="3253937" y="466195"/>
                  </a:lnTo>
                  <a:lnTo>
                    <a:pt x="3404401" y="477847"/>
                  </a:lnTo>
                  <a:lnTo>
                    <a:pt x="3554865" y="491479"/>
                  </a:lnTo>
                  <a:lnTo>
                    <a:pt x="3705329" y="506096"/>
                  </a:lnTo>
                  <a:lnTo>
                    <a:pt x="3855793" y="519083"/>
                  </a:lnTo>
                  <a:lnTo>
                    <a:pt x="4006257" y="529562"/>
                  </a:lnTo>
                  <a:lnTo>
                    <a:pt x="4156721" y="537248"/>
                  </a:lnTo>
                  <a:lnTo>
                    <a:pt x="4307185" y="542127"/>
                  </a:lnTo>
                  <a:lnTo>
                    <a:pt x="4457649" y="543638"/>
                  </a:lnTo>
                  <a:lnTo>
                    <a:pt x="4608114" y="541263"/>
                  </a:lnTo>
                  <a:lnTo>
                    <a:pt x="4758578" y="537283"/>
                  </a:lnTo>
                  <a:lnTo>
                    <a:pt x="4909042" y="533216"/>
                  </a:lnTo>
                  <a:lnTo>
                    <a:pt x="5059506" y="529060"/>
                  </a:lnTo>
                  <a:lnTo>
                    <a:pt x="5209970" y="524813"/>
                  </a:lnTo>
                  <a:lnTo>
                    <a:pt x="5360434" y="520471"/>
                  </a:lnTo>
                  <a:lnTo>
                    <a:pt x="5510898" y="516031"/>
                  </a:lnTo>
                  <a:lnTo>
                    <a:pt x="5661362" y="511492"/>
                  </a:lnTo>
                  <a:lnTo>
                    <a:pt x="5811826" y="506850"/>
                  </a:lnTo>
                  <a:lnTo>
                    <a:pt x="5962290" y="502103"/>
                  </a:lnTo>
                  <a:lnTo>
                    <a:pt x="6112754" y="497248"/>
                  </a:lnTo>
                  <a:lnTo>
                    <a:pt x="6145984" y="4961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82855"/>
              <a:ext cx="6145984" cy="523854"/>
            </a:xfrm>
            <a:custGeom>
              <a:avLst/>
              <a:pathLst>
                <a:path w="6145984" h="523854">
                  <a:moveTo>
                    <a:pt x="0" y="0"/>
                  </a:moveTo>
                  <a:lnTo>
                    <a:pt x="94192" y="229"/>
                  </a:lnTo>
                  <a:lnTo>
                    <a:pt x="244656" y="1253"/>
                  </a:lnTo>
                  <a:lnTo>
                    <a:pt x="395120" y="2924"/>
                  </a:lnTo>
                  <a:lnTo>
                    <a:pt x="545584" y="5275"/>
                  </a:lnTo>
                  <a:lnTo>
                    <a:pt x="696048" y="8413"/>
                  </a:lnTo>
                  <a:lnTo>
                    <a:pt x="846512" y="12547"/>
                  </a:lnTo>
                  <a:lnTo>
                    <a:pt x="996976" y="18005"/>
                  </a:lnTo>
                  <a:lnTo>
                    <a:pt x="1147440" y="25209"/>
                  </a:lnTo>
                  <a:lnTo>
                    <a:pt x="1297904" y="34613"/>
                  </a:lnTo>
                  <a:lnTo>
                    <a:pt x="1448369" y="46645"/>
                  </a:lnTo>
                  <a:lnTo>
                    <a:pt x="1598833" y="62949"/>
                  </a:lnTo>
                  <a:lnTo>
                    <a:pt x="1749297" y="82766"/>
                  </a:lnTo>
                  <a:lnTo>
                    <a:pt x="1899761" y="104184"/>
                  </a:lnTo>
                  <a:lnTo>
                    <a:pt x="2050225" y="126354"/>
                  </a:lnTo>
                  <a:lnTo>
                    <a:pt x="2200689" y="157275"/>
                  </a:lnTo>
                  <a:lnTo>
                    <a:pt x="2351153" y="190650"/>
                  </a:lnTo>
                  <a:lnTo>
                    <a:pt x="2501617" y="217762"/>
                  </a:lnTo>
                  <a:lnTo>
                    <a:pt x="2652081" y="240062"/>
                  </a:lnTo>
                  <a:lnTo>
                    <a:pt x="2802545" y="258521"/>
                  </a:lnTo>
                  <a:lnTo>
                    <a:pt x="2953009" y="273509"/>
                  </a:lnTo>
                  <a:lnTo>
                    <a:pt x="3103473" y="287809"/>
                  </a:lnTo>
                  <a:lnTo>
                    <a:pt x="3253937" y="297768"/>
                  </a:lnTo>
                  <a:lnTo>
                    <a:pt x="3404401" y="304360"/>
                  </a:lnTo>
                  <a:lnTo>
                    <a:pt x="3554865" y="313353"/>
                  </a:lnTo>
                  <a:lnTo>
                    <a:pt x="3705329" y="325704"/>
                  </a:lnTo>
                  <a:lnTo>
                    <a:pt x="3855793" y="336266"/>
                  </a:lnTo>
                  <a:lnTo>
                    <a:pt x="4006257" y="343575"/>
                  </a:lnTo>
                  <a:lnTo>
                    <a:pt x="4156721" y="348263"/>
                  </a:lnTo>
                  <a:lnTo>
                    <a:pt x="4307185" y="349673"/>
                  </a:lnTo>
                  <a:lnTo>
                    <a:pt x="4457649" y="346737"/>
                  </a:lnTo>
                  <a:lnTo>
                    <a:pt x="4608114" y="338908"/>
                  </a:lnTo>
                  <a:lnTo>
                    <a:pt x="4758578" y="328361"/>
                  </a:lnTo>
                  <a:lnTo>
                    <a:pt x="4909042" y="316856"/>
                  </a:lnTo>
                  <a:lnTo>
                    <a:pt x="5059506" y="304715"/>
                  </a:lnTo>
                  <a:lnTo>
                    <a:pt x="5209970" y="292123"/>
                  </a:lnTo>
                  <a:lnTo>
                    <a:pt x="5360434" y="279155"/>
                  </a:lnTo>
                  <a:lnTo>
                    <a:pt x="5510898" y="265804"/>
                  </a:lnTo>
                  <a:lnTo>
                    <a:pt x="5661362" y="252005"/>
                  </a:lnTo>
                  <a:lnTo>
                    <a:pt x="5811826" y="237649"/>
                  </a:lnTo>
                  <a:lnTo>
                    <a:pt x="5962290" y="222606"/>
                  </a:lnTo>
                  <a:lnTo>
                    <a:pt x="6112754" y="206735"/>
                  </a:lnTo>
                  <a:lnTo>
                    <a:pt x="6145984" y="203015"/>
                  </a:lnTo>
                  <a:lnTo>
                    <a:pt x="6145984" y="523854"/>
                  </a:lnTo>
                  <a:lnTo>
                    <a:pt x="6112754" y="522706"/>
                  </a:lnTo>
                  <a:lnTo>
                    <a:pt x="5962290" y="518535"/>
                  </a:lnTo>
                  <a:lnTo>
                    <a:pt x="5811826" y="515255"/>
                  </a:lnTo>
                  <a:lnTo>
                    <a:pt x="5661362" y="512729"/>
                  </a:lnTo>
                  <a:lnTo>
                    <a:pt x="5510898" y="510832"/>
                  </a:lnTo>
                  <a:lnTo>
                    <a:pt x="5360434" y="509461"/>
                  </a:lnTo>
                  <a:lnTo>
                    <a:pt x="5209970" y="508556"/>
                  </a:lnTo>
                  <a:lnTo>
                    <a:pt x="5059506" y="508113"/>
                  </a:lnTo>
                  <a:lnTo>
                    <a:pt x="4909042" y="508212"/>
                  </a:lnTo>
                  <a:lnTo>
                    <a:pt x="4758578" y="509044"/>
                  </a:lnTo>
                  <a:lnTo>
                    <a:pt x="4608114" y="510936"/>
                  </a:lnTo>
                  <a:lnTo>
                    <a:pt x="4457649" y="512236"/>
                  </a:lnTo>
                  <a:lnTo>
                    <a:pt x="4307185" y="510346"/>
                  </a:lnTo>
                  <a:lnTo>
                    <a:pt x="4156721" y="506476"/>
                  </a:lnTo>
                  <a:lnTo>
                    <a:pt x="4006257" y="501420"/>
                  </a:lnTo>
                  <a:lnTo>
                    <a:pt x="3855793" y="493470"/>
                  </a:lnTo>
                  <a:lnTo>
                    <a:pt x="3705329" y="483563"/>
                  </a:lnTo>
                  <a:lnTo>
                    <a:pt x="3554865" y="473619"/>
                  </a:lnTo>
                  <a:lnTo>
                    <a:pt x="3404401" y="464205"/>
                  </a:lnTo>
                  <a:lnTo>
                    <a:pt x="3253937" y="457110"/>
                  </a:lnTo>
                  <a:lnTo>
                    <a:pt x="3103473" y="450301"/>
                  </a:lnTo>
                  <a:lnTo>
                    <a:pt x="2953009" y="437288"/>
                  </a:lnTo>
                  <a:lnTo>
                    <a:pt x="2802545" y="418379"/>
                  </a:lnTo>
                  <a:lnTo>
                    <a:pt x="2652081" y="398741"/>
                  </a:lnTo>
                  <a:lnTo>
                    <a:pt x="2501617" y="377531"/>
                  </a:lnTo>
                  <a:lnTo>
                    <a:pt x="2351153" y="348025"/>
                  </a:lnTo>
                  <a:lnTo>
                    <a:pt x="2200689" y="313470"/>
                  </a:lnTo>
                  <a:lnTo>
                    <a:pt x="2050225" y="283867"/>
                  </a:lnTo>
                  <a:lnTo>
                    <a:pt x="1899761" y="262233"/>
                  </a:lnTo>
                  <a:lnTo>
                    <a:pt x="1749297" y="242534"/>
                  </a:lnTo>
                  <a:lnTo>
                    <a:pt x="1598833" y="226348"/>
                  </a:lnTo>
                  <a:lnTo>
                    <a:pt x="1448369" y="215377"/>
                  </a:lnTo>
                  <a:lnTo>
                    <a:pt x="1297904" y="210421"/>
                  </a:lnTo>
                  <a:lnTo>
                    <a:pt x="1147440" y="210843"/>
                  </a:lnTo>
                  <a:lnTo>
                    <a:pt x="996976" y="216916"/>
                  </a:lnTo>
                  <a:lnTo>
                    <a:pt x="846512" y="229010"/>
                  </a:lnTo>
                  <a:lnTo>
                    <a:pt x="696048" y="247462"/>
                  </a:lnTo>
                  <a:lnTo>
                    <a:pt x="545584" y="272515"/>
                  </a:lnTo>
                  <a:lnTo>
                    <a:pt x="395120" y="304293"/>
                  </a:lnTo>
                  <a:lnTo>
                    <a:pt x="244656" y="342819"/>
                  </a:lnTo>
                  <a:lnTo>
                    <a:pt x="94192" y="388039"/>
                  </a:lnTo>
                  <a:lnTo>
                    <a:pt x="0" y="42048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82855"/>
              <a:ext cx="6145984" cy="349673"/>
            </a:xfrm>
            <a:custGeom>
              <a:avLst/>
              <a:pathLst>
                <a:path w="6145984" h="349673">
                  <a:moveTo>
                    <a:pt x="0" y="0"/>
                  </a:moveTo>
                  <a:lnTo>
                    <a:pt x="94192" y="229"/>
                  </a:lnTo>
                  <a:lnTo>
                    <a:pt x="244656" y="1253"/>
                  </a:lnTo>
                  <a:lnTo>
                    <a:pt x="395120" y="2924"/>
                  </a:lnTo>
                  <a:lnTo>
                    <a:pt x="545584" y="5275"/>
                  </a:lnTo>
                  <a:lnTo>
                    <a:pt x="696048" y="8413"/>
                  </a:lnTo>
                  <a:lnTo>
                    <a:pt x="846512" y="12547"/>
                  </a:lnTo>
                  <a:lnTo>
                    <a:pt x="996976" y="18005"/>
                  </a:lnTo>
                  <a:lnTo>
                    <a:pt x="1147440" y="25209"/>
                  </a:lnTo>
                  <a:lnTo>
                    <a:pt x="1297904" y="34613"/>
                  </a:lnTo>
                  <a:lnTo>
                    <a:pt x="1448369" y="46645"/>
                  </a:lnTo>
                  <a:lnTo>
                    <a:pt x="1598833" y="62949"/>
                  </a:lnTo>
                  <a:lnTo>
                    <a:pt x="1749297" y="82766"/>
                  </a:lnTo>
                  <a:lnTo>
                    <a:pt x="1899761" y="104184"/>
                  </a:lnTo>
                  <a:lnTo>
                    <a:pt x="2050225" y="126354"/>
                  </a:lnTo>
                  <a:lnTo>
                    <a:pt x="2200689" y="157275"/>
                  </a:lnTo>
                  <a:lnTo>
                    <a:pt x="2351153" y="190650"/>
                  </a:lnTo>
                  <a:lnTo>
                    <a:pt x="2501617" y="217762"/>
                  </a:lnTo>
                  <a:lnTo>
                    <a:pt x="2652081" y="240062"/>
                  </a:lnTo>
                  <a:lnTo>
                    <a:pt x="2802545" y="258521"/>
                  </a:lnTo>
                  <a:lnTo>
                    <a:pt x="2953009" y="273509"/>
                  </a:lnTo>
                  <a:lnTo>
                    <a:pt x="3103473" y="287809"/>
                  </a:lnTo>
                  <a:lnTo>
                    <a:pt x="3253937" y="297768"/>
                  </a:lnTo>
                  <a:lnTo>
                    <a:pt x="3404401" y="304360"/>
                  </a:lnTo>
                  <a:lnTo>
                    <a:pt x="3554865" y="313353"/>
                  </a:lnTo>
                  <a:lnTo>
                    <a:pt x="3705329" y="325704"/>
                  </a:lnTo>
                  <a:lnTo>
                    <a:pt x="3855793" y="336266"/>
                  </a:lnTo>
                  <a:lnTo>
                    <a:pt x="4006257" y="343575"/>
                  </a:lnTo>
                  <a:lnTo>
                    <a:pt x="4156721" y="348263"/>
                  </a:lnTo>
                  <a:lnTo>
                    <a:pt x="4307185" y="349673"/>
                  </a:lnTo>
                  <a:lnTo>
                    <a:pt x="4457649" y="346737"/>
                  </a:lnTo>
                  <a:lnTo>
                    <a:pt x="4608114" y="338908"/>
                  </a:lnTo>
                  <a:lnTo>
                    <a:pt x="4758578" y="328361"/>
                  </a:lnTo>
                  <a:lnTo>
                    <a:pt x="4909042" y="316856"/>
                  </a:lnTo>
                  <a:lnTo>
                    <a:pt x="5059506" y="304715"/>
                  </a:lnTo>
                  <a:lnTo>
                    <a:pt x="5209970" y="292123"/>
                  </a:lnTo>
                  <a:lnTo>
                    <a:pt x="5360434" y="279155"/>
                  </a:lnTo>
                  <a:lnTo>
                    <a:pt x="5510898" y="265804"/>
                  </a:lnTo>
                  <a:lnTo>
                    <a:pt x="5661362" y="252005"/>
                  </a:lnTo>
                  <a:lnTo>
                    <a:pt x="5811826" y="237649"/>
                  </a:lnTo>
                  <a:lnTo>
                    <a:pt x="5962290" y="222606"/>
                  </a:lnTo>
                  <a:lnTo>
                    <a:pt x="6112754" y="206735"/>
                  </a:lnTo>
                  <a:lnTo>
                    <a:pt x="6145984" y="2030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3277"/>
              <a:ext cx="6145984" cy="313433"/>
            </a:xfrm>
            <a:custGeom>
              <a:avLst/>
              <a:pathLst>
                <a:path w="6145984" h="313433">
                  <a:moveTo>
                    <a:pt x="6145984" y="313433"/>
                  </a:moveTo>
                  <a:lnTo>
                    <a:pt x="6112754" y="312284"/>
                  </a:lnTo>
                  <a:lnTo>
                    <a:pt x="5962290" y="308113"/>
                  </a:lnTo>
                  <a:lnTo>
                    <a:pt x="5811826" y="304833"/>
                  </a:lnTo>
                  <a:lnTo>
                    <a:pt x="5661362" y="302308"/>
                  </a:lnTo>
                  <a:lnTo>
                    <a:pt x="5510898" y="300411"/>
                  </a:lnTo>
                  <a:lnTo>
                    <a:pt x="5360434" y="299040"/>
                  </a:lnTo>
                  <a:lnTo>
                    <a:pt x="5209970" y="298134"/>
                  </a:lnTo>
                  <a:lnTo>
                    <a:pt x="5059506" y="297691"/>
                  </a:lnTo>
                  <a:lnTo>
                    <a:pt x="4909042" y="297790"/>
                  </a:lnTo>
                  <a:lnTo>
                    <a:pt x="4758578" y="298622"/>
                  </a:lnTo>
                  <a:lnTo>
                    <a:pt x="4608114" y="300514"/>
                  </a:lnTo>
                  <a:lnTo>
                    <a:pt x="4457649" y="301815"/>
                  </a:lnTo>
                  <a:lnTo>
                    <a:pt x="4307185" y="299924"/>
                  </a:lnTo>
                  <a:lnTo>
                    <a:pt x="4156721" y="296054"/>
                  </a:lnTo>
                  <a:lnTo>
                    <a:pt x="4006257" y="290999"/>
                  </a:lnTo>
                  <a:lnTo>
                    <a:pt x="3855793" y="283049"/>
                  </a:lnTo>
                  <a:lnTo>
                    <a:pt x="3705329" y="273141"/>
                  </a:lnTo>
                  <a:lnTo>
                    <a:pt x="3554865" y="263197"/>
                  </a:lnTo>
                  <a:lnTo>
                    <a:pt x="3404401" y="253783"/>
                  </a:lnTo>
                  <a:lnTo>
                    <a:pt x="3253937" y="246688"/>
                  </a:lnTo>
                  <a:lnTo>
                    <a:pt x="3103473" y="239879"/>
                  </a:lnTo>
                  <a:lnTo>
                    <a:pt x="2953009" y="226867"/>
                  </a:lnTo>
                  <a:lnTo>
                    <a:pt x="2802545" y="207957"/>
                  </a:lnTo>
                  <a:lnTo>
                    <a:pt x="2652081" y="188319"/>
                  </a:lnTo>
                  <a:lnTo>
                    <a:pt x="2501617" y="167110"/>
                  </a:lnTo>
                  <a:lnTo>
                    <a:pt x="2351153" y="137603"/>
                  </a:lnTo>
                  <a:lnTo>
                    <a:pt x="2200689" y="103048"/>
                  </a:lnTo>
                  <a:lnTo>
                    <a:pt x="2050225" y="73446"/>
                  </a:lnTo>
                  <a:lnTo>
                    <a:pt x="1899761" y="51812"/>
                  </a:lnTo>
                  <a:lnTo>
                    <a:pt x="1749297" y="32112"/>
                  </a:lnTo>
                  <a:lnTo>
                    <a:pt x="1598833" y="15926"/>
                  </a:lnTo>
                  <a:lnTo>
                    <a:pt x="1448369" y="4956"/>
                  </a:lnTo>
                  <a:lnTo>
                    <a:pt x="1297904" y="0"/>
                  </a:lnTo>
                  <a:lnTo>
                    <a:pt x="1147440" y="421"/>
                  </a:lnTo>
                  <a:lnTo>
                    <a:pt x="996976" y="6495"/>
                  </a:lnTo>
                  <a:lnTo>
                    <a:pt x="846512" y="18589"/>
                  </a:lnTo>
                  <a:lnTo>
                    <a:pt x="696048" y="37041"/>
                  </a:lnTo>
                  <a:lnTo>
                    <a:pt x="545584" y="62094"/>
                  </a:lnTo>
                  <a:lnTo>
                    <a:pt x="395120" y="93872"/>
                  </a:lnTo>
                  <a:lnTo>
                    <a:pt x="244656" y="132397"/>
                  </a:lnTo>
                  <a:lnTo>
                    <a:pt x="94192" y="177618"/>
                  </a:lnTo>
                  <a:lnTo>
                    <a:pt x="0" y="2100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00316"/>
              <a:ext cx="6145984" cy="312548"/>
            </a:xfrm>
            <a:custGeom>
              <a:avLst/>
              <a:pathLst>
                <a:path w="6145984" h="312548">
                  <a:moveTo>
                    <a:pt x="0" y="92779"/>
                  </a:moveTo>
                  <a:lnTo>
                    <a:pt x="94192" y="76673"/>
                  </a:lnTo>
                  <a:lnTo>
                    <a:pt x="244656" y="54575"/>
                  </a:lnTo>
                  <a:lnTo>
                    <a:pt x="395120" y="36148"/>
                  </a:lnTo>
                  <a:lnTo>
                    <a:pt x="545584" y="21434"/>
                  </a:lnTo>
                  <a:lnTo>
                    <a:pt x="696048" y="10477"/>
                  </a:lnTo>
                  <a:lnTo>
                    <a:pt x="846512" y="3318"/>
                  </a:lnTo>
                  <a:lnTo>
                    <a:pt x="996976" y="0"/>
                  </a:lnTo>
                  <a:lnTo>
                    <a:pt x="1147440" y="565"/>
                  </a:lnTo>
                  <a:lnTo>
                    <a:pt x="1297904" y="5056"/>
                  </a:lnTo>
                  <a:lnTo>
                    <a:pt x="1448369" y="13550"/>
                  </a:lnTo>
                  <a:lnTo>
                    <a:pt x="1598833" y="27187"/>
                  </a:lnTo>
                  <a:lnTo>
                    <a:pt x="1749297" y="45189"/>
                  </a:lnTo>
                  <a:lnTo>
                    <a:pt x="1899761" y="65748"/>
                  </a:lnTo>
                  <a:lnTo>
                    <a:pt x="2050225" y="87650"/>
                  </a:lnTo>
                  <a:lnTo>
                    <a:pt x="2200689" y="117912"/>
                  </a:lnTo>
                  <a:lnTo>
                    <a:pt x="2351153" y="151876"/>
                  </a:lnTo>
                  <a:lnTo>
                    <a:pt x="2501617" y="180186"/>
                  </a:lnTo>
                  <a:lnTo>
                    <a:pt x="2652081" y="201941"/>
                  </a:lnTo>
                  <a:lnTo>
                    <a:pt x="2802545" y="220989"/>
                  </a:lnTo>
                  <a:lnTo>
                    <a:pt x="2953009" y="237938"/>
                  </a:lnTo>
                  <a:lnTo>
                    <a:pt x="3103473" y="251594"/>
                  </a:lnTo>
                  <a:lnTo>
                    <a:pt x="3253937" y="259978"/>
                  </a:lnTo>
                  <a:lnTo>
                    <a:pt x="3404401" y="266822"/>
                  </a:lnTo>
                  <a:lnTo>
                    <a:pt x="3554865" y="276025"/>
                  </a:lnTo>
                  <a:lnTo>
                    <a:pt x="3705329" y="287173"/>
                  </a:lnTo>
                  <a:lnTo>
                    <a:pt x="3855793" y="297407"/>
                  </a:lnTo>
                  <a:lnTo>
                    <a:pt x="4006257" y="305037"/>
                  </a:lnTo>
                  <a:lnTo>
                    <a:pt x="4156721" y="309909"/>
                  </a:lnTo>
                  <a:lnTo>
                    <a:pt x="4307185" y="312548"/>
                  </a:lnTo>
                  <a:lnTo>
                    <a:pt x="4457649" y="312026"/>
                  </a:lnTo>
                  <a:lnTo>
                    <a:pt x="4608114" y="307461"/>
                  </a:lnTo>
                  <a:lnTo>
                    <a:pt x="4758578" y="301242"/>
                  </a:lnTo>
                  <a:lnTo>
                    <a:pt x="4909042" y="295073"/>
                  </a:lnTo>
                  <a:lnTo>
                    <a:pt x="5059506" y="288953"/>
                  </a:lnTo>
                  <a:lnTo>
                    <a:pt x="5209970" y="282878"/>
                  </a:lnTo>
                  <a:lnTo>
                    <a:pt x="5360434" y="276847"/>
                  </a:lnTo>
                  <a:lnTo>
                    <a:pt x="5510898" y="270857"/>
                  </a:lnTo>
                  <a:lnTo>
                    <a:pt x="5661362" y="264906"/>
                  </a:lnTo>
                  <a:lnTo>
                    <a:pt x="5811826" y="258991"/>
                  </a:lnTo>
                  <a:lnTo>
                    <a:pt x="5962290" y="253110"/>
                  </a:lnTo>
                  <a:lnTo>
                    <a:pt x="6112754" y="247259"/>
                  </a:lnTo>
                  <a:lnTo>
                    <a:pt x="6145984" y="24597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2026-09-08T14:39:42Z</dcterms:modified>
  <cp:category/>
</cp:coreProperties>
</file>