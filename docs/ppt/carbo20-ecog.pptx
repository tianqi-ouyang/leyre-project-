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04089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566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0923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6180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4374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274713" y="2473529"/>
              <a:ext cx="1689026" cy="263056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58576" y="3748203"/>
              <a:ext cx="1689026" cy="135588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242438" y="4853391"/>
              <a:ext cx="1689026" cy="25069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119227" y="3815042"/>
              <a:ext cx="4967725" cy="597453"/>
            </a:xfrm>
            <a:custGeom>
              <a:avLst/>
              <a:pathLst>
                <a:path w="4967725" h="597453">
                  <a:moveTo>
                    <a:pt x="0" y="597453"/>
                  </a:moveTo>
                  <a:lnTo>
                    <a:pt x="2483862" y="282724"/>
                  </a:lnTo>
                  <a:lnTo>
                    <a:pt x="4967725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076785" y="4370054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560647" y="4055325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7044510" y="3772600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817066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754887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754887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54887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167432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8326933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8326933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8326933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326933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26933" y="16743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81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9157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572000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39963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25184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14587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78008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455459" y="335912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34" name="tx34"/>
            <p:cNvSpPr/>
            <p:nvPr/>
          </p:nvSpPr>
          <p:spPr>
            <a:xfrm rot="5400000">
              <a:off x="8213823" y="335912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41876" y="1367948"/>
              <a:ext cx="39662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% of cohort (right axis) · N = 1,200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04089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566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0923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6180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4374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274713" y="2473529"/>
              <a:ext cx="1689026" cy="263056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58576" y="3748203"/>
              <a:ext cx="1689026" cy="135588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242438" y="4853391"/>
              <a:ext cx="1689026" cy="25069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119227" y="4626664"/>
              <a:ext cx="4967725" cy="204427"/>
            </a:xfrm>
            <a:custGeom>
              <a:avLst/>
              <a:pathLst>
                <a:path w="4967725" h="204427">
                  <a:moveTo>
                    <a:pt x="0" y="204427"/>
                  </a:moveTo>
                  <a:lnTo>
                    <a:pt x="2483862" y="115501"/>
                  </a:lnTo>
                  <a:lnTo>
                    <a:pt x="4967725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076785" y="4788650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560647" y="4699724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7044510" y="4584222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817066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754887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754887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54887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167432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8326933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8326933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8326933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326933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26933" y="16743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81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9157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572000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39963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25184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14587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78008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455459" y="335912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34" name="tx34"/>
            <p:cNvSpPr/>
            <p:nvPr/>
          </p:nvSpPr>
          <p:spPr>
            <a:xfrm rot="5400000">
              <a:off x="8213823" y="335912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41876" y="1367948"/>
              <a:ext cx="39662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% of cohort (right axis) · N = 1,200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04089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566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0923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6180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4374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274713" y="2473529"/>
              <a:ext cx="1689026" cy="263056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58576" y="3748203"/>
              <a:ext cx="1689026" cy="135588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242438" y="4853391"/>
              <a:ext cx="1689026" cy="25069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119227" y="4867491"/>
              <a:ext cx="4967725" cy="141112"/>
            </a:xfrm>
            <a:custGeom>
              <a:avLst/>
              <a:pathLst>
                <a:path w="4967725" h="141112">
                  <a:moveTo>
                    <a:pt x="0" y="0"/>
                  </a:moveTo>
                  <a:lnTo>
                    <a:pt x="2483862" y="86532"/>
                  </a:lnTo>
                  <a:lnTo>
                    <a:pt x="4967725" y="141112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076785" y="4825049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560647" y="4911581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7044510" y="4966162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817066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754887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754887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54887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167432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8326933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8326933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8326933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326933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26933" y="16743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81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9157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572000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39963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25184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14587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78008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455459" y="335912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34" name="tx34"/>
            <p:cNvSpPr/>
            <p:nvPr/>
          </p:nvSpPr>
          <p:spPr>
            <a:xfrm rot="5400000">
              <a:off x="8213823" y="335912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41876" y="1367948"/>
              <a:ext cx="39662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% of cohort (right axis) · N = 1,200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04089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566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0923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6180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4374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274713" y="2473529"/>
              <a:ext cx="1689026" cy="263056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58576" y="3748203"/>
              <a:ext cx="1689026" cy="135588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242438" y="4853391"/>
              <a:ext cx="1689026" cy="25069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119227" y="4917541"/>
              <a:ext cx="4967725" cy="138805"/>
            </a:xfrm>
            <a:custGeom>
              <a:avLst/>
              <a:pathLst>
                <a:path w="4967725" h="138805">
                  <a:moveTo>
                    <a:pt x="0" y="0"/>
                  </a:moveTo>
                  <a:lnTo>
                    <a:pt x="2483862" y="71792"/>
                  </a:lnTo>
                  <a:lnTo>
                    <a:pt x="4967725" y="138805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076785" y="4875099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560647" y="4946891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7044510" y="5013904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817066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754887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754887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54887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167432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8326933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8326933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8326933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326933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26933" y="16743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81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9157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572000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39963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25184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14587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78008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455459" y="335912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34" name="tx34"/>
            <p:cNvSpPr/>
            <p:nvPr/>
          </p:nvSpPr>
          <p:spPr>
            <a:xfrm rot="5400000">
              <a:off x="8213823" y="335912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41876" y="1367948"/>
              <a:ext cx="39662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% of cohort (right axis) · N = 1,200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04089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566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0923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6180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4374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274713" y="2473529"/>
              <a:ext cx="1689026" cy="263056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58576" y="3748203"/>
              <a:ext cx="1689026" cy="135588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242438" y="4853391"/>
              <a:ext cx="1689026" cy="25069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119227" y="4667293"/>
              <a:ext cx="4967725" cy="102598"/>
            </a:xfrm>
            <a:custGeom>
              <a:avLst/>
              <a:pathLst>
                <a:path w="4967725" h="102598">
                  <a:moveTo>
                    <a:pt x="0" y="0"/>
                  </a:moveTo>
                  <a:lnTo>
                    <a:pt x="2483862" y="101354"/>
                  </a:lnTo>
                  <a:lnTo>
                    <a:pt x="4967725" y="102598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076785" y="4624851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560647" y="4726206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7044510" y="4727450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817066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754887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754887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54887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167432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8326933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8326933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8326933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326933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26933" y="16743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81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9157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572000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39963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25184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14587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78008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455459" y="335912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34" name="tx34"/>
            <p:cNvSpPr/>
            <p:nvPr/>
          </p:nvSpPr>
          <p:spPr>
            <a:xfrm rot="5400000">
              <a:off x="8213823" y="335912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41876" y="1367948"/>
              <a:ext cx="39662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% of cohort (right axis) · N = 1,200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04089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566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0923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6180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4374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274713" y="2473529"/>
              <a:ext cx="1689026" cy="263056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58576" y="3748203"/>
              <a:ext cx="1689026" cy="135588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242438" y="4853391"/>
              <a:ext cx="1689026" cy="25069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119227" y="4865376"/>
              <a:ext cx="4967725" cy="97474"/>
            </a:xfrm>
            <a:custGeom>
              <a:avLst/>
              <a:pathLst>
                <a:path w="4967725" h="97474">
                  <a:moveTo>
                    <a:pt x="0" y="74914"/>
                  </a:moveTo>
                  <a:lnTo>
                    <a:pt x="2483862" y="97474"/>
                  </a:lnTo>
                  <a:lnTo>
                    <a:pt x="4967725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076785" y="4897849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560647" y="4920409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7044510" y="4822935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817066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754887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754887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54887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167432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8326933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8326933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8326933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326933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26933" y="16743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81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9157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572000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39963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25184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14587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78008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455459" y="335912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34" name="tx34"/>
            <p:cNvSpPr/>
            <p:nvPr/>
          </p:nvSpPr>
          <p:spPr>
            <a:xfrm rot="5400000">
              <a:off x="8213823" y="335912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41876" y="1367948"/>
              <a:ext cx="39662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% of cohort (right axis) · N = 1,200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04089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566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0923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6180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4374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274713" y="2473529"/>
              <a:ext cx="1689026" cy="263056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58576" y="3748203"/>
              <a:ext cx="1689026" cy="135588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242438" y="4853391"/>
              <a:ext cx="1689026" cy="25069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119227" y="4144049"/>
              <a:ext cx="4967725" cy="103783"/>
            </a:xfrm>
            <a:custGeom>
              <a:avLst/>
              <a:pathLst>
                <a:path w="4967725" h="103783">
                  <a:moveTo>
                    <a:pt x="0" y="0"/>
                  </a:moveTo>
                  <a:lnTo>
                    <a:pt x="2483862" y="103783"/>
                  </a:lnTo>
                  <a:lnTo>
                    <a:pt x="4967725" y="519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076785" y="4101607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560647" y="4205391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7044510" y="4106798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817066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754887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754887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54887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167432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8326933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8326933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8326933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326933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26933" y="16743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81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9157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572000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39963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25184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14587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78008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455459" y="335912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34" name="tx34"/>
            <p:cNvSpPr/>
            <p:nvPr/>
          </p:nvSpPr>
          <p:spPr>
            <a:xfrm rot="5400000">
              <a:off x="8213823" y="335912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41876" y="1367948"/>
              <a:ext cx="39662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% of cohort (right axis) · N = 1,200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04089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56660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409231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61802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41876" y="1714374"/>
              <a:ext cx="7322426" cy="0"/>
            </a:xfrm>
            <a:custGeom>
              <a:avLst/>
              <a:pathLst>
                <a:path w="7322426" h="0">
                  <a:moveTo>
                    <a:pt x="0" y="0"/>
                  </a:moveTo>
                  <a:lnTo>
                    <a:pt x="7322426" y="0"/>
                  </a:lnTo>
                  <a:lnTo>
                    <a:pt x="732242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274713" y="2473529"/>
              <a:ext cx="1689026" cy="2630560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758576" y="3748203"/>
              <a:ext cx="1689026" cy="1355885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242438" y="4853391"/>
              <a:ext cx="1689026" cy="250697"/>
            </a:xfrm>
            <a:prstGeom prst="rect">
              <a:avLst/>
            </a:prstGeom>
            <a:solidFill>
              <a:srgbClr val="F8766D">
                <a:alpha val="54901"/>
              </a:srgbClr>
            </a:solidFill>
            <a:ln w="8130" cap="flat">
              <a:solidFill>
                <a:srgbClr val="FFFFF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119227" y="4769891"/>
              <a:ext cx="4967725" cy="124899"/>
            </a:xfrm>
            <a:custGeom>
              <a:avLst/>
              <a:pathLst>
                <a:path w="4967725" h="124899">
                  <a:moveTo>
                    <a:pt x="0" y="124899"/>
                  </a:moveTo>
                  <a:lnTo>
                    <a:pt x="2483862" y="122340"/>
                  </a:lnTo>
                  <a:lnTo>
                    <a:pt x="4967725" y="0"/>
                  </a:lnTo>
                </a:path>
              </a:pathLst>
            </a:custGeom>
            <a:ln w="4607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076785" y="4852349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4560647" y="4849790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7044510" y="4727450"/>
              <a:ext cx="84883" cy="84883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tx16"/>
            <p:cNvSpPr/>
            <p:nvPr/>
          </p:nvSpPr>
          <p:spPr>
            <a:xfrm>
              <a:off x="817066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754887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754887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754887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167432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8326933" y="506403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8326933" y="421660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8326933" y="336918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326933" y="252175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26933" y="16743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088137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915773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572000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39963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25184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14587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78008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455459" y="3359122"/>
              <a:ext cx="20647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  (carboplatin ±20%)</a:t>
              </a:r>
            </a:p>
          </p:txBody>
        </p:sp>
        <p:sp>
          <p:nvSpPr>
            <p:cNvPr id="34" name="tx34"/>
            <p:cNvSpPr/>
            <p:nvPr/>
          </p:nvSpPr>
          <p:spPr>
            <a:xfrm rot="5400000">
              <a:off x="8213823" y="3359122"/>
              <a:ext cx="7065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F8766D">
                      <a:alpha val="100000"/>
                    </a:srgbClr>
                  </a:solidFill>
                  <a:latin typeface="Helvetica"/>
                  <a:cs typeface="Helvetica"/>
                </a:rPr>
                <a:t>% of cohort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41876" y="1367948"/>
              <a:ext cx="396621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Black line = % overdosed (left axis) · bars = % of cohort (right axis) · N = 1,200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2026-10-16T10:42:04Z</dcterms:modified>
  <cp:category/>
</cp:coreProperties>
</file>