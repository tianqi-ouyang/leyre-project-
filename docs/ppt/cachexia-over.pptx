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482557"/>
              <a:ext cx="490763" cy="6134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405870"/>
              <a:ext cx="490763" cy="69017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05870"/>
              <a:ext cx="490763" cy="6901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777044"/>
              <a:ext cx="490763" cy="13190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056194"/>
              <a:ext cx="490763" cy="203985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247680"/>
              <a:ext cx="490763" cy="8483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3933470"/>
              <a:ext cx="490763" cy="116257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3902049"/>
              <a:ext cx="490763" cy="11939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519527"/>
              <a:ext cx="490763" cy="257651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1859686"/>
              <a:ext cx="490763" cy="3236359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59243"/>
              <a:ext cx="490763" cy="53680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52498"/>
              <a:ext cx="490763" cy="843547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467627"/>
              <a:ext cx="490763" cy="62841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216259"/>
              <a:ext cx="490763" cy="879787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184838"/>
              <a:ext cx="490763" cy="9112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3996312"/>
              <a:ext cx="490763" cy="10997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367893"/>
              <a:ext cx="490763" cy="172815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65987"/>
              <a:ext cx="490763" cy="23005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804639"/>
              <a:ext cx="490763" cy="291407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89301"/>
              <a:ext cx="490763" cy="30674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51266"/>
              <a:ext cx="490763" cy="44477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221824"/>
              <a:ext cx="490763" cy="87422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938941"/>
              <a:ext cx="490763" cy="15710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907520"/>
              <a:ext cx="490763" cy="18852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813257"/>
              <a:ext cx="490763" cy="28278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36206"/>
              <a:ext cx="490763" cy="659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804639"/>
              <a:ext cx="490763" cy="29140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758627"/>
              <a:ext cx="490763" cy="33741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743290"/>
              <a:ext cx="490763" cy="3527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05870"/>
              <a:ext cx="490763" cy="69017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876099"/>
              <a:ext cx="490763" cy="21994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813257"/>
              <a:ext cx="490763" cy="28278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781836"/>
              <a:ext cx="490763" cy="31420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750415"/>
              <a:ext cx="490763" cy="34563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561889"/>
              <a:ext cx="490763" cy="5341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81941"/>
              <a:ext cx="490763" cy="41410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175812"/>
              <a:ext cx="490763" cy="920233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3685021"/>
              <a:ext cx="490763" cy="141102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04785"/>
              <a:ext cx="490763" cy="6912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216259"/>
              <a:ext cx="490763" cy="87978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3744944"/>
              <a:ext cx="490763" cy="135110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743290"/>
              <a:ext cx="490763" cy="3527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97278"/>
              <a:ext cx="490763" cy="39876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97278"/>
              <a:ext cx="490763" cy="3987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681941"/>
              <a:ext cx="490763" cy="4141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497894"/>
              <a:ext cx="490763" cy="59815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750415"/>
              <a:ext cx="490763" cy="34563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687573"/>
              <a:ext cx="490763" cy="40847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561889"/>
              <a:ext cx="490763" cy="5341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436206"/>
              <a:ext cx="490763" cy="65984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404785"/>
              <a:ext cx="490763" cy="69126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35929"/>
              <a:ext cx="490763" cy="46011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543906"/>
              <a:ext cx="490763" cy="5521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497894"/>
              <a:ext cx="490763" cy="59815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3270915"/>
              <a:ext cx="490763" cy="182513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2734112"/>
              <a:ext cx="490763" cy="236193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561889"/>
              <a:ext cx="490763" cy="5341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310522"/>
              <a:ext cx="490763" cy="78552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310522"/>
              <a:ext cx="490763" cy="78552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2959420"/>
              <a:ext cx="490763" cy="21366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2393843"/>
              <a:ext cx="490763" cy="270220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1650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5105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5014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51741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161886" y="4651266"/>
              <a:ext cx="490763" cy="44477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683323" y="4635929"/>
              <a:ext cx="490763" cy="46011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204759" y="4605254"/>
              <a:ext cx="490763" cy="490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726196" y="4574580"/>
              <a:ext cx="490763" cy="521465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3247633" y="4114463"/>
              <a:ext cx="490763" cy="98158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4229160" y="4656152"/>
              <a:ext cx="490763" cy="4398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4750597" y="4593310"/>
              <a:ext cx="490763" cy="50273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5272034" y="4436206"/>
              <a:ext cx="490763" cy="65984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5793471" y="4341943"/>
              <a:ext cx="490763" cy="75410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6314907" y="4184838"/>
              <a:ext cx="490763" cy="91120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378727" y="5336204"/>
              <a:ext cx="14282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No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246687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(N=463)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21130" y="5336204"/>
              <a:ext cx="19257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Yes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313962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(N=226)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692542" y="5596581"/>
              <a:ext cx="58247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Cachexia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169121" y="3270652"/>
              <a:ext cx="81555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overdosed</a:t>
              </a:r>
            </a:p>
          </p:txBody>
        </p:sp>
        <p:sp>
          <p:nvSpPr>
            <p:cNvPr id="42" name="rc42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tx47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2026-09-08T15:45:31Z</dcterms:modified>
  <cp:category/>
</cp:coreProperties>
</file>