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482557"/>
              <a:ext cx="490763" cy="613489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405870"/>
              <a:ext cx="490763" cy="69017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405870"/>
              <a:ext cx="490763" cy="69017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3777044"/>
              <a:ext cx="490763" cy="131900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3056194"/>
              <a:ext cx="490763" cy="203985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247680"/>
              <a:ext cx="490763" cy="84836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3933470"/>
              <a:ext cx="490763" cy="116257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3902049"/>
              <a:ext cx="490763" cy="119399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2519527"/>
              <a:ext cx="490763" cy="2576519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1859686"/>
              <a:ext cx="490763" cy="3236359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635929"/>
              <a:ext cx="490763" cy="46011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605254"/>
              <a:ext cx="490763" cy="49079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574580"/>
              <a:ext cx="490763" cy="52146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559243"/>
              <a:ext cx="490763" cy="53680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252498"/>
              <a:ext cx="490763" cy="843547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467627"/>
              <a:ext cx="490763" cy="628419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216259"/>
              <a:ext cx="490763" cy="87978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184838"/>
              <a:ext cx="490763" cy="91120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3996312"/>
              <a:ext cx="490763" cy="109973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3367893"/>
              <a:ext cx="490763" cy="172815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865987"/>
              <a:ext cx="490763" cy="23005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804639"/>
              <a:ext cx="490763" cy="29140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789301"/>
              <a:ext cx="490763" cy="30674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651266"/>
              <a:ext cx="490763" cy="444779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221824"/>
              <a:ext cx="490763" cy="87422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938941"/>
              <a:ext cx="490763" cy="15710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907520"/>
              <a:ext cx="490763" cy="18852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813257"/>
              <a:ext cx="490763" cy="28278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687573"/>
              <a:ext cx="490763" cy="40847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436206"/>
              <a:ext cx="490763" cy="65984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804639"/>
              <a:ext cx="490763" cy="29140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758627"/>
              <a:ext cx="490763" cy="33741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743290"/>
              <a:ext cx="490763" cy="3527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681941"/>
              <a:ext cx="490763" cy="41410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405870"/>
              <a:ext cx="490763" cy="69017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876099"/>
              <a:ext cx="490763" cy="21994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813257"/>
              <a:ext cx="490763" cy="282788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781836"/>
              <a:ext cx="490763" cy="31420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750415"/>
              <a:ext cx="490763" cy="34563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561889"/>
              <a:ext cx="490763" cy="5341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681941"/>
              <a:ext cx="490763" cy="414105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635929"/>
              <a:ext cx="490763" cy="46011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605254"/>
              <a:ext cx="490763" cy="49079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175812"/>
              <a:ext cx="490763" cy="92023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3685021"/>
              <a:ext cx="490763" cy="141102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656152"/>
              <a:ext cx="490763" cy="43989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436206"/>
              <a:ext cx="490763" cy="65984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404785"/>
              <a:ext cx="490763" cy="69126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216259"/>
              <a:ext cx="490763" cy="87978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3744944"/>
              <a:ext cx="490763" cy="135110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743290"/>
              <a:ext cx="490763" cy="3527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697278"/>
              <a:ext cx="490763" cy="398768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697278"/>
              <a:ext cx="490763" cy="39876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681941"/>
              <a:ext cx="490763" cy="41410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497894"/>
              <a:ext cx="490763" cy="59815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750415"/>
              <a:ext cx="490763" cy="34563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687573"/>
              <a:ext cx="490763" cy="40847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561889"/>
              <a:ext cx="490763" cy="5341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436206"/>
              <a:ext cx="490763" cy="65984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404785"/>
              <a:ext cx="490763" cy="69126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635929"/>
              <a:ext cx="490763" cy="46011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543906"/>
              <a:ext cx="490763" cy="55214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497894"/>
              <a:ext cx="490763" cy="59815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3270915"/>
              <a:ext cx="490763" cy="182513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2734112"/>
              <a:ext cx="490763" cy="236193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561889"/>
              <a:ext cx="490763" cy="5341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310522"/>
              <a:ext cx="490763" cy="78552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310522"/>
              <a:ext cx="490763" cy="78552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2959420"/>
              <a:ext cx="490763" cy="213662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2393843"/>
              <a:ext cx="490763" cy="270220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651266"/>
              <a:ext cx="490763" cy="444779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635929"/>
              <a:ext cx="490763" cy="46011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605254"/>
              <a:ext cx="490763" cy="49079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574580"/>
              <a:ext cx="490763" cy="52146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114463"/>
              <a:ext cx="490763" cy="98158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656152"/>
              <a:ext cx="490763" cy="43989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593310"/>
              <a:ext cx="490763" cy="50273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436206"/>
              <a:ext cx="490763" cy="65984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341943"/>
              <a:ext cx="490763" cy="75410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184838"/>
              <a:ext cx="490763" cy="91120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2026-10-16T10:42:15Z</dcterms:modified>
  <cp:category/>
</cp:coreProperties>
</file>