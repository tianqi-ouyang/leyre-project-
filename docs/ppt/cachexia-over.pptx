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482557"/>
              <a:ext cx="490763" cy="61348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05870"/>
              <a:ext cx="490763" cy="69017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405870"/>
              <a:ext cx="490763" cy="6901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777044"/>
              <a:ext cx="490763" cy="13190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056194"/>
              <a:ext cx="490763" cy="203985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247680"/>
              <a:ext cx="490763" cy="84836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3933470"/>
              <a:ext cx="490763" cy="11625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902049"/>
              <a:ext cx="490763" cy="11939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2519527"/>
              <a:ext cx="490763" cy="257651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1859686"/>
              <a:ext cx="490763" cy="323635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35929"/>
              <a:ext cx="490763" cy="4601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05254"/>
              <a:ext cx="490763" cy="490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74580"/>
              <a:ext cx="490763" cy="5214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59243"/>
              <a:ext cx="490763" cy="53680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52498"/>
              <a:ext cx="490763" cy="84354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467627"/>
              <a:ext cx="490763" cy="62841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216259"/>
              <a:ext cx="490763" cy="87978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184838"/>
              <a:ext cx="490763" cy="9112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996312"/>
              <a:ext cx="490763" cy="109973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367893"/>
              <a:ext cx="490763" cy="17281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65987"/>
              <a:ext cx="490763" cy="2300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04639"/>
              <a:ext cx="490763" cy="2914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89301"/>
              <a:ext cx="490763" cy="3067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51266"/>
              <a:ext cx="490763" cy="44477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21824"/>
              <a:ext cx="490763" cy="87422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8941"/>
              <a:ext cx="490763" cy="15710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07520"/>
              <a:ext cx="490763" cy="1885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13257"/>
              <a:ext cx="490763" cy="2827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87573"/>
              <a:ext cx="490763" cy="4084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36206"/>
              <a:ext cx="490763" cy="6598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04639"/>
              <a:ext cx="490763" cy="29140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58627"/>
              <a:ext cx="490763" cy="3374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43290"/>
              <a:ext cx="490763" cy="3527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81941"/>
              <a:ext cx="490763" cy="41410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05870"/>
              <a:ext cx="490763" cy="6901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76099"/>
              <a:ext cx="490763" cy="2199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13257"/>
              <a:ext cx="490763" cy="28278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81836"/>
              <a:ext cx="490763" cy="3142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750415"/>
              <a:ext cx="490763" cy="34563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561889"/>
              <a:ext cx="490763" cy="5341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81941"/>
              <a:ext cx="490763" cy="4141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5929"/>
              <a:ext cx="490763" cy="4601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05254"/>
              <a:ext cx="490763" cy="4907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175812"/>
              <a:ext cx="490763" cy="92023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685021"/>
              <a:ext cx="490763" cy="14110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56152"/>
              <a:ext cx="490763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36206"/>
              <a:ext cx="490763" cy="6598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04785"/>
              <a:ext cx="490763" cy="6912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216259"/>
              <a:ext cx="490763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744944"/>
              <a:ext cx="490763" cy="135110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43290"/>
              <a:ext cx="490763" cy="3527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97278"/>
              <a:ext cx="490763" cy="39876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97278"/>
              <a:ext cx="490763" cy="39876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81941"/>
              <a:ext cx="490763" cy="4141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97894"/>
              <a:ext cx="490763" cy="59815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50415"/>
              <a:ext cx="490763" cy="34563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87573"/>
              <a:ext cx="490763" cy="4084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61889"/>
              <a:ext cx="490763" cy="5341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436206"/>
              <a:ext cx="490763" cy="65984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04785"/>
              <a:ext cx="490763" cy="6912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35929"/>
              <a:ext cx="490763" cy="4601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43906"/>
              <a:ext cx="490763" cy="5521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497894"/>
              <a:ext cx="490763" cy="59815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270915"/>
              <a:ext cx="490763" cy="182513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734112"/>
              <a:ext cx="490763" cy="236193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561889"/>
              <a:ext cx="490763" cy="5341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310522"/>
              <a:ext cx="490763" cy="78552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10522"/>
              <a:ext cx="490763" cy="7855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2959420"/>
              <a:ext cx="490763" cy="21366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393843"/>
              <a:ext cx="490763" cy="270220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51266"/>
              <a:ext cx="490763" cy="44477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5929"/>
              <a:ext cx="490763" cy="4601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05254"/>
              <a:ext cx="490763" cy="490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74580"/>
              <a:ext cx="490763" cy="5214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114463"/>
              <a:ext cx="490763" cy="9815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56152"/>
              <a:ext cx="490763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93310"/>
              <a:ext cx="490763" cy="5027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36206"/>
              <a:ext cx="490763" cy="6598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341943"/>
              <a:ext cx="490763" cy="75410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184838"/>
              <a:ext cx="490763" cy="91120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2026-09-14T15:17:29Z</dcterms:modified>
  <cp:category/>
</cp:coreProperties>
</file>