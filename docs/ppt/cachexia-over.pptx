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482557"/>
              <a:ext cx="490763" cy="6134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05870"/>
              <a:ext cx="490763" cy="69017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05870"/>
              <a:ext cx="490763" cy="6901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77044"/>
              <a:ext cx="490763" cy="13190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056194"/>
              <a:ext cx="490763" cy="203985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47680"/>
              <a:ext cx="490763" cy="8483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933470"/>
              <a:ext cx="490763" cy="11625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902049"/>
              <a:ext cx="490763" cy="11939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519527"/>
              <a:ext cx="490763" cy="257651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1859686"/>
              <a:ext cx="490763" cy="32363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59243"/>
              <a:ext cx="490763" cy="5368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52498"/>
              <a:ext cx="490763" cy="8435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67627"/>
              <a:ext cx="490763" cy="62841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216259"/>
              <a:ext cx="490763" cy="8797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184838"/>
              <a:ext cx="490763" cy="9112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6312"/>
              <a:ext cx="490763" cy="10997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65987"/>
              <a:ext cx="490763" cy="2300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51266"/>
              <a:ext cx="490763" cy="4447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21824"/>
              <a:ext cx="490763" cy="8742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36206"/>
              <a:ext cx="490763" cy="659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04639"/>
              <a:ext cx="490763" cy="29140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58627"/>
              <a:ext cx="490763" cy="337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3290"/>
              <a:ext cx="490763" cy="3527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05870"/>
              <a:ext cx="490763" cy="6901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257"/>
              <a:ext cx="490763" cy="28278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81836"/>
              <a:ext cx="490763" cy="3142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50415"/>
              <a:ext cx="490763" cy="3456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561889"/>
              <a:ext cx="490763" cy="5341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175812"/>
              <a:ext cx="490763" cy="9202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685021"/>
              <a:ext cx="490763" cy="14110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04785"/>
              <a:ext cx="490763" cy="6912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44944"/>
              <a:ext cx="490763" cy="13511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97278"/>
              <a:ext cx="490763" cy="3987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97278"/>
              <a:ext cx="490763" cy="3987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97894"/>
              <a:ext cx="490763" cy="5981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50415"/>
              <a:ext cx="490763" cy="34563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61889"/>
              <a:ext cx="490763" cy="5341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36206"/>
              <a:ext cx="490763" cy="6598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04785"/>
              <a:ext cx="490763" cy="6912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3906"/>
              <a:ext cx="490763" cy="5521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97894"/>
              <a:ext cx="490763" cy="59815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70915"/>
              <a:ext cx="490763" cy="18251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734112"/>
              <a:ext cx="490763" cy="23619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61889"/>
              <a:ext cx="490763" cy="5341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10522"/>
              <a:ext cx="490763" cy="78552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10522"/>
              <a:ext cx="490763" cy="7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959420"/>
              <a:ext cx="490763" cy="21366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393843"/>
              <a:ext cx="490763" cy="270220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51266"/>
              <a:ext cx="490763" cy="44477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114463"/>
              <a:ext cx="490763" cy="9815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93310"/>
              <a:ext cx="490763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341943"/>
              <a:ext cx="490763" cy="75410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84838"/>
              <a:ext cx="490763" cy="911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2026-09-08T15:57:50Z</dcterms:modified>
  <cp:category/>
</cp:coreProperties>
</file>