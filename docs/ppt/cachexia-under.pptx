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958011"/>
              <a:ext cx="490763" cy="13803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42674"/>
              <a:ext cx="490763" cy="1533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27336"/>
              <a:ext cx="490763" cy="1687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33204"/>
              <a:ext cx="490763" cy="62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5001783"/>
              <a:ext cx="490763" cy="9426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5001783"/>
              <a:ext cx="490763" cy="9426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970362"/>
              <a:ext cx="490763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89917"/>
              <a:ext cx="490763" cy="506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13231"/>
              <a:ext cx="490763" cy="5828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76099"/>
              <a:ext cx="490763" cy="2199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28568"/>
              <a:ext cx="490763" cy="56747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375196"/>
              <a:ext cx="490763" cy="7208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221824"/>
              <a:ext cx="490763" cy="874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007102"/>
              <a:ext cx="490763" cy="10889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99742"/>
              <a:ext cx="490763" cy="1196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059154"/>
              <a:ext cx="490763" cy="10368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776365"/>
              <a:ext cx="490763" cy="13196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587840"/>
              <a:ext cx="490763" cy="15082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462156"/>
              <a:ext cx="490763" cy="163389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022262"/>
              <a:ext cx="490763" cy="2073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74580"/>
              <a:ext cx="490763" cy="5214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28568"/>
              <a:ext cx="490763" cy="5674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59859"/>
              <a:ext cx="490763" cy="7361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83173"/>
              <a:ext cx="490763" cy="8128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976428"/>
              <a:ext cx="490763" cy="111961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121996"/>
              <a:ext cx="490763" cy="9740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870628"/>
              <a:ext cx="490763" cy="122541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776365"/>
              <a:ext cx="490763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0650"/>
              <a:ext cx="490763" cy="2453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5313"/>
              <a:ext cx="490763" cy="2607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5313"/>
              <a:ext cx="490763" cy="260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28568"/>
              <a:ext cx="490763" cy="5674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36545"/>
              <a:ext cx="490763" cy="6595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07520"/>
              <a:ext cx="490763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13257"/>
              <a:ext cx="490763" cy="2827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24731"/>
              <a:ext cx="490763" cy="4713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19976"/>
              <a:ext cx="490763" cy="276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7952"/>
              <a:ext cx="490763" cy="3680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51266"/>
              <a:ext cx="490763" cy="4447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76099"/>
              <a:ext cx="490763" cy="2199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81325"/>
              <a:ext cx="490763" cy="21472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0650"/>
              <a:ext cx="490763" cy="2453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19976"/>
              <a:ext cx="490763" cy="27607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8941"/>
              <a:ext cx="490763" cy="15710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8941"/>
              <a:ext cx="490763" cy="1571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2026-09-08T12:04:23Z</dcterms:modified>
  <cp:category/>
</cp:coreProperties>
</file>