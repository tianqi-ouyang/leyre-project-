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958011"/>
              <a:ext cx="490763" cy="13803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942674"/>
              <a:ext cx="490763" cy="1533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927336"/>
              <a:ext cx="490763" cy="1687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33204"/>
              <a:ext cx="490763" cy="6284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5001783"/>
              <a:ext cx="490763" cy="9426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5001783"/>
              <a:ext cx="490763" cy="9426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970362"/>
              <a:ext cx="490763" cy="1256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89917"/>
              <a:ext cx="490763" cy="506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513231"/>
              <a:ext cx="490763" cy="5828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76099"/>
              <a:ext cx="490763" cy="21994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28568"/>
              <a:ext cx="490763" cy="56747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375196"/>
              <a:ext cx="490763" cy="7208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221824"/>
              <a:ext cx="490763" cy="87422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007102"/>
              <a:ext cx="490763" cy="108894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899742"/>
              <a:ext cx="490763" cy="119630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059154"/>
              <a:ext cx="490763" cy="103689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776365"/>
              <a:ext cx="490763" cy="13196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587840"/>
              <a:ext cx="490763" cy="15082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462156"/>
              <a:ext cx="490763" cy="163389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022262"/>
              <a:ext cx="490763" cy="2073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574580"/>
              <a:ext cx="490763" cy="52146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28568"/>
              <a:ext cx="490763" cy="56747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359859"/>
              <a:ext cx="490763" cy="73618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283173"/>
              <a:ext cx="490763" cy="81287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976428"/>
              <a:ext cx="490763" cy="111961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121996"/>
              <a:ext cx="490763" cy="97404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870628"/>
              <a:ext cx="490763" cy="122541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776365"/>
              <a:ext cx="490763" cy="13196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50650"/>
              <a:ext cx="490763" cy="24539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35313"/>
              <a:ext cx="490763" cy="2607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35313"/>
              <a:ext cx="490763" cy="2607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11999"/>
              <a:ext cx="490763" cy="18404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28568"/>
              <a:ext cx="490763" cy="56747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36545"/>
              <a:ext cx="490763" cy="65950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07520"/>
              <a:ext cx="490763" cy="1885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13257"/>
              <a:ext cx="490763" cy="2827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624731"/>
              <a:ext cx="490763" cy="47131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5004023"/>
              <a:ext cx="490763" cy="9202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19976"/>
              <a:ext cx="490763" cy="276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727952"/>
              <a:ext cx="490763" cy="36809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651266"/>
              <a:ext cx="490763" cy="44477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5001783"/>
              <a:ext cx="490763" cy="942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76099"/>
              <a:ext cx="490763" cy="21994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844678"/>
              <a:ext cx="490763" cy="25136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988685"/>
              <a:ext cx="490763" cy="10736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81325"/>
              <a:ext cx="490763" cy="21472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850650"/>
              <a:ext cx="490763" cy="24539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819976"/>
              <a:ext cx="490763" cy="27607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804639"/>
              <a:ext cx="490763" cy="29140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70362"/>
              <a:ext cx="490763" cy="12568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70362"/>
              <a:ext cx="490763" cy="12568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938941"/>
              <a:ext cx="490763" cy="15710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938941"/>
              <a:ext cx="490763" cy="15710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781836"/>
              <a:ext cx="490763" cy="31420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2026-09-08T15:45:32Z</dcterms:modified>
  <cp:category/>
</cp:coreProperties>
</file>