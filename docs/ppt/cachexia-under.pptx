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Relationship Id="rId9" Type="http://schemas.openxmlformats.org/officeDocument/2006/relationships/slide" Target="slides/slide2.xml"/>
<Relationship Id="rId10" Type="http://schemas.openxmlformats.org/officeDocument/2006/relationships/slide" Target="slides/slide3.xml"/>
<Relationship Id="rId11" Type="http://schemas.openxmlformats.org/officeDocument/2006/relationships/slide" Target="slides/slide4.xml"/>
<Relationship Id="rId12" Type="http://schemas.openxmlformats.org/officeDocument/2006/relationships/slide" Target="slides/slide5.xml"/>
<Relationship Id="rId13" Type="http://schemas.openxmlformats.org/officeDocument/2006/relationships/slide" Target="slides/slide6.xml"/>
<Relationship Id="rId14" Type="http://schemas.openxmlformats.org/officeDocument/2006/relationships/slide" Target="slides/slide7.xml"/>
<Relationship Id="rId15" Type="http://schemas.openxmlformats.org/officeDocument/2006/relationships/slide" Target="slides/slide8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79697" y="4740989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79697" y="4030875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79697" y="332076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79697" y="261064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79697" y="190053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916504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983779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051053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79697" y="5096046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79697" y="4385932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79697" y="367581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79697" y="296570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79697" y="225559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79697" y="1545477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450141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517416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rc20"/>
            <p:cNvSpPr/>
            <p:nvPr/>
          </p:nvSpPr>
          <p:spPr>
            <a:xfrm>
              <a:off x="1161886" y="5004023"/>
              <a:ext cx="490763" cy="92023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rc21"/>
            <p:cNvSpPr/>
            <p:nvPr/>
          </p:nvSpPr>
          <p:spPr>
            <a:xfrm>
              <a:off x="1683323" y="4988685"/>
              <a:ext cx="490763" cy="107360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rc22"/>
            <p:cNvSpPr/>
            <p:nvPr/>
          </p:nvSpPr>
          <p:spPr>
            <a:xfrm>
              <a:off x="2204759" y="4958011"/>
              <a:ext cx="490763" cy="138035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rc23"/>
            <p:cNvSpPr/>
            <p:nvPr/>
          </p:nvSpPr>
          <p:spPr>
            <a:xfrm>
              <a:off x="2726196" y="4942674"/>
              <a:ext cx="490763" cy="153372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3247633" y="4927336"/>
              <a:ext cx="490763" cy="168709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rc25"/>
            <p:cNvSpPr/>
            <p:nvPr/>
          </p:nvSpPr>
          <p:spPr>
            <a:xfrm>
              <a:off x="4229160" y="5033204"/>
              <a:ext cx="490763" cy="62841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4750597" y="5001783"/>
              <a:ext cx="490763" cy="94262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5272034" y="5001783"/>
              <a:ext cx="490763" cy="94262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5793471" y="4970362"/>
              <a:ext cx="490763" cy="125683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6314907" y="4970362"/>
              <a:ext cx="490763" cy="125683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754887" y="505599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34588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635768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2925654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215540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692708" y="1505426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378727" y="5336204"/>
              <a:ext cx="14282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No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2246687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(N=463)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5421130" y="5336204"/>
              <a:ext cx="19257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Yes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5313962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(N=226)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3692542" y="5596581"/>
              <a:ext cx="58247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Cachexia</a:t>
              </a:r>
            </a:p>
          </p:txBody>
        </p:sp>
        <p:sp>
          <p:nvSpPr>
            <p:cNvPr id="41" name="tx41"/>
            <p:cNvSpPr/>
            <p:nvPr/>
          </p:nvSpPr>
          <p:spPr>
            <a:xfrm rot="-5400000">
              <a:off x="126327" y="3270652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42" name="rc42"/>
            <p:cNvSpPr/>
            <p:nvPr/>
          </p:nvSpPr>
          <p:spPr>
            <a:xfrm>
              <a:off x="7305628" y="2781121"/>
              <a:ext cx="201455" cy="201456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3" name="rc43"/>
            <p:cNvSpPr/>
            <p:nvPr/>
          </p:nvSpPr>
          <p:spPr>
            <a:xfrm>
              <a:off x="7305628" y="3000577"/>
              <a:ext cx="201455" cy="201456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4" name="rc44"/>
            <p:cNvSpPr/>
            <p:nvPr/>
          </p:nvSpPr>
          <p:spPr>
            <a:xfrm>
              <a:off x="7305628" y="3220033"/>
              <a:ext cx="201455" cy="201456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5" name="rc45"/>
            <p:cNvSpPr/>
            <p:nvPr/>
          </p:nvSpPr>
          <p:spPr>
            <a:xfrm>
              <a:off x="7305628" y="3439489"/>
              <a:ext cx="201455" cy="201456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6" name="rc46"/>
            <p:cNvSpPr/>
            <p:nvPr/>
          </p:nvSpPr>
          <p:spPr>
            <a:xfrm>
              <a:off x="7305628" y="3658945"/>
              <a:ext cx="201455" cy="201456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7" name="tx47"/>
            <p:cNvSpPr/>
            <p:nvPr/>
          </p:nvSpPr>
          <p:spPr>
            <a:xfrm>
              <a:off x="7585673" y="284179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7585673" y="306125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7585673" y="328071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7585673" y="350016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7585673" y="371962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879697" y="1166869"/>
              <a:ext cx="1545427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 · CKD-EPI 2021</a:t>
              </a:r>
            </a:p>
          </p:txBody>
        </p:sp>
      </p:grp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79697" y="4740989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79697" y="4030875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79697" y="332076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79697" y="261064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79697" y="190053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916504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983779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051053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79697" y="5096046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79697" y="4385932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79697" y="367581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79697" y="296570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79697" y="225559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79697" y="1545477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450141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517416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rc20"/>
            <p:cNvSpPr/>
            <p:nvPr/>
          </p:nvSpPr>
          <p:spPr>
            <a:xfrm>
              <a:off x="1161886" y="4911999"/>
              <a:ext cx="490763" cy="184046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rc21"/>
            <p:cNvSpPr/>
            <p:nvPr/>
          </p:nvSpPr>
          <p:spPr>
            <a:xfrm>
              <a:off x="1683323" y="4743290"/>
              <a:ext cx="490763" cy="352756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rc22"/>
            <p:cNvSpPr/>
            <p:nvPr/>
          </p:nvSpPr>
          <p:spPr>
            <a:xfrm>
              <a:off x="2204759" y="4635929"/>
              <a:ext cx="490763" cy="460116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rc23"/>
            <p:cNvSpPr/>
            <p:nvPr/>
          </p:nvSpPr>
          <p:spPr>
            <a:xfrm>
              <a:off x="2726196" y="4589917"/>
              <a:ext cx="490763" cy="506128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3247633" y="4513231"/>
              <a:ext cx="490763" cy="582814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rc25"/>
            <p:cNvSpPr/>
            <p:nvPr/>
          </p:nvSpPr>
          <p:spPr>
            <a:xfrm>
              <a:off x="4229160" y="4938941"/>
              <a:ext cx="490763" cy="157104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4750597" y="4938941"/>
              <a:ext cx="490763" cy="157104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5272034" y="4907520"/>
              <a:ext cx="490763" cy="188525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5793471" y="4876099"/>
              <a:ext cx="490763" cy="219946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6314907" y="4781836"/>
              <a:ext cx="490763" cy="314209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754887" y="505599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34588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635768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2925654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215540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692708" y="1505426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378727" y="5336204"/>
              <a:ext cx="14282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No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2246687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(N=463)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5421130" y="5336204"/>
              <a:ext cx="19257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Yes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5313962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(N=226)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3692542" y="5596581"/>
              <a:ext cx="58247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Cachexia</a:t>
              </a:r>
            </a:p>
          </p:txBody>
        </p:sp>
        <p:sp>
          <p:nvSpPr>
            <p:cNvPr id="41" name="tx41"/>
            <p:cNvSpPr/>
            <p:nvPr/>
          </p:nvSpPr>
          <p:spPr>
            <a:xfrm rot="-5400000">
              <a:off x="126327" y="3270652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42" name="rc42"/>
            <p:cNvSpPr/>
            <p:nvPr/>
          </p:nvSpPr>
          <p:spPr>
            <a:xfrm>
              <a:off x="7305628" y="2781121"/>
              <a:ext cx="201455" cy="201456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3" name="rc43"/>
            <p:cNvSpPr/>
            <p:nvPr/>
          </p:nvSpPr>
          <p:spPr>
            <a:xfrm>
              <a:off x="7305628" y="3000577"/>
              <a:ext cx="201455" cy="201456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4" name="rc44"/>
            <p:cNvSpPr/>
            <p:nvPr/>
          </p:nvSpPr>
          <p:spPr>
            <a:xfrm>
              <a:off x="7305628" y="3220033"/>
              <a:ext cx="201455" cy="201456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5" name="rc45"/>
            <p:cNvSpPr/>
            <p:nvPr/>
          </p:nvSpPr>
          <p:spPr>
            <a:xfrm>
              <a:off x="7305628" y="3439489"/>
              <a:ext cx="201455" cy="201456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6" name="rc46"/>
            <p:cNvSpPr/>
            <p:nvPr/>
          </p:nvSpPr>
          <p:spPr>
            <a:xfrm>
              <a:off x="7305628" y="3658945"/>
              <a:ext cx="201455" cy="201456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7" name="tx47"/>
            <p:cNvSpPr/>
            <p:nvPr/>
          </p:nvSpPr>
          <p:spPr>
            <a:xfrm>
              <a:off x="7585673" y="284179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7585673" y="306125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7585673" y="328071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7585673" y="350016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7585673" y="371962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879697" y="1166869"/>
              <a:ext cx="1351300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 · EKFC 2021</a:t>
              </a:r>
            </a:p>
          </p:txBody>
        </p:sp>
      </p:grp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79697" y="4740989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79697" y="4030875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79697" y="332076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79697" y="261064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79697" y="190053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916504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983779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051053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79697" y="5096046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79697" y="4385932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79697" y="367581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79697" y="296570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79697" y="225559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79697" y="1545477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450141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517416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rc20"/>
            <p:cNvSpPr/>
            <p:nvPr/>
          </p:nvSpPr>
          <p:spPr>
            <a:xfrm>
              <a:off x="1161886" y="4528568"/>
              <a:ext cx="490763" cy="567477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rc21"/>
            <p:cNvSpPr/>
            <p:nvPr/>
          </p:nvSpPr>
          <p:spPr>
            <a:xfrm>
              <a:off x="1683323" y="4375196"/>
              <a:ext cx="490763" cy="720849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rc22"/>
            <p:cNvSpPr/>
            <p:nvPr/>
          </p:nvSpPr>
          <p:spPr>
            <a:xfrm>
              <a:off x="2204759" y="4221824"/>
              <a:ext cx="490763" cy="874222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rc23"/>
            <p:cNvSpPr/>
            <p:nvPr/>
          </p:nvSpPr>
          <p:spPr>
            <a:xfrm>
              <a:off x="2726196" y="4007102"/>
              <a:ext cx="490763" cy="1088943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3247633" y="3899742"/>
              <a:ext cx="490763" cy="1196304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rc25"/>
            <p:cNvSpPr/>
            <p:nvPr/>
          </p:nvSpPr>
          <p:spPr>
            <a:xfrm>
              <a:off x="4229160" y="4059154"/>
              <a:ext cx="490763" cy="1036891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4750597" y="3776365"/>
              <a:ext cx="490763" cy="1319680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5272034" y="3587840"/>
              <a:ext cx="490763" cy="1508206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5793471" y="3462156"/>
              <a:ext cx="490763" cy="1633890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6314907" y="3022262"/>
              <a:ext cx="490763" cy="2073783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754887" y="505599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34588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635768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2925654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215540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692708" y="1505426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378727" y="5336204"/>
              <a:ext cx="14282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No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2246687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(N=463)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5421130" y="5336204"/>
              <a:ext cx="19257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Yes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5313962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(N=226)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3692542" y="5596581"/>
              <a:ext cx="58247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Cachexia</a:t>
              </a:r>
            </a:p>
          </p:txBody>
        </p:sp>
        <p:sp>
          <p:nvSpPr>
            <p:cNvPr id="41" name="tx41"/>
            <p:cNvSpPr/>
            <p:nvPr/>
          </p:nvSpPr>
          <p:spPr>
            <a:xfrm rot="-5400000">
              <a:off x="126327" y="3270652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42" name="rc42"/>
            <p:cNvSpPr/>
            <p:nvPr/>
          </p:nvSpPr>
          <p:spPr>
            <a:xfrm>
              <a:off x="7305628" y="2781121"/>
              <a:ext cx="201455" cy="201456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3" name="rc43"/>
            <p:cNvSpPr/>
            <p:nvPr/>
          </p:nvSpPr>
          <p:spPr>
            <a:xfrm>
              <a:off x="7305628" y="3000577"/>
              <a:ext cx="201455" cy="201456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4" name="rc44"/>
            <p:cNvSpPr/>
            <p:nvPr/>
          </p:nvSpPr>
          <p:spPr>
            <a:xfrm>
              <a:off x="7305628" y="3220033"/>
              <a:ext cx="201455" cy="201456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5" name="rc45"/>
            <p:cNvSpPr/>
            <p:nvPr/>
          </p:nvSpPr>
          <p:spPr>
            <a:xfrm>
              <a:off x="7305628" y="3439489"/>
              <a:ext cx="201455" cy="201456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6" name="rc46"/>
            <p:cNvSpPr/>
            <p:nvPr/>
          </p:nvSpPr>
          <p:spPr>
            <a:xfrm>
              <a:off x="7305628" y="3658945"/>
              <a:ext cx="201455" cy="201456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7" name="tx47"/>
            <p:cNvSpPr/>
            <p:nvPr/>
          </p:nvSpPr>
          <p:spPr>
            <a:xfrm>
              <a:off x="7585673" y="284179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7585673" y="306125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7585673" y="328071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7585673" y="350016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7585673" y="371962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879697" y="1166869"/>
              <a:ext cx="1646468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eGFRcys · CKD-EPI 2012</a:t>
              </a:r>
            </a:p>
          </p:txBody>
        </p:sp>
      </p:grp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79697" y="4740989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79697" y="4030875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79697" y="332076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79697" y="261064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79697" y="190053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916504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983779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051053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79697" y="5096046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79697" y="4385932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79697" y="367581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79697" y="296570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79697" y="225559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79697" y="1545477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450141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517416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rc20"/>
            <p:cNvSpPr/>
            <p:nvPr/>
          </p:nvSpPr>
          <p:spPr>
            <a:xfrm>
              <a:off x="1161886" y="4574580"/>
              <a:ext cx="490763" cy="521465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rc21"/>
            <p:cNvSpPr/>
            <p:nvPr/>
          </p:nvSpPr>
          <p:spPr>
            <a:xfrm>
              <a:off x="1683323" y="4528568"/>
              <a:ext cx="490763" cy="567477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rc22"/>
            <p:cNvSpPr/>
            <p:nvPr/>
          </p:nvSpPr>
          <p:spPr>
            <a:xfrm>
              <a:off x="2204759" y="4359859"/>
              <a:ext cx="490763" cy="736187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rc23"/>
            <p:cNvSpPr/>
            <p:nvPr/>
          </p:nvSpPr>
          <p:spPr>
            <a:xfrm>
              <a:off x="2726196" y="4283173"/>
              <a:ext cx="490763" cy="812873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3247633" y="3976428"/>
              <a:ext cx="490763" cy="1119617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rc25"/>
            <p:cNvSpPr/>
            <p:nvPr/>
          </p:nvSpPr>
          <p:spPr>
            <a:xfrm>
              <a:off x="4229160" y="4216259"/>
              <a:ext cx="490763" cy="879787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4750597" y="4121996"/>
              <a:ext cx="490763" cy="974049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5272034" y="3870628"/>
              <a:ext cx="490763" cy="1225417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5793471" y="3776365"/>
              <a:ext cx="490763" cy="1319680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6314907" y="3367893"/>
              <a:ext cx="490763" cy="1728153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754887" y="505599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34588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635768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2925654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215540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692708" y="1505426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378727" y="5336204"/>
              <a:ext cx="14282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No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2246687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(N=463)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5421130" y="5336204"/>
              <a:ext cx="19257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Yes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5313962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(N=226)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3692542" y="5596581"/>
              <a:ext cx="58247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Cachexia</a:t>
              </a:r>
            </a:p>
          </p:txBody>
        </p:sp>
        <p:sp>
          <p:nvSpPr>
            <p:cNvPr id="41" name="tx41"/>
            <p:cNvSpPr/>
            <p:nvPr/>
          </p:nvSpPr>
          <p:spPr>
            <a:xfrm rot="-5400000">
              <a:off x="126327" y="3270652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42" name="rc42"/>
            <p:cNvSpPr/>
            <p:nvPr/>
          </p:nvSpPr>
          <p:spPr>
            <a:xfrm>
              <a:off x="7305628" y="2781121"/>
              <a:ext cx="201455" cy="201456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3" name="rc43"/>
            <p:cNvSpPr/>
            <p:nvPr/>
          </p:nvSpPr>
          <p:spPr>
            <a:xfrm>
              <a:off x="7305628" y="3000577"/>
              <a:ext cx="201455" cy="201456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4" name="rc44"/>
            <p:cNvSpPr/>
            <p:nvPr/>
          </p:nvSpPr>
          <p:spPr>
            <a:xfrm>
              <a:off x="7305628" y="3220033"/>
              <a:ext cx="201455" cy="201456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5" name="rc45"/>
            <p:cNvSpPr/>
            <p:nvPr/>
          </p:nvSpPr>
          <p:spPr>
            <a:xfrm>
              <a:off x="7305628" y="3439489"/>
              <a:ext cx="201455" cy="201456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6" name="rc46"/>
            <p:cNvSpPr/>
            <p:nvPr/>
          </p:nvSpPr>
          <p:spPr>
            <a:xfrm>
              <a:off x="7305628" y="3658945"/>
              <a:ext cx="201455" cy="201456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7" name="tx47"/>
            <p:cNvSpPr/>
            <p:nvPr/>
          </p:nvSpPr>
          <p:spPr>
            <a:xfrm>
              <a:off x="7585673" y="284179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7585673" y="306125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7585673" y="328071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7585673" y="350016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7585673" y="371962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879697" y="1166869"/>
              <a:ext cx="1452341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eGFRcys · EKFC 2023</a:t>
              </a:r>
            </a:p>
          </p:txBody>
        </p:sp>
      </p:grp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79697" y="4740989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79697" y="4030875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79697" y="332076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79697" y="261064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79697" y="190053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916504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983779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051053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79697" y="5096046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79697" y="4385932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79697" y="367581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79697" y="296570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79697" y="225559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79697" y="1545477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450141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517416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rc20"/>
            <p:cNvSpPr/>
            <p:nvPr/>
          </p:nvSpPr>
          <p:spPr>
            <a:xfrm>
              <a:off x="1161886" y="4988685"/>
              <a:ext cx="490763" cy="107360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rc21"/>
            <p:cNvSpPr/>
            <p:nvPr/>
          </p:nvSpPr>
          <p:spPr>
            <a:xfrm>
              <a:off x="1683323" y="4850650"/>
              <a:ext cx="490763" cy="245395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rc22"/>
            <p:cNvSpPr/>
            <p:nvPr/>
          </p:nvSpPr>
          <p:spPr>
            <a:xfrm>
              <a:off x="2204759" y="4835313"/>
              <a:ext cx="490763" cy="260732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rc23"/>
            <p:cNvSpPr/>
            <p:nvPr/>
          </p:nvSpPr>
          <p:spPr>
            <a:xfrm>
              <a:off x="2726196" y="4835313"/>
              <a:ext cx="490763" cy="260732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3247633" y="4804639"/>
              <a:ext cx="490763" cy="291407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rc25"/>
            <p:cNvSpPr/>
            <p:nvPr/>
          </p:nvSpPr>
          <p:spPr>
            <a:xfrm>
              <a:off x="4229160" y="5001783"/>
              <a:ext cx="490763" cy="94262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4750597" y="4970362"/>
              <a:ext cx="490763" cy="125683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5272034" y="4907520"/>
              <a:ext cx="490763" cy="188525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5793471" y="4844678"/>
              <a:ext cx="490763" cy="251367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6314907" y="4781836"/>
              <a:ext cx="490763" cy="314209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754887" y="505599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34588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635768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2925654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215540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692708" y="1505426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378727" y="5336204"/>
              <a:ext cx="14282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No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2246687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(N=463)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5421130" y="5336204"/>
              <a:ext cx="19257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Yes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5313962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(N=226)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3692542" y="5596581"/>
              <a:ext cx="58247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Cachexia</a:t>
              </a:r>
            </a:p>
          </p:txBody>
        </p:sp>
        <p:sp>
          <p:nvSpPr>
            <p:cNvPr id="41" name="tx41"/>
            <p:cNvSpPr/>
            <p:nvPr/>
          </p:nvSpPr>
          <p:spPr>
            <a:xfrm rot="-5400000">
              <a:off x="126327" y="3270652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42" name="rc42"/>
            <p:cNvSpPr/>
            <p:nvPr/>
          </p:nvSpPr>
          <p:spPr>
            <a:xfrm>
              <a:off x="7305628" y="2781121"/>
              <a:ext cx="201455" cy="201456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3" name="rc43"/>
            <p:cNvSpPr/>
            <p:nvPr/>
          </p:nvSpPr>
          <p:spPr>
            <a:xfrm>
              <a:off x="7305628" y="3000577"/>
              <a:ext cx="201455" cy="201456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4" name="rc44"/>
            <p:cNvSpPr/>
            <p:nvPr/>
          </p:nvSpPr>
          <p:spPr>
            <a:xfrm>
              <a:off x="7305628" y="3220033"/>
              <a:ext cx="201455" cy="201456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5" name="rc45"/>
            <p:cNvSpPr/>
            <p:nvPr/>
          </p:nvSpPr>
          <p:spPr>
            <a:xfrm>
              <a:off x="7305628" y="3439489"/>
              <a:ext cx="201455" cy="201456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6" name="rc46"/>
            <p:cNvSpPr/>
            <p:nvPr/>
          </p:nvSpPr>
          <p:spPr>
            <a:xfrm>
              <a:off x="7305628" y="3658945"/>
              <a:ext cx="201455" cy="201456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7" name="tx47"/>
            <p:cNvSpPr/>
            <p:nvPr/>
          </p:nvSpPr>
          <p:spPr>
            <a:xfrm>
              <a:off x="7585673" y="284179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7585673" y="306125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7585673" y="328071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7585673" y="350016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7585673" y="371962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879697" y="1166869"/>
              <a:ext cx="1825142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eGFRcr-cys · CKD-EPI 2021</a:t>
              </a:r>
            </a:p>
          </p:txBody>
        </p:sp>
      </p:grp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79697" y="4740989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79697" y="4030875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79697" y="332076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79697" y="261064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79697" y="190053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916504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983779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051053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79697" y="5096046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79697" y="4385932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79697" y="367581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79697" y="296570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79697" y="225559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79697" y="1545477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450141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517416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rc20"/>
            <p:cNvSpPr/>
            <p:nvPr/>
          </p:nvSpPr>
          <p:spPr>
            <a:xfrm>
              <a:off x="1161886" y="4911999"/>
              <a:ext cx="490763" cy="184046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rc21"/>
            <p:cNvSpPr/>
            <p:nvPr/>
          </p:nvSpPr>
          <p:spPr>
            <a:xfrm>
              <a:off x="1683323" y="4681941"/>
              <a:ext cx="490763" cy="414105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rc22"/>
            <p:cNvSpPr/>
            <p:nvPr/>
          </p:nvSpPr>
          <p:spPr>
            <a:xfrm>
              <a:off x="2204759" y="4574580"/>
              <a:ext cx="490763" cy="521465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rc23"/>
            <p:cNvSpPr/>
            <p:nvPr/>
          </p:nvSpPr>
          <p:spPr>
            <a:xfrm>
              <a:off x="2726196" y="4528568"/>
              <a:ext cx="490763" cy="567477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3247633" y="4436545"/>
              <a:ext cx="490763" cy="659500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rc25"/>
            <p:cNvSpPr/>
            <p:nvPr/>
          </p:nvSpPr>
          <p:spPr>
            <a:xfrm>
              <a:off x="4229160" y="4907520"/>
              <a:ext cx="490763" cy="188525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4750597" y="4876099"/>
              <a:ext cx="490763" cy="219946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5272034" y="4813257"/>
              <a:ext cx="490763" cy="282788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5793471" y="4813257"/>
              <a:ext cx="490763" cy="282788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6314907" y="4624731"/>
              <a:ext cx="490763" cy="471314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754887" y="505599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34588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635768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2925654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215540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692708" y="1505426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378727" y="5336204"/>
              <a:ext cx="14282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No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2246687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(N=463)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5421130" y="5336204"/>
              <a:ext cx="19257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Yes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5313962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(N=226)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3692542" y="5596581"/>
              <a:ext cx="58247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Cachexia</a:t>
              </a:r>
            </a:p>
          </p:txBody>
        </p:sp>
        <p:sp>
          <p:nvSpPr>
            <p:cNvPr id="41" name="tx41"/>
            <p:cNvSpPr/>
            <p:nvPr/>
          </p:nvSpPr>
          <p:spPr>
            <a:xfrm rot="-5400000">
              <a:off x="126327" y="3270652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42" name="rc42"/>
            <p:cNvSpPr/>
            <p:nvPr/>
          </p:nvSpPr>
          <p:spPr>
            <a:xfrm>
              <a:off x="7305628" y="2781121"/>
              <a:ext cx="201455" cy="201456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3" name="rc43"/>
            <p:cNvSpPr/>
            <p:nvPr/>
          </p:nvSpPr>
          <p:spPr>
            <a:xfrm>
              <a:off x="7305628" y="3000577"/>
              <a:ext cx="201455" cy="201456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4" name="rc44"/>
            <p:cNvSpPr/>
            <p:nvPr/>
          </p:nvSpPr>
          <p:spPr>
            <a:xfrm>
              <a:off x="7305628" y="3220033"/>
              <a:ext cx="201455" cy="201456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5" name="rc45"/>
            <p:cNvSpPr/>
            <p:nvPr/>
          </p:nvSpPr>
          <p:spPr>
            <a:xfrm>
              <a:off x="7305628" y="3439489"/>
              <a:ext cx="201455" cy="201456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6" name="rc46"/>
            <p:cNvSpPr/>
            <p:nvPr/>
          </p:nvSpPr>
          <p:spPr>
            <a:xfrm>
              <a:off x="7305628" y="3658945"/>
              <a:ext cx="201455" cy="201456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7" name="tx47"/>
            <p:cNvSpPr/>
            <p:nvPr/>
          </p:nvSpPr>
          <p:spPr>
            <a:xfrm>
              <a:off x="7585673" y="284179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7585673" y="306125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7585673" y="328071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7585673" y="350016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7585673" y="371962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879697" y="1166869"/>
              <a:ext cx="1631015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eGFRcr-cys · EKFC 2023</a:t>
              </a:r>
            </a:p>
          </p:txBody>
        </p:sp>
      </p:grp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79697" y="4740989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79697" y="4030875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79697" y="332076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79697" y="261064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79697" y="190053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916504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983779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051053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79697" y="5096046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79697" y="4385932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79697" y="367581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79697" y="296570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79697" y="225559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79697" y="1545477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450141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517416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rc20"/>
            <p:cNvSpPr/>
            <p:nvPr/>
          </p:nvSpPr>
          <p:spPr>
            <a:xfrm>
              <a:off x="1161886" y="5004023"/>
              <a:ext cx="490763" cy="92023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rc21"/>
            <p:cNvSpPr/>
            <p:nvPr/>
          </p:nvSpPr>
          <p:spPr>
            <a:xfrm>
              <a:off x="1683323" y="4819976"/>
              <a:ext cx="490763" cy="276070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rc22"/>
            <p:cNvSpPr/>
            <p:nvPr/>
          </p:nvSpPr>
          <p:spPr>
            <a:xfrm>
              <a:off x="2204759" y="4789301"/>
              <a:ext cx="490763" cy="306744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rc23"/>
            <p:cNvSpPr/>
            <p:nvPr/>
          </p:nvSpPr>
          <p:spPr>
            <a:xfrm>
              <a:off x="2726196" y="4727952"/>
              <a:ext cx="490763" cy="368093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3247633" y="4651266"/>
              <a:ext cx="490763" cy="444779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rc25"/>
            <p:cNvSpPr/>
            <p:nvPr/>
          </p:nvSpPr>
          <p:spPr>
            <a:xfrm>
              <a:off x="4229160" y="5001783"/>
              <a:ext cx="490763" cy="94262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4750597" y="4907520"/>
              <a:ext cx="490763" cy="188525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5272034" y="4876099"/>
              <a:ext cx="490763" cy="219946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5793471" y="4844678"/>
              <a:ext cx="490763" cy="251367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6314907" y="4781836"/>
              <a:ext cx="490763" cy="314209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754887" y="505599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34588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635768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2925654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215540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692708" y="1505426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378727" y="5336204"/>
              <a:ext cx="14282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No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2246687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(N=463)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5421130" y="5336204"/>
              <a:ext cx="19257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Yes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5313962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(N=226)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3692542" y="5596581"/>
              <a:ext cx="58247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Cachexia</a:t>
              </a:r>
            </a:p>
          </p:txBody>
        </p:sp>
        <p:sp>
          <p:nvSpPr>
            <p:cNvPr id="41" name="tx41"/>
            <p:cNvSpPr/>
            <p:nvPr/>
          </p:nvSpPr>
          <p:spPr>
            <a:xfrm rot="-5400000">
              <a:off x="126327" y="3270652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42" name="rc42"/>
            <p:cNvSpPr/>
            <p:nvPr/>
          </p:nvSpPr>
          <p:spPr>
            <a:xfrm>
              <a:off x="7305628" y="2781121"/>
              <a:ext cx="201455" cy="201456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3" name="rc43"/>
            <p:cNvSpPr/>
            <p:nvPr/>
          </p:nvSpPr>
          <p:spPr>
            <a:xfrm>
              <a:off x="7305628" y="3000577"/>
              <a:ext cx="201455" cy="201456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4" name="rc44"/>
            <p:cNvSpPr/>
            <p:nvPr/>
          </p:nvSpPr>
          <p:spPr>
            <a:xfrm>
              <a:off x="7305628" y="3220033"/>
              <a:ext cx="201455" cy="201456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5" name="rc45"/>
            <p:cNvSpPr/>
            <p:nvPr/>
          </p:nvSpPr>
          <p:spPr>
            <a:xfrm>
              <a:off x="7305628" y="3439489"/>
              <a:ext cx="201455" cy="201456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6" name="rc46"/>
            <p:cNvSpPr/>
            <p:nvPr/>
          </p:nvSpPr>
          <p:spPr>
            <a:xfrm>
              <a:off x="7305628" y="3658945"/>
              <a:ext cx="201455" cy="201456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7" name="tx47"/>
            <p:cNvSpPr/>
            <p:nvPr/>
          </p:nvSpPr>
          <p:spPr>
            <a:xfrm>
              <a:off x="7585673" y="284179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7585673" y="306125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7585673" y="328071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7585673" y="350016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7585673" y="371962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879697" y="1166869"/>
              <a:ext cx="1467429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ClCr · Cockcroft-Gault</a:t>
              </a:r>
            </a:p>
          </p:txBody>
        </p:sp>
      </p:grp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79697" y="4740989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79697" y="4030875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79697" y="332076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79697" y="261064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79697" y="190053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916504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983779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051053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79697" y="5096046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79697" y="4385932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79697" y="367581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79697" y="296570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79697" y="225559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79697" y="1545477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450141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517416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rc20"/>
            <p:cNvSpPr/>
            <p:nvPr/>
          </p:nvSpPr>
          <p:spPr>
            <a:xfrm>
              <a:off x="1161886" y="4988685"/>
              <a:ext cx="490763" cy="107360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rc21"/>
            <p:cNvSpPr/>
            <p:nvPr/>
          </p:nvSpPr>
          <p:spPr>
            <a:xfrm>
              <a:off x="1683323" y="4881325"/>
              <a:ext cx="490763" cy="214721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rc22"/>
            <p:cNvSpPr/>
            <p:nvPr/>
          </p:nvSpPr>
          <p:spPr>
            <a:xfrm>
              <a:off x="2204759" y="4850650"/>
              <a:ext cx="490763" cy="245395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rc23"/>
            <p:cNvSpPr/>
            <p:nvPr/>
          </p:nvSpPr>
          <p:spPr>
            <a:xfrm>
              <a:off x="2726196" y="4819976"/>
              <a:ext cx="490763" cy="276070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3247633" y="4804639"/>
              <a:ext cx="490763" cy="291407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rc25"/>
            <p:cNvSpPr/>
            <p:nvPr/>
          </p:nvSpPr>
          <p:spPr>
            <a:xfrm>
              <a:off x="4229160" y="4970362"/>
              <a:ext cx="490763" cy="125683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4750597" y="4970362"/>
              <a:ext cx="490763" cy="125683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5272034" y="4938941"/>
              <a:ext cx="490763" cy="157104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5793471" y="4938941"/>
              <a:ext cx="490763" cy="157104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6314907" y="4781836"/>
              <a:ext cx="490763" cy="314209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754887" y="505599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34588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635768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2925654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215540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692708" y="1505426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378727" y="5336204"/>
              <a:ext cx="14282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No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2246687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(N=463)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5421130" y="5336204"/>
              <a:ext cx="19257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Yes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5313962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(N=226)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3692542" y="5596581"/>
              <a:ext cx="58247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Cachexia</a:t>
              </a:r>
            </a:p>
          </p:txBody>
        </p:sp>
        <p:sp>
          <p:nvSpPr>
            <p:cNvPr id="41" name="tx41"/>
            <p:cNvSpPr/>
            <p:nvPr/>
          </p:nvSpPr>
          <p:spPr>
            <a:xfrm rot="-5400000">
              <a:off x="126327" y="3270652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42" name="rc42"/>
            <p:cNvSpPr/>
            <p:nvPr/>
          </p:nvSpPr>
          <p:spPr>
            <a:xfrm>
              <a:off x="7305628" y="2781121"/>
              <a:ext cx="201455" cy="201456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3" name="rc43"/>
            <p:cNvSpPr/>
            <p:nvPr/>
          </p:nvSpPr>
          <p:spPr>
            <a:xfrm>
              <a:off x="7305628" y="3000577"/>
              <a:ext cx="201455" cy="201456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4" name="rc44"/>
            <p:cNvSpPr/>
            <p:nvPr/>
          </p:nvSpPr>
          <p:spPr>
            <a:xfrm>
              <a:off x="7305628" y="3220033"/>
              <a:ext cx="201455" cy="201456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5" name="rc45"/>
            <p:cNvSpPr/>
            <p:nvPr/>
          </p:nvSpPr>
          <p:spPr>
            <a:xfrm>
              <a:off x="7305628" y="3439489"/>
              <a:ext cx="201455" cy="201456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6" name="rc46"/>
            <p:cNvSpPr/>
            <p:nvPr/>
          </p:nvSpPr>
          <p:spPr>
            <a:xfrm>
              <a:off x="7305628" y="3658945"/>
              <a:ext cx="201455" cy="201456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7" name="tx47"/>
            <p:cNvSpPr/>
            <p:nvPr/>
          </p:nvSpPr>
          <p:spPr>
            <a:xfrm>
              <a:off x="7585673" y="284179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7585673" y="306125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7585673" y="328071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7585673" y="350016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7585673" y="371962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879697" y="1166869"/>
              <a:ext cx="1693103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Panel · CKD-EPI 4-marker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2026-09-08T15:57:52Z</dcterms:modified>
  <cp:category/>
</cp:coreProperties>
</file>