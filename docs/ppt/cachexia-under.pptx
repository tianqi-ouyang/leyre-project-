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5004023"/>
              <a:ext cx="490763" cy="9202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988685"/>
              <a:ext cx="490763" cy="10736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958011"/>
              <a:ext cx="490763" cy="138035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942674"/>
              <a:ext cx="490763" cy="15337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4927336"/>
              <a:ext cx="490763" cy="16870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5033204"/>
              <a:ext cx="490763" cy="62841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5001783"/>
              <a:ext cx="490763" cy="94262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5001783"/>
              <a:ext cx="490763" cy="94262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4970362"/>
              <a:ext cx="490763" cy="12568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4970362"/>
              <a:ext cx="490763" cy="125683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4911999"/>
              <a:ext cx="490763" cy="18404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743290"/>
              <a:ext cx="490763" cy="3527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635929"/>
              <a:ext cx="490763" cy="46011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589917"/>
              <a:ext cx="490763" cy="506128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4513231"/>
              <a:ext cx="490763" cy="58281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4938941"/>
              <a:ext cx="490763" cy="157104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4938941"/>
              <a:ext cx="490763" cy="157104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4907520"/>
              <a:ext cx="490763" cy="188525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4876099"/>
              <a:ext cx="490763" cy="21994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4781836"/>
              <a:ext cx="490763" cy="31420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4528568"/>
              <a:ext cx="490763" cy="567477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375196"/>
              <a:ext cx="490763" cy="720849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221824"/>
              <a:ext cx="490763" cy="874222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007102"/>
              <a:ext cx="490763" cy="1088943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3899742"/>
              <a:ext cx="490763" cy="119630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4059154"/>
              <a:ext cx="490763" cy="103689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3776365"/>
              <a:ext cx="490763" cy="131968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3587840"/>
              <a:ext cx="490763" cy="150820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3462156"/>
              <a:ext cx="490763" cy="163389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3022262"/>
              <a:ext cx="490763" cy="2073783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4574580"/>
              <a:ext cx="490763" cy="52146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528568"/>
              <a:ext cx="490763" cy="56747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359859"/>
              <a:ext cx="490763" cy="73618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283173"/>
              <a:ext cx="490763" cy="812873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3976428"/>
              <a:ext cx="490763" cy="1119617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4216259"/>
              <a:ext cx="490763" cy="879787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4121996"/>
              <a:ext cx="490763" cy="974049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3870628"/>
              <a:ext cx="490763" cy="122541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3776365"/>
              <a:ext cx="490763" cy="131968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3367893"/>
              <a:ext cx="490763" cy="1728153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4988685"/>
              <a:ext cx="490763" cy="10736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850650"/>
              <a:ext cx="490763" cy="245395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835313"/>
              <a:ext cx="490763" cy="26073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835313"/>
              <a:ext cx="490763" cy="260732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4804639"/>
              <a:ext cx="490763" cy="29140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5001783"/>
              <a:ext cx="490763" cy="9426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4970362"/>
              <a:ext cx="490763" cy="12568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4907520"/>
              <a:ext cx="490763" cy="188525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4844678"/>
              <a:ext cx="490763" cy="251367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4781836"/>
              <a:ext cx="490763" cy="31420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4911999"/>
              <a:ext cx="490763" cy="18404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681941"/>
              <a:ext cx="490763" cy="414105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574580"/>
              <a:ext cx="490763" cy="521465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528568"/>
              <a:ext cx="490763" cy="567477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4436545"/>
              <a:ext cx="490763" cy="659500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4907520"/>
              <a:ext cx="490763" cy="18852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4876099"/>
              <a:ext cx="490763" cy="21994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4813257"/>
              <a:ext cx="490763" cy="282788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4813257"/>
              <a:ext cx="490763" cy="282788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4624731"/>
              <a:ext cx="490763" cy="47131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5004023"/>
              <a:ext cx="490763" cy="9202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819976"/>
              <a:ext cx="490763" cy="27607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789301"/>
              <a:ext cx="490763" cy="30674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727952"/>
              <a:ext cx="490763" cy="36809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4651266"/>
              <a:ext cx="490763" cy="44477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5001783"/>
              <a:ext cx="490763" cy="9426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4907520"/>
              <a:ext cx="490763" cy="188525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4876099"/>
              <a:ext cx="490763" cy="21994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4844678"/>
              <a:ext cx="490763" cy="25136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4781836"/>
              <a:ext cx="490763" cy="31420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50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5105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014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1741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161886" y="4988685"/>
              <a:ext cx="490763" cy="10736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83323" y="4881325"/>
              <a:ext cx="490763" cy="214721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04759" y="4850650"/>
              <a:ext cx="490763" cy="245395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726196" y="4819976"/>
              <a:ext cx="490763" cy="27607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47633" y="4804639"/>
              <a:ext cx="490763" cy="291407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9160" y="4970362"/>
              <a:ext cx="490763" cy="12568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50597" y="4970362"/>
              <a:ext cx="490763" cy="12568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272034" y="4938941"/>
              <a:ext cx="490763" cy="15710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93471" y="4938941"/>
              <a:ext cx="490763" cy="15710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314907" y="4781836"/>
              <a:ext cx="490763" cy="31420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78727" y="5336204"/>
              <a:ext cx="14282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46687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21130" y="5336204"/>
              <a:ext cx="1925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Yes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13962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692542" y="5596581"/>
              <a:ext cx="58247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26327" y="3270652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9697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2026-10-16T10:42:17Z</dcterms:modified>
  <cp:category/>
</cp:coreProperties>
</file>