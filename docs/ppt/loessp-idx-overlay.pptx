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3493789"/>
              <a:ext cx="6600224" cy="1598718"/>
            </a:xfrm>
            <a:custGeom>
              <a:avLst/>
              <a:pathLst>
                <a:path w="6600224" h="1598718">
                  <a:moveTo>
                    <a:pt x="0" y="0"/>
                  </a:moveTo>
                  <a:lnTo>
                    <a:pt x="33166" y="12215"/>
                  </a:lnTo>
                  <a:lnTo>
                    <a:pt x="66333" y="24315"/>
                  </a:lnTo>
                  <a:lnTo>
                    <a:pt x="99500" y="36298"/>
                  </a:lnTo>
                  <a:lnTo>
                    <a:pt x="132667" y="48165"/>
                  </a:lnTo>
                  <a:lnTo>
                    <a:pt x="165834" y="59915"/>
                  </a:lnTo>
                  <a:lnTo>
                    <a:pt x="199001" y="71547"/>
                  </a:lnTo>
                  <a:lnTo>
                    <a:pt x="232168" y="83060"/>
                  </a:lnTo>
                  <a:lnTo>
                    <a:pt x="265335" y="94454"/>
                  </a:lnTo>
                  <a:lnTo>
                    <a:pt x="298502" y="105728"/>
                  </a:lnTo>
                  <a:lnTo>
                    <a:pt x="331669" y="116881"/>
                  </a:lnTo>
                  <a:lnTo>
                    <a:pt x="364836" y="127912"/>
                  </a:lnTo>
                  <a:lnTo>
                    <a:pt x="398003" y="138820"/>
                  </a:lnTo>
                  <a:lnTo>
                    <a:pt x="431170" y="149605"/>
                  </a:lnTo>
                  <a:lnTo>
                    <a:pt x="464337" y="160264"/>
                  </a:lnTo>
                  <a:lnTo>
                    <a:pt x="497504" y="170798"/>
                  </a:lnTo>
                  <a:lnTo>
                    <a:pt x="530671" y="181204"/>
                  </a:lnTo>
                  <a:lnTo>
                    <a:pt x="563838" y="191481"/>
                  </a:lnTo>
                  <a:lnTo>
                    <a:pt x="597005" y="201629"/>
                  </a:lnTo>
                  <a:lnTo>
                    <a:pt x="630172" y="211645"/>
                  </a:lnTo>
                  <a:lnTo>
                    <a:pt x="663339" y="221528"/>
                  </a:lnTo>
                  <a:lnTo>
                    <a:pt x="696506" y="231277"/>
                  </a:lnTo>
                  <a:lnTo>
                    <a:pt x="729673" y="240890"/>
                  </a:lnTo>
                  <a:lnTo>
                    <a:pt x="762840" y="250365"/>
                  </a:lnTo>
                  <a:lnTo>
                    <a:pt x="796007" y="259702"/>
                  </a:lnTo>
                  <a:lnTo>
                    <a:pt x="829173" y="268897"/>
                  </a:lnTo>
                  <a:lnTo>
                    <a:pt x="862340" y="277951"/>
                  </a:lnTo>
                  <a:lnTo>
                    <a:pt x="895507" y="286861"/>
                  </a:lnTo>
                  <a:lnTo>
                    <a:pt x="928674" y="295625"/>
                  </a:lnTo>
                  <a:lnTo>
                    <a:pt x="961841" y="304243"/>
                  </a:lnTo>
                  <a:lnTo>
                    <a:pt x="995008" y="312714"/>
                  </a:lnTo>
                  <a:lnTo>
                    <a:pt x="1028175" y="321036"/>
                  </a:lnTo>
                  <a:lnTo>
                    <a:pt x="1061342" y="329209"/>
                  </a:lnTo>
                  <a:lnTo>
                    <a:pt x="1094509" y="337232"/>
                  </a:lnTo>
                  <a:lnTo>
                    <a:pt x="1127676" y="345106"/>
                  </a:lnTo>
                  <a:lnTo>
                    <a:pt x="1160843" y="352831"/>
                  </a:lnTo>
                  <a:lnTo>
                    <a:pt x="1194010" y="360408"/>
                  </a:lnTo>
                  <a:lnTo>
                    <a:pt x="1227177" y="367838"/>
                  </a:lnTo>
                  <a:lnTo>
                    <a:pt x="1260344" y="375124"/>
                  </a:lnTo>
                  <a:lnTo>
                    <a:pt x="1293511" y="382269"/>
                  </a:lnTo>
                  <a:lnTo>
                    <a:pt x="1326678" y="389277"/>
                  </a:lnTo>
                  <a:lnTo>
                    <a:pt x="1359845" y="396152"/>
                  </a:lnTo>
                  <a:lnTo>
                    <a:pt x="1393012" y="402901"/>
                  </a:lnTo>
                  <a:lnTo>
                    <a:pt x="1426179" y="409529"/>
                  </a:lnTo>
                  <a:lnTo>
                    <a:pt x="1459346" y="416045"/>
                  </a:lnTo>
                  <a:lnTo>
                    <a:pt x="1492513" y="422457"/>
                  </a:lnTo>
                  <a:lnTo>
                    <a:pt x="1525680" y="428775"/>
                  </a:lnTo>
                  <a:lnTo>
                    <a:pt x="1558847" y="435009"/>
                  </a:lnTo>
                  <a:lnTo>
                    <a:pt x="1592014" y="441172"/>
                  </a:lnTo>
                  <a:lnTo>
                    <a:pt x="1625181" y="447276"/>
                  </a:lnTo>
                  <a:lnTo>
                    <a:pt x="1658347" y="453333"/>
                  </a:lnTo>
                  <a:lnTo>
                    <a:pt x="1691514" y="459358"/>
                  </a:lnTo>
                  <a:lnTo>
                    <a:pt x="1724681" y="465364"/>
                  </a:lnTo>
                  <a:lnTo>
                    <a:pt x="1757848" y="471366"/>
                  </a:lnTo>
                  <a:lnTo>
                    <a:pt x="1791015" y="477378"/>
                  </a:lnTo>
                  <a:lnTo>
                    <a:pt x="1824182" y="483415"/>
                  </a:lnTo>
                  <a:lnTo>
                    <a:pt x="1857349" y="489490"/>
                  </a:lnTo>
                  <a:lnTo>
                    <a:pt x="1890516" y="495617"/>
                  </a:lnTo>
                  <a:lnTo>
                    <a:pt x="1923683" y="501833"/>
                  </a:lnTo>
                  <a:lnTo>
                    <a:pt x="1956850" y="508253"/>
                  </a:lnTo>
                  <a:lnTo>
                    <a:pt x="1990017" y="514872"/>
                  </a:lnTo>
                  <a:lnTo>
                    <a:pt x="2023184" y="521669"/>
                  </a:lnTo>
                  <a:lnTo>
                    <a:pt x="2056351" y="528619"/>
                  </a:lnTo>
                  <a:lnTo>
                    <a:pt x="2089518" y="535697"/>
                  </a:lnTo>
                  <a:lnTo>
                    <a:pt x="2122685" y="542879"/>
                  </a:lnTo>
                  <a:lnTo>
                    <a:pt x="2155852" y="550137"/>
                  </a:lnTo>
                  <a:lnTo>
                    <a:pt x="2189019" y="557447"/>
                  </a:lnTo>
                  <a:lnTo>
                    <a:pt x="2222186" y="564784"/>
                  </a:lnTo>
                  <a:lnTo>
                    <a:pt x="2255353" y="572123"/>
                  </a:lnTo>
                  <a:lnTo>
                    <a:pt x="2288520" y="579443"/>
                  </a:lnTo>
                  <a:lnTo>
                    <a:pt x="2321687" y="586721"/>
                  </a:lnTo>
                  <a:lnTo>
                    <a:pt x="2354854" y="593938"/>
                  </a:lnTo>
                  <a:lnTo>
                    <a:pt x="2388021" y="601075"/>
                  </a:lnTo>
                  <a:lnTo>
                    <a:pt x="2421188" y="608116"/>
                  </a:lnTo>
                  <a:lnTo>
                    <a:pt x="2454355" y="615045"/>
                  </a:lnTo>
                  <a:lnTo>
                    <a:pt x="2487521" y="621847"/>
                  </a:lnTo>
                  <a:lnTo>
                    <a:pt x="2520688" y="628512"/>
                  </a:lnTo>
                  <a:lnTo>
                    <a:pt x="2553855" y="635546"/>
                  </a:lnTo>
                  <a:lnTo>
                    <a:pt x="2587022" y="643224"/>
                  </a:lnTo>
                  <a:lnTo>
                    <a:pt x="2620189" y="651371"/>
                  </a:lnTo>
                  <a:lnTo>
                    <a:pt x="2653356" y="659815"/>
                  </a:lnTo>
                  <a:lnTo>
                    <a:pt x="2686523" y="668393"/>
                  </a:lnTo>
                  <a:lnTo>
                    <a:pt x="2719690" y="676960"/>
                  </a:lnTo>
                  <a:lnTo>
                    <a:pt x="2752857" y="685392"/>
                  </a:lnTo>
                  <a:lnTo>
                    <a:pt x="2786024" y="693593"/>
                  </a:lnTo>
                  <a:lnTo>
                    <a:pt x="2819191" y="701490"/>
                  </a:lnTo>
                  <a:lnTo>
                    <a:pt x="2852358" y="709036"/>
                  </a:lnTo>
                  <a:lnTo>
                    <a:pt x="2885525" y="716204"/>
                  </a:lnTo>
                  <a:lnTo>
                    <a:pt x="2918692" y="722982"/>
                  </a:lnTo>
                  <a:lnTo>
                    <a:pt x="2951859" y="729404"/>
                  </a:lnTo>
                  <a:lnTo>
                    <a:pt x="2985026" y="735737"/>
                  </a:lnTo>
                  <a:lnTo>
                    <a:pt x="3018193" y="741963"/>
                  </a:lnTo>
                  <a:lnTo>
                    <a:pt x="3051360" y="748001"/>
                  </a:lnTo>
                  <a:lnTo>
                    <a:pt x="3084527" y="753779"/>
                  </a:lnTo>
                  <a:lnTo>
                    <a:pt x="3117694" y="759249"/>
                  </a:lnTo>
                  <a:lnTo>
                    <a:pt x="3150861" y="764393"/>
                  </a:lnTo>
                  <a:lnTo>
                    <a:pt x="3184028" y="769232"/>
                  </a:lnTo>
                  <a:lnTo>
                    <a:pt x="3217195" y="773827"/>
                  </a:lnTo>
                  <a:lnTo>
                    <a:pt x="3250362" y="778273"/>
                  </a:lnTo>
                  <a:lnTo>
                    <a:pt x="3283529" y="782697"/>
                  </a:lnTo>
                  <a:lnTo>
                    <a:pt x="3316695" y="787244"/>
                  </a:lnTo>
                  <a:lnTo>
                    <a:pt x="3349862" y="792070"/>
                  </a:lnTo>
                  <a:lnTo>
                    <a:pt x="3383029" y="796937"/>
                  </a:lnTo>
                  <a:lnTo>
                    <a:pt x="3416196" y="801369"/>
                  </a:lnTo>
                  <a:lnTo>
                    <a:pt x="3449363" y="805340"/>
                  </a:lnTo>
                  <a:lnTo>
                    <a:pt x="3482530" y="808837"/>
                  </a:lnTo>
                  <a:lnTo>
                    <a:pt x="3515697" y="811879"/>
                  </a:lnTo>
                  <a:lnTo>
                    <a:pt x="3548864" y="814525"/>
                  </a:lnTo>
                  <a:lnTo>
                    <a:pt x="3582031" y="816886"/>
                  </a:lnTo>
                  <a:lnTo>
                    <a:pt x="3615198" y="819123"/>
                  </a:lnTo>
                  <a:lnTo>
                    <a:pt x="3648365" y="821441"/>
                  </a:lnTo>
                  <a:lnTo>
                    <a:pt x="3681532" y="824081"/>
                  </a:lnTo>
                  <a:lnTo>
                    <a:pt x="3714699" y="827301"/>
                  </a:lnTo>
                  <a:lnTo>
                    <a:pt x="3747866" y="831246"/>
                  </a:lnTo>
                  <a:lnTo>
                    <a:pt x="3781033" y="835189"/>
                  </a:lnTo>
                  <a:lnTo>
                    <a:pt x="3814200" y="838921"/>
                  </a:lnTo>
                  <a:lnTo>
                    <a:pt x="3847367" y="842412"/>
                  </a:lnTo>
                  <a:lnTo>
                    <a:pt x="3880534" y="845641"/>
                  </a:lnTo>
                  <a:lnTo>
                    <a:pt x="3913701" y="848603"/>
                  </a:lnTo>
                  <a:lnTo>
                    <a:pt x="3946868" y="851309"/>
                  </a:lnTo>
                  <a:lnTo>
                    <a:pt x="3980035" y="853792"/>
                  </a:lnTo>
                  <a:lnTo>
                    <a:pt x="4013202" y="856106"/>
                  </a:lnTo>
                  <a:lnTo>
                    <a:pt x="4046369" y="858325"/>
                  </a:lnTo>
                  <a:lnTo>
                    <a:pt x="4079536" y="860541"/>
                  </a:lnTo>
                  <a:lnTo>
                    <a:pt x="4112703" y="862860"/>
                  </a:lnTo>
                  <a:lnTo>
                    <a:pt x="4145869" y="865397"/>
                  </a:lnTo>
                  <a:lnTo>
                    <a:pt x="4179036" y="868270"/>
                  </a:lnTo>
                  <a:lnTo>
                    <a:pt x="4212203" y="871595"/>
                  </a:lnTo>
                  <a:lnTo>
                    <a:pt x="4245370" y="875112"/>
                  </a:lnTo>
                  <a:lnTo>
                    <a:pt x="4278537" y="878479"/>
                  </a:lnTo>
                  <a:lnTo>
                    <a:pt x="4311704" y="881683"/>
                  </a:lnTo>
                  <a:lnTo>
                    <a:pt x="4344871" y="884716"/>
                  </a:lnTo>
                  <a:lnTo>
                    <a:pt x="4378038" y="887570"/>
                  </a:lnTo>
                  <a:lnTo>
                    <a:pt x="4411205" y="890240"/>
                  </a:lnTo>
                  <a:lnTo>
                    <a:pt x="4444372" y="892723"/>
                  </a:lnTo>
                  <a:lnTo>
                    <a:pt x="4477539" y="895020"/>
                  </a:lnTo>
                  <a:lnTo>
                    <a:pt x="4510706" y="897136"/>
                  </a:lnTo>
                  <a:lnTo>
                    <a:pt x="4543873" y="899079"/>
                  </a:lnTo>
                  <a:lnTo>
                    <a:pt x="4577040" y="900859"/>
                  </a:lnTo>
                  <a:lnTo>
                    <a:pt x="4610207" y="902490"/>
                  </a:lnTo>
                  <a:lnTo>
                    <a:pt x="4643374" y="903988"/>
                  </a:lnTo>
                  <a:lnTo>
                    <a:pt x="4676541" y="905374"/>
                  </a:lnTo>
                  <a:lnTo>
                    <a:pt x="4709708" y="906669"/>
                  </a:lnTo>
                  <a:lnTo>
                    <a:pt x="4742875" y="907895"/>
                  </a:lnTo>
                  <a:lnTo>
                    <a:pt x="4776042" y="909075"/>
                  </a:lnTo>
                  <a:lnTo>
                    <a:pt x="4809209" y="910235"/>
                  </a:lnTo>
                  <a:lnTo>
                    <a:pt x="4842376" y="911398"/>
                  </a:lnTo>
                  <a:lnTo>
                    <a:pt x="4875543" y="912586"/>
                  </a:lnTo>
                  <a:lnTo>
                    <a:pt x="4908710" y="913821"/>
                  </a:lnTo>
                  <a:lnTo>
                    <a:pt x="4941876" y="915070"/>
                  </a:lnTo>
                  <a:lnTo>
                    <a:pt x="4975043" y="916302"/>
                  </a:lnTo>
                  <a:lnTo>
                    <a:pt x="5008210" y="917514"/>
                  </a:lnTo>
                  <a:lnTo>
                    <a:pt x="5041377" y="918705"/>
                  </a:lnTo>
                  <a:lnTo>
                    <a:pt x="5074544" y="919872"/>
                  </a:lnTo>
                  <a:lnTo>
                    <a:pt x="5107711" y="921010"/>
                  </a:lnTo>
                  <a:lnTo>
                    <a:pt x="5140878" y="922116"/>
                  </a:lnTo>
                  <a:lnTo>
                    <a:pt x="5174045" y="923184"/>
                  </a:lnTo>
                  <a:lnTo>
                    <a:pt x="5207212" y="924207"/>
                  </a:lnTo>
                  <a:lnTo>
                    <a:pt x="5240379" y="925179"/>
                  </a:lnTo>
                  <a:lnTo>
                    <a:pt x="5273546" y="926093"/>
                  </a:lnTo>
                  <a:lnTo>
                    <a:pt x="5306713" y="926941"/>
                  </a:lnTo>
                  <a:lnTo>
                    <a:pt x="5339880" y="927715"/>
                  </a:lnTo>
                  <a:lnTo>
                    <a:pt x="5373047" y="928406"/>
                  </a:lnTo>
                  <a:lnTo>
                    <a:pt x="5406214" y="929006"/>
                  </a:lnTo>
                  <a:lnTo>
                    <a:pt x="5439381" y="929505"/>
                  </a:lnTo>
                  <a:lnTo>
                    <a:pt x="5472548" y="929896"/>
                  </a:lnTo>
                  <a:lnTo>
                    <a:pt x="5505715" y="930167"/>
                  </a:lnTo>
                  <a:lnTo>
                    <a:pt x="5538882" y="930311"/>
                  </a:lnTo>
                  <a:lnTo>
                    <a:pt x="5572049" y="930319"/>
                  </a:lnTo>
                  <a:lnTo>
                    <a:pt x="5605216" y="930181"/>
                  </a:lnTo>
                  <a:lnTo>
                    <a:pt x="5638383" y="929889"/>
                  </a:lnTo>
                  <a:lnTo>
                    <a:pt x="5671550" y="929435"/>
                  </a:lnTo>
                  <a:lnTo>
                    <a:pt x="5704717" y="928811"/>
                  </a:lnTo>
                  <a:lnTo>
                    <a:pt x="5737884" y="928009"/>
                  </a:lnTo>
                  <a:lnTo>
                    <a:pt x="5771050" y="927023"/>
                  </a:lnTo>
                  <a:lnTo>
                    <a:pt x="5804217" y="925845"/>
                  </a:lnTo>
                  <a:lnTo>
                    <a:pt x="5837384" y="924470"/>
                  </a:lnTo>
                  <a:lnTo>
                    <a:pt x="5870551" y="922891"/>
                  </a:lnTo>
                  <a:lnTo>
                    <a:pt x="5903718" y="921104"/>
                  </a:lnTo>
                  <a:lnTo>
                    <a:pt x="5936885" y="919104"/>
                  </a:lnTo>
                  <a:lnTo>
                    <a:pt x="5970052" y="916887"/>
                  </a:lnTo>
                  <a:lnTo>
                    <a:pt x="6003219" y="914448"/>
                  </a:lnTo>
                  <a:lnTo>
                    <a:pt x="6036386" y="911786"/>
                  </a:lnTo>
                  <a:lnTo>
                    <a:pt x="6069553" y="908896"/>
                  </a:lnTo>
                  <a:lnTo>
                    <a:pt x="6102720" y="905777"/>
                  </a:lnTo>
                  <a:lnTo>
                    <a:pt x="6135887" y="902427"/>
                  </a:lnTo>
                  <a:lnTo>
                    <a:pt x="6169054" y="898843"/>
                  </a:lnTo>
                  <a:lnTo>
                    <a:pt x="6202221" y="895026"/>
                  </a:lnTo>
                  <a:lnTo>
                    <a:pt x="6235388" y="890972"/>
                  </a:lnTo>
                  <a:lnTo>
                    <a:pt x="6268555" y="886683"/>
                  </a:lnTo>
                  <a:lnTo>
                    <a:pt x="6301722" y="882158"/>
                  </a:lnTo>
                  <a:lnTo>
                    <a:pt x="6334889" y="877395"/>
                  </a:lnTo>
                  <a:lnTo>
                    <a:pt x="6368056" y="872396"/>
                  </a:lnTo>
                  <a:lnTo>
                    <a:pt x="6401223" y="867160"/>
                  </a:lnTo>
                  <a:lnTo>
                    <a:pt x="6434390" y="861688"/>
                  </a:lnTo>
                  <a:lnTo>
                    <a:pt x="6467557" y="855979"/>
                  </a:lnTo>
                  <a:lnTo>
                    <a:pt x="6500724" y="850035"/>
                  </a:lnTo>
                  <a:lnTo>
                    <a:pt x="6533891" y="843856"/>
                  </a:lnTo>
                  <a:lnTo>
                    <a:pt x="6567058" y="837442"/>
                  </a:lnTo>
                  <a:lnTo>
                    <a:pt x="6600224" y="830795"/>
                  </a:lnTo>
                  <a:lnTo>
                    <a:pt x="6600224" y="1598718"/>
                  </a:lnTo>
                  <a:lnTo>
                    <a:pt x="6567058" y="1585540"/>
                  </a:lnTo>
                  <a:lnTo>
                    <a:pt x="6533891" y="1572604"/>
                  </a:lnTo>
                  <a:lnTo>
                    <a:pt x="6500724" y="1559913"/>
                  </a:lnTo>
                  <a:lnTo>
                    <a:pt x="6467557" y="1547468"/>
                  </a:lnTo>
                  <a:lnTo>
                    <a:pt x="6434390" y="1535271"/>
                  </a:lnTo>
                  <a:lnTo>
                    <a:pt x="6401223" y="1523324"/>
                  </a:lnTo>
                  <a:lnTo>
                    <a:pt x="6368056" y="1511628"/>
                  </a:lnTo>
                  <a:lnTo>
                    <a:pt x="6334889" y="1500184"/>
                  </a:lnTo>
                  <a:lnTo>
                    <a:pt x="6301722" y="1488995"/>
                  </a:lnTo>
                  <a:lnTo>
                    <a:pt x="6268555" y="1478062"/>
                  </a:lnTo>
                  <a:lnTo>
                    <a:pt x="6235388" y="1467384"/>
                  </a:lnTo>
                  <a:lnTo>
                    <a:pt x="6202221" y="1456963"/>
                  </a:lnTo>
                  <a:lnTo>
                    <a:pt x="6169054" y="1446800"/>
                  </a:lnTo>
                  <a:lnTo>
                    <a:pt x="6135887" y="1436895"/>
                  </a:lnTo>
                  <a:lnTo>
                    <a:pt x="6102720" y="1427247"/>
                  </a:lnTo>
                  <a:lnTo>
                    <a:pt x="6069553" y="1417857"/>
                  </a:lnTo>
                  <a:lnTo>
                    <a:pt x="6036386" y="1408722"/>
                  </a:lnTo>
                  <a:lnTo>
                    <a:pt x="6003219" y="1399844"/>
                  </a:lnTo>
                  <a:lnTo>
                    <a:pt x="5970052" y="1391218"/>
                  </a:lnTo>
                  <a:lnTo>
                    <a:pt x="5936885" y="1382845"/>
                  </a:lnTo>
                  <a:lnTo>
                    <a:pt x="5903718" y="1374720"/>
                  </a:lnTo>
                  <a:lnTo>
                    <a:pt x="5870551" y="1366842"/>
                  </a:lnTo>
                  <a:lnTo>
                    <a:pt x="5837384" y="1359206"/>
                  </a:lnTo>
                  <a:lnTo>
                    <a:pt x="5804217" y="1351809"/>
                  </a:lnTo>
                  <a:lnTo>
                    <a:pt x="5771050" y="1344646"/>
                  </a:lnTo>
                  <a:lnTo>
                    <a:pt x="5737884" y="1337712"/>
                  </a:lnTo>
                  <a:lnTo>
                    <a:pt x="5704717" y="1331003"/>
                  </a:lnTo>
                  <a:lnTo>
                    <a:pt x="5671550" y="1324511"/>
                  </a:lnTo>
                  <a:lnTo>
                    <a:pt x="5638383" y="1318231"/>
                  </a:lnTo>
                  <a:lnTo>
                    <a:pt x="5605216" y="1312156"/>
                  </a:lnTo>
                  <a:lnTo>
                    <a:pt x="5572049" y="1306278"/>
                  </a:lnTo>
                  <a:lnTo>
                    <a:pt x="5538882" y="1300591"/>
                  </a:lnTo>
                  <a:lnTo>
                    <a:pt x="5505715" y="1295087"/>
                  </a:lnTo>
                  <a:lnTo>
                    <a:pt x="5472548" y="1289759"/>
                  </a:lnTo>
                  <a:lnTo>
                    <a:pt x="5439381" y="1284597"/>
                  </a:lnTo>
                  <a:lnTo>
                    <a:pt x="5406214" y="1279595"/>
                  </a:lnTo>
                  <a:lnTo>
                    <a:pt x="5373047" y="1274745"/>
                  </a:lnTo>
                  <a:lnTo>
                    <a:pt x="5339880" y="1270038"/>
                  </a:lnTo>
                  <a:lnTo>
                    <a:pt x="5306713" y="1265468"/>
                  </a:lnTo>
                  <a:lnTo>
                    <a:pt x="5273546" y="1261026"/>
                  </a:lnTo>
                  <a:lnTo>
                    <a:pt x="5240379" y="1256707"/>
                  </a:lnTo>
                  <a:lnTo>
                    <a:pt x="5207212" y="1252503"/>
                  </a:lnTo>
                  <a:lnTo>
                    <a:pt x="5174045" y="1248409"/>
                  </a:lnTo>
                  <a:lnTo>
                    <a:pt x="5140878" y="1244418"/>
                  </a:lnTo>
                  <a:lnTo>
                    <a:pt x="5107711" y="1240527"/>
                  </a:lnTo>
                  <a:lnTo>
                    <a:pt x="5074544" y="1236731"/>
                  </a:lnTo>
                  <a:lnTo>
                    <a:pt x="5041377" y="1233026"/>
                  </a:lnTo>
                  <a:lnTo>
                    <a:pt x="5008210" y="1229410"/>
                  </a:lnTo>
                  <a:lnTo>
                    <a:pt x="4975043" y="1225881"/>
                  </a:lnTo>
                  <a:lnTo>
                    <a:pt x="4941876" y="1222438"/>
                  </a:lnTo>
                  <a:lnTo>
                    <a:pt x="4908710" y="1219081"/>
                  </a:lnTo>
                  <a:lnTo>
                    <a:pt x="4875543" y="1215771"/>
                  </a:lnTo>
                  <a:lnTo>
                    <a:pt x="4842376" y="1212450"/>
                  </a:lnTo>
                  <a:lnTo>
                    <a:pt x="4809209" y="1209122"/>
                  </a:lnTo>
                  <a:lnTo>
                    <a:pt x="4776042" y="1205788"/>
                  </a:lnTo>
                  <a:lnTo>
                    <a:pt x="4742875" y="1202454"/>
                  </a:lnTo>
                  <a:lnTo>
                    <a:pt x="4709708" y="1199123"/>
                  </a:lnTo>
                  <a:lnTo>
                    <a:pt x="4676541" y="1195799"/>
                  </a:lnTo>
                  <a:lnTo>
                    <a:pt x="4643374" y="1192486"/>
                  </a:lnTo>
                  <a:lnTo>
                    <a:pt x="4610207" y="1189185"/>
                  </a:lnTo>
                  <a:lnTo>
                    <a:pt x="4577040" y="1185897"/>
                  </a:lnTo>
                  <a:lnTo>
                    <a:pt x="4543873" y="1182618"/>
                  </a:lnTo>
                  <a:lnTo>
                    <a:pt x="4510706" y="1179342"/>
                  </a:lnTo>
                  <a:lnTo>
                    <a:pt x="4477539" y="1176061"/>
                  </a:lnTo>
                  <a:lnTo>
                    <a:pt x="4444372" y="1172763"/>
                  </a:lnTo>
                  <a:lnTo>
                    <a:pt x="4411205" y="1169432"/>
                  </a:lnTo>
                  <a:lnTo>
                    <a:pt x="4378038" y="1166050"/>
                  </a:lnTo>
                  <a:lnTo>
                    <a:pt x="4344871" y="1162595"/>
                  </a:lnTo>
                  <a:lnTo>
                    <a:pt x="4311704" y="1159041"/>
                  </a:lnTo>
                  <a:lnTo>
                    <a:pt x="4278537" y="1155363"/>
                  </a:lnTo>
                  <a:lnTo>
                    <a:pt x="4245370" y="1151531"/>
                  </a:lnTo>
                  <a:lnTo>
                    <a:pt x="4212203" y="1147513"/>
                  </a:lnTo>
                  <a:lnTo>
                    <a:pt x="4179036" y="1143399"/>
                  </a:lnTo>
                  <a:lnTo>
                    <a:pt x="4145869" y="1139314"/>
                  </a:lnTo>
                  <a:lnTo>
                    <a:pt x="4112703" y="1135287"/>
                  </a:lnTo>
                  <a:lnTo>
                    <a:pt x="4079536" y="1131351"/>
                  </a:lnTo>
                  <a:lnTo>
                    <a:pt x="4046369" y="1127534"/>
                  </a:lnTo>
                  <a:lnTo>
                    <a:pt x="4013202" y="1123858"/>
                  </a:lnTo>
                  <a:lnTo>
                    <a:pt x="3980035" y="1120327"/>
                  </a:lnTo>
                  <a:lnTo>
                    <a:pt x="3946868" y="1116930"/>
                  </a:lnTo>
                  <a:lnTo>
                    <a:pt x="3913701" y="1113635"/>
                  </a:lnTo>
                  <a:lnTo>
                    <a:pt x="3880534" y="1110389"/>
                  </a:lnTo>
                  <a:lnTo>
                    <a:pt x="3847367" y="1107118"/>
                  </a:lnTo>
                  <a:lnTo>
                    <a:pt x="3814200" y="1103730"/>
                  </a:lnTo>
                  <a:lnTo>
                    <a:pt x="3781033" y="1100118"/>
                  </a:lnTo>
                  <a:lnTo>
                    <a:pt x="3747866" y="1096166"/>
                  </a:lnTo>
                  <a:lnTo>
                    <a:pt x="3714699" y="1091857"/>
                  </a:lnTo>
                  <a:lnTo>
                    <a:pt x="3681532" y="1087615"/>
                  </a:lnTo>
                  <a:lnTo>
                    <a:pt x="3648365" y="1083540"/>
                  </a:lnTo>
                  <a:lnTo>
                    <a:pt x="3615198" y="1079678"/>
                  </a:lnTo>
                  <a:lnTo>
                    <a:pt x="3582031" y="1076054"/>
                  </a:lnTo>
                  <a:lnTo>
                    <a:pt x="3548864" y="1072661"/>
                  </a:lnTo>
                  <a:lnTo>
                    <a:pt x="3515697" y="1069447"/>
                  </a:lnTo>
                  <a:lnTo>
                    <a:pt x="3482530" y="1066308"/>
                  </a:lnTo>
                  <a:lnTo>
                    <a:pt x="3449363" y="1063092"/>
                  </a:lnTo>
                  <a:lnTo>
                    <a:pt x="3416196" y="1059602"/>
                  </a:lnTo>
                  <a:lnTo>
                    <a:pt x="3383029" y="1055613"/>
                  </a:lnTo>
                  <a:lnTo>
                    <a:pt x="3349862" y="1050890"/>
                  </a:lnTo>
                  <a:lnTo>
                    <a:pt x="3316695" y="1045693"/>
                  </a:lnTo>
                  <a:lnTo>
                    <a:pt x="3283529" y="1040376"/>
                  </a:lnTo>
                  <a:lnTo>
                    <a:pt x="3250362" y="1035024"/>
                  </a:lnTo>
                  <a:lnTo>
                    <a:pt x="3217195" y="1029714"/>
                  </a:lnTo>
                  <a:lnTo>
                    <a:pt x="3184028" y="1024504"/>
                  </a:lnTo>
                  <a:lnTo>
                    <a:pt x="3150861" y="1019421"/>
                  </a:lnTo>
                  <a:lnTo>
                    <a:pt x="3117694" y="1014456"/>
                  </a:lnTo>
                  <a:lnTo>
                    <a:pt x="3084527" y="1009559"/>
                  </a:lnTo>
                  <a:lnTo>
                    <a:pt x="3051360" y="1004646"/>
                  </a:lnTo>
                  <a:lnTo>
                    <a:pt x="3018193" y="999598"/>
                  </a:lnTo>
                  <a:lnTo>
                    <a:pt x="2985026" y="994276"/>
                  </a:lnTo>
                  <a:lnTo>
                    <a:pt x="2951859" y="988528"/>
                  </a:lnTo>
                  <a:lnTo>
                    <a:pt x="2918692" y="982190"/>
                  </a:lnTo>
                  <a:lnTo>
                    <a:pt x="2885525" y="975162"/>
                  </a:lnTo>
                  <a:lnTo>
                    <a:pt x="2852358" y="967607"/>
                  </a:lnTo>
                  <a:lnTo>
                    <a:pt x="2819191" y="959701"/>
                  </a:lnTo>
                  <a:lnTo>
                    <a:pt x="2786024" y="951610"/>
                  </a:lnTo>
                  <a:lnTo>
                    <a:pt x="2752857" y="943478"/>
                  </a:lnTo>
                  <a:lnTo>
                    <a:pt x="2719690" y="935425"/>
                  </a:lnTo>
                  <a:lnTo>
                    <a:pt x="2686523" y="927545"/>
                  </a:lnTo>
                  <a:lnTo>
                    <a:pt x="2653356" y="919908"/>
                  </a:lnTo>
                  <a:lnTo>
                    <a:pt x="2620189" y="912558"/>
                  </a:lnTo>
                  <a:lnTo>
                    <a:pt x="2587022" y="905525"/>
                  </a:lnTo>
                  <a:lnTo>
                    <a:pt x="2553855" y="898827"/>
                  </a:lnTo>
                  <a:lnTo>
                    <a:pt x="2520688" y="892484"/>
                  </a:lnTo>
                  <a:lnTo>
                    <a:pt x="2487521" y="886294"/>
                  </a:lnTo>
                  <a:lnTo>
                    <a:pt x="2454355" y="879997"/>
                  </a:lnTo>
                  <a:lnTo>
                    <a:pt x="2421188" y="873625"/>
                  </a:lnTo>
                  <a:lnTo>
                    <a:pt x="2388021" y="867215"/>
                  </a:lnTo>
                  <a:lnTo>
                    <a:pt x="2354854" y="860799"/>
                  </a:lnTo>
                  <a:lnTo>
                    <a:pt x="2321687" y="854410"/>
                  </a:lnTo>
                  <a:lnTo>
                    <a:pt x="2288520" y="848077"/>
                  </a:lnTo>
                  <a:lnTo>
                    <a:pt x="2255353" y="841829"/>
                  </a:lnTo>
                  <a:lnTo>
                    <a:pt x="2222186" y="835695"/>
                  </a:lnTo>
                  <a:lnTo>
                    <a:pt x="2189019" y="829700"/>
                  </a:lnTo>
                  <a:lnTo>
                    <a:pt x="2155852" y="823868"/>
                  </a:lnTo>
                  <a:lnTo>
                    <a:pt x="2122685" y="818224"/>
                  </a:lnTo>
                  <a:lnTo>
                    <a:pt x="2089518" y="812791"/>
                  </a:lnTo>
                  <a:lnTo>
                    <a:pt x="2056351" y="807592"/>
                  </a:lnTo>
                  <a:lnTo>
                    <a:pt x="2023184" y="802650"/>
                  </a:lnTo>
                  <a:lnTo>
                    <a:pt x="1990017" y="797989"/>
                  </a:lnTo>
                  <a:lnTo>
                    <a:pt x="1956850" y="793634"/>
                  </a:lnTo>
                  <a:lnTo>
                    <a:pt x="1923683" y="789612"/>
                  </a:lnTo>
                  <a:lnTo>
                    <a:pt x="1890516" y="785945"/>
                  </a:lnTo>
                  <a:lnTo>
                    <a:pt x="1857349" y="782607"/>
                  </a:lnTo>
                  <a:lnTo>
                    <a:pt x="1824182" y="779599"/>
                  </a:lnTo>
                  <a:lnTo>
                    <a:pt x="1791015" y="776934"/>
                  </a:lnTo>
                  <a:lnTo>
                    <a:pt x="1757848" y="774623"/>
                  </a:lnTo>
                  <a:lnTo>
                    <a:pt x="1724681" y="772677"/>
                  </a:lnTo>
                  <a:lnTo>
                    <a:pt x="1691514" y="771111"/>
                  </a:lnTo>
                  <a:lnTo>
                    <a:pt x="1658347" y="769935"/>
                  </a:lnTo>
                  <a:lnTo>
                    <a:pt x="1625181" y="769162"/>
                  </a:lnTo>
                  <a:lnTo>
                    <a:pt x="1592014" y="768804"/>
                  </a:lnTo>
                  <a:lnTo>
                    <a:pt x="1558847" y="768871"/>
                  </a:lnTo>
                  <a:lnTo>
                    <a:pt x="1525680" y="769373"/>
                  </a:lnTo>
                  <a:lnTo>
                    <a:pt x="1492513" y="770322"/>
                  </a:lnTo>
                  <a:lnTo>
                    <a:pt x="1459346" y="771724"/>
                  </a:lnTo>
                  <a:lnTo>
                    <a:pt x="1426179" y="773588"/>
                  </a:lnTo>
                  <a:lnTo>
                    <a:pt x="1393012" y="775921"/>
                  </a:lnTo>
                  <a:lnTo>
                    <a:pt x="1359845" y="778727"/>
                  </a:lnTo>
                  <a:lnTo>
                    <a:pt x="1326678" y="782012"/>
                  </a:lnTo>
                  <a:lnTo>
                    <a:pt x="1293511" y="785780"/>
                  </a:lnTo>
                  <a:lnTo>
                    <a:pt x="1260344" y="790033"/>
                  </a:lnTo>
                  <a:lnTo>
                    <a:pt x="1227177" y="794772"/>
                  </a:lnTo>
                  <a:lnTo>
                    <a:pt x="1194010" y="800000"/>
                  </a:lnTo>
                  <a:lnTo>
                    <a:pt x="1160843" y="805715"/>
                  </a:lnTo>
                  <a:lnTo>
                    <a:pt x="1127676" y="811918"/>
                  </a:lnTo>
                  <a:lnTo>
                    <a:pt x="1094509" y="818608"/>
                  </a:lnTo>
                  <a:lnTo>
                    <a:pt x="1061342" y="825782"/>
                  </a:lnTo>
                  <a:lnTo>
                    <a:pt x="1028175" y="833440"/>
                  </a:lnTo>
                  <a:lnTo>
                    <a:pt x="995008" y="841578"/>
                  </a:lnTo>
                  <a:lnTo>
                    <a:pt x="961841" y="850195"/>
                  </a:lnTo>
                  <a:lnTo>
                    <a:pt x="928674" y="859286"/>
                  </a:lnTo>
                  <a:lnTo>
                    <a:pt x="895507" y="868848"/>
                  </a:lnTo>
                  <a:lnTo>
                    <a:pt x="862340" y="878879"/>
                  </a:lnTo>
                  <a:lnTo>
                    <a:pt x="829173" y="889375"/>
                  </a:lnTo>
                  <a:lnTo>
                    <a:pt x="796007" y="900333"/>
                  </a:lnTo>
                  <a:lnTo>
                    <a:pt x="762840" y="911748"/>
                  </a:lnTo>
                  <a:lnTo>
                    <a:pt x="729673" y="923617"/>
                  </a:lnTo>
                  <a:lnTo>
                    <a:pt x="696506" y="935937"/>
                  </a:lnTo>
                  <a:lnTo>
                    <a:pt x="663339" y="948704"/>
                  </a:lnTo>
                  <a:lnTo>
                    <a:pt x="630172" y="961914"/>
                  </a:lnTo>
                  <a:lnTo>
                    <a:pt x="597005" y="975564"/>
                  </a:lnTo>
                  <a:lnTo>
                    <a:pt x="563838" y="989650"/>
                  </a:lnTo>
                  <a:lnTo>
                    <a:pt x="530671" y="1004169"/>
                  </a:lnTo>
                  <a:lnTo>
                    <a:pt x="497504" y="1019118"/>
                  </a:lnTo>
                  <a:lnTo>
                    <a:pt x="464337" y="1034492"/>
                  </a:lnTo>
                  <a:lnTo>
                    <a:pt x="431170" y="1050289"/>
                  </a:lnTo>
                  <a:lnTo>
                    <a:pt x="398003" y="1066506"/>
                  </a:lnTo>
                  <a:lnTo>
                    <a:pt x="364836" y="1083139"/>
                  </a:lnTo>
                  <a:lnTo>
                    <a:pt x="331669" y="1100186"/>
                  </a:lnTo>
                  <a:lnTo>
                    <a:pt x="298502" y="1117643"/>
                  </a:lnTo>
                  <a:lnTo>
                    <a:pt x="265335" y="1135507"/>
                  </a:lnTo>
                  <a:lnTo>
                    <a:pt x="232168" y="1153776"/>
                  </a:lnTo>
                  <a:lnTo>
                    <a:pt x="199001" y="1172446"/>
                  </a:lnTo>
                  <a:lnTo>
                    <a:pt x="165834" y="1191515"/>
                  </a:lnTo>
                  <a:lnTo>
                    <a:pt x="132667" y="1210981"/>
                  </a:lnTo>
                  <a:lnTo>
                    <a:pt x="99500" y="1230840"/>
                  </a:lnTo>
                  <a:lnTo>
                    <a:pt x="66333" y="1251089"/>
                  </a:lnTo>
                  <a:lnTo>
                    <a:pt x="33166" y="1271727"/>
                  </a:lnTo>
                  <a:lnTo>
                    <a:pt x="0" y="1292751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3493789"/>
              <a:ext cx="6600224" cy="930319"/>
            </a:xfrm>
            <a:custGeom>
              <a:avLst/>
              <a:pathLst>
                <a:path w="6600224" h="930319">
                  <a:moveTo>
                    <a:pt x="0" y="0"/>
                  </a:moveTo>
                  <a:lnTo>
                    <a:pt x="33166" y="12215"/>
                  </a:lnTo>
                  <a:lnTo>
                    <a:pt x="66333" y="24315"/>
                  </a:lnTo>
                  <a:lnTo>
                    <a:pt x="99500" y="36298"/>
                  </a:lnTo>
                  <a:lnTo>
                    <a:pt x="132667" y="48165"/>
                  </a:lnTo>
                  <a:lnTo>
                    <a:pt x="165834" y="59915"/>
                  </a:lnTo>
                  <a:lnTo>
                    <a:pt x="199001" y="71547"/>
                  </a:lnTo>
                  <a:lnTo>
                    <a:pt x="232168" y="83060"/>
                  </a:lnTo>
                  <a:lnTo>
                    <a:pt x="265335" y="94454"/>
                  </a:lnTo>
                  <a:lnTo>
                    <a:pt x="298502" y="105728"/>
                  </a:lnTo>
                  <a:lnTo>
                    <a:pt x="331669" y="116881"/>
                  </a:lnTo>
                  <a:lnTo>
                    <a:pt x="364836" y="127912"/>
                  </a:lnTo>
                  <a:lnTo>
                    <a:pt x="398003" y="138820"/>
                  </a:lnTo>
                  <a:lnTo>
                    <a:pt x="431170" y="149605"/>
                  </a:lnTo>
                  <a:lnTo>
                    <a:pt x="464337" y="160264"/>
                  </a:lnTo>
                  <a:lnTo>
                    <a:pt x="497504" y="170798"/>
                  </a:lnTo>
                  <a:lnTo>
                    <a:pt x="530671" y="181204"/>
                  </a:lnTo>
                  <a:lnTo>
                    <a:pt x="563838" y="191481"/>
                  </a:lnTo>
                  <a:lnTo>
                    <a:pt x="597005" y="201629"/>
                  </a:lnTo>
                  <a:lnTo>
                    <a:pt x="630172" y="211645"/>
                  </a:lnTo>
                  <a:lnTo>
                    <a:pt x="663339" y="221528"/>
                  </a:lnTo>
                  <a:lnTo>
                    <a:pt x="696506" y="231277"/>
                  </a:lnTo>
                  <a:lnTo>
                    <a:pt x="729673" y="240890"/>
                  </a:lnTo>
                  <a:lnTo>
                    <a:pt x="762840" y="250365"/>
                  </a:lnTo>
                  <a:lnTo>
                    <a:pt x="796007" y="259702"/>
                  </a:lnTo>
                  <a:lnTo>
                    <a:pt x="829173" y="268897"/>
                  </a:lnTo>
                  <a:lnTo>
                    <a:pt x="862340" y="277951"/>
                  </a:lnTo>
                  <a:lnTo>
                    <a:pt x="895507" y="286861"/>
                  </a:lnTo>
                  <a:lnTo>
                    <a:pt x="928674" y="295625"/>
                  </a:lnTo>
                  <a:lnTo>
                    <a:pt x="961841" y="304243"/>
                  </a:lnTo>
                  <a:lnTo>
                    <a:pt x="995008" y="312714"/>
                  </a:lnTo>
                  <a:lnTo>
                    <a:pt x="1028175" y="321036"/>
                  </a:lnTo>
                  <a:lnTo>
                    <a:pt x="1061342" y="329209"/>
                  </a:lnTo>
                  <a:lnTo>
                    <a:pt x="1094509" y="337232"/>
                  </a:lnTo>
                  <a:lnTo>
                    <a:pt x="1127676" y="345106"/>
                  </a:lnTo>
                  <a:lnTo>
                    <a:pt x="1160843" y="352831"/>
                  </a:lnTo>
                  <a:lnTo>
                    <a:pt x="1194010" y="360408"/>
                  </a:lnTo>
                  <a:lnTo>
                    <a:pt x="1227177" y="367838"/>
                  </a:lnTo>
                  <a:lnTo>
                    <a:pt x="1260344" y="375124"/>
                  </a:lnTo>
                  <a:lnTo>
                    <a:pt x="1293511" y="382269"/>
                  </a:lnTo>
                  <a:lnTo>
                    <a:pt x="1326678" y="389277"/>
                  </a:lnTo>
                  <a:lnTo>
                    <a:pt x="1359845" y="396152"/>
                  </a:lnTo>
                  <a:lnTo>
                    <a:pt x="1393012" y="402901"/>
                  </a:lnTo>
                  <a:lnTo>
                    <a:pt x="1426179" y="409529"/>
                  </a:lnTo>
                  <a:lnTo>
                    <a:pt x="1459346" y="416045"/>
                  </a:lnTo>
                  <a:lnTo>
                    <a:pt x="1492513" y="422457"/>
                  </a:lnTo>
                  <a:lnTo>
                    <a:pt x="1525680" y="428775"/>
                  </a:lnTo>
                  <a:lnTo>
                    <a:pt x="1558847" y="435009"/>
                  </a:lnTo>
                  <a:lnTo>
                    <a:pt x="1592014" y="441172"/>
                  </a:lnTo>
                  <a:lnTo>
                    <a:pt x="1625181" y="447276"/>
                  </a:lnTo>
                  <a:lnTo>
                    <a:pt x="1658347" y="453333"/>
                  </a:lnTo>
                  <a:lnTo>
                    <a:pt x="1691514" y="459358"/>
                  </a:lnTo>
                  <a:lnTo>
                    <a:pt x="1724681" y="465364"/>
                  </a:lnTo>
                  <a:lnTo>
                    <a:pt x="1757848" y="471366"/>
                  </a:lnTo>
                  <a:lnTo>
                    <a:pt x="1791015" y="477378"/>
                  </a:lnTo>
                  <a:lnTo>
                    <a:pt x="1824182" y="483415"/>
                  </a:lnTo>
                  <a:lnTo>
                    <a:pt x="1857349" y="489490"/>
                  </a:lnTo>
                  <a:lnTo>
                    <a:pt x="1890516" y="495617"/>
                  </a:lnTo>
                  <a:lnTo>
                    <a:pt x="1923683" y="501833"/>
                  </a:lnTo>
                  <a:lnTo>
                    <a:pt x="1956850" y="508253"/>
                  </a:lnTo>
                  <a:lnTo>
                    <a:pt x="1990017" y="514872"/>
                  </a:lnTo>
                  <a:lnTo>
                    <a:pt x="2023184" y="521669"/>
                  </a:lnTo>
                  <a:lnTo>
                    <a:pt x="2056351" y="528619"/>
                  </a:lnTo>
                  <a:lnTo>
                    <a:pt x="2089518" y="535697"/>
                  </a:lnTo>
                  <a:lnTo>
                    <a:pt x="2122685" y="542879"/>
                  </a:lnTo>
                  <a:lnTo>
                    <a:pt x="2155852" y="550137"/>
                  </a:lnTo>
                  <a:lnTo>
                    <a:pt x="2189019" y="557447"/>
                  </a:lnTo>
                  <a:lnTo>
                    <a:pt x="2222186" y="564784"/>
                  </a:lnTo>
                  <a:lnTo>
                    <a:pt x="2255353" y="572123"/>
                  </a:lnTo>
                  <a:lnTo>
                    <a:pt x="2288520" y="579443"/>
                  </a:lnTo>
                  <a:lnTo>
                    <a:pt x="2321687" y="586721"/>
                  </a:lnTo>
                  <a:lnTo>
                    <a:pt x="2354854" y="593938"/>
                  </a:lnTo>
                  <a:lnTo>
                    <a:pt x="2388021" y="601075"/>
                  </a:lnTo>
                  <a:lnTo>
                    <a:pt x="2421188" y="608116"/>
                  </a:lnTo>
                  <a:lnTo>
                    <a:pt x="2454355" y="615045"/>
                  </a:lnTo>
                  <a:lnTo>
                    <a:pt x="2487521" y="621847"/>
                  </a:lnTo>
                  <a:lnTo>
                    <a:pt x="2520688" y="628512"/>
                  </a:lnTo>
                  <a:lnTo>
                    <a:pt x="2553855" y="635546"/>
                  </a:lnTo>
                  <a:lnTo>
                    <a:pt x="2587022" y="643224"/>
                  </a:lnTo>
                  <a:lnTo>
                    <a:pt x="2620189" y="651371"/>
                  </a:lnTo>
                  <a:lnTo>
                    <a:pt x="2653356" y="659815"/>
                  </a:lnTo>
                  <a:lnTo>
                    <a:pt x="2686523" y="668393"/>
                  </a:lnTo>
                  <a:lnTo>
                    <a:pt x="2719690" y="676960"/>
                  </a:lnTo>
                  <a:lnTo>
                    <a:pt x="2752857" y="685392"/>
                  </a:lnTo>
                  <a:lnTo>
                    <a:pt x="2786024" y="693593"/>
                  </a:lnTo>
                  <a:lnTo>
                    <a:pt x="2819191" y="701490"/>
                  </a:lnTo>
                  <a:lnTo>
                    <a:pt x="2852358" y="709036"/>
                  </a:lnTo>
                  <a:lnTo>
                    <a:pt x="2885525" y="716204"/>
                  </a:lnTo>
                  <a:lnTo>
                    <a:pt x="2918692" y="722982"/>
                  </a:lnTo>
                  <a:lnTo>
                    <a:pt x="2951859" y="729404"/>
                  </a:lnTo>
                  <a:lnTo>
                    <a:pt x="2985026" y="735737"/>
                  </a:lnTo>
                  <a:lnTo>
                    <a:pt x="3018193" y="741963"/>
                  </a:lnTo>
                  <a:lnTo>
                    <a:pt x="3051360" y="748001"/>
                  </a:lnTo>
                  <a:lnTo>
                    <a:pt x="3084527" y="753779"/>
                  </a:lnTo>
                  <a:lnTo>
                    <a:pt x="3117694" y="759249"/>
                  </a:lnTo>
                  <a:lnTo>
                    <a:pt x="3150861" y="764393"/>
                  </a:lnTo>
                  <a:lnTo>
                    <a:pt x="3184028" y="769232"/>
                  </a:lnTo>
                  <a:lnTo>
                    <a:pt x="3217195" y="773827"/>
                  </a:lnTo>
                  <a:lnTo>
                    <a:pt x="3250362" y="778273"/>
                  </a:lnTo>
                  <a:lnTo>
                    <a:pt x="3283529" y="782697"/>
                  </a:lnTo>
                  <a:lnTo>
                    <a:pt x="3316695" y="787244"/>
                  </a:lnTo>
                  <a:lnTo>
                    <a:pt x="3349862" y="792070"/>
                  </a:lnTo>
                  <a:lnTo>
                    <a:pt x="3383029" y="796937"/>
                  </a:lnTo>
                  <a:lnTo>
                    <a:pt x="3416196" y="801369"/>
                  </a:lnTo>
                  <a:lnTo>
                    <a:pt x="3449363" y="805340"/>
                  </a:lnTo>
                  <a:lnTo>
                    <a:pt x="3482530" y="808837"/>
                  </a:lnTo>
                  <a:lnTo>
                    <a:pt x="3515697" y="811879"/>
                  </a:lnTo>
                  <a:lnTo>
                    <a:pt x="3548864" y="814525"/>
                  </a:lnTo>
                  <a:lnTo>
                    <a:pt x="3582031" y="816886"/>
                  </a:lnTo>
                  <a:lnTo>
                    <a:pt x="3615198" y="819123"/>
                  </a:lnTo>
                  <a:lnTo>
                    <a:pt x="3648365" y="821441"/>
                  </a:lnTo>
                  <a:lnTo>
                    <a:pt x="3681532" y="824081"/>
                  </a:lnTo>
                  <a:lnTo>
                    <a:pt x="3714699" y="827301"/>
                  </a:lnTo>
                  <a:lnTo>
                    <a:pt x="3747866" y="831246"/>
                  </a:lnTo>
                  <a:lnTo>
                    <a:pt x="3781033" y="835189"/>
                  </a:lnTo>
                  <a:lnTo>
                    <a:pt x="3814200" y="838921"/>
                  </a:lnTo>
                  <a:lnTo>
                    <a:pt x="3847367" y="842412"/>
                  </a:lnTo>
                  <a:lnTo>
                    <a:pt x="3880534" y="845641"/>
                  </a:lnTo>
                  <a:lnTo>
                    <a:pt x="3913701" y="848603"/>
                  </a:lnTo>
                  <a:lnTo>
                    <a:pt x="3946868" y="851309"/>
                  </a:lnTo>
                  <a:lnTo>
                    <a:pt x="3980035" y="853792"/>
                  </a:lnTo>
                  <a:lnTo>
                    <a:pt x="4013202" y="856106"/>
                  </a:lnTo>
                  <a:lnTo>
                    <a:pt x="4046369" y="858325"/>
                  </a:lnTo>
                  <a:lnTo>
                    <a:pt x="4079536" y="860541"/>
                  </a:lnTo>
                  <a:lnTo>
                    <a:pt x="4112703" y="862860"/>
                  </a:lnTo>
                  <a:lnTo>
                    <a:pt x="4145869" y="865397"/>
                  </a:lnTo>
                  <a:lnTo>
                    <a:pt x="4179036" y="868270"/>
                  </a:lnTo>
                  <a:lnTo>
                    <a:pt x="4212203" y="871595"/>
                  </a:lnTo>
                  <a:lnTo>
                    <a:pt x="4245370" y="875112"/>
                  </a:lnTo>
                  <a:lnTo>
                    <a:pt x="4278537" y="878479"/>
                  </a:lnTo>
                  <a:lnTo>
                    <a:pt x="4311704" y="881683"/>
                  </a:lnTo>
                  <a:lnTo>
                    <a:pt x="4344871" y="884716"/>
                  </a:lnTo>
                  <a:lnTo>
                    <a:pt x="4378038" y="887570"/>
                  </a:lnTo>
                  <a:lnTo>
                    <a:pt x="4411205" y="890240"/>
                  </a:lnTo>
                  <a:lnTo>
                    <a:pt x="4444372" y="892723"/>
                  </a:lnTo>
                  <a:lnTo>
                    <a:pt x="4477539" y="895020"/>
                  </a:lnTo>
                  <a:lnTo>
                    <a:pt x="4510706" y="897136"/>
                  </a:lnTo>
                  <a:lnTo>
                    <a:pt x="4543873" y="899079"/>
                  </a:lnTo>
                  <a:lnTo>
                    <a:pt x="4577040" y="900859"/>
                  </a:lnTo>
                  <a:lnTo>
                    <a:pt x="4610207" y="902490"/>
                  </a:lnTo>
                  <a:lnTo>
                    <a:pt x="4643374" y="903988"/>
                  </a:lnTo>
                  <a:lnTo>
                    <a:pt x="4676541" y="905374"/>
                  </a:lnTo>
                  <a:lnTo>
                    <a:pt x="4709708" y="906669"/>
                  </a:lnTo>
                  <a:lnTo>
                    <a:pt x="4742875" y="907895"/>
                  </a:lnTo>
                  <a:lnTo>
                    <a:pt x="4776042" y="909075"/>
                  </a:lnTo>
                  <a:lnTo>
                    <a:pt x="4809209" y="910235"/>
                  </a:lnTo>
                  <a:lnTo>
                    <a:pt x="4842376" y="911398"/>
                  </a:lnTo>
                  <a:lnTo>
                    <a:pt x="4875543" y="912586"/>
                  </a:lnTo>
                  <a:lnTo>
                    <a:pt x="4908710" y="913821"/>
                  </a:lnTo>
                  <a:lnTo>
                    <a:pt x="4941876" y="915070"/>
                  </a:lnTo>
                  <a:lnTo>
                    <a:pt x="4975043" y="916302"/>
                  </a:lnTo>
                  <a:lnTo>
                    <a:pt x="5008210" y="917514"/>
                  </a:lnTo>
                  <a:lnTo>
                    <a:pt x="5041377" y="918705"/>
                  </a:lnTo>
                  <a:lnTo>
                    <a:pt x="5074544" y="919872"/>
                  </a:lnTo>
                  <a:lnTo>
                    <a:pt x="5107711" y="921010"/>
                  </a:lnTo>
                  <a:lnTo>
                    <a:pt x="5140878" y="922116"/>
                  </a:lnTo>
                  <a:lnTo>
                    <a:pt x="5174045" y="923184"/>
                  </a:lnTo>
                  <a:lnTo>
                    <a:pt x="5207212" y="924207"/>
                  </a:lnTo>
                  <a:lnTo>
                    <a:pt x="5240379" y="925179"/>
                  </a:lnTo>
                  <a:lnTo>
                    <a:pt x="5273546" y="926093"/>
                  </a:lnTo>
                  <a:lnTo>
                    <a:pt x="5306713" y="926941"/>
                  </a:lnTo>
                  <a:lnTo>
                    <a:pt x="5339880" y="927715"/>
                  </a:lnTo>
                  <a:lnTo>
                    <a:pt x="5373047" y="928406"/>
                  </a:lnTo>
                  <a:lnTo>
                    <a:pt x="5406214" y="929006"/>
                  </a:lnTo>
                  <a:lnTo>
                    <a:pt x="5439381" y="929505"/>
                  </a:lnTo>
                  <a:lnTo>
                    <a:pt x="5472548" y="929896"/>
                  </a:lnTo>
                  <a:lnTo>
                    <a:pt x="5505715" y="930167"/>
                  </a:lnTo>
                  <a:lnTo>
                    <a:pt x="5538882" y="930311"/>
                  </a:lnTo>
                  <a:lnTo>
                    <a:pt x="5572049" y="930319"/>
                  </a:lnTo>
                  <a:lnTo>
                    <a:pt x="5605216" y="930181"/>
                  </a:lnTo>
                  <a:lnTo>
                    <a:pt x="5638383" y="929889"/>
                  </a:lnTo>
                  <a:lnTo>
                    <a:pt x="5671550" y="929435"/>
                  </a:lnTo>
                  <a:lnTo>
                    <a:pt x="5704717" y="928811"/>
                  </a:lnTo>
                  <a:lnTo>
                    <a:pt x="5737884" y="928009"/>
                  </a:lnTo>
                  <a:lnTo>
                    <a:pt x="5771050" y="927023"/>
                  </a:lnTo>
                  <a:lnTo>
                    <a:pt x="5804217" y="925845"/>
                  </a:lnTo>
                  <a:lnTo>
                    <a:pt x="5837384" y="924470"/>
                  </a:lnTo>
                  <a:lnTo>
                    <a:pt x="5870551" y="922891"/>
                  </a:lnTo>
                  <a:lnTo>
                    <a:pt x="5903718" y="921104"/>
                  </a:lnTo>
                  <a:lnTo>
                    <a:pt x="5936885" y="919104"/>
                  </a:lnTo>
                  <a:lnTo>
                    <a:pt x="5970052" y="916887"/>
                  </a:lnTo>
                  <a:lnTo>
                    <a:pt x="6003219" y="914448"/>
                  </a:lnTo>
                  <a:lnTo>
                    <a:pt x="6036386" y="911786"/>
                  </a:lnTo>
                  <a:lnTo>
                    <a:pt x="6069553" y="908896"/>
                  </a:lnTo>
                  <a:lnTo>
                    <a:pt x="6102720" y="905777"/>
                  </a:lnTo>
                  <a:lnTo>
                    <a:pt x="6135887" y="902427"/>
                  </a:lnTo>
                  <a:lnTo>
                    <a:pt x="6169054" y="898843"/>
                  </a:lnTo>
                  <a:lnTo>
                    <a:pt x="6202221" y="895026"/>
                  </a:lnTo>
                  <a:lnTo>
                    <a:pt x="6235388" y="890972"/>
                  </a:lnTo>
                  <a:lnTo>
                    <a:pt x="6268555" y="886683"/>
                  </a:lnTo>
                  <a:lnTo>
                    <a:pt x="6301722" y="882158"/>
                  </a:lnTo>
                  <a:lnTo>
                    <a:pt x="6334889" y="877395"/>
                  </a:lnTo>
                  <a:lnTo>
                    <a:pt x="6368056" y="872396"/>
                  </a:lnTo>
                  <a:lnTo>
                    <a:pt x="6401223" y="867160"/>
                  </a:lnTo>
                  <a:lnTo>
                    <a:pt x="6434390" y="861688"/>
                  </a:lnTo>
                  <a:lnTo>
                    <a:pt x="6467557" y="855979"/>
                  </a:lnTo>
                  <a:lnTo>
                    <a:pt x="6500724" y="850035"/>
                  </a:lnTo>
                  <a:lnTo>
                    <a:pt x="6533891" y="843856"/>
                  </a:lnTo>
                  <a:lnTo>
                    <a:pt x="6567058" y="837442"/>
                  </a:lnTo>
                  <a:lnTo>
                    <a:pt x="6600224" y="8307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4262593"/>
              <a:ext cx="6600224" cy="829914"/>
            </a:xfrm>
            <a:custGeom>
              <a:avLst/>
              <a:pathLst>
                <a:path w="6600224" h="829914">
                  <a:moveTo>
                    <a:pt x="6600224" y="829914"/>
                  </a:moveTo>
                  <a:lnTo>
                    <a:pt x="6567058" y="816736"/>
                  </a:lnTo>
                  <a:lnTo>
                    <a:pt x="6533891" y="803800"/>
                  </a:lnTo>
                  <a:lnTo>
                    <a:pt x="6500724" y="791109"/>
                  </a:lnTo>
                  <a:lnTo>
                    <a:pt x="6467557" y="778664"/>
                  </a:lnTo>
                  <a:lnTo>
                    <a:pt x="6434390" y="766467"/>
                  </a:lnTo>
                  <a:lnTo>
                    <a:pt x="6401223" y="754520"/>
                  </a:lnTo>
                  <a:lnTo>
                    <a:pt x="6368056" y="742824"/>
                  </a:lnTo>
                  <a:lnTo>
                    <a:pt x="6334889" y="731380"/>
                  </a:lnTo>
                  <a:lnTo>
                    <a:pt x="6301722" y="720191"/>
                  </a:lnTo>
                  <a:lnTo>
                    <a:pt x="6268555" y="709258"/>
                  </a:lnTo>
                  <a:lnTo>
                    <a:pt x="6235388" y="698580"/>
                  </a:lnTo>
                  <a:lnTo>
                    <a:pt x="6202221" y="688159"/>
                  </a:lnTo>
                  <a:lnTo>
                    <a:pt x="6169054" y="677996"/>
                  </a:lnTo>
                  <a:lnTo>
                    <a:pt x="6135887" y="668091"/>
                  </a:lnTo>
                  <a:lnTo>
                    <a:pt x="6102720" y="658443"/>
                  </a:lnTo>
                  <a:lnTo>
                    <a:pt x="6069553" y="649053"/>
                  </a:lnTo>
                  <a:lnTo>
                    <a:pt x="6036386" y="639918"/>
                  </a:lnTo>
                  <a:lnTo>
                    <a:pt x="6003219" y="631040"/>
                  </a:lnTo>
                  <a:lnTo>
                    <a:pt x="5970052" y="622414"/>
                  </a:lnTo>
                  <a:lnTo>
                    <a:pt x="5936885" y="614041"/>
                  </a:lnTo>
                  <a:lnTo>
                    <a:pt x="5903718" y="605916"/>
                  </a:lnTo>
                  <a:lnTo>
                    <a:pt x="5870551" y="598038"/>
                  </a:lnTo>
                  <a:lnTo>
                    <a:pt x="5837384" y="590402"/>
                  </a:lnTo>
                  <a:lnTo>
                    <a:pt x="5804217" y="583005"/>
                  </a:lnTo>
                  <a:lnTo>
                    <a:pt x="5771050" y="575842"/>
                  </a:lnTo>
                  <a:lnTo>
                    <a:pt x="5737884" y="568908"/>
                  </a:lnTo>
                  <a:lnTo>
                    <a:pt x="5704717" y="562199"/>
                  </a:lnTo>
                  <a:lnTo>
                    <a:pt x="5671550" y="555707"/>
                  </a:lnTo>
                  <a:lnTo>
                    <a:pt x="5638383" y="549427"/>
                  </a:lnTo>
                  <a:lnTo>
                    <a:pt x="5605216" y="543352"/>
                  </a:lnTo>
                  <a:lnTo>
                    <a:pt x="5572049" y="537474"/>
                  </a:lnTo>
                  <a:lnTo>
                    <a:pt x="5538882" y="531787"/>
                  </a:lnTo>
                  <a:lnTo>
                    <a:pt x="5505715" y="526283"/>
                  </a:lnTo>
                  <a:lnTo>
                    <a:pt x="5472548" y="520955"/>
                  </a:lnTo>
                  <a:lnTo>
                    <a:pt x="5439381" y="515793"/>
                  </a:lnTo>
                  <a:lnTo>
                    <a:pt x="5406214" y="510791"/>
                  </a:lnTo>
                  <a:lnTo>
                    <a:pt x="5373047" y="505941"/>
                  </a:lnTo>
                  <a:lnTo>
                    <a:pt x="5339880" y="501234"/>
                  </a:lnTo>
                  <a:lnTo>
                    <a:pt x="5306713" y="496664"/>
                  </a:lnTo>
                  <a:lnTo>
                    <a:pt x="5273546" y="492222"/>
                  </a:lnTo>
                  <a:lnTo>
                    <a:pt x="5240379" y="487903"/>
                  </a:lnTo>
                  <a:lnTo>
                    <a:pt x="5207212" y="483699"/>
                  </a:lnTo>
                  <a:lnTo>
                    <a:pt x="5174045" y="479605"/>
                  </a:lnTo>
                  <a:lnTo>
                    <a:pt x="5140878" y="475614"/>
                  </a:lnTo>
                  <a:lnTo>
                    <a:pt x="5107711" y="471723"/>
                  </a:lnTo>
                  <a:lnTo>
                    <a:pt x="5074544" y="467927"/>
                  </a:lnTo>
                  <a:lnTo>
                    <a:pt x="5041377" y="464222"/>
                  </a:lnTo>
                  <a:lnTo>
                    <a:pt x="5008210" y="460606"/>
                  </a:lnTo>
                  <a:lnTo>
                    <a:pt x="4975043" y="457077"/>
                  </a:lnTo>
                  <a:lnTo>
                    <a:pt x="4941876" y="453634"/>
                  </a:lnTo>
                  <a:lnTo>
                    <a:pt x="4908710" y="450277"/>
                  </a:lnTo>
                  <a:lnTo>
                    <a:pt x="4875543" y="446967"/>
                  </a:lnTo>
                  <a:lnTo>
                    <a:pt x="4842376" y="443646"/>
                  </a:lnTo>
                  <a:lnTo>
                    <a:pt x="4809209" y="440318"/>
                  </a:lnTo>
                  <a:lnTo>
                    <a:pt x="4776042" y="436984"/>
                  </a:lnTo>
                  <a:lnTo>
                    <a:pt x="4742875" y="433650"/>
                  </a:lnTo>
                  <a:lnTo>
                    <a:pt x="4709708" y="430318"/>
                  </a:lnTo>
                  <a:lnTo>
                    <a:pt x="4676541" y="426995"/>
                  </a:lnTo>
                  <a:lnTo>
                    <a:pt x="4643374" y="423682"/>
                  </a:lnTo>
                  <a:lnTo>
                    <a:pt x="4610207" y="420381"/>
                  </a:lnTo>
                  <a:lnTo>
                    <a:pt x="4577040" y="417093"/>
                  </a:lnTo>
                  <a:lnTo>
                    <a:pt x="4543873" y="413814"/>
                  </a:lnTo>
                  <a:lnTo>
                    <a:pt x="4510706" y="410538"/>
                  </a:lnTo>
                  <a:lnTo>
                    <a:pt x="4477539" y="407257"/>
                  </a:lnTo>
                  <a:lnTo>
                    <a:pt x="4444372" y="403959"/>
                  </a:lnTo>
                  <a:lnTo>
                    <a:pt x="4411205" y="400628"/>
                  </a:lnTo>
                  <a:lnTo>
                    <a:pt x="4378038" y="397246"/>
                  </a:lnTo>
                  <a:lnTo>
                    <a:pt x="4344871" y="393790"/>
                  </a:lnTo>
                  <a:lnTo>
                    <a:pt x="4311704" y="390237"/>
                  </a:lnTo>
                  <a:lnTo>
                    <a:pt x="4278537" y="386559"/>
                  </a:lnTo>
                  <a:lnTo>
                    <a:pt x="4245370" y="382727"/>
                  </a:lnTo>
                  <a:lnTo>
                    <a:pt x="4212203" y="378709"/>
                  </a:lnTo>
                  <a:lnTo>
                    <a:pt x="4179036" y="374595"/>
                  </a:lnTo>
                  <a:lnTo>
                    <a:pt x="4145869" y="370510"/>
                  </a:lnTo>
                  <a:lnTo>
                    <a:pt x="4112703" y="366483"/>
                  </a:lnTo>
                  <a:lnTo>
                    <a:pt x="4079536" y="362547"/>
                  </a:lnTo>
                  <a:lnTo>
                    <a:pt x="4046369" y="358730"/>
                  </a:lnTo>
                  <a:lnTo>
                    <a:pt x="4013202" y="355054"/>
                  </a:lnTo>
                  <a:lnTo>
                    <a:pt x="3980035" y="351523"/>
                  </a:lnTo>
                  <a:lnTo>
                    <a:pt x="3946868" y="348126"/>
                  </a:lnTo>
                  <a:lnTo>
                    <a:pt x="3913701" y="344831"/>
                  </a:lnTo>
                  <a:lnTo>
                    <a:pt x="3880534" y="341585"/>
                  </a:lnTo>
                  <a:lnTo>
                    <a:pt x="3847367" y="338314"/>
                  </a:lnTo>
                  <a:lnTo>
                    <a:pt x="3814200" y="334926"/>
                  </a:lnTo>
                  <a:lnTo>
                    <a:pt x="3781033" y="331314"/>
                  </a:lnTo>
                  <a:lnTo>
                    <a:pt x="3747866" y="327362"/>
                  </a:lnTo>
                  <a:lnTo>
                    <a:pt x="3714699" y="323053"/>
                  </a:lnTo>
                  <a:lnTo>
                    <a:pt x="3681532" y="318811"/>
                  </a:lnTo>
                  <a:lnTo>
                    <a:pt x="3648365" y="314736"/>
                  </a:lnTo>
                  <a:lnTo>
                    <a:pt x="3615198" y="310874"/>
                  </a:lnTo>
                  <a:lnTo>
                    <a:pt x="3582031" y="307250"/>
                  </a:lnTo>
                  <a:lnTo>
                    <a:pt x="3548864" y="303857"/>
                  </a:lnTo>
                  <a:lnTo>
                    <a:pt x="3515697" y="300643"/>
                  </a:lnTo>
                  <a:lnTo>
                    <a:pt x="3482530" y="297504"/>
                  </a:lnTo>
                  <a:lnTo>
                    <a:pt x="3449363" y="294288"/>
                  </a:lnTo>
                  <a:lnTo>
                    <a:pt x="3416196" y="290798"/>
                  </a:lnTo>
                  <a:lnTo>
                    <a:pt x="3383029" y="286809"/>
                  </a:lnTo>
                  <a:lnTo>
                    <a:pt x="3349862" y="282086"/>
                  </a:lnTo>
                  <a:lnTo>
                    <a:pt x="3316695" y="276889"/>
                  </a:lnTo>
                  <a:lnTo>
                    <a:pt x="3283529" y="271572"/>
                  </a:lnTo>
                  <a:lnTo>
                    <a:pt x="3250362" y="266220"/>
                  </a:lnTo>
                  <a:lnTo>
                    <a:pt x="3217195" y="260910"/>
                  </a:lnTo>
                  <a:lnTo>
                    <a:pt x="3184028" y="255700"/>
                  </a:lnTo>
                  <a:lnTo>
                    <a:pt x="3150861" y="250617"/>
                  </a:lnTo>
                  <a:lnTo>
                    <a:pt x="3117694" y="245652"/>
                  </a:lnTo>
                  <a:lnTo>
                    <a:pt x="3084527" y="240755"/>
                  </a:lnTo>
                  <a:lnTo>
                    <a:pt x="3051360" y="235842"/>
                  </a:lnTo>
                  <a:lnTo>
                    <a:pt x="3018193" y="230794"/>
                  </a:lnTo>
                  <a:lnTo>
                    <a:pt x="2985026" y="225472"/>
                  </a:lnTo>
                  <a:lnTo>
                    <a:pt x="2951859" y="219724"/>
                  </a:lnTo>
                  <a:lnTo>
                    <a:pt x="2918692" y="213385"/>
                  </a:lnTo>
                  <a:lnTo>
                    <a:pt x="2885525" y="206358"/>
                  </a:lnTo>
                  <a:lnTo>
                    <a:pt x="2852358" y="198803"/>
                  </a:lnTo>
                  <a:lnTo>
                    <a:pt x="2819191" y="190897"/>
                  </a:lnTo>
                  <a:lnTo>
                    <a:pt x="2786024" y="182806"/>
                  </a:lnTo>
                  <a:lnTo>
                    <a:pt x="2752857" y="174674"/>
                  </a:lnTo>
                  <a:lnTo>
                    <a:pt x="2719690" y="166621"/>
                  </a:lnTo>
                  <a:lnTo>
                    <a:pt x="2686523" y="158741"/>
                  </a:lnTo>
                  <a:lnTo>
                    <a:pt x="2653356" y="151104"/>
                  </a:lnTo>
                  <a:lnTo>
                    <a:pt x="2620189" y="143754"/>
                  </a:lnTo>
                  <a:lnTo>
                    <a:pt x="2587022" y="136721"/>
                  </a:lnTo>
                  <a:lnTo>
                    <a:pt x="2553855" y="130023"/>
                  </a:lnTo>
                  <a:lnTo>
                    <a:pt x="2520688" y="123680"/>
                  </a:lnTo>
                  <a:lnTo>
                    <a:pt x="2487521" y="117490"/>
                  </a:lnTo>
                  <a:lnTo>
                    <a:pt x="2454355" y="111193"/>
                  </a:lnTo>
                  <a:lnTo>
                    <a:pt x="2421188" y="104821"/>
                  </a:lnTo>
                  <a:lnTo>
                    <a:pt x="2388021" y="98411"/>
                  </a:lnTo>
                  <a:lnTo>
                    <a:pt x="2354854" y="91995"/>
                  </a:lnTo>
                  <a:lnTo>
                    <a:pt x="2321687" y="85606"/>
                  </a:lnTo>
                  <a:lnTo>
                    <a:pt x="2288520" y="79273"/>
                  </a:lnTo>
                  <a:lnTo>
                    <a:pt x="2255353" y="73025"/>
                  </a:lnTo>
                  <a:lnTo>
                    <a:pt x="2222186" y="66891"/>
                  </a:lnTo>
                  <a:lnTo>
                    <a:pt x="2189019" y="60895"/>
                  </a:lnTo>
                  <a:lnTo>
                    <a:pt x="2155852" y="55064"/>
                  </a:lnTo>
                  <a:lnTo>
                    <a:pt x="2122685" y="49420"/>
                  </a:lnTo>
                  <a:lnTo>
                    <a:pt x="2089518" y="43987"/>
                  </a:lnTo>
                  <a:lnTo>
                    <a:pt x="2056351" y="38788"/>
                  </a:lnTo>
                  <a:lnTo>
                    <a:pt x="2023184" y="33846"/>
                  </a:lnTo>
                  <a:lnTo>
                    <a:pt x="1990017" y="29185"/>
                  </a:lnTo>
                  <a:lnTo>
                    <a:pt x="1956850" y="24830"/>
                  </a:lnTo>
                  <a:lnTo>
                    <a:pt x="1923683" y="20808"/>
                  </a:lnTo>
                  <a:lnTo>
                    <a:pt x="1890516" y="17141"/>
                  </a:lnTo>
                  <a:lnTo>
                    <a:pt x="1857349" y="13803"/>
                  </a:lnTo>
                  <a:lnTo>
                    <a:pt x="1824182" y="10795"/>
                  </a:lnTo>
                  <a:lnTo>
                    <a:pt x="1791015" y="8130"/>
                  </a:lnTo>
                  <a:lnTo>
                    <a:pt x="1757848" y="5819"/>
                  </a:lnTo>
                  <a:lnTo>
                    <a:pt x="1724681" y="3873"/>
                  </a:lnTo>
                  <a:lnTo>
                    <a:pt x="1691514" y="2307"/>
                  </a:lnTo>
                  <a:lnTo>
                    <a:pt x="1658347" y="1131"/>
                  </a:lnTo>
                  <a:lnTo>
                    <a:pt x="1625181" y="358"/>
                  </a:lnTo>
                  <a:lnTo>
                    <a:pt x="1592014" y="0"/>
                  </a:lnTo>
                  <a:lnTo>
                    <a:pt x="1558847" y="67"/>
                  </a:lnTo>
                  <a:lnTo>
                    <a:pt x="1525680" y="569"/>
                  </a:lnTo>
                  <a:lnTo>
                    <a:pt x="1492513" y="1518"/>
                  </a:lnTo>
                  <a:lnTo>
                    <a:pt x="1459346" y="2920"/>
                  </a:lnTo>
                  <a:lnTo>
                    <a:pt x="1426179" y="4784"/>
                  </a:lnTo>
                  <a:lnTo>
                    <a:pt x="1393012" y="7117"/>
                  </a:lnTo>
                  <a:lnTo>
                    <a:pt x="1359845" y="9923"/>
                  </a:lnTo>
                  <a:lnTo>
                    <a:pt x="1326678" y="13208"/>
                  </a:lnTo>
                  <a:lnTo>
                    <a:pt x="1293511" y="16976"/>
                  </a:lnTo>
                  <a:lnTo>
                    <a:pt x="1260344" y="21229"/>
                  </a:lnTo>
                  <a:lnTo>
                    <a:pt x="1227177" y="25968"/>
                  </a:lnTo>
                  <a:lnTo>
                    <a:pt x="1194010" y="31196"/>
                  </a:lnTo>
                  <a:lnTo>
                    <a:pt x="1160843" y="36911"/>
                  </a:lnTo>
                  <a:lnTo>
                    <a:pt x="1127676" y="43114"/>
                  </a:lnTo>
                  <a:lnTo>
                    <a:pt x="1094509" y="49804"/>
                  </a:lnTo>
                  <a:lnTo>
                    <a:pt x="1061342" y="56978"/>
                  </a:lnTo>
                  <a:lnTo>
                    <a:pt x="1028175" y="64636"/>
                  </a:lnTo>
                  <a:lnTo>
                    <a:pt x="995008" y="72774"/>
                  </a:lnTo>
                  <a:lnTo>
                    <a:pt x="961841" y="81390"/>
                  </a:lnTo>
                  <a:lnTo>
                    <a:pt x="928674" y="90481"/>
                  </a:lnTo>
                  <a:lnTo>
                    <a:pt x="895507" y="100044"/>
                  </a:lnTo>
                  <a:lnTo>
                    <a:pt x="862340" y="110075"/>
                  </a:lnTo>
                  <a:lnTo>
                    <a:pt x="829173" y="120571"/>
                  </a:lnTo>
                  <a:lnTo>
                    <a:pt x="796007" y="131529"/>
                  </a:lnTo>
                  <a:lnTo>
                    <a:pt x="762840" y="142944"/>
                  </a:lnTo>
                  <a:lnTo>
                    <a:pt x="729673" y="154813"/>
                  </a:lnTo>
                  <a:lnTo>
                    <a:pt x="696506" y="167133"/>
                  </a:lnTo>
                  <a:lnTo>
                    <a:pt x="663339" y="179900"/>
                  </a:lnTo>
                  <a:lnTo>
                    <a:pt x="630172" y="193110"/>
                  </a:lnTo>
                  <a:lnTo>
                    <a:pt x="597005" y="206760"/>
                  </a:lnTo>
                  <a:lnTo>
                    <a:pt x="563838" y="220846"/>
                  </a:lnTo>
                  <a:lnTo>
                    <a:pt x="530671" y="235365"/>
                  </a:lnTo>
                  <a:lnTo>
                    <a:pt x="497504" y="250314"/>
                  </a:lnTo>
                  <a:lnTo>
                    <a:pt x="464337" y="265688"/>
                  </a:lnTo>
                  <a:lnTo>
                    <a:pt x="431170" y="281485"/>
                  </a:lnTo>
                  <a:lnTo>
                    <a:pt x="398003" y="297702"/>
                  </a:lnTo>
                  <a:lnTo>
                    <a:pt x="364836" y="314335"/>
                  </a:lnTo>
                  <a:lnTo>
                    <a:pt x="331669" y="331382"/>
                  </a:lnTo>
                  <a:lnTo>
                    <a:pt x="298502" y="348839"/>
                  </a:lnTo>
                  <a:lnTo>
                    <a:pt x="265335" y="366703"/>
                  </a:lnTo>
                  <a:lnTo>
                    <a:pt x="232168" y="384972"/>
                  </a:lnTo>
                  <a:lnTo>
                    <a:pt x="199001" y="403642"/>
                  </a:lnTo>
                  <a:lnTo>
                    <a:pt x="165834" y="422711"/>
                  </a:lnTo>
                  <a:lnTo>
                    <a:pt x="132667" y="442177"/>
                  </a:lnTo>
                  <a:lnTo>
                    <a:pt x="99500" y="462036"/>
                  </a:lnTo>
                  <a:lnTo>
                    <a:pt x="66333" y="482285"/>
                  </a:lnTo>
                  <a:lnTo>
                    <a:pt x="33166" y="502923"/>
                  </a:lnTo>
                  <a:lnTo>
                    <a:pt x="0" y="523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4070935"/>
              <a:ext cx="6600224" cy="637610"/>
            </a:xfrm>
            <a:custGeom>
              <a:avLst/>
              <a:pathLst>
                <a:path w="6600224" h="637610">
                  <a:moveTo>
                    <a:pt x="0" y="69229"/>
                  </a:moveTo>
                  <a:lnTo>
                    <a:pt x="33166" y="64825"/>
                  </a:lnTo>
                  <a:lnTo>
                    <a:pt x="66333" y="60555"/>
                  </a:lnTo>
                  <a:lnTo>
                    <a:pt x="99500" y="56422"/>
                  </a:lnTo>
                  <a:lnTo>
                    <a:pt x="132667" y="52426"/>
                  </a:lnTo>
                  <a:lnTo>
                    <a:pt x="165834" y="48569"/>
                  </a:lnTo>
                  <a:lnTo>
                    <a:pt x="199001" y="44850"/>
                  </a:lnTo>
                  <a:lnTo>
                    <a:pt x="232168" y="41271"/>
                  </a:lnTo>
                  <a:lnTo>
                    <a:pt x="265335" y="37834"/>
                  </a:lnTo>
                  <a:lnTo>
                    <a:pt x="298502" y="34539"/>
                  </a:lnTo>
                  <a:lnTo>
                    <a:pt x="331669" y="31387"/>
                  </a:lnTo>
                  <a:lnTo>
                    <a:pt x="364836" y="28379"/>
                  </a:lnTo>
                  <a:lnTo>
                    <a:pt x="398003" y="25517"/>
                  </a:lnTo>
                  <a:lnTo>
                    <a:pt x="431170" y="22800"/>
                  </a:lnTo>
                  <a:lnTo>
                    <a:pt x="464337" y="20232"/>
                  </a:lnTo>
                  <a:lnTo>
                    <a:pt x="497504" y="17811"/>
                  </a:lnTo>
                  <a:lnTo>
                    <a:pt x="530671" y="15540"/>
                  </a:lnTo>
                  <a:lnTo>
                    <a:pt x="563838" y="13419"/>
                  </a:lnTo>
                  <a:lnTo>
                    <a:pt x="597005" y="11450"/>
                  </a:lnTo>
                  <a:lnTo>
                    <a:pt x="630172" y="9633"/>
                  </a:lnTo>
                  <a:lnTo>
                    <a:pt x="663339" y="7970"/>
                  </a:lnTo>
                  <a:lnTo>
                    <a:pt x="696506" y="6461"/>
                  </a:lnTo>
                  <a:lnTo>
                    <a:pt x="729673" y="5107"/>
                  </a:lnTo>
                  <a:lnTo>
                    <a:pt x="762840" y="3910"/>
                  </a:lnTo>
                  <a:lnTo>
                    <a:pt x="796007" y="2871"/>
                  </a:lnTo>
                  <a:lnTo>
                    <a:pt x="829173" y="1990"/>
                  </a:lnTo>
                  <a:lnTo>
                    <a:pt x="862340" y="1269"/>
                  </a:lnTo>
                  <a:lnTo>
                    <a:pt x="895507" y="708"/>
                  </a:lnTo>
                  <a:lnTo>
                    <a:pt x="928674" y="309"/>
                  </a:lnTo>
                  <a:lnTo>
                    <a:pt x="961841" y="72"/>
                  </a:lnTo>
                  <a:lnTo>
                    <a:pt x="995008" y="0"/>
                  </a:lnTo>
                  <a:lnTo>
                    <a:pt x="1028175" y="91"/>
                  </a:lnTo>
                  <a:lnTo>
                    <a:pt x="1061342" y="349"/>
                  </a:lnTo>
                  <a:lnTo>
                    <a:pt x="1094509" y="773"/>
                  </a:lnTo>
                  <a:lnTo>
                    <a:pt x="1127676" y="1365"/>
                  </a:lnTo>
                  <a:lnTo>
                    <a:pt x="1160843" y="2126"/>
                  </a:lnTo>
                  <a:lnTo>
                    <a:pt x="1194010" y="3057"/>
                  </a:lnTo>
                  <a:lnTo>
                    <a:pt x="1227177" y="4159"/>
                  </a:lnTo>
                  <a:lnTo>
                    <a:pt x="1260344" y="5432"/>
                  </a:lnTo>
                  <a:lnTo>
                    <a:pt x="1293511" y="6878"/>
                  </a:lnTo>
                  <a:lnTo>
                    <a:pt x="1326678" y="8498"/>
                  </a:lnTo>
                  <a:lnTo>
                    <a:pt x="1359845" y="10293"/>
                  </a:lnTo>
                  <a:lnTo>
                    <a:pt x="1393012" y="12264"/>
                  </a:lnTo>
                  <a:lnTo>
                    <a:pt x="1426179" y="14412"/>
                  </a:lnTo>
                  <a:lnTo>
                    <a:pt x="1459346" y="16738"/>
                  </a:lnTo>
                  <a:lnTo>
                    <a:pt x="1492513" y="19243"/>
                  </a:lnTo>
                  <a:lnTo>
                    <a:pt x="1525680" y="21928"/>
                  </a:lnTo>
                  <a:lnTo>
                    <a:pt x="1558847" y="24793"/>
                  </a:lnTo>
                  <a:lnTo>
                    <a:pt x="1592014" y="27841"/>
                  </a:lnTo>
                  <a:lnTo>
                    <a:pt x="1625181" y="31072"/>
                  </a:lnTo>
                  <a:lnTo>
                    <a:pt x="1658347" y="34488"/>
                  </a:lnTo>
                  <a:lnTo>
                    <a:pt x="1691514" y="38088"/>
                  </a:lnTo>
                  <a:lnTo>
                    <a:pt x="1724681" y="41874"/>
                  </a:lnTo>
                  <a:lnTo>
                    <a:pt x="1757848" y="45848"/>
                  </a:lnTo>
                  <a:lnTo>
                    <a:pt x="1791015" y="50010"/>
                  </a:lnTo>
                  <a:lnTo>
                    <a:pt x="1824182" y="54361"/>
                  </a:lnTo>
                  <a:lnTo>
                    <a:pt x="1857349" y="58902"/>
                  </a:lnTo>
                  <a:lnTo>
                    <a:pt x="1890516" y="63634"/>
                  </a:lnTo>
                  <a:lnTo>
                    <a:pt x="1923683" y="68576"/>
                  </a:lnTo>
                  <a:lnTo>
                    <a:pt x="1956850" y="73797"/>
                  </a:lnTo>
                  <a:lnTo>
                    <a:pt x="1990017" y="79284"/>
                  </a:lnTo>
                  <a:lnTo>
                    <a:pt x="2023184" y="85013"/>
                  </a:lnTo>
                  <a:lnTo>
                    <a:pt x="2056351" y="90959"/>
                  </a:lnTo>
                  <a:lnTo>
                    <a:pt x="2089518" y="97097"/>
                  </a:lnTo>
                  <a:lnTo>
                    <a:pt x="2122685" y="103405"/>
                  </a:lnTo>
                  <a:lnTo>
                    <a:pt x="2155852" y="109856"/>
                  </a:lnTo>
                  <a:lnTo>
                    <a:pt x="2189019" y="116427"/>
                  </a:lnTo>
                  <a:lnTo>
                    <a:pt x="2222186" y="123093"/>
                  </a:lnTo>
                  <a:lnTo>
                    <a:pt x="2255353" y="129830"/>
                  </a:lnTo>
                  <a:lnTo>
                    <a:pt x="2288520" y="136613"/>
                  </a:lnTo>
                  <a:lnTo>
                    <a:pt x="2321687" y="143419"/>
                  </a:lnTo>
                  <a:lnTo>
                    <a:pt x="2354854" y="150222"/>
                  </a:lnTo>
                  <a:lnTo>
                    <a:pt x="2388021" y="156999"/>
                  </a:lnTo>
                  <a:lnTo>
                    <a:pt x="2421188" y="163724"/>
                  </a:lnTo>
                  <a:lnTo>
                    <a:pt x="2454355" y="170374"/>
                  </a:lnTo>
                  <a:lnTo>
                    <a:pt x="2487521" y="176924"/>
                  </a:lnTo>
                  <a:lnTo>
                    <a:pt x="2520688" y="183352"/>
                  </a:lnTo>
                  <a:lnTo>
                    <a:pt x="2553855" y="190040"/>
                  </a:lnTo>
                  <a:lnTo>
                    <a:pt x="2587022" y="197228"/>
                  </a:lnTo>
                  <a:lnTo>
                    <a:pt x="2620189" y="204818"/>
                  </a:lnTo>
                  <a:lnTo>
                    <a:pt x="2653356" y="212715"/>
                  </a:lnTo>
                  <a:lnTo>
                    <a:pt x="2686523" y="220823"/>
                  </a:lnTo>
                  <a:lnTo>
                    <a:pt x="2719690" y="229046"/>
                  </a:lnTo>
                  <a:lnTo>
                    <a:pt x="2752857" y="237288"/>
                  </a:lnTo>
                  <a:lnTo>
                    <a:pt x="2786024" y="245455"/>
                  </a:lnTo>
                  <a:lnTo>
                    <a:pt x="2819191" y="253449"/>
                  </a:lnTo>
                  <a:lnTo>
                    <a:pt x="2852358" y="261175"/>
                  </a:lnTo>
                  <a:lnTo>
                    <a:pt x="2885525" y="268537"/>
                  </a:lnTo>
                  <a:lnTo>
                    <a:pt x="2918692" y="275439"/>
                  </a:lnTo>
                  <a:lnTo>
                    <a:pt x="2951859" y="281819"/>
                  </a:lnTo>
                  <a:lnTo>
                    <a:pt x="2985026" y="287860"/>
                  </a:lnTo>
                  <a:lnTo>
                    <a:pt x="3018193" y="293634"/>
                  </a:lnTo>
                  <a:lnTo>
                    <a:pt x="3051360" y="299177"/>
                  </a:lnTo>
                  <a:lnTo>
                    <a:pt x="3084527" y="304523"/>
                  </a:lnTo>
                  <a:lnTo>
                    <a:pt x="3117694" y="309706"/>
                  </a:lnTo>
                  <a:lnTo>
                    <a:pt x="3150861" y="314760"/>
                  </a:lnTo>
                  <a:lnTo>
                    <a:pt x="3184028" y="319722"/>
                  </a:lnTo>
                  <a:lnTo>
                    <a:pt x="3217195" y="324624"/>
                  </a:lnTo>
                  <a:lnTo>
                    <a:pt x="3250362" y="329502"/>
                  </a:lnTo>
                  <a:lnTo>
                    <a:pt x="3283529" y="334390"/>
                  </a:lnTo>
                  <a:lnTo>
                    <a:pt x="3316695" y="339322"/>
                  </a:lnTo>
                  <a:lnTo>
                    <a:pt x="3349862" y="344333"/>
                  </a:lnTo>
                  <a:lnTo>
                    <a:pt x="3383029" y="349128"/>
                  </a:lnTo>
                  <a:lnTo>
                    <a:pt x="3416196" y="353339"/>
                  </a:lnTo>
                  <a:lnTo>
                    <a:pt x="3449363" y="357069"/>
                  </a:lnTo>
                  <a:lnTo>
                    <a:pt x="3482530" y="360426"/>
                  </a:lnTo>
                  <a:lnTo>
                    <a:pt x="3515697" y="363516"/>
                  </a:lnTo>
                  <a:lnTo>
                    <a:pt x="3548864" y="366447"/>
                  </a:lnTo>
                  <a:lnTo>
                    <a:pt x="3582031" y="369324"/>
                  </a:lnTo>
                  <a:lnTo>
                    <a:pt x="3615198" y="372254"/>
                  </a:lnTo>
                  <a:lnTo>
                    <a:pt x="3648365" y="375344"/>
                  </a:lnTo>
                  <a:lnTo>
                    <a:pt x="3681532" y="378702"/>
                  </a:lnTo>
                  <a:lnTo>
                    <a:pt x="3714699" y="382432"/>
                  </a:lnTo>
                  <a:lnTo>
                    <a:pt x="3747866" y="386559"/>
                  </a:lnTo>
                  <a:lnTo>
                    <a:pt x="3781033" y="390507"/>
                  </a:lnTo>
                  <a:lnTo>
                    <a:pt x="3814200" y="394179"/>
                  </a:lnTo>
                  <a:lnTo>
                    <a:pt x="3847367" y="397618"/>
                  </a:lnTo>
                  <a:lnTo>
                    <a:pt x="3880534" y="400869"/>
                  </a:lnTo>
                  <a:lnTo>
                    <a:pt x="3913701" y="403973"/>
                  </a:lnTo>
                  <a:lnTo>
                    <a:pt x="3946868" y="406973"/>
                  </a:lnTo>
                  <a:lnTo>
                    <a:pt x="3980035" y="409913"/>
                  </a:lnTo>
                  <a:lnTo>
                    <a:pt x="4013202" y="412835"/>
                  </a:lnTo>
                  <a:lnTo>
                    <a:pt x="4046369" y="415783"/>
                  </a:lnTo>
                  <a:lnTo>
                    <a:pt x="4079536" y="418799"/>
                  </a:lnTo>
                  <a:lnTo>
                    <a:pt x="4112703" y="421927"/>
                  </a:lnTo>
                  <a:lnTo>
                    <a:pt x="4145869" y="425209"/>
                  </a:lnTo>
                  <a:lnTo>
                    <a:pt x="4179036" y="428688"/>
                  </a:lnTo>
                  <a:lnTo>
                    <a:pt x="4212203" y="432407"/>
                  </a:lnTo>
                  <a:lnTo>
                    <a:pt x="4245370" y="436175"/>
                  </a:lnTo>
                  <a:lnTo>
                    <a:pt x="4278537" y="439774"/>
                  </a:lnTo>
                  <a:lnTo>
                    <a:pt x="4311704" y="443216"/>
                  </a:lnTo>
                  <a:lnTo>
                    <a:pt x="4344871" y="446509"/>
                  </a:lnTo>
                  <a:lnTo>
                    <a:pt x="4378038" y="449663"/>
                  </a:lnTo>
                  <a:lnTo>
                    <a:pt x="4411205" y="452689"/>
                  </a:lnTo>
                  <a:lnTo>
                    <a:pt x="4444372" y="455596"/>
                  </a:lnTo>
                  <a:lnTo>
                    <a:pt x="4477539" y="458394"/>
                  </a:lnTo>
                  <a:lnTo>
                    <a:pt x="4510706" y="461093"/>
                  </a:lnTo>
                  <a:lnTo>
                    <a:pt x="4543873" y="463702"/>
                  </a:lnTo>
                  <a:lnTo>
                    <a:pt x="4577040" y="466231"/>
                  </a:lnTo>
                  <a:lnTo>
                    <a:pt x="4610207" y="468691"/>
                  </a:lnTo>
                  <a:lnTo>
                    <a:pt x="4643374" y="471091"/>
                  </a:lnTo>
                  <a:lnTo>
                    <a:pt x="4676541" y="473440"/>
                  </a:lnTo>
                  <a:lnTo>
                    <a:pt x="4709708" y="475749"/>
                  </a:lnTo>
                  <a:lnTo>
                    <a:pt x="4742875" y="478028"/>
                  </a:lnTo>
                  <a:lnTo>
                    <a:pt x="4776042" y="480285"/>
                  </a:lnTo>
                  <a:lnTo>
                    <a:pt x="4809209" y="482532"/>
                  </a:lnTo>
                  <a:lnTo>
                    <a:pt x="4842376" y="484778"/>
                  </a:lnTo>
                  <a:lnTo>
                    <a:pt x="4875543" y="487032"/>
                  </a:lnTo>
                  <a:lnTo>
                    <a:pt x="4908710" y="489305"/>
                  </a:lnTo>
                  <a:lnTo>
                    <a:pt x="4941876" y="491608"/>
                  </a:lnTo>
                  <a:lnTo>
                    <a:pt x="4975043" y="493945"/>
                  </a:lnTo>
                  <a:lnTo>
                    <a:pt x="5008210" y="496315"/>
                  </a:lnTo>
                  <a:lnTo>
                    <a:pt x="5041377" y="498719"/>
                  </a:lnTo>
                  <a:lnTo>
                    <a:pt x="5074544" y="501155"/>
                  </a:lnTo>
                  <a:lnTo>
                    <a:pt x="5107711" y="503622"/>
                  </a:lnTo>
                  <a:lnTo>
                    <a:pt x="5140878" y="506121"/>
                  </a:lnTo>
                  <a:lnTo>
                    <a:pt x="5174045" y="508650"/>
                  </a:lnTo>
                  <a:lnTo>
                    <a:pt x="5207212" y="511208"/>
                  </a:lnTo>
                  <a:lnTo>
                    <a:pt x="5240379" y="513796"/>
                  </a:lnTo>
                  <a:lnTo>
                    <a:pt x="5273546" y="516413"/>
                  </a:lnTo>
                  <a:lnTo>
                    <a:pt x="5306713" y="519058"/>
                  </a:lnTo>
                  <a:lnTo>
                    <a:pt x="5339880" y="521730"/>
                  </a:lnTo>
                  <a:lnTo>
                    <a:pt x="5373047" y="524429"/>
                  </a:lnTo>
                  <a:lnTo>
                    <a:pt x="5406214" y="527154"/>
                  </a:lnTo>
                  <a:lnTo>
                    <a:pt x="5439381" y="529905"/>
                  </a:lnTo>
                  <a:lnTo>
                    <a:pt x="5472548" y="532681"/>
                  </a:lnTo>
                  <a:lnTo>
                    <a:pt x="5505715" y="535481"/>
                  </a:lnTo>
                  <a:lnTo>
                    <a:pt x="5538882" y="538305"/>
                  </a:lnTo>
                  <a:lnTo>
                    <a:pt x="5572049" y="541152"/>
                  </a:lnTo>
                  <a:lnTo>
                    <a:pt x="5605216" y="544022"/>
                  </a:lnTo>
                  <a:lnTo>
                    <a:pt x="5638383" y="546913"/>
                  </a:lnTo>
                  <a:lnTo>
                    <a:pt x="5671550" y="549826"/>
                  </a:lnTo>
                  <a:lnTo>
                    <a:pt x="5704717" y="552760"/>
                  </a:lnTo>
                  <a:lnTo>
                    <a:pt x="5737884" y="555714"/>
                  </a:lnTo>
                  <a:lnTo>
                    <a:pt x="5771050" y="558688"/>
                  </a:lnTo>
                  <a:lnTo>
                    <a:pt x="5804217" y="561680"/>
                  </a:lnTo>
                  <a:lnTo>
                    <a:pt x="5837384" y="564691"/>
                  </a:lnTo>
                  <a:lnTo>
                    <a:pt x="5870551" y="567720"/>
                  </a:lnTo>
                  <a:lnTo>
                    <a:pt x="5903718" y="570765"/>
                  </a:lnTo>
                  <a:lnTo>
                    <a:pt x="5936885" y="573828"/>
                  </a:lnTo>
                  <a:lnTo>
                    <a:pt x="5970052" y="576906"/>
                  </a:lnTo>
                  <a:lnTo>
                    <a:pt x="6003219" y="579999"/>
                  </a:lnTo>
                  <a:lnTo>
                    <a:pt x="6036386" y="583108"/>
                  </a:lnTo>
                  <a:lnTo>
                    <a:pt x="6069553" y="586230"/>
                  </a:lnTo>
                  <a:lnTo>
                    <a:pt x="6102720" y="589366"/>
                  </a:lnTo>
                  <a:lnTo>
                    <a:pt x="6135887" y="592514"/>
                  </a:lnTo>
                  <a:lnTo>
                    <a:pt x="6169054" y="595675"/>
                  </a:lnTo>
                  <a:lnTo>
                    <a:pt x="6202221" y="598848"/>
                  </a:lnTo>
                  <a:lnTo>
                    <a:pt x="6235388" y="602032"/>
                  </a:lnTo>
                  <a:lnTo>
                    <a:pt x="6268555" y="605226"/>
                  </a:lnTo>
                  <a:lnTo>
                    <a:pt x="6301722" y="608430"/>
                  </a:lnTo>
                  <a:lnTo>
                    <a:pt x="6334889" y="611643"/>
                  </a:lnTo>
                  <a:lnTo>
                    <a:pt x="6368056" y="614865"/>
                  </a:lnTo>
                  <a:lnTo>
                    <a:pt x="6401223" y="618095"/>
                  </a:lnTo>
                  <a:lnTo>
                    <a:pt x="6434390" y="621333"/>
                  </a:lnTo>
                  <a:lnTo>
                    <a:pt x="6467557" y="624577"/>
                  </a:lnTo>
                  <a:lnTo>
                    <a:pt x="6500724" y="627827"/>
                  </a:lnTo>
                  <a:lnTo>
                    <a:pt x="6533891" y="631084"/>
                  </a:lnTo>
                  <a:lnTo>
                    <a:pt x="6567058" y="634345"/>
                  </a:lnTo>
                  <a:lnTo>
                    <a:pt x="6600224" y="637610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4096728"/>
              <a:ext cx="6600224" cy="1122575"/>
            </a:xfrm>
            <a:custGeom>
              <a:avLst/>
              <a:pathLst>
                <a:path w="6600224" h="1122575">
                  <a:moveTo>
                    <a:pt x="0" y="0"/>
                  </a:moveTo>
                  <a:lnTo>
                    <a:pt x="33166" y="14330"/>
                  </a:lnTo>
                  <a:lnTo>
                    <a:pt x="66333" y="28502"/>
                  </a:lnTo>
                  <a:lnTo>
                    <a:pt x="99500" y="42516"/>
                  </a:lnTo>
                  <a:lnTo>
                    <a:pt x="132667" y="56370"/>
                  </a:lnTo>
                  <a:lnTo>
                    <a:pt x="165834" y="70065"/>
                  </a:lnTo>
                  <a:lnTo>
                    <a:pt x="199001" y="83597"/>
                  </a:lnTo>
                  <a:lnTo>
                    <a:pt x="232168" y="96967"/>
                  </a:lnTo>
                  <a:lnTo>
                    <a:pt x="265335" y="110174"/>
                  </a:lnTo>
                  <a:lnTo>
                    <a:pt x="298502" y="123215"/>
                  </a:lnTo>
                  <a:lnTo>
                    <a:pt x="331669" y="136091"/>
                  </a:lnTo>
                  <a:lnTo>
                    <a:pt x="364836" y="148800"/>
                  </a:lnTo>
                  <a:lnTo>
                    <a:pt x="398003" y="161340"/>
                  </a:lnTo>
                  <a:lnTo>
                    <a:pt x="431170" y="173710"/>
                  </a:lnTo>
                  <a:lnTo>
                    <a:pt x="464337" y="185910"/>
                  </a:lnTo>
                  <a:lnTo>
                    <a:pt x="497504" y="197936"/>
                  </a:lnTo>
                  <a:lnTo>
                    <a:pt x="530671" y="209789"/>
                  </a:lnTo>
                  <a:lnTo>
                    <a:pt x="563838" y="221467"/>
                  </a:lnTo>
                  <a:lnTo>
                    <a:pt x="597005" y="232967"/>
                  </a:lnTo>
                  <a:lnTo>
                    <a:pt x="630172" y="244289"/>
                  </a:lnTo>
                  <a:lnTo>
                    <a:pt x="663339" y="255431"/>
                  </a:lnTo>
                  <a:lnTo>
                    <a:pt x="696506" y="266391"/>
                  </a:lnTo>
                  <a:lnTo>
                    <a:pt x="729673" y="277168"/>
                  </a:lnTo>
                  <a:lnTo>
                    <a:pt x="762840" y="287759"/>
                  </a:lnTo>
                  <a:lnTo>
                    <a:pt x="796007" y="298164"/>
                  </a:lnTo>
                  <a:lnTo>
                    <a:pt x="829173" y="308381"/>
                  </a:lnTo>
                  <a:lnTo>
                    <a:pt x="862340" y="318407"/>
                  </a:lnTo>
                  <a:lnTo>
                    <a:pt x="895507" y="328241"/>
                  </a:lnTo>
                  <a:lnTo>
                    <a:pt x="928674" y="337883"/>
                  </a:lnTo>
                  <a:lnTo>
                    <a:pt x="961841" y="347329"/>
                  </a:lnTo>
                  <a:lnTo>
                    <a:pt x="995008" y="356579"/>
                  </a:lnTo>
                  <a:lnTo>
                    <a:pt x="1028175" y="365632"/>
                  </a:lnTo>
                  <a:lnTo>
                    <a:pt x="1061342" y="374487"/>
                  </a:lnTo>
                  <a:lnTo>
                    <a:pt x="1094509" y="383142"/>
                  </a:lnTo>
                  <a:lnTo>
                    <a:pt x="1127676" y="391597"/>
                  </a:lnTo>
                  <a:lnTo>
                    <a:pt x="1160843" y="399852"/>
                  </a:lnTo>
                  <a:lnTo>
                    <a:pt x="1194010" y="407907"/>
                  </a:lnTo>
                  <a:lnTo>
                    <a:pt x="1227177" y="415762"/>
                  </a:lnTo>
                  <a:lnTo>
                    <a:pt x="1260344" y="423419"/>
                  </a:lnTo>
                  <a:lnTo>
                    <a:pt x="1293511" y="430878"/>
                  </a:lnTo>
                  <a:lnTo>
                    <a:pt x="1326678" y="438143"/>
                  </a:lnTo>
                  <a:lnTo>
                    <a:pt x="1359845" y="445214"/>
                  </a:lnTo>
                  <a:lnTo>
                    <a:pt x="1393012" y="452097"/>
                  </a:lnTo>
                  <a:lnTo>
                    <a:pt x="1426179" y="458794"/>
                  </a:lnTo>
                  <a:lnTo>
                    <a:pt x="1459346" y="465310"/>
                  </a:lnTo>
                  <a:lnTo>
                    <a:pt x="1492513" y="471651"/>
                  </a:lnTo>
                  <a:lnTo>
                    <a:pt x="1525680" y="477822"/>
                  </a:lnTo>
                  <a:lnTo>
                    <a:pt x="1558847" y="483831"/>
                  </a:lnTo>
                  <a:lnTo>
                    <a:pt x="1592014" y="489685"/>
                  </a:lnTo>
                  <a:lnTo>
                    <a:pt x="1625181" y="495391"/>
                  </a:lnTo>
                  <a:lnTo>
                    <a:pt x="1658347" y="500957"/>
                  </a:lnTo>
                  <a:lnTo>
                    <a:pt x="1691514" y="506393"/>
                  </a:lnTo>
                  <a:lnTo>
                    <a:pt x="1724681" y="511707"/>
                  </a:lnTo>
                  <a:lnTo>
                    <a:pt x="1757848" y="516909"/>
                  </a:lnTo>
                  <a:lnTo>
                    <a:pt x="1791015" y="522008"/>
                  </a:lnTo>
                  <a:lnTo>
                    <a:pt x="1824182" y="527012"/>
                  </a:lnTo>
                  <a:lnTo>
                    <a:pt x="1857349" y="531931"/>
                  </a:lnTo>
                  <a:lnTo>
                    <a:pt x="1890516" y="536773"/>
                  </a:lnTo>
                  <a:lnTo>
                    <a:pt x="1923683" y="541555"/>
                  </a:lnTo>
                  <a:lnTo>
                    <a:pt x="1956850" y="546316"/>
                  </a:lnTo>
                  <a:lnTo>
                    <a:pt x="1990017" y="551060"/>
                  </a:lnTo>
                  <a:lnTo>
                    <a:pt x="2023184" y="555783"/>
                  </a:lnTo>
                  <a:lnTo>
                    <a:pt x="2056351" y="560481"/>
                  </a:lnTo>
                  <a:lnTo>
                    <a:pt x="2089518" y="565150"/>
                  </a:lnTo>
                  <a:lnTo>
                    <a:pt x="2122685" y="569783"/>
                  </a:lnTo>
                  <a:lnTo>
                    <a:pt x="2155852" y="574375"/>
                  </a:lnTo>
                  <a:lnTo>
                    <a:pt x="2189019" y="578922"/>
                  </a:lnTo>
                  <a:lnTo>
                    <a:pt x="2222186" y="583417"/>
                  </a:lnTo>
                  <a:lnTo>
                    <a:pt x="2255353" y="587856"/>
                  </a:lnTo>
                  <a:lnTo>
                    <a:pt x="2288520" y="592237"/>
                  </a:lnTo>
                  <a:lnTo>
                    <a:pt x="2321687" y="596556"/>
                  </a:lnTo>
                  <a:lnTo>
                    <a:pt x="2354854" y="600811"/>
                  </a:lnTo>
                  <a:lnTo>
                    <a:pt x="2388021" y="605003"/>
                  </a:lnTo>
                  <a:lnTo>
                    <a:pt x="2421188" y="609131"/>
                  </a:lnTo>
                  <a:lnTo>
                    <a:pt x="2454355" y="613198"/>
                  </a:lnTo>
                  <a:lnTo>
                    <a:pt x="2487521" y="617204"/>
                  </a:lnTo>
                  <a:lnTo>
                    <a:pt x="2520688" y="621155"/>
                  </a:lnTo>
                  <a:lnTo>
                    <a:pt x="2553855" y="625196"/>
                  </a:lnTo>
                  <a:lnTo>
                    <a:pt x="2587022" y="629397"/>
                  </a:lnTo>
                  <a:lnTo>
                    <a:pt x="2620189" y="633694"/>
                  </a:lnTo>
                  <a:lnTo>
                    <a:pt x="2653356" y="638026"/>
                  </a:lnTo>
                  <a:lnTo>
                    <a:pt x="2686523" y="642337"/>
                  </a:lnTo>
                  <a:lnTo>
                    <a:pt x="2719690" y="646584"/>
                  </a:lnTo>
                  <a:lnTo>
                    <a:pt x="2752857" y="650739"/>
                  </a:lnTo>
                  <a:lnTo>
                    <a:pt x="2786024" y="654789"/>
                  </a:lnTo>
                  <a:lnTo>
                    <a:pt x="2819191" y="658743"/>
                  </a:lnTo>
                  <a:lnTo>
                    <a:pt x="2852358" y="662623"/>
                  </a:lnTo>
                  <a:lnTo>
                    <a:pt x="2885525" y="666467"/>
                  </a:lnTo>
                  <a:lnTo>
                    <a:pt x="2918692" y="670320"/>
                  </a:lnTo>
                  <a:lnTo>
                    <a:pt x="2951859" y="674271"/>
                  </a:lnTo>
                  <a:lnTo>
                    <a:pt x="2985026" y="678567"/>
                  </a:lnTo>
                  <a:lnTo>
                    <a:pt x="3018193" y="683150"/>
                  </a:lnTo>
                  <a:lnTo>
                    <a:pt x="3051360" y="687905"/>
                  </a:lnTo>
                  <a:lnTo>
                    <a:pt x="3084527" y="692721"/>
                  </a:lnTo>
                  <a:lnTo>
                    <a:pt x="3117694" y="697504"/>
                  </a:lnTo>
                  <a:lnTo>
                    <a:pt x="3150861" y="702182"/>
                  </a:lnTo>
                  <a:lnTo>
                    <a:pt x="3184028" y="706706"/>
                  </a:lnTo>
                  <a:lnTo>
                    <a:pt x="3217195" y="711057"/>
                  </a:lnTo>
                  <a:lnTo>
                    <a:pt x="3250362" y="715239"/>
                  </a:lnTo>
                  <a:lnTo>
                    <a:pt x="3283529" y="719276"/>
                  </a:lnTo>
                  <a:lnTo>
                    <a:pt x="3316695" y="723207"/>
                  </a:lnTo>
                  <a:lnTo>
                    <a:pt x="3349862" y="727076"/>
                  </a:lnTo>
                  <a:lnTo>
                    <a:pt x="3383029" y="731058"/>
                  </a:lnTo>
                  <a:lnTo>
                    <a:pt x="3416196" y="735276"/>
                  </a:lnTo>
                  <a:lnTo>
                    <a:pt x="3449363" y="739604"/>
                  </a:lnTo>
                  <a:lnTo>
                    <a:pt x="3482530" y="743922"/>
                  </a:lnTo>
                  <a:lnTo>
                    <a:pt x="3515697" y="748133"/>
                  </a:lnTo>
                  <a:lnTo>
                    <a:pt x="3548864" y="752166"/>
                  </a:lnTo>
                  <a:lnTo>
                    <a:pt x="3582031" y="755986"/>
                  </a:lnTo>
                  <a:lnTo>
                    <a:pt x="3615198" y="759592"/>
                  </a:lnTo>
                  <a:lnTo>
                    <a:pt x="3648365" y="763013"/>
                  </a:lnTo>
                  <a:lnTo>
                    <a:pt x="3681532" y="766302"/>
                  </a:lnTo>
                  <a:lnTo>
                    <a:pt x="3714699" y="769523"/>
                  </a:lnTo>
                  <a:lnTo>
                    <a:pt x="3747866" y="772727"/>
                  </a:lnTo>
                  <a:lnTo>
                    <a:pt x="3781033" y="775834"/>
                  </a:lnTo>
                  <a:lnTo>
                    <a:pt x="3814200" y="778795"/>
                  </a:lnTo>
                  <a:lnTo>
                    <a:pt x="3847367" y="781584"/>
                  </a:lnTo>
                  <a:lnTo>
                    <a:pt x="3880534" y="784181"/>
                  </a:lnTo>
                  <a:lnTo>
                    <a:pt x="3913701" y="786577"/>
                  </a:lnTo>
                  <a:lnTo>
                    <a:pt x="3946868" y="788774"/>
                  </a:lnTo>
                  <a:lnTo>
                    <a:pt x="3980035" y="790788"/>
                  </a:lnTo>
                  <a:lnTo>
                    <a:pt x="4013202" y="792651"/>
                  </a:lnTo>
                  <a:lnTo>
                    <a:pt x="4046369" y="794407"/>
                  </a:lnTo>
                  <a:lnTo>
                    <a:pt x="4079536" y="796115"/>
                  </a:lnTo>
                  <a:lnTo>
                    <a:pt x="4112703" y="797839"/>
                  </a:lnTo>
                  <a:lnTo>
                    <a:pt x="4145869" y="799653"/>
                  </a:lnTo>
                  <a:lnTo>
                    <a:pt x="4179036" y="801632"/>
                  </a:lnTo>
                  <a:lnTo>
                    <a:pt x="4212203" y="803848"/>
                  </a:lnTo>
                  <a:lnTo>
                    <a:pt x="4245370" y="806139"/>
                  </a:lnTo>
                  <a:lnTo>
                    <a:pt x="4278537" y="808295"/>
                  </a:lnTo>
                  <a:lnTo>
                    <a:pt x="4311704" y="810313"/>
                  </a:lnTo>
                  <a:lnTo>
                    <a:pt x="4344871" y="812192"/>
                  </a:lnTo>
                  <a:lnTo>
                    <a:pt x="4378038" y="813932"/>
                  </a:lnTo>
                  <a:lnTo>
                    <a:pt x="4411205" y="815534"/>
                  </a:lnTo>
                  <a:lnTo>
                    <a:pt x="4444372" y="817003"/>
                  </a:lnTo>
                  <a:lnTo>
                    <a:pt x="4477539" y="818345"/>
                  </a:lnTo>
                  <a:lnTo>
                    <a:pt x="4510706" y="819567"/>
                  </a:lnTo>
                  <a:lnTo>
                    <a:pt x="4543873" y="820681"/>
                  </a:lnTo>
                  <a:lnTo>
                    <a:pt x="4577040" y="821699"/>
                  </a:lnTo>
                  <a:lnTo>
                    <a:pt x="4610207" y="822635"/>
                  </a:lnTo>
                  <a:lnTo>
                    <a:pt x="4643374" y="823507"/>
                  </a:lnTo>
                  <a:lnTo>
                    <a:pt x="4676541" y="824332"/>
                  </a:lnTo>
                  <a:lnTo>
                    <a:pt x="4709708" y="825132"/>
                  </a:lnTo>
                  <a:lnTo>
                    <a:pt x="4742875" y="825926"/>
                  </a:lnTo>
                  <a:lnTo>
                    <a:pt x="4776042" y="826736"/>
                  </a:lnTo>
                  <a:lnTo>
                    <a:pt x="4809209" y="827584"/>
                  </a:lnTo>
                  <a:lnTo>
                    <a:pt x="4842376" y="828491"/>
                  </a:lnTo>
                  <a:lnTo>
                    <a:pt x="4875543" y="829478"/>
                  </a:lnTo>
                  <a:lnTo>
                    <a:pt x="4908710" y="830564"/>
                  </a:lnTo>
                  <a:lnTo>
                    <a:pt x="4941876" y="831679"/>
                  </a:lnTo>
                  <a:lnTo>
                    <a:pt x="4975043" y="832764"/>
                  </a:lnTo>
                  <a:lnTo>
                    <a:pt x="5008210" y="833816"/>
                  </a:lnTo>
                  <a:lnTo>
                    <a:pt x="5041377" y="834835"/>
                  </a:lnTo>
                  <a:lnTo>
                    <a:pt x="5074544" y="835820"/>
                  </a:lnTo>
                  <a:lnTo>
                    <a:pt x="5107711" y="836767"/>
                  </a:lnTo>
                  <a:lnTo>
                    <a:pt x="5140878" y="837674"/>
                  </a:lnTo>
                  <a:lnTo>
                    <a:pt x="5174045" y="838537"/>
                  </a:lnTo>
                  <a:lnTo>
                    <a:pt x="5207212" y="839352"/>
                  </a:lnTo>
                  <a:lnTo>
                    <a:pt x="5240379" y="840115"/>
                  </a:lnTo>
                  <a:lnTo>
                    <a:pt x="5273546" y="840820"/>
                  </a:lnTo>
                  <a:lnTo>
                    <a:pt x="5306713" y="841464"/>
                  </a:lnTo>
                  <a:lnTo>
                    <a:pt x="5339880" y="842041"/>
                  </a:lnTo>
                  <a:lnTo>
                    <a:pt x="5373047" y="842544"/>
                  </a:lnTo>
                  <a:lnTo>
                    <a:pt x="5406214" y="842969"/>
                  </a:lnTo>
                  <a:lnTo>
                    <a:pt x="5439381" y="843309"/>
                  </a:lnTo>
                  <a:lnTo>
                    <a:pt x="5472548" y="843559"/>
                  </a:lnTo>
                  <a:lnTo>
                    <a:pt x="5505715" y="843712"/>
                  </a:lnTo>
                  <a:lnTo>
                    <a:pt x="5538882" y="843762"/>
                  </a:lnTo>
                  <a:lnTo>
                    <a:pt x="5572049" y="843703"/>
                  </a:lnTo>
                  <a:lnTo>
                    <a:pt x="5605216" y="843530"/>
                  </a:lnTo>
                  <a:lnTo>
                    <a:pt x="5638383" y="843238"/>
                  </a:lnTo>
                  <a:lnTo>
                    <a:pt x="5671550" y="842819"/>
                  </a:lnTo>
                  <a:lnTo>
                    <a:pt x="5704717" y="842270"/>
                  </a:lnTo>
                  <a:lnTo>
                    <a:pt x="5737884" y="841585"/>
                  </a:lnTo>
                  <a:lnTo>
                    <a:pt x="5771050" y="840760"/>
                  </a:lnTo>
                  <a:lnTo>
                    <a:pt x="5804217" y="839791"/>
                  </a:lnTo>
                  <a:lnTo>
                    <a:pt x="5837384" y="838673"/>
                  </a:lnTo>
                  <a:lnTo>
                    <a:pt x="5870551" y="837402"/>
                  </a:lnTo>
                  <a:lnTo>
                    <a:pt x="5903718" y="835976"/>
                  </a:lnTo>
                  <a:lnTo>
                    <a:pt x="5936885" y="834391"/>
                  </a:lnTo>
                  <a:lnTo>
                    <a:pt x="5970052" y="832645"/>
                  </a:lnTo>
                  <a:lnTo>
                    <a:pt x="6003219" y="830735"/>
                  </a:lnTo>
                  <a:lnTo>
                    <a:pt x="6036386" y="828659"/>
                  </a:lnTo>
                  <a:lnTo>
                    <a:pt x="6069553" y="826416"/>
                  </a:lnTo>
                  <a:lnTo>
                    <a:pt x="6102720" y="824004"/>
                  </a:lnTo>
                  <a:lnTo>
                    <a:pt x="6135887" y="821422"/>
                  </a:lnTo>
                  <a:lnTo>
                    <a:pt x="6169054" y="818669"/>
                  </a:lnTo>
                  <a:lnTo>
                    <a:pt x="6202221" y="815745"/>
                  </a:lnTo>
                  <a:lnTo>
                    <a:pt x="6235388" y="812648"/>
                  </a:lnTo>
                  <a:lnTo>
                    <a:pt x="6268555" y="809378"/>
                  </a:lnTo>
                  <a:lnTo>
                    <a:pt x="6301722" y="805937"/>
                  </a:lnTo>
                  <a:lnTo>
                    <a:pt x="6334889" y="802322"/>
                  </a:lnTo>
                  <a:lnTo>
                    <a:pt x="6368056" y="798535"/>
                  </a:lnTo>
                  <a:lnTo>
                    <a:pt x="6401223" y="794576"/>
                  </a:lnTo>
                  <a:lnTo>
                    <a:pt x="6434390" y="790445"/>
                  </a:lnTo>
                  <a:lnTo>
                    <a:pt x="6467557" y="786143"/>
                  </a:lnTo>
                  <a:lnTo>
                    <a:pt x="6500724" y="781670"/>
                  </a:lnTo>
                  <a:lnTo>
                    <a:pt x="6533891" y="777026"/>
                  </a:lnTo>
                  <a:lnTo>
                    <a:pt x="6567058" y="772213"/>
                  </a:lnTo>
                  <a:lnTo>
                    <a:pt x="6600224" y="767231"/>
                  </a:lnTo>
                  <a:lnTo>
                    <a:pt x="6600224" y="1122575"/>
                  </a:lnTo>
                  <a:lnTo>
                    <a:pt x="6567058" y="1122575"/>
                  </a:lnTo>
                  <a:lnTo>
                    <a:pt x="6533891" y="1122575"/>
                  </a:lnTo>
                  <a:lnTo>
                    <a:pt x="6500724" y="1122575"/>
                  </a:lnTo>
                  <a:lnTo>
                    <a:pt x="6467557" y="1122575"/>
                  </a:lnTo>
                  <a:lnTo>
                    <a:pt x="6434390" y="1122575"/>
                  </a:lnTo>
                  <a:lnTo>
                    <a:pt x="6401223" y="1122575"/>
                  </a:lnTo>
                  <a:lnTo>
                    <a:pt x="6368056" y="1122575"/>
                  </a:lnTo>
                  <a:lnTo>
                    <a:pt x="6334889" y="1122575"/>
                  </a:lnTo>
                  <a:lnTo>
                    <a:pt x="6301722" y="1122575"/>
                  </a:lnTo>
                  <a:lnTo>
                    <a:pt x="6268555" y="1122575"/>
                  </a:lnTo>
                  <a:lnTo>
                    <a:pt x="6235388" y="1122575"/>
                  </a:lnTo>
                  <a:lnTo>
                    <a:pt x="6202221" y="1122575"/>
                  </a:lnTo>
                  <a:lnTo>
                    <a:pt x="6169054" y="1122575"/>
                  </a:lnTo>
                  <a:lnTo>
                    <a:pt x="6135887" y="1122575"/>
                  </a:lnTo>
                  <a:lnTo>
                    <a:pt x="6102720" y="1122575"/>
                  </a:lnTo>
                  <a:lnTo>
                    <a:pt x="6069553" y="1122575"/>
                  </a:lnTo>
                  <a:lnTo>
                    <a:pt x="6036386" y="1122575"/>
                  </a:lnTo>
                  <a:lnTo>
                    <a:pt x="6003219" y="1122575"/>
                  </a:lnTo>
                  <a:lnTo>
                    <a:pt x="5970052" y="1122575"/>
                  </a:lnTo>
                  <a:lnTo>
                    <a:pt x="5936885" y="1122575"/>
                  </a:lnTo>
                  <a:lnTo>
                    <a:pt x="5903718" y="1122575"/>
                  </a:lnTo>
                  <a:lnTo>
                    <a:pt x="5870551" y="1122575"/>
                  </a:lnTo>
                  <a:lnTo>
                    <a:pt x="5837384" y="1122575"/>
                  </a:lnTo>
                  <a:lnTo>
                    <a:pt x="5804217" y="1122575"/>
                  </a:lnTo>
                  <a:lnTo>
                    <a:pt x="5771050" y="1122575"/>
                  </a:lnTo>
                  <a:lnTo>
                    <a:pt x="5737884" y="1120426"/>
                  </a:lnTo>
                  <a:lnTo>
                    <a:pt x="5704717" y="1115998"/>
                  </a:lnTo>
                  <a:lnTo>
                    <a:pt x="5671550" y="1111704"/>
                  </a:lnTo>
                  <a:lnTo>
                    <a:pt x="5638383" y="1107540"/>
                  </a:lnTo>
                  <a:lnTo>
                    <a:pt x="5605216" y="1103499"/>
                  </a:lnTo>
                  <a:lnTo>
                    <a:pt x="5572049" y="1099578"/>
                  </a:lnTo>
                  <a:lnTo>
                    <a:pt x="5538882" y="1095771"/>
                  </a:lnTo>
                  <a:lnTo>
                    <a:pt x="5505715" y="1092073"/>
                  </a:lnTo>
                  <a:lnTo>
                    <a:pt x="5472548" y="1088479"/>
                  </a:lnTo>
                  <a:lnTo>
                    <a:pt x="5439381" y="1084982"/>
                  </a:lnTo>
                  <a:lnTo>
                    <a:pt x="5406214" y="1081577"/>
                  </a:lnTo>
                  <a:lnTo>
                    <a:pt x="5373047" y="1078260"/>
                  </a:lnTo>
                  <a:lnTo>
                    <a:pt x="5339880" y="1075023"/>
                  </a:lnTo>
                  <a:lnTo>
                    <a:pt x="5306713" y="1071863"/>
                  </a:lnTo>
                  <a:lnTo>
                    <a:pt x="5273546" y="1068773"/>
                  </a:lnTo>
                  <a:lnTo>
                    <a:pt x="5240379" y="1065750"/>
                  </a:lnTo>
                  <a:lnTo>
                    <a:pt x="5207212" y="1062787"/>
                  </a:lnTo>
                  <a:lnTo>
                    <a:pt x="5174045" y="1059882"/>
                  </a:lnTo>
                  <a:lnTo>
                    <a:pt x="5140878" y="1057030"/>
                  </a:lnTo>
                  <a:lnTo>
                    <a:pt x="5107711" y="1054227"/>
                  </a:lnTo>
                  <a:lnTo>
                    <a:pt x="5074544" y="1051472"/>
                  </a:lnTo>
                  <a:lnTo>
                    <a:pt x="5041377" y="1048760"/>
                  </a:lnTo>
                  <a:lnTo>
                    <a:pt x="5008210" y="1046090"/>
                  </a:lnTo>
                  <a:lnTo>
                    <a:pt x="4975043" y="1043461"/>
                  </a:lnTo>
                  <a:lnTo>
                    <a:pt x="4941876" y="1040871"/>
                  </a:lnTo>
                  <a:lnTo>
                    <a:pt x="4908710" y="1038322"/>
                  </a:lnTo>
                  <a:lnTo>
                    <a:pt x="4875543" y="1035823"/>
                  </a:lnTo>
                  <a:lnTo>
                    <a:pt x="4842376" y="1033385"/>
                  </a:lnTo>
                  <a:lnTo>
                    <a:pt x="4809209" y="1031004"/>
                  </a:lnTo>
                  <a:lnTo>
                    <a:pt x="4776042" y="1028676"/>
                  </a:lnTo>
                  <a:lnTo>
                    <a:pt x="4742875" y="1026400"/>
                  </a:lnTo>
                  <a:lnTo>
                    <a:pt x="4709708" y="1024173"/>
                  </a:lnTo>
                  <a:lnTo>
                    <a:pt x="4676541" y="1021993"/>
                  </a:lnTo>
                  <a:lnTo>
                    <a:pt x="4643374" y="1019856"/>
                  </a:lnTo>
                  <a:lnTo>
                    <a:pt x="4610207" y="1017758"/>
                  </a:lnTo>
                  <a:lnTo>
                    <a:pt x="4577040" y="1015693"/>
                  </a:lnTo>
                  <a:lnTo>
                    <a:pt x="4543873" y="1013655"/>
                  </a:lnTo>
                  <a:lnTo>
                    <a:pt x="4510706" y="1011634"/>
                  </a:lnTo>
                  <a:lnTo>
                    <a:pt x="4477539" y="1009619"/>
                  </a:lnTo>
                  <a:lnTo>
                    <a:pt x="4444372" y="1007596"/>
                  </a:lnTo>
                  <a:lnTo>
                    <a:pt x="4411205" y="1005550"/>
                  </a:lnTo>
                  <a:lnTo>
                    <a:pt x="4378038" y="1003463"/>
                  </a:lnTo>
                  <a:lnTo>
                    <a:pt x="4344871" y="1001314"/>
                  </a:lnTo>
                  <a:lnTo>
                    <a:pt x="4311704" y="999081"/>
                  </a:lnTo>
                  <a:lnTo>
                    <a:pt x="4278537" y="996740"/>
                  </a:lnTo>
                  <a:lnTo>
                    <a:pt x="4245370" y="994267"/>
                  </a:lnTo>
                  <a:lnTo>
                    <a:pt x="4212203" y="991635"/>
                  </a:lnTo>
                  <a:lnTo>
                    <a:pt x="4179036" y="988882"/>
                  </a:lnTo>
                  <a:lnTo>
                    <a:pt x="4145869" y="986078"/>
                  </a:lnTo>
                  <a:lnTo>
                    <a:pt x="4112703" y="983251"/>
                  </a:lnTo>
                  <a:lnTo>
                    <a:pt x="4079536" y="980426"/>
                  </a:lnTo>
                  <a:lnTo>
                    <a:pt x="4046369" y="977629"/>
                  </a:lnTo>
                  <a:lnTo>
                    <a:pt x="4013202" y="974880"/>
                  </a:lnTo>
                  <a:lnTo>
                    <a:pt x="3980035" y="972189"/>
                  </a:lnTo>
                  <a:lnTo>
                    <a:pt x="3946868" y="969553"/>
                  </a:lnTo>
                  <a:lnTo>
                    <a:pt x="3913701" y="966955"/>
                  </a:lnTo>
                  <a:lnTo>
                    <a:pt x="3880534" y="964366"/>
                  </a:lnTo>
                  <a:lnTo>
                    <a:pt x="3847367" y="961741"/>
                  </a:lnTo>
                  <a:lnTo>
                    <a:pt x="3814200" y="959022"/>
                  </a:lnTo>
                  <a:lnTo>
                    <a:pt x="3781033" y="956143"/>
                  </a:lnTo>
                  <a:lnTo>
                    <a:pt x="3747866" y="953030"/>
                  </a:lnTo>
                  <a:lnTo>
                    <a:pt x="3714699" y="949577"/>
                  </a:lnTo>
                  <a:lnTo>
                    <a:pt x="3681532" y="945660"/>
                  </a:lnTo>
                  <a:lnTo>
                    <a:pt x="3648365" y="941395"/>
                  </a:lnTo>
                  <a:lnTo>
                    <a:pt x="3615198" y="936924"/>
                  </a:lnTo>
                  <a:lnTo>
                    <a:pt x="3582031" y="932374"/>
                  </a:lnTo>
                  <a:lnTo>
                    <a:pt x="3548864" y="927851"/>
                  </a:lnTo>
                  <a:lnTo>
                    <a:pt x="3515697" y="923431"/>
                  </a:lnTo>
                  <a:lnTo>
                    <a:pt x="3482530" y="919155"/>
                  </a:lnTo>
                  <a:lnTo>
                    <a:pt x="3449363" y="915027"/>
                  </a:lnTo>
                  <a:lnTo>
                    <a:pt x="3416196" y="911027"/>
                  </a:lnTo>
                  <a:lnTo>
                    <a:pt x="3383029" y="907111"/>
                  </a:lnTo>
                  <a:lnTo>
                    <a:pt x="3349862" y="903227"/>
                  </a:lnTo>
                  <a:lnTo>
                    <a:pt x="3316695" y="899105"/>
                  </a:lnTo>
                  <a:lnTo>
                    <a:pt x="3283529" y="894650"/>
                  </a:lnTo>
                  <a:lnTo>
                    <a:pt x="3250362" y="889981"/>
                  </a:lnTo>
                  <a:lnTo>
                    <a:pt x="3217195" y="885211"/>
                  </a:lnTo>
                  <a:lnTo>
                    <a:pt x="3184028" y="880442"/>
                  </a:lnTo>
                  <a:lnTo>
                    <a:pt x="3150861" y="875752"/>
                  </a:lnTo>
                  <a:lnTo>
                    <a:pt x="3117694" y="871196"/>
                  </a:lnTo>
                  <a:lnTo>
                    <a:pt x="3084527" y="866803"/>
                  </a:lnTo>
                  <a:lnTo>
                    <a:pt x="3051360" y="862575"/>
                  </a:lnTo>
                  <a:lnTo>
                    <a:pt x="3018193" y="858495"/>
                  </a:lnTo>
                  <a:lnTo>
                    <a:pt x="2985026" y="854526"/>
                  </a:lnTo>
                  <a:lnTo>
                    <a:pt x="2951859" y="850628"/>
                  </a:lnTo>
                  <a:lnTo>
                    <a:pt x="2918692" y="846735"/>
                  </a:lnTo>
                  <a:lnTo>
                    <a:pt x="2885525" y="842711"/>
                  </a:lnTo>
                  <a:lnTo>
                    <a:pt x="2852358" y="838604"/>
                  </a:lnTo>
                  <a:lnTo>
                    <a:pt x="2819191" y="834479"/>
                  </a:lnTo>
                  <a:lnTo>
                    <a:pt x="2786024" y="830393"/>
                  </a:lnTo>
                  <a:lnTo>
                    <a:pt x="2752857" y="826389"/>
                  </a:lnTo>
                  <a:lnTo>
                    <a:pt x="2719690" y="822493"/>
                  </a:lnTo>
                  <a:lnTo>
                    <a:pt x="2686523" y="818714"/>
                  </a:lnTo>
                  <a:lnTo>
                    <a:pt x="2653356" y="815043"/>
                  </a:lnTo>
                  <a:lnTo>
                    <a:pt x="2620189" y="811456"/>
                  </a:lnTo>
                  <a:lnTo>
                    <a:pt x="2587022" y="807917"/>
                  </a:lnTo>
                  <a:lnTo>
                    <a:pt x="2553855" y="804383"/>
                  </a:lnTo>
                  <a:lnTo>
                    <a:pt x="2520688" y="800812"/>
                  </a:lnTo>
                  <a:lnTo>
                    <a:pt x="2487521" y="797185"/>
                  </a:lnTo>
                  <a:lnTo>
                    <a:pt x="2454355" y="793522"/>
                  </a:lnTo>
                  <a:lnTo>
                    <a:pt x="2421188" y="789835"/>
                  </a:lnTo>
                  <a:lnTo>
                    <a:pt x="2388021" y="786135"/>
                  </a:lnTo>
                  <a:lnTo>
                    <a:pt x="2354854" y="782435"/>
                  </a:lnTo>
                  <a:lnTo>
                    <a:pt x="2321687" y="778742"/>
                  </a:lnTo>
                  <a:lnTo>
                    <a:pt x="2288520" y="775067"/>
                  </a:lnTo>
                  <a:lnTo>
                    <a:pt x="2255353" y="771416"/>
                  </a:lnTo>
                  <a:lnTo>
                    <a:pt x="2222186" y="767797"/>
                  </a:lnTo>
                  <a:lnTo>
                    <a:pt x="2189019" y="764214"/>
                  </a:lnTo>
                  <a:lnTo>
                    <a:pt x="2155852" y="760674"/>
                  </a:lnTo>
                  <a:lnTo>
                    <a:pt x="2122685" y="757180"/>
                  </a:lnTo>
                  <a:lnTo>
                    <a:pt x="2089518" y="753737"/>
                  </a:lnTo>
                  <a:lnTo>
                    <a:pt x="2056351" y="750347"/>
                  </a:lnTo>
                  <a:lnTo>
                    <a:pt x="2023184" y="747016"/>
                  </a:lnTo>
                  <a:lnTo>
                    <a:pt x="1990017" y="743746"/>
                  </a:lnTo>
                  <a:lnTo>
                    <a:pt x="1956850" y="740544"/>
                  </a:lnTo>
                  <a:lnTo>
                    <a:pt x="1923683" y="737415"/>
                  </a:lnTo>
                  <a:lnTo>
                    <a:pt x="1890516" y="734368"/>
                  </a:lnTo>
                  <a:lnTo>
                    <a:pt x="1857349" y="731424"/>
                  </a:lnTo>
                  <a:lnTo>
                    <a:pt x="1824182" y="728593"/>
                  </a:lnTo>
                  <a:lnTo>
                    <a:pt x="1791015" y="725883"/>
                  </a:lnTo>
                  <a:lnTo>
                    <a:pt x="1757848" y="723303"/>
                  </a:lnTo>
                  <a:lnTo>
                    <a:pt x="1724681" y="720862"/>
                  </a:lnTo>
                  <a:lnTo>
                    <a:pt x="1691514" y="718569"/>
                  </a:lnTo>
                  <a:lnTo>
                    <a:pt x="1658347" y="716433"/>
                  </a:lnTo>
                  <a:lnTo>
                    <a:pt x="1625181" y="714463"/>
                  </a:lnTo>
                  <a:lnTo>
                    <a:pt x="1592014" y="712668"/>
                  </a:lnTo>
                  <a:lnTo>
                    <a:pt x="1558847" y="711054"/>
                  </a:lnTo>
                  <a:lnTo>
                    <a:pt x="1525680" y="709631"/>
                  </a:lnTo>
                  <a:lnTo>
                    <a:pt x="1492513" y="708405"/>
                  </a:lnTo>
                  <a:lnTo>
                    <a:pt x="1459346" y="707382"/>
                  </a:lnTo>
                  <a:lnTo>
                    <a:pt x="1426179" y="706569"/>
                  </a:lnTo>
                  <a:lnTo>
                    <a:pt x="1393012" y="705971"/>
                  </a:lnTo>
                  <a:lnTo>
                    <a:pt x="1359845" y="705592"/>
                  </a:lnTo>
                  <a:lnTo>
                    <a:pt x="1326678" y="705435"/>
                  </a:lnTo>
                  <a:lnTo>
                    <a:pt x="1293511" y="705505"/>
                  </a:lnTo>
                  <a:lnTo>
                    <a:pt x="1260344" y="705802"/>
                  </a:lnTo>
                  <a:lnTo>
                    <a:pt x="1227177" y="706330"/>
                  </a:lnTo>
                  <a:lnTo>
                    <a:pt x="1194010" y="707090"/>
                  </a:lnTo>
                  <a:lnTo>
                    <a:pt x="1160843" y="708081"/>
                  </a:lnTo>
                  <a:lnTo>
                    <a:pt x="1127676" y="709305"/>
                  </a:lnTo>
                  <a:lnTo>
                    <a:pt x="1094509" y="710762"/>
                  </a:lnTo>
                  <a:lnTo>
                    <a:pt x="1061342" y="712451"/>
                  </a:lnTo>
                  <a:lnTo>
                    <a:pt x="1028175" y="714370"/>
                  </a:lnTo>
                  <a:lnTo>
                    <a:pt x="995008" y="716520"/>
                  </a:lnTo>
                  <a:lnTo>
                    <a:pt x="961841" y="718899"/>
                  </a:lnTo>
                  <a:lnTo>
                    <a:pt x="928674" y="721505"/>
                  </a:lnTo>
                  <a:lnTo>
                    <a:pt x="895507" y="724337"/>
                  </a:lnTo>
                  <a:lnTo>
                    <a:pt x="862340" y="727394"/>
                  </a:lnTo>
                  <a:lnTo>
                    <a:pt x="829173" y="730673"/>
                  </a:lnTo>
                  <a:lnTo>
                    <a:pt x="796007" y="734172"/>
                  </a:lnTo>
                  <a:lnTo>
                    <a:pt x="762840" y="737891"/>
                  </a:lnTo>
                  <a:lnTo>
                    <a:pt x="729673" y="741826"/>
                  </a:lnTo>
                  <a:lnTo>
                    <a:pt x="696506" y="745977"/>
                  </a:lnTo>
                  <a:lnTo>
                    <a:pt x="663339" y="750341"/>
                  </a:lnTo>
                  <a:lnTo>
                    <a:pt x="630172" y="754916"/>
                  </a:lnTo>
                  <a:lnTo>
                    <a:pt x="597005" y="759701"/>
                  </a:lnTo>
                  <a:lnTo>
                    <a:pt x="563838" y="764694"/>
                  </a:lnTo>
                  <a:lnTo>
                    <a:pt x="530671" y="769893"/>
                  </a:lnTo>
                  <a:lnTo>
                    <a:pt x="497504" y="775296"/>
                  </a:lnTo>
                  <a:lnTo>
                    <a:pt x="464337" y="780902"/>
                  </a:lnTo>
                  <a:lnTo>
                    <a:pt x="431170" y="786709"/>
                  </a:lnTo>
                  <a:lnTo>
                    <a:pt x="398003" y="792715"/>
                  </a:lnTo>
                  <a:lnTo>
                    <a:pt x="364836" y="798920"/>
                  </a:lnTo>
                  <a:lnTo>
                    <a:pt x="331669" y="805320"/>
                  </a:lnTo>
                  <a:lnTo>
                    <a:pt x="298502" y="811916"/>
                  </a:lnTo>
                  <a:lnTo>
                    <a:pt x="265335" y="818706"/>
                  </a:lnTo>
                  <a:lnTo>
                    <a:pt x="232168" y="825687"/>
                  </a:lnTo>
                  <a:lnTo>
                    <a:pt x="199001" y="832860"/>
                  </a:lnTo>
                  <a:lnTo>
                    <a:pt x="165834" y="840222"/>
                  </a:lnTo>
                  <a:lnTo>
                    <a:pt x="132667" y="847773"/>
                  </a:lnTo>
                  <a:lnTo>
                    <a:pt x="99500" y="855511"/>
                  </a:lnTo>
                  <a:lnTo>
                    <a:pt x="66333" y="863434"/>
                  </a:lnTo>
                  <a:lnTo>
                    <a:pt x="33166" y="871543"/>
                  </a:lnTo>
                  <a:lnTo>
                    <a:pt x="0" y="879836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4096728"/>
              <a:ext cx="6600224" cy="843762"/>
            </a:xfrm>
            <a:custGeom>
              <a:avLst/>
              <a:pathLst>
                <a:path w="6600224" h="843762">
                  <a:moveTo>
                    <a:pt x="0" y="0"/>
                  </a:moveTo>
                  <a:lnTo>
                    <a:pt x="33166" y="14330"/>
                  </a:lnTo>
                  <a:lnTo>
                    <a:pt x="66333" y="28502"/>
                  </a:lnTo>
                  <a:lnTo>
                    <a:pt x="99500" y="42516"/>
                  </a:lnTo>
                  <a:lnTo>
                    <a:pt x="132667" y="56370"/>
                  </a:lnTo>
                  <a:lnTo>
                    <a:pt x="165834" y="70065"/>
                  </a:lnTo>
                  <a:lnTo>
                    <a:pt x="199001" y="83597"/>
                  </a:lnTo>
                  <a:lnTo>
                    <a:pt x="232168" y="96967"/>
                  </a:lnTo>
                  <a:lnTo>
                    <a:pt x="265335" y="110174"/>
                  </a:lnTo>
                  <a:lnTo>
                    <a:pt x="298502" y="123215"/>
                  </a:lnTo>
                  <a:lnTo>
                    <a:pt x="331669" y="136091"/>
                  </a:lnTo>
                  <a:lnTo>
                    <a:pt x="364836" y="148800"/>
                  </a:lnTo>
                  <a:lnTo>
                    <a:pt x="398003" y="161340"/>
                  </a:lnTo>
                  <a:lnTo>
                    <a:pt x="431170" y="173710"/>
                  </a:lnTo>
                  <a:lnTo>
                    <a:pt x="464337" y="185910"/>
                  </a:lnTo>
                  <a:lnTo>
                    <a:pt x="497504" y="197936"/>
                  </a:lnTo>
                  <a:lnTo>
                    <a:pt x="530671" y="209789"/>
                  </a:lnTo>
                  <a:lnTo>
                    <a:pt x="563838" y="221467"/>
                  </a:lnTo>
                  <a:lnTo>
                    <a:pt x="597005" y="232967"/>
                  </a:lnTo>
                  <a:lnTo>
                    <a:pt x="630172" y="244289"/>
                  </a:lnTo>
                  <a:lnTo>
                    <a:pt x="663339" y="255431"/>
                  </a:lnTo>
                  <a:lnTo>
                    <a:pt x="696506" y="266391"/>
                  </a:lnTo>
                  <a:lnTo>
                    <a:pt x="729673" y="277168"/>
                  </a:lnTo>
                  <a:lnTo>
                    <a:pt x="762840" y="287759"/>
                  </a:lnTo>
                  <a:lnTo>
                    <a:pt x="796007" y="298164"/>
                  </a:lnTo>
                  <a:lnTo>
                    <a:pt x="829173" y="308381"/>
                  </a:lnTo>
                  <a:lnTo>
                    <a:pt x="862340" y="318407"/>
                  </a:lnTo>
                  <a:lnTo>
                    <a:pt x="895507" y="328241"/>
                  </a:lnTo>
                  <a:lnTo>
                    <a:pt x="928674" y="337883"/>
                  </a:lnTo>
                  <a:lnTo>
                    <a:pt x="961841" y="347329"/>
                  </a:lnTo>
                  <a:lnTo>
                    <a:pt x="995008" y="356579"/>
                  </a:lnTo>
                  <a:lnTo>
                    <a:pt x="1028175" y="365632"/>
                  </a:lnTo>
                  <a:lnTo>
                    <a:pt x="1061342" y="374487"/>
                  </a:lnTo>
                  <a:lnTo>
                    <a:pt x="1094509" y="383142"/>
                  </a:lnTo>
                  <a:lnTo>
                    <a:pt x="1127676" y="391597"/>
                  </a:lnTo>
                  <a:lnTo>
                    <a:pt x="1160843" y="399852"/>
                  </a:lnTo>
                  <a:lnTo>
                    <a:pt x="1194010" y="407907"/>
                  </a:lnTo>
                  <a:lnTo>
                    <a:pt x="1227177" y="415762"/>
                  </a:lnTo>
                  <a:lnTo>
                    <a:pt x="1260344" y="423419"/>
                  </a:lnTo>
                  <a:lnTo>
                    <a:pt x="1293511" y="430878"/>
                  </a:lnTo>
                  <a:lnTo>
                    <a:pt x="1326678" y="438143"/>
                  </a:lnTo>
                  <a:lnTo>
                    <a:pt x="1359845" y="445214"/>
                  </a:lnTo>
                  <a:lnTo>
                    <a:pt x="1393012" y="452097"/>
                  </a:lnTo>
                  <a:lnTo>
                    <a:pt x="1426179" y="458794"/>
                  </a:lnTo>
                  <a:lnTo>
                    <a:pt x="1459346" y="465310"/>
                  </a:lnTo>
                  <a:lnTo>
                    <a:pt x="1492513" y="471651"/>
                  </a:lnTo>
                  <a:lnTo>
                    <a:pt x="1525680" y="477822"/>
                  </a:lnTo>
                  <a:lnTo>
                    <a:pt x="1558847" y="483831"/>
                  </a:lnTo>
                  <a:lnTo>
                    <a:pt x="1592014" y="489685"/>
                  </a:lnTo>
                  <a:lnTo>
                    <a:pt x="1625181" y="495391"/>
                  </a:lnTo>
                  <a:lnTo>
                    <a:pt x="1658347" y="500957"/>
                  </a:lnTo>
                  <a:lnTo>
                    <a:pt x="1691514" y="506393"/>
                  </a:lnTo>
                  <a:lnTo>
                    <a:pt x="1724681" y="511707"/>
                  </a:lnTo>
                  <a:lnTo>
                    <a:pt x="1757848" y="516909"/>
                  </a:lnTo>
                  <a:lnTo>
                    <a:pt x="1791015" y="522008"/>
                  </a:lnTo>
                  <a:lnTo>
                    <a:pt x="1824182" y="527012"/>
                  </a:lnTo>
                  <a:lnTo>
                    <a:pt x="1857349" y="531931"/>
                  </a:lnTo>
                  <a:lnTo>
                    <a:pt x="1890516" y="536773"/>
                  </a:lnTo>
                  <a:lnTo>
                    <a:pt x="1923683" y="541555"/>
                  </a:lnTo>
                  <a:lnTo>
                    <a:pt x="1956850" y="546316"/>
                  </a:lnTo>
                  <a:lnTo>
                    <a:pt x="1990017" y="551060"/>
                  </a:lnTo>
                  <a:lnTo>
                    <a:pt x="2023184" y="555783"/>
                  </a:lnTo>
                  <a:lnTo>
                    <a:pt x="2056351" y="560481"/>
                  </a:lnTo>
                  <a:lnTo>
                    <a:pt x="2089518" y="565150"/>
                  </a:lnTo>
                  <a:lnTo>
                    <a:pt x="2122685" y="569783"/>
                  </a:lnTo>
                  <a:lnTo>
                    <a:pt x="2155852" y="574375"/>
                  </a:lnTo>
                  <a:lnTo>
                    <a:pt x="2189019" y="578922"/>
                  </a:lnTo>
                  <a:lnTo>
                    <a:pt x="2222186" y="583417"/>
                  </a:lnTo>
                  <a:lnTo>
                    <a:pt x="2255353" y="587856"/>
                  </a:lnTo>
                  <a:lnTo>
                    <a:pt x="2288520" y="592237"/>
                  </a:lnTo>
                  <a:lnTo>
                    <a:pt x="2321687" y="596556"/>
                  </a:lnTo>
                  <a:lnTo>
                    <a:pt x="2354854" y="600811"/>
                  </a:lnTo>
                  <a:lnTo>
                    <a:pt x="2388021" y="605003"/>
                  </a:lnTo>
                  <a:lnTo>
                    <a:pt x="2421188" y="609131"/>
                  </a:lnTo>
                  <a:lnTo>
                    <a:pt x="2454355" y="613198"/>
                  </a:lnTo>
                  <a:lnTo>
                    <a:pt x="2487521" y="617204"/>
                  </a:lnTo>
                  <a:lnTo>
                    <a:pt x="2520688" y="621155"/>
                  </a:lnTo>
                  <a:lnTo>
                    <a:pt x="2553855" y="625196"/>
                  </a:lnTo>
                  <a:lnTo>
                    <a:pt x="2587022" y="629397"/>
                  </a:lnTo>
                  <a:lnTo>
                    <a:pt x="2620189" y="633694"/>
                  </a:lnTo>
                  <a:lnTo>
                    <a:pt x="2653356" y="638026"/>
                  </a:lnTo>
                  <a:lnTo>
                    <a:pt x="2686523" y="642337"/>
                  </a:lnTo>
                  <a:lnTo>
                    <a:pt x="2719690" y="646584"/>
                  </a:lnTo>
                  <a:lnTo>
                    <a:pt x="2752857" y="650739"/>
                  </a:lnTo>
                  <a:lnTo>
                    <a:pt x="2786024" y="654789"/>
                  </a:lnTo>
                  <a:lnTo>
                    <a:pt x="2819191" y="658743"/>
                  </a:lnTo>
                  <a:lnTo>
                    <a:pt x="2852358" y="662623"/>
                  </a:lnTo>
                  <a:lnTo>
                    <a:pt x="2885525" y="666467"/>
                  </a:lnTo>
                  <a:lnTo>
                    <a:pt x="2918692" y="670320"/>
                  </a:lnTo>
                  <a:lnTo>
                    <a:pt x="2951859" y="674271"/>
                  </a:lnTo>
                  <a:lnTo>
                    <a:pt x="2985026" y="678567"/>
                  </a:lnTo>
                  <a:lnTo>
                    <a:pt x="3018193" y="683150"/>
                  </a:lnTo>
                  <a:lnTo>
                    <a:pt x="3051360" y="687905"/>
                  </a:lnTo>
                  <a:lnTo>
                    <a:pt x="3084527" y="692721"/>
                  </a:lnTo>
                  <a:lnTo>
                    <a:pt x="3117694" y="697504"/>
                  </a:lnTo>
                  <a:lnTo>
                    <a:pt x="3150861" y="702182"/>
                  </a:lnTo>
                  <a:lnTo>
                    <a:pt x="3184028" y="706706"/>
                  </a:lnTo>
                  <a:lnTo>
                    <a:pt x="3217195" y="711057"/>
                  </a:lnTo>
                  <a:lnTo>
                    <a:pt x="3250362" y="715239"/>
                  </a:lnTo>
                  <a:lnTo>
                    <a:pt x="3283529" y="719276"/>
                  </a:lnTo>
                  <a:lnTo>
                    <a:pt x="3316695" y="723207"/>
                  </a:lnTo>
                  <a:lnTo>
                    <a:pt x="3349862" y="727076"/>
                  </a:lnTo>
                  <a:lnTo>
                    <a:pt x="3383029" y="731058"/>
                  </a:lnTo>
                  <a:lnTo>
                    <a:pt x="3416196" y="735276"/>
                  </a:lnTo>
                  <a:lnTo>
                    <a:pt x="3449363" y="739604"/>
                  </a:lnTo>
                  <a:lnTo>
                    <a:pt x="3482530" y="743922"/>
                  </a:lnTo>
                  <a:lnTo>
                    <a:pt x="3515697" y="748133"/>
                  </a:lnTo>
                  <a:lnTo>
                    <a:pt x="3548864" y="752166"/>
                  </a:lnTo>
                  <a:lnTo>
                    <a:pt x="3582031" y="755986"/>
                  </a:lnTo>
                  <a:lnTo>
                    <a:pt x="3615198" y="759592"/>
                  </a:lnTo>
                  <a:lnTo>
                    <a:pt x="3648365" y="763013"/>
                  </a:lnTo>
                  <a:lnTo>
                    <a:pt x="3681532" y="766302"/>
                  </a:lnTo>
                  <a:lnTo>
                    <a:pt x="3714699" y="769523"/>
                  </a:lnTo>
                  <a:lnTo>
                    <a:pt x="3747866" y="772727"/>
                  </a:lnTo>
                  <a:lnTo>
                    <a:pt x="3781033" y="775834"/>
                  </a:lnTo>
                  <a:lnTo>
                    <a:pt x="3814200" y="778795"/>
                  </a:lnTo>
                  <a:lnTo>
                    <a:pt x="3847367" y="781584"/>
                  </a:lnTo>
                  <a:lnTo>
                    <a:pt x="3880534" y="784181"/>
                  </a:lnTo>
                  <a:lnTo>
                    <a:pt x="3913701" y="786577"/>
                  </a:lnTo>
                  <a:lnTo>
                    <a:pt x="3946868" y="788774"/>
                  </a:lnTo>
                  <a:lnTo>
                    <a:pt x="3980035" y="790788"/>
                  </a:lnTo>
                  <a:lnTo>
                    <a:pt x="4013202" y="792651"/>
                  </a:lnTo>
                  <a:lnTo>
                    <a:pt x="4046369" y="794407"/>
                  </a:lnTo>
                  <a:lnTo>
                    <a:pt x="4079536" y="796115"/>
                  </a:lnTo>
                  <a:lnTo>
                    <a:pt x="4112703" y="797839"/>
                  </a:lnTo>
                  <a:lnTo>
                    <a:pt x="4145869" y="799653"/>
                  </a:lnTo>
                  <a:lnTo>
                    <a:pt x="4179036" y="801632"/>
                  </a:lnTo>
                  <a:lnTo>
                    <a:pt x="4212203" y="803848"/>
                  </a:lnTo>
                  <a:lnTo>
                    <a:pt x="4245370" y="806139"/>
                  </a:lnTo>
                  <a:lnTo>
                    <a:pt x="4278537" y="808295"/>
                  </a:lnTo>
                  <a:lnTo>
                    <a:pt x="4311704" y="810313"/>
                  </a:lnTo>
                  <a:lnTo>
                    <a:pt x="4344871" y="812192"/>
                  </a:lnTo>
                  <a:lnTo>
                    <a:pt x="4378038" y="813932"/>
                  </a:lnTo>
                  <a:lnTo>
                    <a:pt x="4411205" y="815534"/>
                  </a:lnTo>
                  <a:lnTo>
                    <a:pt x="4444372" y="817003"/>
                  </a:lnTo>
                  <a:lnTo>
                    <a:pt x="4477539" y="818345"/>
                  </a:lnTo>
                  <a:lnTo>
                    <a:pt x="4510706" y="819567"/>
                  </a:lnTo>
                  <a:lnTo>
                    <a:pt x="4543873" y="820681"/>
                  </a:lnTo>
                  <a:lnTo>
                    <a:pt x="4577040" y="821699"/>
                  </a:lnTo>
                  <a:lnTo>
                    <a:pt x="4610207" y="822635"/>
                  </a:lnTo>
                  <a:lnTo>
                    <a:pt x="4643374" y="823507"/>
                  </a:lnTo>
                  <a:lnTo>
                    <a:pt x="4676541" y="824332"/>
                  </a:lnTo>
                  <a:lnTo>
                    <a:pt x="4709708" y="825132"/>
                  </a:lnTo>
                  <a:lnTo>
                    <a:pt x="4742875" y="825926"/>
                  </a:lnTo>
                  <a:lnTo>
                    <a:pt x="4776042" y="826736"/>
                  </a:lnTo>
                  <a:lnTo>
                    <a:pt x="4809209" y="827584"/>
                  </a:lnTo>
                  <a:lnTo>
                    <a:pt x="4842376" y="828491"/>
                  </a:lnTo>
                  <a:lnTo>
                    <a:pt x="4875543" y="829478"/>
                  </a:lnTo>
                  <a:lnTo>
                    <a:pt x="4908710" y="830564"/>
                  </a:lnTo>
                  <a:lnTo>
                    <a:pt x="4941876" y="831679"/>
                  </a:lnTo>
                  <a:lnTo>
                    <a:pt x="4975043" y="832764"/>
                  </a:lnTo>
                  <a:lnTo>
                    <a:pt x="5008210" y="833816"/>
                  </a:lnTo>
                  <a:lnTo>
                    <a:pt x="5041377" y="834835"/>
                  </a:lnTo>
                  <a:lnTo>
                    <a:pt x="5074544" y="835820"/>
                  </a:lnTo>
                  <a:lnTo>
                    <a:pt x="5107711" y="836767"/>
                  </a:lnTo>
                  <a:lnTo>
                    <a:pt x="5140878" y="837674"/>
                  </a:lnTo>
                  <a:lnTo>
                    <a:pt x="5174045" y="838537"/>
                  </a:lnTo>
                  <a:lnTo>
                    <a:pt x="5207212" y="839352"/>
                  </a:lnTo>
                  <a:lnTo>
                    <a:pt x="5240379" y="840115"/>
                  </a:lnTo>
                  <a:lnTo>
                    <a:pt x="5273546" y="840820"/>
                  </a:lnTo>
                  <a:lnTo>
                    <a:pt x="5306713" y="841464"/>
                  </a:lnTo>
                  <a:lnTo>
                    <a:pt x="5339880" y="842041"/>
                  </a:lnTo>
                  <a:lnTo>
                    <a:pt x="5373047" y="842544"/>
                  </a:lnTo>
                  <a:lnTo>
                    <a:pt x="5406214" y="842969"/>
                  </a:lnTo>
                  <a:lnTo>
                    <a:pt x="5439381" y="843309"/>
                  </a:lnTo>
                  <a:lnTo>
                    <a:pt x="5472548" y="843559"/>
                  </a:lnTo>
                  <a:lnTo>
                    <a:pt x="5505715" y="843712"/>
                  </a:lnTo>
                  <a:lnTo>
                    <a:pt x="5538882" y="843762"/>
                  </a:lnTo>
                  <a:lnTo>
                    <a:pt x="5572049" y="843703"/>
                  </a:lnTo>
                  <a:lnTo>
                    <a:pt x="5605216" y="843530"/>
                  </a:lnTo>
                  <a:lnTo>
                    <a:pt x="5638383" y="843238"/>
                  </a:lnTo>
                  <a:lnTo>
                    <a:pt x="5671550" y="842819"/>
                  </a:lnTo>
                  <a:lnTo>
                    <a:pt x="5704717" y="842270"/>
                  </a:lnTo>
                  <a:lnTo>
                    <a:pt x="5737884" y="841585"/>
                  </a:lnTo>
                  <a:lnTo>
                    <a:pt x="5771050" y="840760"/>
                  </a:lnTo>
                  <a:lnTo>
                    <a:pt x="5804217" y="839791"/>
                  </a:lnTo>
                  <a:lnTo>
                    <a:pt x="5837384" y="838673"/>
                  </a:lnTo>
                  <a:lnTo>
                    <a:pt x="5870551" y="837402"/>
                  </a:lnTo>
                  <a:lnTo>
                    <a:pt x="5903718" y="835976"/>
                  </a:lnTo>
                  <a:lnTo>
                    <a:pt x="5936885" y="834391"/>
                  </a:lnTo>
                  <a:lnTo>
                    <a:pt x="5970052" y="832645"/>
                  </a:lnTo>
                  <a:lnTo>
                    <a:pt x="6003219" y="830735"/>
                  </a:lnTo>
                  <a:lnTo>
                    <a:pt x="6036386" y="828659"/>
                  </a:lnTo>
                  <a:lnTo>
                    <a:pt x="6069553" y="826416"/>
                  </a:lnTo>
                  <a:lnTo>
                    <a:pt x="6102720" y="824004"/>
                  </a:lnTo>
                  <a:lnTo>
                    <a:pt x="6135887" y="821422"/>
                  </a:lnTo>
                  <a:lnTo>
                    <a:pt x="6169054" y="818669"/>
                  </a:lnTo>
                  <a:lnTo>
                    <a:pt x="6202221" y="815745"/>
                  </a:lnTo>
                  <a:lnTo>
                    <a:pt x="6235388" y="812648"/>
                  </a:lnTo>
                  <a:lnTo>
                    <a:pt x="6268555" y="809378"/>
                  </a:lnTo>
                  <a:lnTo>
                    <a:pt x="6301722" y="805937"/>
                  </a:lnTo>
                  <a:lnTo>
                    <a:pt x="6334889" y="802322"/>
                  </a:lnTo>
                  <a:lnTo>
                    <a:pt x="6368056" y="798535"/>
                  </a:lnTo>
                  <a:lnTo>
                    <a:pt x="6401223" y="794576"/>
                  </a:lnTo>
                  <a:lnTo>
                    <a:pt x="6434390" y="790445"/>
                  </a:lnTo>
                  <a:lnTo>
                    <a:pt x="6467557" y="786143"/>
                  </a:lnTo>
                  <a:lnTo>
                    <a:pt x="6500724" y="781670"/>
                  </a:lnTo>
                  <a:lnTo>
                    <a:pt x="6533891" y="777026"/>
                  </a:lnTo>
                  <a:lnTo>
                    <a:pt x="6567058" y="772213"/>
                  </a:lnTo>
                  <a:lnTo>
                    <a:pt x="6600224" y="7672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4802163"/>
              <a:ext cx="6600224" cy="417139"/>
            </a:xfrm>
            <a:custGeom>
              <a:avLst/>
              <a:pathLst>
                <a:path w="6600224" h="417139">
                  <a:moveTo>
                    <a:pt x="6600224" y="417139"/>
                  </a:moveTo>
                  <a:lnTo>
                    <a:pt x="6567058" y="417139"/>
                  </a:lnTo>
                  <a:lnTo>
                    <a:pt x="6533891" y="417139"/>
                  </a:lnTo>
                  <a:lnTo>
                    <a:pt x="6500724" y="417139"/>
                  </a:lnTo>
                  <a:lnTo>
                    <a:pt x="6467557" y="417139"/>
                  </a:lnTo>
                  <a:lnTo>
                    <a:pt x="6434390" y="417139"/>
                  </a:lnTo>
                  <a:lnTo>
                    <a:pt x="6401223" y="417139"/>
                  </a:lnTo>
                  <a:lnTo>
                    <a:pt x="6368056" y="417139"/>
                  </a:lnTo>
                  <a:lnTo>
                    <a:pt x="6334889" y="417139"/>
                  </a:lnTo>
                  <a:lnTo>
                    <a:pt x="6301722" y="417139"/>
                  </a:lnTo>
                  <a:lnTo>
                    <a:pt x="6268555" y="417139"/>
                  </a:lnTo>
                  <a:lnTo>
                    <a:pt x="6235388" y="417139"/>
                  </a:lnTo>
                  <a:lnTo>
                    <a:pt x="6202221" y="417139"/>
                  </a:lnTo>
                  <a:lnTo>
                    <a:pt x="6169054" y="417139"/>
                  </a:lnTo>
                  <a:lnTo>
                    <a:pt x="6135887" y="417139"/>
                  </a:lnTo>
                  <a:lnTo>
                    <a:pt x="6102720" y="417139"/>
                  </a:lnTo>
                  <a:lnTo>
                    <a:pt x="6069553" y="417139"/>
                  </a:lnTo>
                  <a:lnTo>
                    <a:pt x="6036386" y="417139"/>
                  </a:lnTo>
                  <a:lnTo>
                    <a:pt x="6003219" y="417139"/>
                  </a:lnTo>
                  <a:lnTo>
                    <a:pt x="5970052" y="417139"/>
                  </a:lnTo>
                  <a:lnTo>
                    <a:pt x="5936885" y="417139"/>
                  </a:lnTo>
                  <a:lnTo>
                    <a:pt x="5903718" y="417139"/>
                  </a:lnTo>
                  <a:lnTo>
                    <a:pt x="5870551" y="417139"/>
                  </a:lnTo>
                  <a:lnTo>
                    <a:pt x="5837384" y="417139"/>
                  </a:lnTo>
                  <a:lnTo>
                    <a:pt x="5804217" y="417139"/>
                  </a:lnTo>
                  <a:lnTo>
                    <a:pt x="5771050" y="417139"/>
                  </a:lnTo>
                  <a:lnTo>
                    <a:pt x="5737884" y="414990"/>
                  </a:lnTo>
                  <a:lnTo>
                    <a:pt x="5704717" y="410563"/>
                  </a:lnTo>
                  <a:lnTo>
                    <a:pt x="5671550" y="406269"/>
                  </a:lnTo>
                  <a:lnTo>
                    <a:pt x="5638383" y="402104"/>
                  </a:lnTo>
                  <a:lnTo>
                    <a:pt x="5605216" y="398064"/>
                  </a:lnTo>
                  <a:lnTo>
                    <a:pt x="5572049" y="394143"/>
                  </a:lnTo>
                  <a:lnTo>
                    <a:pt x="5538882" y="390336"/>
                  </a:lnTo>
                  <a:lnTo>
                    <a:pt x="5505715" y="386638"/>
                  </a:lnTo>
                  <a:lnTo>
                    <a:pt x="5472548" y="383043"/>
                  </a:lnTo>
                  <a:lnTo>
                    <a:pt x="5439381" y="379546"/>
                  </a:lnTo>
                  <a:lnTo>
                    <a:pt x="5406214" y="376142"/>
                  </a:lnTo>
                  <a:lnTo>
                    <a:pt x="5373047" y="372824"/>
                  </a:lnTo>
                  <a:lnTo>
                    <a:pt x="5339880" y="369588"/>
                  </a:lnTo>
                  <a:lnTo>
                    <a:pt x="5306713" y="366427"/>
                  </a:lnTo>
                  <a:lnTo>
                    <a:pt x="5273546" y="363338"/>
                  </a:lnTo>
                  <a:lnTo>
                    <a:pt x="5240379" y="360314"/>
                  </a:lnTo>
                  <a:lnTo>
                    <a:pt x="5207212" y="357352"/>
                  </a:lnTo>
                  <a:lnTo>
                    <a:pt x="5174045" y="354446"/>
                  </a:lnTo>
                  <a:lnTo>
                    <a:pt x="5140878" y="351594"/>
                  </a:lnTo>
                  <a:lnTo>
                    <a:pt x="5107711" y="348792"/>
                  </a:lnTo>
                  <a:lnTo>
                    <a:pt x="5074544" y="346036"/>
                  </a:lnTo>
                  <a:lnTo>
                    <a:pt x="5041377" y="343324"/>
                  </a:lnTo>
                  <a:lnTo>
                    <a:pt x="5008210" y="340654"/>
                  </a:lnTo>
                  <a:lnTo>
                    <a:pt x="4975043" y="338025"/>
                  </a:lnTo>
                  <a:lnTo>
                    <a:pt x="4941876" y="335436"/>
                  </a:lnTo>
                  <a:lnTo>
                    <a:pt x="4908710" y="332886"/>
                  </a:lnTo>
                  <a:lnTo>
                    <a:pt x="4875543" y="330387"/>
                  </a:lnTo>
                  <a:lnTo>
                    <a:pt x="4842376" y="327949"/>
                  </a:lnTo>
                  <a:lnTo>
                    <a:pt x="4809209" y="325568"/>
                  </a:lnTo>
                  <a:lnTo>
                    <a:pt x="4776042" y="323241"/>
                  </a:lnTo>
                  <a:lnTo>
                    <a:pt x="4742875" y="320965"/>
                  </a:lnTo>
                  <a:lnTo>
                    <a:pt x="4709708" y="318738"/>
                  </a:lnTo>
                  <a:lnTo>
                    <a:pt x="4676541" y="316557"/>
                  </a:lnTo>
                  <a:lnTo>
                    <a:pt x="4643374" y="314420"/>
                  </a:lnTo>
                  <a:lnTo>
                    <a:pt x="4610207" y="312322"/>
                  </a:lnTo>
                  <a:lnTo>
                    <a:pt x="4577040" y="310258"/>
                  </a:lnTo>
                  <a:lnTo>
                    <a:pt x="4543873" y="308219"/>
                  </a:lnTo>
                  <a:lnTo>
                    <a:pt x="4510706" y="306198"/>
                  </a:lnTo>
                  <a:lnTo>
                    <a:pt x="4477539" y="304183"/>
                  </a:lnTo>
                  <a:lnTo>
                    <a:pt x="4444372" y="302161"/>
                  </a:lnTo>
                  <a:lnTo>
                    <a:pt x="4411205" y="300115"/>
                  </a:lnTo>
                  <a:lnTo>
                    <a:pt x="4378038" y="298027"/>
                  </a:lnTo>
                  <a:lnTo>
                    <a:pt x="4344871" y="295878"/>
                  </a:lnTo>
                  <a:lnTo>
                    <a:pt x="4311704" y="293645"/>
                  </a:lnTo>
                  <a:lnTo>
                    <a:pt x="4278537" y="291305"/>
                  </a:lnTo>
                  <a:lnTo>
                    <a:pt x="4245370" y="288831"/>
                  </a:lnTo>
                  <a:lnTo>
                    <a:pt x="4212203" y="286199"/>
                  </a:lnTo>
                  <a:lnTo>
                    <a:pt x="4179036" y="283446"/>
                  </a:lnTo>
                  <a:lnTo>
                    <a:pt x="4145869" y="280643"/>
                  </a:lnTo>
                  <a:lnTo>
                    <a:pt x="4112703" y="277815"/>
                  </a:lnTo>
                  <a:lnTo>
                    <a:pt x="4079536" y="274990"/>
                  </a:lnTo>
                  <a:lnTo>
                    <a:pt x="4046369" y="272194"/>
                  </a:lnTo>
                  <a:lnTo>
                    <a:pt x="4013202" y="269445"/>
                  </a:lnTo>
                  <a:lnTo>
                    <a:pt x="3980035" y="266753"/>
                  </a:lnTo>
                  <a:lnTo>
                    <a:pt x="3946868" y="264117"/>
                  </a:lnTo>
                  <a:lnTo>
                    <a:pt x="3913701" y="261520"/>
                  </a:lnTo>
                  <a:lnTo>
                    <a:pt x="3880534" y="258931"/>
                  </a:lnTo>
                  <a:lnTo>
                    <a:pt x="3847367" y="256305"/>
                  </a:lnTo>
                  <a:lnTo>
                    <a:pt x="3814200" y="253586"/>
                  </a:lnTo>
                  <a:lnTo>
                    <a:pt x="3781033" y="250707"/>
                  </a:lnTo>
                  <a:lnTo>
                    <a:pt x="3747866" y="247594"/>
                  </a:lnTo>
                  <a:lnTo>
                    <a:pt x="3714699" y="244142"/>
                  </a:lnTo>
                  <a:lnTo>
                    <a:pt x="3681532" y="240225"/>
                  </a:lnTo>
                  <a:lnTo>
                    <a:pt x="3648365" y="235960"/>
                  </a:lnTo>
                  <a:lnTo>
                    <a:pt x="3615198" y="231488"/>
                  </a:lnTo>
                  <a:lnTo>
                    <a:pt x="3582031" y="226938"/>
                  </a:lnTo>
                  <a:lnTo>
                    <a:pt x="3548864" y="222416"/>
                  </a:lnTo>
                  <a:lnTo>
                    <a:pt x="3515697" y="217996"/>
                  </a:lnTo>
                  <a:lnTo>
                    <a:pt x="3482530" y="213719"/>
                  </a:lnTo>
                  <a:lnTo>
                    <a:pt x="3449363" y="209592"/>
                  </a:lnTo>
                  <a:lnTo>
                    <a:pt x="3416196" y="205591"/>
                  </a:lnTo>
                  <a:lnTo>
                    <a:pt x="3383029" y="201675"/>
                  </a:lnTo>
                  <a:lnTo>
                    <a:pt x="3349862" y="197792"/>
                  </a:lnTo>
                  <a:lnTo>
                    <a:pt x="3316695" y="193670"/>
                  </a:lnTo>
                  <a:lnTo>
                    <a:pt x="3283529" y="189214"/>
                  </a:lnTo>
                  <a:lnTo>
                    <a:pt x="3250362" y="184545"/>
                  </a:lnTo>
                  <a:lnTo>
                    <a:pt x="3217195" y="179776"/>
                  </a:lnTo>
                  <a:lnTo>
                    <a:pt x="3184028" y="175006"/>
                  </a:lnTo>
                  <a:lnTo>
                    <a:pt x="3150861" y="170316"/>
                  </a:lnTo>
                  <a:lnTo>
                    <a:pt x="3117694" y="165760"/>
                  </a:lnTo>
                  <a:lnTo>
                    <a:pt x="3084527" y="161367"/>
                  </a:lnTo>
                  <a:lnTo>
                    <a:pt x="3051360" y="157140"/>
                  </a:lnTo>
                  <a:lnTo>
                    <a:pt x="3018193" y="153059"/>
                  </a:lnTo>
                  <a:lnTo>
                    <a:pt x="2985026" y="149090"/>
                  </a:lnTo>
                  <a:lnTo>
                    <a:pt x="2951859" y="145193"/>
                  </a:lnTo>
                  <a:lnTo>
                    <a:pt x="2918692" y="141299"/>
                  </a:lnTo>
                  <a:lnTo>
                    <a:pt x="2885525" y="137276"/>
                  </a:lnTo>
                  <a:lnTo>
                    <a:pt x="2852358" y="133169"/>
                  </a:lnTo>
                  <a:lnTo>
                    <a:pt x="2819191" y="129044"/>
                  </a:lnTo>
                  <a:lnTo>
                    <a:pt x="2786024" y="124958"/>
                  </a:lnTo>
                  <a:lnTo>
                    <a:pt x="2752857" y="120954"/>
                  </a:lnTo>
                  <a:lnTo>
                    <a:pt x="2719690" y="117058"/>
                  </a:lnTo>
                  <a:lnTo>
                    <a:pt x="2686523" y="113279"/>
                  </a:lnTo>
                  <a:lnTo>
                    <a:pt x="2653356" y="109608"/>
                  </a:lnTo>
                  <a:lnTo>
                    <a:pt x="2620189" y="106020"/>
                  </a:lnTo>
                  <a:lnTo>
                    <a:pt x="2587022" y="102481"/>
                  </a:lnTo>
                  <a:lnTo>
                    <a:pt x="2553855" y="98948"/>
                  </a:lnTo>
                  <a:lnTo>
                    <a:pt x="2520688" y="95377"/>
                  </a:lnTo>
                  <a:lnTo>
                    <a:pt x="2487521" y="91750"/>
                  </a:lnTo>
                  <a:lnTo>
                    <a:pt x="2454355" y="88086"/>
                  </a:lnTo>
                  <a:lnTo>
                    <a:pt x="2421188" y="84399"/>
                  </a:lnTo>
                  <a:lnTo>
                    <a:pt x="2388021" y="80700"/>
                  </a:lnTo>
                  <a:lnTo>
                    <a:pt x="2354854" y="76999"/>
                  </a:lnTo>
                  <a:lnTo>
                    <a:pt x="2321687" y="73307"/>
                  </a:lnTo>
                  <a:lnTo>
                    <a:pt x="2288520" y="69631"/>
                  </a:lnTo>
                  <a:lnTo>
                    <a:pt x="2255353" y="65980"/>
                  </a:lnTo>
                  <a:lnTo>
                    <a:pt x="2222186" y="62361"/>
                  </a:lnTo>
                  <a:lnTo>
                    <a:pt x="2189019" y="58779"/>
                  </a:lnTo>
                  <a:lnTo>
                    <a:pt x="2155852" y="55239"/>
                  </a:lnTo>
                  <a:lnTo>
                    <a:pt x="2122685" y="51745"/>
                  </a:lnTo>
                  <a:lnTo>
                    <a:pt x="2089518" y="48301"/>
                  </a:lnTo>
                  <a:lnTo>
                    <a:pt x="2056351" y="44912"/>
                  </a:lnTo>
                  <a:lnTo>
                    <a:pt x="2023184" y="41580"/>
                  </a:lnTo>
                  <a:lnTo>
                    <a:pt x="1990017" y="38311"/>
                  </a:lnTo>
                  <a:lnTo>
                    <a:pt x="1956850" y="35108"/>
                  </a:lnTo>
                  <a:lnTo>
                    <a:pt x="1923683" y="31979"/>
                  </a:lnTo>
                  <a:lnTo>
                    <a:pt x="1890516" y="28933"/>
                  </a:lnTo>
                  <a:lnTo>
                    <a:pt x="1857349" y="25988"/>
                  </a:lnTo>
                  <a:lnTo>
                    <a:pt x="1824182" y="23157"/>
                  </a:lnTo>
                  <a:lnTo>
                    <a:pt x="1791015" y="20447"/>
                  </a:lnTo>
                  <a:lnTo>
                    <a:pt x="1757848" y="17867"/>
                  </a:lnTo>
                  <a:lnTo>
                    <a:pt x="1724681" y="15426"/>
                  </a:lnTo>
                  <a:lnTo>
                    <a:pt x="1691514" y="13134"/>
                  </a:lnTo>
                  <a:lnTo>
                    <a:pt x="1658347" y="10998"/>
                  </a:lnTo>
                  <a:lnTo>
                    <a:pt x="1625181" y="9028"/>
                  </a:lnTo>
                  <a:lnTo>
                    <a:pt x="1592014" y="7232"/>
                  </a:lnTo>
                  <a:lnTo>
                    <a:pt x="1558847" y="5619"/>
                  </a:lnTo>
                  <a:lnTo>
                    <a:pt x="1525680" y="4195"/>
                  </a:lnTo>
                  <a:lnTo>
                    <a:pt x="1492513" y="2969"/>
                  </a:lnTo>
                  <a:lnTo>
                    <a:pt x="1459346" y="1947"/>
                  </a:lnTo>
                  <a:lnTo>
                    <a:pt x="1426179" y="1134"/>
                  </a:lnTo>
                  <a:lnTo>
                    <a:pt x="1393012" y="535"/>
                  </a:lnTo>
                  <a:lnTo>
                    <a:pt x="1359845" y="156"/>
                  </a:lnTo>
                  <a:lnTo>
                    <a:pt x="1326678" y="0"/>
                  </a:lnTo>
                  <a:lnTo>
                    <a:pt x="1293511" y="69"/>
                  </a:lnTo>
                  <a:lnTo>
                    <a:pt x="1260344" y="367"/>
                  </a:lnTo>
                  <a:lnTo>
                    <a:pt x="1227177" y="895"/>
                  </a:lnTo>
                  <a:lnTo>
                    <a:pt x="1194010" y="1654"/>
                  </a:lnTo>
                  <a:lnTo>
                    <a:pt x="1160843" y="2646"/>
                  </a:lnTo>
                  <a:lnTo>
                    <a:pt x="1127676" y="3870"/>
                  </a:lnTo>
                  <a:lnTo>
                    <a:pt x="1094509" y="5326"/>
                  </a:lnTo>
                  <a:lnTo>
                    <a:pt x="1061342" y="7015"/>
                  </a:lnTo>
                  <a:lnTo>
                    <a:pt x="1028175" y="8935"/>
                  </a:lnTo>
                  <a:lnTo>
                    <a:pt x="995008" y="11084"/>
                  </a:lnTo>
                  <a:lnTo>
                    <a:pt x="961841" y="13463"/>
                  </a:lnTo>
                  <a:lnTo>
                    <a:pt x="928674" y="16070"/>
                  </a:lnTo>
                  <a:lnTo>
                    <a:pt x="895507" y="18902"/>
                  </a:lnTo>
                  <a:lnTo>
                    <a:pt x="862340" y="21958"/>
                  </a:lnTo>
                  <a:lnTo>
                    <a:pt x="829173" y="25237"/>
                  </a:lnTo>
                  <a:lnTo>
                    <a:pt x="796007" y="28737"/>
                  </a:lnTo>
                  <a:lnTo>
                    <a:pt x="762840" y="32455"/>
                  </a:lnTo>
                  <a:lnTo>
                    <a:pt x="729673" y="36391"/>
                  </a:lnTo>
                  <a:lnTo>
                    <a:pt x="696506" y="40541"/>
                  </a:lnTo>
                  <a:lnTo>
                    <a:pt x="663339" y="44905"/>
                  </a:lnTo>
                  <a:lnTo>
                    <a:pt x="630172" y="49481"/>
                  </a:lnTo>
                  <a:lnTo>
                    <a:pt x="597005" y="54265"/>
                  </a:lnTo>
                  <a:lnTo>
                    <a:pt x="563838" y="59258"/>
                  </a:lnTo>
                  <a:lnTo>
                    <a:pt x="530671" y="64457"/>
                  </a:lnTo>
                  <a:lnTo>
                    <a:pt x="497504" y="69860"/>
                  </a:lnTo>
                  <a:lnTo>
                    <a:pt x="464337" y="75466"/>
                  </a:lnTo>
                  <a:lnTo>
                    <a:pt x="431170" y="81273"/>
                  </a:lnTo>
                  <a:lnTo>
                    <a:pt x="398003" y="87280"/>
                  </a:lnTo>
                  <a:lnTo>
                    <a:pt x="364836" y="93484"/>
                  </a:lnTo>
                  <a:lnTo>
                    <a:pt x="331669" y="99885"/>
                  </a:lnTo>
                  <a:lnTo>
                    <a:pt x="298502" y="106481"/>
                  </a:lnTo>
                  <a:lnTo>
                    <a:pt x="265335" y="113270"/>
                  </a:lnTo>
                  <a:lnTo>
                    <a:pt x="232168" y="120252"/>
                  </a:lnTo>
                  <a:lnTo>
                    <a:pt x="199001" y="127424"/>
                  </a:lnTo>
                  <a:lnTo>
                    <a:pt x="165834" y="134787"/>
                  </a:lnTo>
                  <a:lnTo>
                    <a:pt x="132667" y="142337"/>
                  </a:lnTo>
                  <a:lnTo>
                    <a:pt x="99500" y="150075"/>
                  </a:lnTo>
                  <a:lnTo>
                    <a:pt x="66333" y="157999"/>
                  </a:lnTo>
                  <a:lnTo>
                    <a:pt x="33166" y="166107"/>
                  </a:lnTo>
                  <a:lnTo>
                    <a:pt x="0" y="174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4536646"/>
              <a:ext cx="6600224" cy="588634"/>
            </a:xfrm>
            <a:custGeom>
              <a:avLst/>
              <a:pathLst>
                <a:path w="6600224" h="588634">
                  <a:moveTo>
                    <a:pt x="0" y="0"/>
                  </a:moveTo>
                  <a:lnTo>
                    <a:pt x="33166" y="3018"/>
                  </a:lnTo>
                  <a:lnTo>
                    <a:pt x="66333" y="6050"/>
                  </a:lnTo>
                  <a:lnTo>
                    <a:pt x="99500" y="9095"/>
                  </a:lnTo>
                  <a:lnTo>
                    <a:pt x="132667" y="12154"/>
                  </a:lnTo>
                  <a:lnTo>
                    <a:pt x="165834" y="15225"/>
                  </a:lnTo>
                  <a:lnTo>
                    <a:pt x="199001" y="18311"/>
                  </a:lnTo>
                  <a:lnTo>
                    <a:pt x="232168" y="21409"/>
                  </a:lnTo>
                  <a:lnTo>
                    <a:pt x="265335" y="24522"/>
                  </a:lnTo>
                  <a:lnTo>
                    <a:pt x="298502" y="27648"/>
                  </a:lnTo>
                  <a:lnTo>
                    <a:pt x="331669" y="30788"/>
                  </a:lnTo>
                  <a:lnTo>
                    <a:pt x="364836" y="33942"/>
                  </a:lnTo>
                  <a:lnTo>
                    <a:pt x="398003" y="37110"/>
                  </a:lnTo>
                  <a:lnTo>
                    <a:pt x="431170" y="40291"/>
                  </a:lnTo>
                  <a:lnTo>
                    <a:pt x="464337" y="43488"/>
                  </a:lnTo>
                  <a:lnTo>
                    <a:pt x="497504" y="46698"/>
                  </a:lnTo>
                  <a:lnTo>
                    <a:pt x="530671" y="49923"/>
                  </a:lnTo>
                  <a:lnTo>
                    <a:pt x="563838" y="53162"/>
                  </a:lnTo>
                  <a:lnTo>
                    <a:pt x="597005" y="56416"/>
                  </a:lnTo>
                  <a:lnTo>
                    <a:pt x="630172" y="59685"/>
                  </a:lnTo>
                  <a:lnTo>
                    <a:pt x="663339" y="62968"/>
                  </a:lnTo>
                  <a:lnTo>
                    <a:pt x="696506" y="66266"/>
                  </a:lnTo>
                  <a:lnTo>
                    <a:pt x="729673" y="69579"/>
                  </a:lnTo>
                  <a:lnTo>
                    <a:pt x="762840" y="72907"/>
                  </a:lnTo>
                  <a:lnTo>
                    <a:pt x="796007" y="76250"/>
                  </a:lnTo>
                  <a:lnTo>
                    <a:pt x="829173" y="79609"/>
                  </a:lnTo>
                  <a:lnTo>
                    <a:pt x="862340" y="82982"/>
                  </a:lnTo>
                  <a:lnTo>
                    <a:pt x="895507" y="86371"/>
                  </a:lnTo>
                  <a:lnTo>
                    <a:pt x="928674" y="89776"/>
                  </a:lnTo>
                  <a:lnTo>
                    <a:pt x="961841" y="93196"/>
                  </a:lnTo>
                  <a:lnTo>
                    <a:pt x="995008" y="96632"/>
                  </a:lnTo>
                  <a:lnTo>
                    <a:pt x="1028175" y="100083"/>
                  </a:lnTo>
                  <a:lnTo>
                    <a:pt x="1061342" y="103551"/>
                  </a:lnTo>
                  <a:lnTo>
                    <a:pt x="1094509" y="107034"/>
                  </a:lnTo>
                  <a:lnTo>
                    <a:pt x="1127676" y="110533"/>
                  </a:lnTo>
                  <a:lnTo>
                    <a:pt x="1160843" y="114049"/>
                  </a:lnTo>
                  <a:lnTo>
                    <a:pt x="1194010" y="117580"/>
                  </a:lnTo>
                  <a:lnTo>
                    <a:pt x="1227177" y="121128"/>
                  </a:lnTo>
                  <a:lnTo>
                    <a:pt x="1260344" y="124693"/>
                  </a:lnTo>
                  <a:lnTo>
                    <a:pt x="1293511" y="128273"/>
                  </a:lnTo>
                  <a:lnTo>
                    <a:pt x="1326678" y="131871"/>
                  </a:lnTo>
                  <a:lnTo>
                    <a:pt x="1359845" y="135485"/>
                  </a:lnTo>
                  <a:lnTo>
                    <a:pt x="1393012" y="139116"/>
                  </a:lnTo>
                  <a:lnTo>
                    <a:pt x="1426179" y="142764"/>
                  </a:lnTo>
                  <a:lnTo>
                    <a:pt x="1459346" y="146428"/>
                  </a:lnTo>
                  <a:lnTo>
                    <a:pt x="1492513" y="150110"/>
                  </a:lnTo>
                  <a:lnTo>
                    <a:pt x="1525680" y="153809"/>
                  </a:lnTo>
                  <a:lnTo>
                    <a:pt x="1558847" y="157525"/>
                  </a:lnTo>
                  <a:lnTo>
                    <a:pt x="1592014" y="161258"/>
                  </a:lnTo>
                  <a:lnTo>
                    <a:pt x="1625181" y="165009"/>
                  </a:lnTo>
                  <a:lnTo>
                    <a:pt x="1658347" y="168777"/>
                  </a:lnTo>
                  <a:lnTo>
                    <a:pt x="1691514" y="172563"/>
                  </a:lnTo>
                  <a:lnTo>
                    <a:pt x="1724681" y="176367"/>
                  </a:lnTo>
                  <a:lnTo>
                    <a:pt x="1757848" y="180188"/>
                  </a:lnTo>
                  <a:lnTo>
                    <a:pt x="1791015" y="184027"/>
                  </a:lnTo>
                  <a:lnTo>
                    <a:pt x="1824182" y="187884"/>
                  </a:lnTo>
                  <a:lnTo>
                    <a:pt x="1857349" y="191759"/>
                  </a:lnTo>
                  <a:lnTo>
                    <a:pt x="1890516" y="195653"/>
                  </a:lnTo>
                  <a:lnTo>
                    <a:pt x="1923683" y="199567"/>
                  </a:lnTo>
                  <a:lnTo>
                    <a:pt x="1956850" y="203512"/>
                  </a:lnTo>
                  <a:lnTo>
                    <a:pt x="1990017" y="207485"/>
                  </a:lnTo>
                  <a:lnTo>
                    <a:pt x="2023184" y="211481"/>
                  </a:lnTo>
                  <a:lnTo>
                    <a:pt x="2056351" y="215496"/>
                  </a:lnTo>
                  <a:lnTo>
                    <a:pt x="2089518" y="219525"/>
                  </a:lnTo>
                  <a:lnTo>
                    <a:pt x="2122685" y="223564"/>
                  </a:lnTo>
                  <a:lnTo>
                    <a:pt x="2155852" y="227607"/>
                  </a:lnTo>
                  <a:lnTo>
                    <a:pt x="2189019" y="231650"/>
                  </a:lnTo>
                  <a:lnTo>
                    <a:pt x="2222186" y="235689"/>
                  </a:lnTo>
                  <a:lnTo>
                    <a:pt x="2255353" y="239718"/>
                  </a:lnTo>
                  <a:lnTo>
                    <a:pt x="2288520" y="243734"/>
                  </a:lnTo>
                  <a:lnTo>
                    <a:pt x="2321687" y="247731"/>
                  </a:lnTo>
                  <a:lnTo>
                    <a:pt x="2354854" y="251705"/>
                  </a:lnTo>
                  <a:lnTo>
                    <a:pt x="2388021" y="255651"/>
                  </a:lnTo>
                  <a:lnTo>
                    <a:pt x="2421188" y="259565"/>
                  </a:lnTo>
                  <a:lnTo>
                    <a:pt x="2454355" y="263442"/>
                  </a:lnTo>
                  <a:lnTo>
                    <a:pt x="2487521" y="267277"/>
                  </a:lnTo>
                  <a:lnTo>
                    <a:pt x="2520688" y="271066"/>
                  </a:lnTo>
                  <a:lnTo>
                    <a:pt x="2553855" y="274872"/>
                  </a:lnTo>
                  <a:lnTo>
                    <a:pt x="2587022" y="278739"/>
                  </a:lnTo>
                  <a:lnTo>
                    <a:pt x="2620189" y="282657"/>
                  </a:lnTo>
                  <a:lnTo>
                    <a:pt x="2653356" y="286617"/>
                  </a:lnTo>
                  <a:lnTo>
                    <a:pt x="2686523" y="290608"/>
                  </a:lnTo>
                  <a:lnTo>
                    <a:pt x="2719690" y="294621"/>
                  </a:lnTo>
                  <a:lnTo>
                    <a:pt x="2752857" y="298646"/>
                  </a:lnTo>
                  <a:lnTo>
                    <a:pt x="2786024" y="302673"/>
                  </a:lnTo>
                  <a:lnTo>
                    <a:pt x="2819191" y="306693"/>
                  </a:lnTo>
                  <a:lnTo>
                    <a:pt x="2852358" y="310696"/>
                  </a:lnTo>
                  <a:lnTo>
                    <a:pt x="2885525" y="314671"/>
                  </a:lnTo>
                  <a:lnTo>
                    <a:pt x="2918692" y="318609"/>
                  </a:lnTo>
                  <a:lnTo>
                    <a:pt x="2951859" y="322531"/>
                  </a:lnTo>
                  <a:lnTo>
                    <a:pt x="2985026" y="326628"/>
                  </a:lnTo>
                  <a:lnTo>
                    <a:pt x="3018193" y="330904"/>
                  </a:lnTo>
                  <a:lnTo>
                    <a:pt x="3051360" y="335322"/>
                  </a:lnTo>
                  <a:lnTo>
                    <a:pt x="3084527" y="339844"/>
                  </a:lnTo>
                  <a:lnTo>
                    <a:pt x="3117694" y="344432"/>
                  </a:lnTo>
                  <a:lnTo>
                    <a:pt x="3150861" y="349049"/>
                  </a:lnTo>
                  <a:lnTo>
                    <a:pt x="3184028" y="353656"/>
                  </a:lnTo>
                  <a:lnTo>
                    <a:pt x="3217195" y="358216"/>
                  </a:lnTo>
                  <a:lnTo>
                    <a:pt x="3250362" y="362692"/>
                  </a:lnTo>
                  <a:lnTo>
                    <a:pt x="3283529" y="367045"/>
                  </a:lnTo>
                  <a:lnTo>
                    <a:pt x="3316695" y="371238"/>
                  </a:lnTo>
                  <a:lnTo>
                    <a:pt x="3349862" y="375234"/>
                  </a:lnTo>
                  <a:lnTo>
                    <a:pt x="3383029" y="379167"/>
                  </a:lnTo>
                  <a:lnTo>
                    <a:pt x="3416196" y="383234"/>
                  </a:lnTo>
                  <a:lnTo>
                    <a:pt x="3449363" y="387397"/>
                  </a:lnTo>
                  <a:lnTo>
                    <a:pt x="3482530" y="391620"/>
                  </a:lnTo>
                  <a:lnTo>
                    <a:pt x="3515697" y="395864"/>
                  </a:lnTo>
                  <a:lnTo>
                    <a:pt x="3548864" y="400091"/>
                  </a:lnTo>
                  <a:lnTo>
                    <a:pt x="3582031" y="404262"/>
                  </a:lnTo>
                  <a:lnTo>
                    <a:pt x="3615198" y="408340"/>
                  </a:lnTo>
                  <a:lnTo>
                    <a:pt x="3648365" y="412286"/>
                  </a:lnTo>
                  <a:lnTo>
                    <a:pt x="3681532" y="416063"/>
                  </a:lnTo>
                  <a:lnTo>
                    <a:pt x="3714699" y="419632"/>
                  </a:lnTo>
                  <a:lnTo>
                    <a:pt x="3747866" y="422961"/>
                  </a:lnTo>
                  <a:lnTo>
                    <a:pt x="3781033" y="426070"/>
                  </a:lnTo>
                  <a:lnTo>
                    <a:pt x="3814200" y="428991"/>
                  </a:lnTo>
                  <a:lnTo>
                    <a:pt x="3847367" y="431744"/>
                  </a:lnTo>
                  <a:lnTo>
                    <a:pt x="3880534" y="434356"/>
                  </a:lnTo>
                  <a:lnTo>
                    <a:pt x="3913701" y="436848"/>
                  </a:lnTo>
                  <a:lnTo>
                    <a:pt x="3946868" y="439245"/>
                  </a:lnTo>
                  <a:lnTo>
                    <a:pt x="3980035" y="441570"/>
                  </a:lnTo>
                  <a:lnTo>
                    <a:pt x="4013202" y="443848"/>
                  </a:lnTo>
                  <a:lnTo>
                    <a:pt x="4046369" y="446100"/>
                  </a:lnTo>
                  <a:lnTo>
                    <a:pt x="4079536" y="448352"/>
                  </a:lnTo>
                  <a:lnTo>
                    <a:pt x="4112703" y="450627"/>
                  </a:lnTo>
                  <a:lnTo>
                    <a:pt x="4145869" y="452948"/>
                  </a:lnTo>
                  <a:lnTo>
                    <a:pt x="4179036" y="455339"/>
                  </a:lnTo>
                  <a:lnTo>
                    <a:pt x="4212203" y="457823"/>
                  </a:lnTo>
                  <a:lnTo>
                    <a:pt x="4245370" y="460285"/>
                  </a:lnTo>
                  <a:lnTo>
                    <a:pt x="4278537" y="462600"/>
                  </a:lnTo>
                  <a:lnTo>
                    <a:pt x="4311704" y="464779"/>
                  </a:lnTo>
                  <a:lnTo>
                    <a:pt x="4344871" y="466835"/>
                  </a:lnTo>
                  <a:lnTo>
                    <a:pt x="4378038" y="468779"/>
                  </a:lnTo>
                  <a:lnTo>
                    <a:pt x="4411205" y="470624"/>
                  </a:lnTo>
                  <a:lnTo>
                    <a:pt x="4444372" y="472382"/>
                  </a:lnTo>
                  <a:lnTo>
                    <a:pt x="4477539" y="474064"/>
                  </a:lnTo>
                  <a:lnTo>
                    <a:pt x="4510706" y="475683"/>
                  </a:lnTo>
                  <a:lnTo>
                    <a:pt x="4543873" y="477250"/>
                  </a:lnTo>
                  <a:lnTo>
                    <a:pt x="4577040" y="478778"/>
                  </a:lnTo>
                  <a:lnTo>
                    <a:pt x="4610207" y="480278"/>
                  </a:lnTo>
                  <a:lnTo>
                    <a:pt x="4643374" y="481763"/>
                  </a:lnTo>
                  <a:lnTo>
                    <a:pt x="4676541" y="483245"/>
                  </a:lnTo>
                  <a:lnTo>
                    <a:pt x="4709708" y="484735"/>
                  </a:lnTo>
                  <a:lnTo>
                    <a:pt x="4742875" y="486245"/>
                  </a:lnTo>
                  <a:lnTo>
                    <a:pt x="4776042" y="487788"/>
                  </a:lnTo>
                  <a:lnTo>
                    <a:pt x="4809209" y="489376"/>
                  </a:lnTo>
                  <a:lnTo>
                    <a:pt x="4842376" y="491020"/>
                  </a:lnTo>
                  <a:lnTo>
                    <a:pt x="4875543" y="492732"/>
                  </a:lnTo>
                  <a:lnTo>
                    <a:pt x="4908710" y="494525"/>
                  </a:lnTo>
                  <a:lnTo>
                    <a:pt x="4941876" y="496357"/>
                  </a:lnTo>
                  <a:lnTo>
                    <a:pt x="4975043" y="498194"/>
                  </a:lnTo>
                  <a:lnTo>
                    <a:pt x="5008210" y="500035"/>
                  </a:lnTo>
                  <a:lnTo>
                    <a:pt x="5041377" y="501880"/>
                  </a:lnTo>
                  <a:lnTo>
                    <a:pt x="5074544" y="503728"/>
                  </a:lnTo>
                  <a:lnTo>
                    <a:pt x="5107711" y="505579"/>
                  </a:lnTo>
                  <a:lnTo>
                    <a:pt x="5140878" y="507434"/>
                  </a:lnTo>
                  <a:lnTo>
                    <a:pt x="5174045" y="509291"/>
                  </a:lnTo>
                  <a:lnTo>
                    <a:pt x="5207212" y="511151"/>
                  </a:lnTo>
                  <a:lnTo>
                    <a:pt x="5240379" y="513014"/>
                  </a:lnTo>
                  <a:lnTo>
                    <a:pt x="5273546" y="514879"/>
                  </a:lnTo>
                  <a:lnTo>
                    <a:pt x="5306713" y="516746"/>
                  </a:lnTo>
                  <a:lnTo>
                    <a:pt x="5339880" y="518614"/>
                  </a:lnTo>
                  <a:lnTo>
                    <a:pt x="5373047" y="520484"/>
                  </a:lnTo>
                  <a:lnTo>
                    <a:pt x="5406214" y="522355"/>
                  </a:lnTo>
                  <a:lnTo>
                    <a:pt x="5439381" y="524228"/>
                  </a:lnTo>
                  <a:lnTo>
                    <a:pt x="5472548" y="526101"/>
                  </a:lnTo>
                  <a:lnTo>
                    <a:pt x="5505715" y="527974"/>
                  </a:lnTo>
                  <a:lnTo>
                    <a:pt x="5538882" y="529849"/>
                  </a:lnTo>
                  <a:lnTo>
                    <a:pt x="5572049" y="531723"/>
                  </a:lnTo>
                  <a:lnTo>
                    <a:pt x="5605216" y="533597"/>
                  </a:lnTo>
                  <a:lnTo>
                    <a:pt x="5638383" y="535471"/>
                  </a:lnTo>
                  <a:lnTo>
                    <a:pt x="5671550" y="537344"/>
                  </a:lnTo>
                  <a:lnTo>
                    <a:pt x="5704717" y="539216"/>
                  </a:lnTo>
                  <a:lnTo>
                    <a:pt x="5737884" y="541088"/>
                  </a:lnTo>
                  <a:lnTo>
                    <a:pt x="5771050" y="542958"/>
                  </a:lnTo>
                  <a:lnTo>
                    <a:pt x="5804217" y="544826"/>
                  </a:lnTo>
                  <a:lnTo>
                    <a:pt x="5837384" y="546693"/>
                  </a:lnTo>
                  <a:lnTo>
                    <a:pt x="5870551" y="548558"/>
                  </a:lnTo>
                  <a:lnTo>
                    <a:pt x="5903718" y="550421"/>
                  </a:lnTo>
                  <a:lnTo>
                    <a:pt x="5936885" y="552282"/>
                  </a:lnTo>
                  <a:lnTo>
                    <a:pt x="5970052" y="554140"/>
                  </a:lnTo>
                  <a:lnTo>
                    <a:pt x="6003219" y="555995"/>
                  </a:lnTo>
                  <a:lnTo>
                    <a:pt x="6036386" y="557846"/>
                  </a:lnTo>
                  <a:lnTo>
                    <a:pt x="6069553" y="559695"/>
                  </a:lnTo>
                  <a:lnTo>
                    <a:pt x="6102720" y="561540"/>
                  </a:lnTo>
                  <a:lnTo>
                    <a:pt x="6135887" y="563381"/>
                  </a:lnTo>
                  <a:lnTo>
                    <a:pt x="6169054" y="565219"/>
                  </a:lnTo>
                  <a:lnTo>
                    <a:pt x="6202221" y="567052"/>
                  </a:lnTo>
                  <a:lnTo>
                    <a:pt x="6235388" y="568880"/>
                  </a:lnTo>
                  <a:lnTo>
                    <a:pt x="6268555" y="570704"/>
                  </a:lnTo>
                  <a:lnTo>
                    <a:pt x="6301722" y="572523"/>
                  </a:lnTo>
                  <a:lnTo>
                    <a:pt x="6334889" y="574337"/>
                  </a:lnTo>
                  <a:lnTo>
                    <a:pt x="6368056" y="576145"/>
                  </a:lnTo>
                  <a:lnTo>
                    <a:pt x="6401223" y="577948"/>
                  </a:lnTo>
                  <a:lnTo>
                    <a:pt x="6434390" y="579745"/>
                  </a:lnTo>
                  <a:lnTo>
                    <a:pt x="6467557" y="581536"/>
                  </a:lnTo>
                  <a:lnTo>
                    <a:pt x="6500724" y="583320"/>
                  </a:lnTo>
                  <a:lnTo>
                    <a:pt x="6533891" y="585098"/>
                  </a:lnTo>
                  <a:lnTo>
                    <a:pt x="6567058" y="586870"/>
                  </a:lnTo>
                  <a:lnTo>
                    <a:pt x="6600224" y="588634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4349252"/>
              <a:ext cx="6600224" cy="870051"/>
            </a:xfrm>
            <a:custGeom>
              <a:avLst/>
              <a:pathLst>
                <a:path w="6600224" h="870051">
                  <a:moveTo>
                    <a:pt x="0" y="418918"/>
                  </a:moveTo>
                  <a:lnTo>
                    <a:pt x="33166" y="431483"/>
                  </a:lnTo>
                  <a:lnTo>
                    <a:pt x="66333" y="443823"/>
                  </a:lnTo>
                  <a:lnTo>
                    <a:pt x="99500" y="455938"/>
                  </a:lnTo>
                  <a:lnTo>
                    <a:pt x="132667" y="467826"/>
                  </a:lnTo>
                  <a:lnTo>
                    <a:pt x="165834" y="479488"/>
                  </a:lnTo>
                  <a:lnTo>
                    <a:pt x="199001" y="490922"/>
                  </a:lnTo>
                  <a:lnTo>
                    <a:pt x="232168" y="502129"/>
                  </a:lnTo>
                  <a:lnTo>
                    <a:pt x="265335" y="513107"/>
                  </a:lnTo>
                  <a:lnTo>
                    <a:pt x="298502" y="523855"/>
                  </a:lnTo>
                  <a:lnTo>
                    <a:pt x="331669" y="534373"/>
                  </a:lnTo>
                  <a:lnTo>
                    <a:pt x="364836" y="544659"/>
                  </a:lnTo>
                  <a:lnTo>
                    <a:pt x="398003" y="554714"/>
                  </a:lnTo>
                  <a:lnTo>
                    <a:pt x="431170" y="564536"/>
                  </a:lnTo>
                  <a:lnTo>
                    <a:pt x="464337" y="574124"/>
                  </a:lnTo>
                  <a:lnTo>
                    <a:pt x="497504" y="583477"/>
                  </a:lnTo>
                  <a:lnTo>
                    <a:pt x="530671" y="592594"/>
                  </a:lnTo>
                  <a:lnTo>
                    <a:pt x="563838" y="601475"/>
                  </a:lnTo>
                  <a:lnTo>
                    <a:pt x="597005" y="610117"/>
                  </a:lnTo>
                  <a:lnTo>
                    <a:pt x="630172" y="618520"/>
                  </a:lnTo>
                  <a:lnTo>
                    <a:pt x="663339" y="626684"/>
                  </a:lnTo>
                  <a:lnTo>
                    <a:pt x="696506" y="634605"/>
                  </a:lnTo>
                  <a:lnTo>
                    <a:pt x="729673" y="642285"/>
                  </a:lnTo>
                  <a:lnTo>
                    <a:pt x="762840" y="649720"/>
                  </a:lnTo>
                  <a:lnTo>
                    <a:pt x="796007" y="656911"/>
                  </a:lnTo>
                  <a:lnTo>
                    <a:pt x="829173" y="663856"/>
                  </a:lnTo>
                  <a:lnTo>
                    <a:pt x="862340" y="670553"/>
                  </a:lnTo>
                  <a:lnTo>
                    <a:pt x="895507" y="677002"/>
                  </a:lnTo>
                  <a:lnTo>
                    <a:pt x="928674" y="683201"/>
                  </a:lnTo>
                  <a:lnTo>
                    <a:pt x="961841" y="689150"/>
                  </a:lnTo>
                  <a:lnTo>
                    <a:pt x="995008" y="694848"/>
                  </a:lnTo>
                  <a:lnTo>
                    <a:pt x="1028175" y="700292"/>
                  </a:lnTo>
                  <a:lnTo>
                    <a:pt x="1061342" y="705484"/>
                  </a:lnTo>
                  <a:lnTo>
                    <a:pt x="1094509" y="710423"/>
                  </a:lnTo>
                  <a:lnTo>
                    <a:pt x="1127676" y="715107"/>
                  </a:lnTo>
                  <a:lnTo>
                    <a:pt x="1160843" y="719537"/>
                  </a:lnTo>
                  <a:lnTo>
                    <a:pt x="1194010" y="723714"/>
                  </a:lnTo>
                  <a:lnTo>
                    <a:pt x="1227177" y="727637"/>
                  </a:lnTo>
                  <a:lnTo>
                    <a:pt x="1260344" y="731308"/>
                  </a:lnTo>
                  <a:lnTo>
                    <a:pt x="1293511" y="734728"/>
                  </a:lnTo>
                  <a:lnTo>
                    <a:pt x="1326678" y="737898"/>
                  </a:lnTo>
                  <a:lnTo>
                    <a:pt x="1359845" y="740821"/>
                  </a:lnTo>
                  <a:lnTo>
                    <a:pt x="1393012" y="743500"/>
                  </a:lnTo>
                  <a:lnTo>
                    <a:pt x="1426179" y="745938"/>
                  </a:lnTo>
                  <a:lnTo>
                    <a:pt x="1459346" y="748138"/>
                  </a:lnTo>
                  <a:lnTo>
                    <a:pt x="1492513" y="750106"/>
                  </a:lnTo>
                  <a:lnTo>
                    <a:pt x="1525680" y="751846"/>
                  </a:lnTo>
                  <a:lnTo>
                    <a:pt x="1558847" y="753363"/>
                  </a:lnTo>
                  <a:lnTo>
                    <a:pt x="1592014" y="754663"/>
                  </a:lnTo>
                  <a:lnTo>
                    <a:pt x="1625181" y="755754"/>
                  </a:lnTo>
                  <a:lnTo>
                    <a:pt x="1658347" y="756640"/>
                  </a:lnTo>
                  <a:lnTo>
                    <a:pt x="1691514" y="757331"/>
                  </a:lnTo>
                  <a:lnTo>
                    <a:pt x="1724681" y="757832"/>
                  </a:lnTo>
                  <a:lnTo>
                    <a:pt x="1757848" y="758151"/>
                  </a:lnTo>
                  <a:lnTo>
                    <a:pt x="1791015" y="758296"/>
                  </a:lnTo>
                  <a:lnTo>
                    <a:pt x="1824182" y="758274"/>
                  </a:lnTo>
                  <a:lnTo>
                    <a:pt x="1857349" y="758093"/>
                  </a:lnTo>
                  <a:lnTo>
                    <a:pt x="1890516" y="757758"/>
                  </a:lnTo>
                  <a:lnTo>
                    <a:pt x="1923683" y="757278"/>
                  </a:lnTo>
                  <a:lnTo>
                    <a:pt x="1956850" y="756657"/>
                  </a:lnTo>
                  <a:lnTo>
                    <a:pt x="1990017" y="755897"/>
                  </a:lnTo>
                  <a:lnTo>
                    <a:pt x="2023184" y="755003"/>
                  </a:lnTo>
                  <a:lnTo>
                    <a:pt x="2056351" y="753973"/>
                  </a:lnTo>
                  <a:lnTo>
                    <a:pt x="2089518" y="752810"/>
                  </a:lnTo>
                  <a:lnTo>
                    <a:pt x="2122685" y="751513"/>
                  </a:lnTo>
                  <a:lnTo>
                    <a:pt x="2155852" y="750082"/>
                  </a:lnTo>
                  <a:lnTo>
                    <a:pt x="2189019" y="748517"/>
                  </a:lnTo>
                  <a:lnTo>
                    <a:pt x="2222186" y="746820"/>
                  </a:lnTo>
                  <a:lnTo>
                    <a:pt x="2255353" y="744991"/>
                  </a:lnTo>
                  <a:lnTo>
                    <a:pt x="2288520" y="743032"/>
                  </a:lnTo>
                  <a:lnTo>
                    <a:pt x="2321687" y="740946"/>
                  </a:lnTo>
                  <a:lnTo>
                    <a:pt x="2354854" y="738735"/>
                  </a:lnTo>
                  <a:lnTo>
                    <a:pt x="2388021" y="736403"/>
                  </a:lnTo>
                  <a:lnTo>
                    <a:pt x="2421188" y="733957"/>
                  </a:lnTo>
                  <a:lnTo>
                    <a:pt x="2454355" y="731401"/>
                  </a:lnTo>
                  <a:lnTo>
                    <a:pt x="2487521" y="728741"/>
                  </a:lnTo>
                  <a:lnTo>
                    <a:pt x="2520688" y="725985"/>
                  </a:lnTo>
                  <a:lnTo>
                    <a:pt x="2553855" y="723069"/>
                  </a:lnTo>
                  <a:lnTo>
                    <a:pt x="2587022" y="719937"/>
                  </a:lnTo>
                  <a:lnTo>
                    <a:pt x="2620189" y="716585"/>
                  </a:lnTo>
                  <a:lnTo>
                    <a:pt x="2653356" y="713004"/>
                  </a:lnTo>
                  <a:lnTo>
                    <a:pt x="2686523" y="709196"/>
                  </a:lnTo>
                  <a:lnTo>
                    <a:pt x="2719690" y="705168"/>
                  </a:lnTo>
                  <a:lnTo>
                    <a:pt x="2752857" y="700941"/>
                  </a:lnTo>
                  <a:lnTo>
                    <a:pt x="2786024" y="696549"/>
                  </a:lnTo>
                  <a:lnTo>
                    <a:pt x="2819191" y="692042"/>
                  </a:lnTo>
                  <a:lnTo>
                    <a:pt x="2852358" y="687480"/>
                  </a:lnTo>
                  <a:lnTo>
                    <a:pt x="2885525" y="682938"/>
                  </a:lnTo>
                  <a:lnTo>
                    <a:pt x="2918692" y="678494"/>
                  </a:lnTo>
                  <a:lnTo>
                    <a:pt x="2951859" y="674150"/>
                  </a:lnTo>
                  <a:lnTo>
                    <a:pt x="2985026" y="669395"/>
                  </a:lnTo>
                  <a:lnTo>
                    <a:pt x="3018193" y="664166"/>
                  </a:lnTo>
                  <a:lnTo>
                    <a:pt x="3051360" y="658508"/>
                  </a:lnTo>
                  <a:lnTo>
                    <a:pt x="3084527" y="652470"/>
                  </a:lnTo>
                  <a:lnTo>
                    <a:pt x="3117694" y="646114"/>
                  </a:lnTo>
                  <a:lnTo>
                    <a:pt x="3150861" y="639522"/>
                  </a:lnTo>
                  <a:lnTo>
                    <a:pt x="3184028" y="632792"/>
                  </a:lnTo>
                  <a:lnTo>
                    <a:pt x="3217195" y="626046"/>
                  </a:lnTo>
                  <a:lnTo>
                    <a:pt x="3250362" y="619424"/>
                  </a:lnTo>
                  <a:lnTo>
                    <a:pt x="3283529" y="613084"/>
                  </a:lnTo>
                  <a:lnTo>
                    <a:pt x="3316695" y="607194"/>
                  </a:lnTo>
                  <a:lnTo>
                    <a:pt x="3349862" y="601926"/>
                  </a:lnTo>
                  <a:lnTo>
                    <a:pt x="3383029" y="596808"/>
                  </a:lnTo>
                  <a:lnTo>
                    <a:pt x="3416196" y="591086"/>
                  </a:lnTo>
                  <a:lnTo>
                    <a:pt x="3449363" y="584840"/>
                  </a:lnTo>
                  <a:lnTo>
                    <a:pt x="3482530" y="578159"/>
                  </a:lnTo>
                  <a:lnTo>
                    <a:pt x="3515697" y="571147"/>
                  </a:lnTo>
                  <a:lnTo>
                    <a:pt x="3548864" y="563932"/>
                  </a:lnTo>
                  <a:lnTo>
                    <a:pt x="3582031" y="556670"/>
                  </a:lnTo>
                  <a:lnTo>
                    <a:pt x="3615198" y="549542"/>
                  </a:lnTo>
                  <a:lnTo>
                    <a:pt x="3648365" y="542756"/>
                  </a:lnTo>
                  <a:lnTo>
                    <a:pt x="3681532" y="536537"/>
                  </a:lnTo>
                  <a:lnTo>
                    <a:pt x="3714699" y="531120"/>
                  </a:lnTo>
                  <a:lnTo>
                    <a:pt x="3747866" y="526624"/>
                  </a:lnTo>
                  <a:lnTo>
                    <a:pt x="3781033" y="522282"/>
                  </a:lnTo>
                  <a:lnTo>
                    <a:pt x="3814200" y="517902"/>
                  </a:lnTo>
                  <a:lnTo>
                    <a:pt x="3847367" y="513481"/>
                  </a:lnTo>
                  <a:lnTo>
                    <a:pt x="3880534" y="509017"/>
                  </a:lnTo>
                  <a:lnTo>
                    <a:pt x="3913701" y="504519"/>
                  </a:lnTo>
                  <a:lnTo>
                    <a:pt x="3946868" y="500005"/>
                  </a:lnTo>
                  <a:lnTo>
                    <a:pt x="3980035" y="495504"/>
                  </a:lnTo>
                  <a:lnTo>
                    <a:pt x="4013202" y="491056"/>
                  </a:lnTo>
                  <a:lnTo>
                    <a:pt x="4046369" y="486713"/>
                  </a:lnTo>
                  <a:lnTo>
                    <a:pt x="4079536" y="482536"/>
                  </a:lnTo>
                  <a:lnTo>
                    <a:pt x="4112703" y="478594"/>
                  </a:lnTo>
                  <a:lnTo>
                    <a:pt x="4145869" y="474960"/>
                  </a:lnTo>
                  <a:lnTo>
                    <a:pt x="4179036" y="471710"/>
                  </a:lnTo>
                  <a:lnTo>
                    <a:pt x="4212203" y="468917"/>
                  </a:lnTo>
                  <a:lnTo>
                    <a:pt x="4245370" y="466491"/>
                  </a:lnTo>
                  <a:lnTo>
                    <a:pt x="4278537" y="464272"/>
                  </a:lnTo>
                  <a:lnTo>
                    <a:pt x="4311704" y="462231"/>
                  </a:lnTo>
                  <a:lnTo>
                    <a:pt x="4344871" y="460338"/>
                  </a:lnTo>
                  <a:lnTo>
                    <a:pt x="4378038" y="458566"/>
                  </a:lnTo>
                  <a:lnTo>
                    <a:pt x="4411205" y="456888"/>
                  </a:lnTo>
                  <a:lnTo>
                    <a:pt x="4444372" y="455279"/>
                  </a:lnTo>
                  <a:lnTo>
                    <a:pt x="4477539" y="453715"/>
                  </a:lnTo>
                  <a:lnTo>
                    <a:pt x="4510706" y="452176"/>
                  </a:lnTo>
                  <a:lnTo>
                    <a:pt x="4543873" y="450640"/>
                  </a:lnTo>
                  <a:lnTo>
                    <a:pt x="4577040" y="449091"/>
                  </a:lnTo>
                  <a:lnTo>
                    <a:pt x="4610207" y="447512"/>
                  </a:lnTo>
                  <a:lnTo>
                    <a:pt x="4643374" y="445888"/>
                  </a:lnTo>
                  <a:lnTo>
                    <a:pt x="4676541" y="444206"/>
                  </a:lnTo>
                  <a:lnTo>
                    <a:pt x="4709708" y="442453"/>
                  </a:lnTo>
                  <a:lnTo>
                    <a:pt x="4742875" y="440618"/>
                  </a:lnTo>
                  <a:lnTo>
                    <a:pt x="4776042" y="438690"/>
                  </a:lnTo>
                  <a:lnTo>
                    <a:pt x="4809209" y="436658"/>
                  </a:lnTo>
                  <a:lnTo>
                    <a:pt x="4842376" y="434511"/>
                  </a:lnTo>
                  <a:lnTo>
                    <a:pt x="4875543" y="432238"/>
                  </a:lnTo>
                  <a:lnTo>
                    <a:pt x="4908710" y="429825"/>
                  </a:lnTo>
                  <a:lnTo>
                    <a:pt x="4941876" y="427233"/>
                  </a:lnTo>
                  <a:lnTo>
                    <a:pt x="4975043" y="424438"/>
                  </a:lnTo>
                  <a:lnTo>
                    <a:pt x="5008210" y="421440"/>
                  </a:lnTo>
                  <a:lnTo>
                    <a:pt x="5041377" y="418240"/>
                  </a:lnTo>
                  <a:lnTo>
                    <a:pt x="5074544" y="414838"/>
                  </a:lnTo>
                  <a:lnTo>
                    <a:pt x="5107711" y="411233"/>
                  </a:lnTo>
                  <a:lnTo>
                    <a:pt x="5140878" y="407424"/>
                  </a:lnTo>
                  <a:lnTo>
                    <a:pt x="5174045" y="403408"/>
                  </a:lnTo>
                  <a:lnTo>
                    <a:pt x="5207212" y="399185"/>
                  </a:lnTo>
                  <a:lnTo>
                    <a:pt x="5240379" y="394752"/>
                  </a:lnTo>
                  <a:lnTo>
                    <a:pt x="5273546" y="390107"/>
                  </a:lnTo>
                  <a:lnTo>
                    <a:pt x="5306713" y="385246"/>
                  </a:lnTo>
                  <a:lnTo>
                    <a:pt x="5339880" y="380166"/>
                  </a:lnTo>
                  <a:lnTo>
                    <a:pt x="5373047" y="374865"/>
                  </a:lnTo>
                  <a:lnTo>
                    <a:pt x="5406214" y="369338"/>
                  </a:lnTo>
                  <a:lnTo>
                    <a:pt x="5439381" y="363583"/>
                  </a:lnTo>
                  <a:lnTo>
                    <a:pt x="5472548" y="357596"/>
                  </a:lnTo>
                  <a:lnTo>
                    <a:pt x="5505715" y="351373"/>
                  </a:lnTo>
                  <a:lnTo>
                    <a:pt x="5538882" y="344911"/>
                  </a:lnTo>
                  <a:lnTo>
                    <a:pt x="5572049" y="338206"/>
                  </a:lnTo>
                  <a:lnTo>
                    <a:pt x="5605216" y="331255"/>
                  </a:lnTo>
                  <a:lnTo>
                    <a:pt x="5638383" y="324055"/>
                  </a:lnTo>
                  <a:lnTo>
                    <a:pt x="5671550" y="316602"/>
                  </a:lnTo>
                  <a:lnTo>
                    <a:pt x="5704717" y="308893"/>
                  </a:lnTo>
                  <a:lnTo>
                    <a:pt x="5737884" y="300926"/>
                  </a:lnTo>
                  <a:lnTo>
                    <a:pt x="5771050" y="292698"/>
                  </a:lnTo>
                  <a:lnTo>
                    <a:pt x="5804217" y="284208"/>
                  </a:lnTo>
                  <a:lnTo>
                    <a:pt x="5837384" y="275452"/>
                  </a:lnTo>
                  <a:lnTo>
                    <a:pt x="5870551" y="266430"/>
                  </a:lnTo>
                  <a:lnTo>
                    <a:pt x="5903718" y="257140"/>
                  </a:lnTo>
                  <a:lnTo>
                    <a:pt x="5936885" y="247580"/>
                  </a:lnTo>
                  <a:lnTo>
                    <a:pt x="5970052" y="237751"/>
                  </a:lnTo>
                  <a:lnTo>
                    <a:pt x="6003219" y="227650"/>
                  </a:lnTo>
                  <a:lnTo>
                    <a:pt x="6036386" y="217278"/>
                  </a:lnTo>
                  <a:lnTo>
                    <a:pt x="6069553" y="206635"/>
                  </a:lnTo>
                  <a:lnTo>
                    <a:pt x="6102720" y="195720"/>
                  </a:lnTo>
                  <a:lnTo>
                    <a:pt x="6135887" y="184535"/>
                  </a:lnTo>
                  <a:lnTo>
                    <a:pt x="6169054" y="173078"/>
                  </a:lnTo>
                  <a:lnTo>
                    <a:pt x="6202221" y="161352"/>
                  </a:lnTo>
                  <a:lnTo>
                    <a:pt x="6235388" y="149357"/>
                  </a:lnTo>
                  <a:lnTo>
                    <a:pt x="6268555" y="137093"/>
                  </a:lnTo>
                  <a:lnTo>
                    <a:pt x="6301722" y="124563"/>
                  </a:lnTo>
                  <a:lnTo>
                    <a:pt x="6334889" y="111766"/>
                  </a:lnTo>
                  <a:lnTo>
                    <a:pt x="6368056" y="98705"/>
                  </a:lnTo>
                  <a:lnTo>
                    <a:pt x="6401223" y="85381"/>
                  </a:lnTo>
                  <a:lnTo>
                    <a:pt x="6434390" y="71796"/>
                  </a:lnTo>
                  <a:lnTo>
                    <a:pt x="6467557" y="57950"/>
                  </a:lnTo>
                  <a:lnTo>
                    <a:pt x="6500724" y="43846"/>
                  </a:lnTo>
                  <a:lnTo>
                    <a:pt x="6533891" y="29485"/>
                  </a:lnTo>
                  <a:lnTo>
                    <a:pt x="6567058" y="14869"/>
                  </a:lnTo>
                  <a:lnTo>
                    <a:pt x="6600224" y="0"/>
                  </a:lnTo>
                  <a:lnTo>
                    <a:pt x="6600224" y="415457"/>
                  </a:lnTo>
                  <a:lnTo>
                    <a:pt x="6567058" y="419600"/>
                  </a:lnTo>
                  <a:lnTo>
                    <a:pt x="6533891" y="423748"/>
                  </a:lnTo>
                  <a:lnTo>
                    <a:pt x="6500724" y="427900"/>
                  </a:lnTo>
                  <a:lnTo>
                    <a:pt x="6467557" y="432055"/>
                  </a:lnTo>
                  <a:lnTo>
                    <a:pt x="6434390" y="436214"/>
                  </a:lnTo>
                  <a:lnTo>
                    <a:pt x="6401223" y="440375"/>
                  </a:lnTo>
                  <a:lnTo>
                    <a:pt x="6368056" y="444539"/>
                  </a:lnTo>
                  <a:lnTo>
                    <a:pt x="6334889" y="448704"/>
                  </a:lnTo>
                  <a:lnTo>
                    <a:pt x="6301722" y="452871"/>
                  </a:lnTo>
                  <a:lnTo>
                    <a:pt x="6268555" y="457037"/>
                  </a:lnTo>
                  <a:lnTo>
                    <a:pt x="6235388" y="461204"/>
                  </a:lnTo>
                  <a:lnTo>
                    <a:pt x="6202221" y="465369"/>
                  </a:lnTo>
                  <a:lnTo>
                    <a:pt x="6169054" y="469531"/>
                  </a:lnTo>
                  <a:lnTo>
                    <a:pt x="6135887" y="473690"/>
                  </a:lnTo>
                  <a:lnTo>
                    <a:pt x="6102720" y="477843"/>
                  </a:lnTo>
                  <a:lnTo>
                    <a:pt x="6069553" y="481990"/>
                  </a:lnTo>
                  <a:lnTo>
                    <a:pt x="6036386" y="486128"/>
                  </a:lnTo>
                  <a:lnTo>
                    <a:pt x="6003219" y="490256"/>
                  </a:lnTo>
                  <a:lnTo>
                    <a:pt x="5970052" y="494371"/>
                  </a:lnTo>
                  <a:lnTo>
                    <a:pt x="5936885" y="498471"/>
                  </a:lnTo>
                  <a:lnTo>
                    <a:pt x="5903718" y="502553"/>
                  </a:lnTo>
                  <a:lnTo>
                    <a:pt x="5870551" y="506614"/>
                  </a:lnTo>
                  <a:lnTo>
                    <a:pt x="5837384" y="510651"/>
                  </a:lnTo>
                  <a:lnTo>
                    <a:pt x="5804217" y="514660"/>
                  </a:lnTo>
                  <a:lnTo>
                    <a:pt x="5771050" y="518639"/>
                  </a:lnTo>
                  <a:lnTo>
                    <a:pt x="5737884" y="522581"/>
                  </a:lnTo>
                  <a:lnTo>
                    <a:pt x="5704717" y="526484"/>
                  </a:lnTo>
                  <a:lnTo>
                    <a:pt x="5671550" y="530343"/>
                  </a:lnTo>
                  <a:lnTo>
                    <a:pt x="5638383" y="534153"/>
                  </a:lnTo>
                  <a:lnTo>
                    <a:pt x="5605216" y="537909"/>
                  </a:lnTo>
                  <a:lnTo>
                    <a:pt x="5572049" y="541606"/>
                  </a:lnTo>
                  <a:lnTo>
                    <a:pt x="5538882" y="545238"/>
                  </a:lnTo>
                  <a:lnTo>
                    <a:pt x="5505715" y="548801"/>
                  </a:lnTo>
                  <a:lnTo>
                    <a:pt x="5472548" y="552287"/>
                  </a:lnTo>
                  <a:lnTo>
                    <a:pt x="5439381" y="555693"/>
                  </a:lnTo>
                  <a:lnTo>
                    <a:pt x="5406214" y="559012"/>
                  </a:lnTo>
                  <a:lnTo>
                    <a:pt x="5373047" y="562239"/>
                  </a:lnTo>
                  <a:lnTo>
                    <a:pt x="5339880" y="565368"/>
                  </a:lnTo>
                  <a:lnTo>
                    <a:pt x="5306713" y="568393"/>
                  </a:lnTo>
                  <a:lnTo>
                    <a:pt x="5273546" y="571310"/>
                  </a:lnTo>
                  <a:lnTo>
                    <a:pt x="5240379" y="574114"/>
                  </a:lnTo>
                  <a:lnTo>
                    <a:pt x="5207212" y="576798"/>
                  </a:lnTo>
                  <a:lnTo>
                    <a:pt x="5174045" y="579360"/>
                  </a:lnTo>
                  <a:lnTo>
                    <a:pt x="5140878" y="581794"/>
                  </a:lnTo>
                  <a:lnTo>
                    <a:pt x="5107711" y="584096"/>
                  </a:lnTo>
                  <a:lnTo>
                    <a:pt x="5074544" y="586264"/>
                  </a:lnTo>
                  <a:lnTo>
                    <a:pt x="5041377" y="588292"/>
                  </a:lnTo>
                  <a:lnTo>
                    <a:pt x="5008210" y="590180"/>
                  </a:lnTo>
                  <a:lnTo>
                    <a:pt x="4975043" y="591924"/>
                  </a:lnTo>
                  <a:lnTo>
                    <a:pt x="4941876" y="593523"/>
                  </a:lnTo>
                  <a:lnTo>
                    <a:pt x="4908710" y="594976"/>
                  </a:lnTo>
                  <a:lnTo>
                    <a:pt x="4875543" y="596265"/>
                  </a:lnTo>
                  <a:lnTo>
                    <a:pt x="4842376" y="597385"/>
                  </a:lnTo>
                  <a:lnTo>
                    <a:pt x="4809209" y="598360"/>
                  </a:lnTo>
                  <a:lnTo>
                    <a:pt x="4776042" y="599216"/>
                  </a:lnTo>
                  <a:lnTo>
                    <a:pt x="4742875" y="599979"/>
                  </a:lnTo>
                  <a:lnTo>
                    <a:pt x="4709708" y="600675"/>
                  </a:lnTo>
                  <a:lnTo>
                    <a:pt x="4676541" y="601330"/>
                  </a:lnTo>
                  <a:lnTo>
                    <a:pt x="4643374" y="601969"/>
                  </a:lnTo>
                  <a:lnTo>
                    <a:pt x="4610207" y="602619"/>
                  </a:lnTo>
                  <a:lnTo>
                    <a:pt x="4577040" y="603301"/>
                  </a:lnTo>
                  <a:lnTo>
                    <a:pt x="4543873" y="604039"/>
                  </a:lnTo>
                  <a:lnTo>
                    <a:pt x="4510706" y="604853"/>
                  </a:lnTo>
                  <a:lnTo>
                    <a:pt x="4477539" y="605763"/>
                  </a:lnTo>
                  <a:lnTo>
                    <a:pt x="4444372" y="606785"/>
                  </a:lnTo>
                  <a:lnTo>
                    <a:pt x="4411205" y="607935"/>
                  </a:lnTo>
                  <a:lnTo>
                    <a:pt x="4378038" y="609228"/>
                  </a:lnTo>
                  <a:lnTo>
                    <a:pt x="4344871" y="610674"/>
                  </a:lnTo>
                  <a:lnTo>
                    <a:pt x="4311704" y="612286"/>
                  </a:lnTo>
                  <a:lnTo>
                    <a:pt x="4278537" y="614070"/>
                  </a:lnTo>
                  <a:lnTo>
                    <a:pt x="4245370" y="616037"/>
                  </a:lnTo>
                  <a:lnTo>
                    <a:pt x="4212203" y="618192"/>
                  </a:lnTo>
                  <a:lnTo>
                    <a:pt x="4179036" y="620558"/>
                  </a:lnTo>
                  <a:lnTo>
                    <a:pt x="4145869" y="623153"/>
                  </a:lnTo>
                  <a:lnTo>
                    <a:pt x="4112703" y="625981"/>
                  </a:lnTo>
                  <a:lnTo>
                    <a:pt x="4079536" y="629048"/>
                  </a:lnTo>
                  <a:lnTo>
                    <a:pt x="4046369" y="632359"/>
                  </a:lnTo>
                  <a:lnTo>
                    <a:pt x="4013202" y="635913"/>
                  </a:lnTo>
                  <a:lnTo>
                    <a:pt x="3980035" y="639703"/>
                  </a:lnTo>
                  <a:lnTo>
                    <a:pt x="3946868" y="643710"/>
                  </a:lnTo>
                  <a:lnTo>
                    <a:pt x="3913701" y="647905"/>
                  </a:lnTo>
                  <a:lnTo>
                    <a:pt x="3880534" y="652249"/>
                  </a:lnTo>
                  <a:lnTo>
                    <a:pt x="3847367" y="656691"/>
                  </a:lnTo>
                  <a:lnTo>
                    <a:pt x="3814200" y="661168"/>
                  </a:lnTo>
                  <a:lnTo>
                    <a:pt x="3781033" y="665613"/>
                  </a:lnTo>
                  <a:lnTo>
                    <a:pt x="3747866" y="669950"/>
                  </a:lnTo>
                  <a:lnTo>
                    <a:pt x="3714699" y="674249"/>
                  </a:lnTo>
                  <a:lnTo>
                    <a:pt x="3681532" y="679113"/>
                  </a:lnTo>
                  <a:lnTo>
                    <a:pt x="3648365" y="684556"/>
                  </a:lnTo>
                  <a:lnTo>
                    <a:pt x="3615198" y="690506"/>
                  </a:lnTo>
                  <a:lnTo>
                    <a:pt x="3582031" y="696883"/>
                  </a:lnTo>
                  <a:lnTo>
                    <a:pt x="3548864" y="703587"/>
                  </a:lnTo>
                  <a:lnTo>
                    <a:pt x="3515697" y="710495"/>
                  </a:lnTo>
                  <a:lnTo>
                    <a:pt x="3482530" y="717454"/>
                  </a:lnTo>
                  <a:lnTo>
                    <a:pt x="3449363" y="724288"/>
                  </a:lnTo>
                  <a:lnTo>
                    <a:pt x="3416196" y="730794"/>
                  </a:lnTo>
                  <a:lnTo>
                    <a:pt x="3383029" y="736755"/>
                  </a:lnTo>
                  <a:lnTo>
                    <a:pt x="3349862" y="741952"/>
                  </a:lnTo>
                  <a:lnTo>
                    <a:pt x="3316695" y="747019"/>
                  </a:lnTo>
                  <a:lnTo>
                    <a:pt x="3283529" y="752492"/>
                  </a:lnTo>
                  <a:lnTo>
                    <a:pt x="3250362" y="758330"/>
                  </a:lnTo>
                  <a:lnTo>
                    <a:pt x="3217195" y="764484"/>
                  </a:lnTo>
                  <a:lnTo>
                    <a:pt x="3184028" y="770898"/>
                  </a:lnTo>
                  <a:lnTo>
                    <a:pt x="3150861" y="777496"/>
                  </a:lnTo>
                  <a:lnTo>
                    <a:pt x="3117694" y="784185"/>
                  </a:lnTo>
                  <a:lnTo>
                    <a:pt x="3084527" y="790850"/>
                  </a:lnTo>
                  <a:lnTo>
                    <a:pt x="3051360" y="797356"/>
                  </a:lnTo>
                  <a:lnTo>
                    <a:pt x="3018193" y="803551"/>
                  </a:lnTo>
                  <a:lnTo>
                    <a:pt x="2985026" y="809268"/>
                  </a:lnTo>
                  <a:lnTo>
                    <a:pt x="2951859" y="814339"/>
                  </a:lnTo>
                  <a:lnTo>
                    <a:pt x="2918692" y="818729"/>
                  </a:lnTo>
                  <a:lnTo>
                    <a:pt x="2885525" y="823038"/>
                  </a:lnTo>
                  <a:lnTo>
                    <a:pt x="2852358" y="827371"/>
                  </a:lnTo>
                  <a:lnTo>
                    <a:pt x="2819191" y="831738"/>
                  </a:lnTo>
                  <a:lnTo>
                    <a:pt x="2786024" y="836140"/>
                  </a:lnTo>
                  <a:lnTo>
                    <a:pt x="2752857" y="840569"/>
                  </a:lnTo>
                  <a:lnTo>
                    <a:pt x="2719690" y="845001"/>
                  </a:lnTo>
                  <a:lnTo>
                    <a:pt x="2686523" y="849401"/>
                  </a:lnTo>
                  <a:lnTo>
                    <a:pt x="2653356" y="853719"/>
                  </a:lnTo>
                  <a:lnTo>
                    <a:pt x="2620189" y="857891"/>
                  </a:lnTo>
                  <a:lnTo>
                    <a:pt x="2587022" y="861846"/>
                  </a:lnTo>
                  <a:lnTo>
                    <a:pt x="2553855" y="865507"/>
                  </a:lnTo>
                  <a:lnTo>
                    <a:pt x="2520688" y="868798"/>
                  </a:lnTo>
                  <a:lnTo>
                    <a:pt x="2487521" y="870051"/>
                  </a:lnTo>
                  <a:lnTo>
                    <a:pt x="2454355" y="870051"/>
                  </a:lnTo>
                  <a:lnTo>
                    <a:pt x="2421188" y="870051"/>
                  </a:lnTo>
                  <a:lnTo>
                    <a:pt x="2388021" y="870051"/>
                  </a:lnTo>
                  <a:lnTo>
                    <a:pt x="2354854" y="870051"/>
                  </a:lnTo>
                  <a:lnTo>
                    <a:pt x="2321687" y="870051"/>
                  </a:lnTo>
                  <a:lnTo>
                    <a:pt x="2288520" y="870051"/>
                  </a:lnTo>
                  <a:lnTo>
                    <a:pt x="2255353" y="870051"/>
                  </a:lnTo>
                  <a:lnTo>
                    <a:pt x="2222186" y="870051"/>
                  </a:lnTo>
                  <a:lnTo>
                    <a:pt x="2189019" y="870051"/>
                  </a:lnTo>
                  <a:lnTo>
                    <a:pt x="2155852" y="870051"/>
                  </a:lnTo>
                  <a:lnTo>
                    <a:pt x="2122685" y="870051"/>
                  </a:lnTo>
                  <a:lnTo>
                    <a:pt x="2089518" y="870051"/>
                  </a:lnTo>
                  <a:lnTo>
                    <a:pt x="2056351" y="870051"/>
                  </a:lnTo>
                  <a:lnTo>
                    <a:pt x="2023184" y="870051"/>
                  </a:lnTo>
                  <a:lnTo>
                    <a:pt x="1990017" y="870051"/>
                  </a:lnTo>
                  <a:lnTo>
                    <a:pt x="1956850" y="870051"/>
                  </a:lnTo>
                  <a:lnTo>
                    <a:pt x="1923683" y="870051"/>
                  </a:lnTo>
                  <a:lnTo>
                    <a:pt x="1890516" y="870051"/>
                  </a:lnTo>
                  <a:lnTo>
                    <a:pt x="1857349" y="870051"/>
                  </a:lnTo>
                  <a:lnTo>
                    <a:pt x="1824182" y="870051"/>
                  </a:lnTo>
                  <a:lnTo>
                    <a:pt x="1791015" y="870051"/>
                  </a:lnTo>
                  <a:lnTo>
                    <a:pt x="1757848" y="870051"/>
                  </a:lnTo>
                  <a:lnTo>
                    <a:pt x="1724681" y="870051"/>
                  </a:lnTo>
                  <a:lnTo>
                    <a:pt x="1691514" y="870051"/>
                  </a:lnTo>
                  <a:lnTo>
                    <a:pt x="1658347" y="870051"/>
                  </a:lnTo>
                  <a:lnTo>
                    <a:pt x="1625181" y="870051"/>
                  </a:lnTo>
                  <a:lnTo>
                    <a:pt x="1592014" y="870051"/>
                  </a:lnTo>
                  <a:lnTo>
                    <a:pt x="1558847" y="870051"/>
                  </a:lnTo>
                  <a:lnTo>
                    <a:pt x="1525680" y="870051"/>
                  </a:lnTo>
                  <a:lnTo>
                    <a:pt x="1492513" y="870051"/>
                  </a:lnTo>
                  <a:lnTo>
                    <a:pt x="1459346" y="870051"/>
                  </a:lnTo>
                  <a:lnTo>
                    <a:pt x="1426179" y="870051"/>
                  </a:lnTo>
                  <a:lnTo>
                    <a:pt x="1393012" y="870051"/>
                  </a:lnTo>
                  <a:lnTo>
                    <a:pt x="1359845" y="870051"/>
                  </a:lnTo>
                  <a:lnTo>
                    <a:pt x="1326678" y="870051"/>
                  </a:lnTo>
                  <a:lnTo>
                    <a:pt x="1293511" y="870051"/>
                  </a:lnTo>
                  <a:lnTo>
                    <a:pt x="1260344" y="870051"/>
                  </a:lnTo>
                  <a:lnTo>
                    <a:pt x="1227177" y="870051"/>
                  </a:lnTo>
                  <a:lnTo>
                    <a:pt x="1194010" y="870051"/>
                  </a:lnTo>
                  <a:lnTo>
                    <a:pt x="1160843" y="870051"/>
                  </a:lnTo>
                  <a:lnTo>
                    <a:pt x="1127676" y="870051"/>
                  </a:lnTo>
                  <a:lnTo>
                    <a:pt x="1094509" y="870051"/>
                  </a:lnTo>
                  <a:lnTo>
                    <a:pt x="1061342" y="870051"/>
                  </a:lnTo>
                  <a:lnTo>
                    <a:pt x="1028175" y="870051"/>
                  </a:lnTo>
                  <a:lnTo>
                    <a:pt x="995008" y="870051"/>
                  </a:lnTo>
                  <a:lnTo>
                    <a:pt x="961841" y="870051"/>
                  </a:lnTo>
                  <a:lnTo>
                    <a:pt x="928674" y="870051"/>
                  </a:lnTo>
                  <a:lnTo>
                    <a:pt x="895507" y="870051"/>
                  </a:lnTo>
                  <a:lnTo>
                    <a:pt x="862340" y="870051"/>
                  </a:lnTo>
                  <a:lnTo>
                    <a:pt x="829173" y="870051"/>
                  </a:lnTo>
                  <a:lnTo>
                    <a:pt x="796007" y="870051"/>
                  </a:lnTo>
                  <a:lnTo>
                    <a:pt x="762840" y="870051"/>
                  </a:lnTo>
                  <a:lnTo>
                    <a:pt x="729673" y="870051"/>
                  </a:lnTo>
                  <a:lnTo>
                    <a:pt x="696506" y="870051"/>
                  </a:lnTo>
                  <a:lnTo>
                    <a:pt x="663339" y="870051"/>
                  </a:lnTo>
                  <a:lnTo>
                    <a:pt x="630172" y="870051"/>
                  </a:lnTo>
                  <a:lnTo>
                    <a:pt x="597005" y="870051"/>
                  </a:lnTo>
                  <a:lnTo>
                    <a:pt x="563838" y="870051"/>
                  </a:lnTo>
                  <a:lnTo>
                    <a:pt x="530671" y="870051"/>
                  </a:lnTo>
                  <a:lnTo>
                    <a:pt x="497504" y="870051"/>
                  </a:lnTo>
                  <a:lnTo>
                    <a:pt x="464337" y="870051"/>
                  </a:lnTo>
                  <a:lnTo>
                    <a:pt x="431170" y="870051"/>
                  </a:lnTo>
                  <a:lnTo>
                    <a:pt x="398003" y="870051"/>
                  </a:lnTo>
                  <a:lnTo>
                    <a:pt x="364836" y="870051"/>
                  </a:lnTo>
                  <a:lnTo>
                    <a:pt x="331669" y="870051"/>
                  </a:lnTo>
                  <a:lnTo>
                    <a:pt x="298502" y="870051"/>
                  </a:lnTo>
                  <a:lnTo>
                    <a:pt x="265335" y="870051"/>
                  </a:lnTo>
                  <a:lnTo>
                    <a:pt x="232168" y="870051"/>
                  </a:lnTo>
                  <a:lnTo>
                    <a:pt x="199001" y="870051"/>
                  </a:lnTo>
                  <a:lnTo>
                    <a:pt x="165834" y="870051"/>
                  </a:lnTo>
                  <a:lnTo>
                    <a:pt x="132667" y="870051"/>
                  </a:lnTo>
                  <a:lnTo>
                    <a:pt x="99500" y="870051"/>
                  </a:lnTo>
                  <a:lnTo>
                    <a:pt x="66333" y="870051"/>
                  </a:lnTo>
                  <a:lnTo>
                    <a:pt x="33166" y="870051"/>
                  </a:lnTo>
                  <a:lnTo>
                    <a:pt x="0" y="870051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4349252"/>
              <a:ext cx="6600224" cy="758296"/>
            </a:xfrm>
            <a:custGeom>
              <a:avLst/>
              <a:pathLst>
                <a:path w="6600224" h="758296">
                  <a:moveTo>
                    <a:pt x="0" y="418918"/>
                  </a:moveTo>
                  <a:lnTo>
                    <a:pt x="33166" y="431483"/>
                  </a:lnTo>
                  <a:lnTo>
                    <a:pt x="66333" y="443823"/>
                  </a:lnTo>
                  <a:lnTo>
                    <a:pt x="99500" y="455938"/>
                  </a:lnTo>
                  <a:lnTo>
                    <a:pt x="132667" y="467826"/>
                  </a:lnTo>
                  <a:lnTo>
                    <a:pt x="165834" y="479488"/>
                  </a:lnTo>
                  <a:lnTo>
                    <a:pt x="199001" y="490922"/>
                  </a:lnTo>
                  <a:lnTo>
                    <a:pt x="232168" y="502129"/>
                  </a:lnTo>
                  <a:lnTo>
                    <a:pt x="265335" y="513107"/>
                  </a:lnTo>
                  <a:lnTo>
                    <a:pt x="298502" y="523855"/>
                  </a:lnTo>
                  <a:lnTo>
                    <a:pt x="331669" y="534373"/>
                  </a:lnTo>
                  <a:lnTo>
                    <a:pt x="364836" y="544659"/>
                  </a:lnTo>
                  <a:lnTo>
                    <a:pt x="398003" y="554714"/>
                  </a:lnTo>
                  <a:lnTo>
                    <a:pt x="431170" y="564536"/>
                  </a:lnTo>
                  <a:lnTo>
                    <a:pt x="464337" y="574124"/>
                  </a:lnTo>
                  <a:lnTo>
                    <a:pt x="497504" y="583477"/>
                  </a:lnTo>
                  <a:lnTo>
                    <a:pt x="530671" y="592594"/>
                  </a:lnTo>
                  <a:lnTo>
                    <a:pt x="563838" y="601475"/>
                  </a:lnTo>
                  <a:lnTo>
                    <a:pt x="597005" y="610117"/>
                  </a:lnTo>
                  <a:lnTo>
                    <a:pt x="630172" y="618520"/>
                  </a:lnTo>
                  <a:lnTo>
                    <a:pt x="663339" y="626684"/>
                  </a:lnTo>
                  <a:lnTo>
                    <a:pt x="696506" y="634605"/>
                  </a:lnTo>
                  <a:lnTo>
                    <a:pt x="729673" y="642285"/>
                  </a:lnTo>
                  <a:lnTo>
                    <a:pt x="762840" y="649720"/>
                  </a:lnTo>
                  <a:lnTo>
                    <a:pt x="796007" y="656911"/>
                  </a:lnTo>
                  <a:lnTo>
                    <a:pt x="829173" y="663856"/>
                  </a:lnTo>
                  <a:lnTo>
                    <a:pt x="862340" y="670553"/>
                  </a:lnTo>
                  <a:lnTo>
                    <a:pt x="895507" y="677002"/>
                  </a:lnTo>
                  <a:lnTo>
                    <a:pt x="928674" y="683201"/>
                  </a:lnTo>
                  <a:lnTo>
                    <a:pt x="961841" y="689150"/>
                  </a:lnTo>
                  <a:lnTo>
                    <a:pt x="995008" y="694848"/>
                  </a:lnTo>
                  <a:lnTo>
                    <a:pt x="1028175" y="700292"/>
                  </a:lnTo>
                  <a:lnTo>
                    <a:pt x="1061342" y="705484"/>
                  </a:lnTo>
                  <a:lnTo>
                    <a:pt x="1094509" y="710423"/>
                  </a:lnTo>
                  <a:lnTo>
                    <a:pt x="1127676" y="715107"/>
                  </a:lnTo>
                  <a:lnTo>
                    <a:pt x="1160843" y="719537"/>
                  </a:lnTo>
                  <a:lnTo>
                    <a:pt x="1194010" y="723714"/>
                  </a:lnTo>
                  <a:lnTo>
                    <a:pt x="1227177" y="727637"/>
                  </a:lnTo>
                  <a:lnTo>
                    <a:pt x="1260344" y="731308"/>
                  </a:lnTo>
                  <a:lnTo>
                    <a:pt x="1293511" y="734728"/>
                  </a:lnTo>
                  <a:lnTo>
                    <a:pt x="1326678" y="737898"/>
                  </a:lnTo>
                  <a:lnTo>
                    <a:pt x="1359845" y="740821"/>
                  </a:lnTo>
                  <a:lnTo>
                    <a:pt x="1393012" y="743500"/>
                  </a:lnTo>
                  <a:lnTo>
                    <a:pt x="1426179" y="745938"/>
                  </a:lnTo>
                  <a:lnTo>
                    <a:pt x="1459346" y="748138"/>
                  </a:lnTo>
                  <a:lnTo>
                    <a:pt x="1492513" y="750106"/>
                  </a:lnTo>
                  <a:lnTo>
                    <a:pt x="1525680" y="751846"/>
                  </a:lnTo>
                  <a:lnTo>
                    <a:pt x="1558847" y="753363"/>
                  </a:lnTo>
                  <a:lnTo>
                    <a:pt x="1592014" y="754663"/>
                  </a:lnTo>
                  <a:lnTo>
                    <a:pt x="1625181" y="755754"/>
                  </a:lnTo>
                  <a:lnTo>
                    <a:pt x="1658347" y="756640"/>
                  </a:lnTo>
                  <a:lnTo>
                    <a:pt x="1691514" y="757331"/>
                  </a:lnTo>
                  <a:lnTo>
                    <a:pt x="1724681" y="757832"/>
                  </a:lnTo>
                  <a:lnTo>
                    <a:pt x="1757848" y="758151"/>
                  </a:lnTo>
                  <a:lnTo>
                    <a:pt x="1791015" y="758296"/>
                  </a:lnTo>
                  <a:lnTo>
                    <a:pt x="1824182" y="758274"/>
                  </a:lnTo>
                  <a:lnTo>
                    <a:pt x="1857349" y="758093"/>
                  </a:lnTo>
                  <a:lnTo>
                    <a:pt x="1890516" y="757758"/>
                  </a:lnTo>
                  <a:lnTo>
                    <a:pt x="1923683" y="757278"/>
                  </a:lnTo>
                  <a:lnTo>
                    <a:pt x="1956850" y="756657"/>
                  </a:lnTo>
                  <a:lnTo>
                    <a:pt x="1990017" y="755897"/>
                  </a:lnTo>
                  <a:lnTo>
                    <a:pt x="2023184" y="755003"/>
                  </a:lnTo>
                  <a:lnTo>
                    <a:pt x="2056351" y="753973"/>
                  </a:lnTo>
                  <a:lnTo>
                    <a:pt x="2089518" y="752810"/>
                  </a:lnTo>
                  <a:lnTo>
                    <a:pt x="2122685" y="751513"/>
                  </a:lnTo>
                  <a:lnTo>
                    <a:pt x="2155852" y="750082"/>
                  </a:lnTo>
                  <a:lnTo>
                    <a:pt x="2189019" y="748517"/>
                  </a:lnTo>
                  <a:lnTo>
                    <a:pt x="2222186" y="746820"/>
                  </a:lnTo>
                  <a:lnTo>
                    <a:pt x="2255353" y="744991"/>
                  </a:lnTo>
                  <a:lnTo>
                    <a:pt x="2288520" y="743032"/>
                  </a:lnTo>
                  <a:lnTo>
                    <a:pt x="2321687" y="740946"/>
                  </a:lnTo>
                  <a:lnTo>
                    <a:pt x="2354854" y="738735"/>
                  </a:lnTo>
                  <a:lnTo>
                    <a:pt x="2388021" y="736403"/>
                  </a:lnTo>
                  <a:lnTo>
                    <a:pt x="2421188" y="733957"/>
                  </a:lnTo>
                  <a:lnTo>
                    <a:pt x="2454355" y="731401"/>
                  </a:lnTo>
                  <a:lnTo>
                    <a:pt x="2487521" y="728741"/>
                  </a:lnTo>
                  <a:lnTo>
                    <a:pt x="2520688" y="725985"/>
                  </a:lnTo>
                  <a:lnTo>
                    <a:pt x="2553855" y="723069"/>
                  </a:lnTo>
                  <a:lnTo>
                    <a:pt x="2587022" y="719937"/>
                  </a:lnTo>
                  <a:lnTo>
                    <a:pt x="2620189" y="716585"/>
                  </a:lnTo>
                  <a:lnTo>
                    <a:pt x="2653356" y="713004"/>
                  </a:lnTo>
                  <a:lnTo>
                    <a:pt x="2686523" y="709196"/>
                  </a:lnTo>
                  <a:lnTo>
                    <a:pt x="2719690" y="705168"/>
                  </a:lnTo>
                  <a:lnTo>
                    <a:pt x="2752857" y="700941"/>
                  </a:lnTo>
                  <a:lnTo>
                    <a:pt x="2786024" y="696549"/>
                  </a:lnTo>
                  <a:lnTo>
                    <a:pt x="2819191" y="692042"/>
                  </a:lnTo>
                  <a:lnTo>
                    <a:pt x="2852358" y="687480"/>
                  </a:lnTo>
                  <a:lnTo>
                    <a:pt x="2885525" y="682938"/>
                  </a:lnTo>
                  <a:lnTo>
                    <a:pt x="2918692" y="678494"/>
                  </a:lnTo>
                  <a:lnTo>
                    <a:pt x="2951859" y="674150"/>
                  </a:lnTo>
                  <a:lnTo>
                    <a:pt x="2985026" y="669395"/>
                  </a:lnTo>
                  <a:lnTo>
                    <a:pt x="3018193" y="664166"/>
                  </a:lnTo>
                  <a:lnTo>
                    <a:pt x="3051360" y="658508"/>
                  </a:lnTo>
                  <a:lnTo>
                    <a:pt x="3084527" y="652470"/>
                  </a:lnTo>
                  <a:lnTo>
                    <a:pt x="3117694" y="646114"/>
                  </a:lnTo>
                  <a:lnTo>
                    <a:pt x="3150861" y="639522"/>
                  </a:lnTo>
                  <a:lnTo>
                    <a:pt x="3184028" y="632792"/>
                  </a:lnTo>
                  <a:lnTo>
                    <a:pt x="3217195" y="626046"/>
                  </a:lnTo>
                  <a:lnTo>
                    <a:pt x="3250362" y="619424"/>
                  </a:lnTo>
                  <a:lnTo>
                    <a:pt x="3283529" y="613084"/>
                  </a:lnTo>
                  <a:lnTo>
                    <a:pt x="3316695" y="607194"/>
                  </a:lnTo>
                  <a:lnTo>
                    <a:pt x="3349862" y="601926"/>
                  </a:lnTo>
                  <a:lnTo>
                    <a:pt x="3383029" y="596808"/>
                  </a:lnTo>
                  <a:lnTo>
                    <a:pt x="3416196" y="591086"/>
                  </a:lnTo>
                  <a:lnTo>
                    <a:pt x="3449363" y="584840"/>
                  </a:lnTo>
                  <a:lnTo>
                    <a:pt x="3482530" y="578159"/>
                  </a:lnTo>
                  <a:lnTo>
                    <a:pt x="3515697" y="571147"/>
                  </a:lnTo>
                  <a:lnTo>
                    <a:pt x="3548864" y="563932"/>
                  </a:lnTo>
                  <a:lnTo>
                    <a:pt x="3582031" y="556670"/>
                  </a:lnTo>
                  <a:lnTo>
                    <a:pt x="3615198" y="549542"/>
                  </a:lnTo>
                  <a:lnTo>
                    <a:pt x="3648365" y="542756"/>
                  </a:lnTo>
                  <a:lnTo>
                    <a:pt x="3681532" y="536537"/>
                  </a:lnTo>
                  <a:lnTo>
                    <a:pt x="3714699" y="531120"/>
                  </a:lnTo>
                  <a:lnTo>
                    <a:pt x="3747866" y="526624"/>
                  </a:lnTo>
                  <a:lnTo>
                    <a:pt x="3781033" y="522282"/>
                  </a:lnTo>
                  <a:lnTo>
                    <a:pt x="3814200" y="517902"/>
                  </a:lnTo>
                  <a:lnTo>
                    <a:pt x="3847367" y="513481"/>
                  </a:lnTo>
                  <a:lnTo>
                    <a:pt x="3880534" y="509017"/>
                  </a:lnTo>
                  <a:lnTo>
                    <a:pt x="3913701" y="504519"/>
                  </a:lnTo>
                  <a:lnTo>
                    <a:pt x="3946868" y="500005"/>
                  </a:lnTo>
                  <a:lnTo>
                    <a:pt x="3980035" y="495504"/>
                  </a:lnTo>
                  <a:lnTo>
                    <a:pt x="4013202" y="491056"/>
                  </a:lnTo>
                  <a:lnTo>
                    <a:pt x="4046369" y="486713"/>
                  </a:lnTo>
                  <a:lnTo>
                    <a:pt x="4079536" y="482536"/>
                  </a:lnTo>
                  <a:lnTo>
                    <a:pt x="4112703" y="478594"/>
                  </a:lnTo>
                  <a:lnTo>
                    <a:pt x="4145869" y="474960"/>
                  </a:lnTo>
                  <a:lnTo>
                    <a:pt x="4179036" y="471710"/>
                  </a:lnTo>
                  <a:lnTo>
                    <a:pt x="4212203" y="468917"/>
                  </a:lnTo>
                  <a:lnTo>
                    <a:pt x="4245370" y="466491"/>
                  </a:lnTo>
                  <a:lnTo>
                    <a:pt x="4278537" y="464272"/>
                  </a:lnTo>
                  <a:lnTo>
                    <a:pt x="4311704" y="462231"/>
                  </a:lnTo>
                  <a:lnTo>
                    <a:pt x="4344871" y="460338"/>
                  </a:lnTo>
                  <a:lnTo>
                    <a:pt x="4378038" y="458566"/>
                  </a:lnTo>
                  <a:lnTo>
                    <a:pt x="4411205" y="456888"/>
                  </a:lnTo>
                  <a:lnTo>
                    <a:pt x="4444372" y="455279"/>
                  </a:lnTo>
                  <a:lnTo>
                    <a:pt x="4477539" y="453715"/>
                  </a:lnTo>
                  <a:lnTo>
                    <a:pt x="4510706" y="452176"/>
                  </a:lnTo>
                  <a:lnTo>
                    <a:pt x="4543873" y="450640"/>
                  </a:lnTo>
                  <a:lnTo>
                    <a:pt x="4577040" y="449091"/>
                  </a:lnTo>
                  <a:lnTo>
                    <a:pt x="4610207" y="447512"/>
                  </a:lnTo>
                  <a:lnTo>
                    <a:pt x="4643374" y="445888"/>
                  </a:lnTo>
                  <a:lnTo>
                    <a:pt x="4676541" y="444206"/>
                  </a:lnTo>
                  <a:lnTo>
                    <a:pt x="4709708" y="442453"/>
                  </a:lnTo>
                  <a:lnTo>
                    <a:pt x="4742875" y="440618"/>
                  </a:lnTo>
                  <a:lnTo>
                    <a:pt x="4776042" y="438690"/>
                  </a:lnTo>
                  <a:lnTo>
                    <a:pt x="4809209" y="436658"/>
                  </a:lnTo>
                  <a:lnTo>
                    <a:pt x="4842376" y="434511"/>
                  </a:lnTo>
                  <a:lnTo>
                    <a:pt x="4875543" y="432238"/>
                  </a:lnTo>
                  <a:lnTo>
                    <a:pt x="4908710" y="429825"/>
                  </a:lnTo>
                  <a:lnTo>
                    <a:pt x="4941876" y="427233"/>
                  </a:lnTo>
                  <a:lnTo>
                    <a:pt x="4975043" y="424438"/>
                  </a:lnTo>
                  <a:lnTo>
                    <a:pt x="5008210" y="421440"/>
                  </a:lnTo>
                  <a:lnTo>
                    <a:pt x="5041377" y="418240"/>
                  </a:lnTo>
                  <a:lnTo>
                    <a:pt x="5074544" y="414838"/>
                  </a:lnTo>
                  <a:lnTo>
                    <a:pt x="5107711" y="411233"/>
                  </a:lnTo>
                  <a:lnTo>
                    <a:pt x="5140878" y="407424"/>
                  </a:lnTo>
                  <a:lnTo>
                    <a:pt x="5174045" y="403408"/>
                  </a:lnTo>
                  <a:lnTo>
                    <a:pt x="5207212" y="399185"/>
                  </a:lnTo>
                  <a:lnTo>
                    <a:pt x="5240379" y="394752"/>
                  </a:lnTo>
                  <a:lnTo>
                    <a:pt x="5273546" y="390107"/>
                  </a:lnTo>
                  <a:lnTo>
                    <a:pt x="5306713" y="385246"/>
                  </a:lnTo>
                  <a:lnTo>
                    <a:pt x="5339880" y="380166"/>
                  </a:lnTo>
                  <a:lnTo>
                    <a:pt x="5373047" y="374865"/>
                  </a:lnTo>
                  <a:lnTo>
                    <a:pt x="5406214" y="369338"/>
                  </a:lnTo>
                  <a:lnTo>
                    <a:pt x="5439381" y="363583"/>
                  </a:lnTo>
                  <a:lnTo>
                    <a:pt x="5472548" y="357596"/>
                  </a:lnTo>
                  <a:lnTo>
                    <a:pt x="5505715" y="351373"/>
                  </a:lnTo>
                  <a:lnTo>
                    <a:pt x="5538882" y="344911"/>
                  </a:lnTo>
                  <a:lnTo>
                    <a:pt x="5572049" y="338206"/>
                  </a:lnTo>
                  <a:lnTo>
                    <a:pt x="5605216" y="331255"/>
                  </a:lnTo>
                  <a:lnTo>
                    <a:pt x="5638383" y="324055"/>
                  </a:lnTo>
                  <a:lnTo>
                    <a:pt x="5671550" y="316602"/>
                  </a:lnTo>
                  <a:lnTo>
                    <a:pt x="5704717" y="308893"/>
                  </a:lnTo>
                  <a:lnTo>
                    <a:pt x="5737884" y="300926"/>
                  </a:lnTo>
                  <a:lnTo>
                    <a:pt x="5771050" y="292698"/>
                  </a:lnTo>
                  <a:lnTo>
                    <a:pt x="5804217" y="284208"/>
                  </a:lnTo>
                  <a:lnTo>
                    <a:pt x="5837384" y="275452"/>
                  </a:lnTo>
                  <a:lnTo>
                    <a:pt x="5870551" y="266430"/>
                  </a:lnTo>
                  <a:lnTo>
                    <a:pt x="5903718" y="257140"/>
                  </a:lnTo>
                  <a:lnTo>
                    <a:pt x="5936885" y="247580"/>
                  </a:lnTo>
                  <a:lnTo>
                    <a:pt x="5970052" y="237751"/>
                  </a:lnTo>
                  <a:lnTo>
                    <a:pt x="6003219" y="227650"/>
                  </a:lnTo>
                  <a:lnTo>
                    <a:pt x="6036386" y="217278"/>
                  </a:lnTo>
                  <a:lnTo>
                    <a:pt x="6069553" y="206635"/>
                  </a:lnTo>
                  <a:lnTo>
                    <a:pt x="6102720" y="195720"/>
                  </a:lnTo>
                  <a:lnTo>
                    <a:pt x="6135887" y="184535"/>
                  </a:lnTo>
                  <a:lnTo>
                    <a:pt x="6169054" y="173078"/>
                  </a:lnTo>
                  <a:lnTo>
                    <a:pt x="6202221" y="161352"/>
                  </a:lnTo>
                  <a:lnTo>
                    <a:pt x="6235388" y="149357"/>
                  </a:lnTo>
                  <a:lnTo>
                    <a:pt x="6268555" y="137093"/>
                  </a:lnTo>
                  <a:lnTo>
                    <a:pt x="6301722" y="124563"/>
                  </a:lnTo>
                  <a:lnTo>
                    <a:pt x="6334889" y="111766"/>
                  </a:lnTo>
                  <a:lnTo>
                    <a:pt x="6368056" y="98705"/>
                  </a:lnTo>
                  <a:lnTo>
                    <a:pt x="6401223" y="85381"/>
                  </a:lnTo>
                  <a:lnTo>
                    <a:pt x="6434390" y="71796"/>
                  </a:lnTo>
                  <a:lnTo>
                    <a:pt x="6467557" y="57950"/>
                  </a:lnTo>
                  <a:lnTo>
                    <a:pt x="6500724" y="43846"/>
                  </a:lnTo>
                  <a:lnTo>
                    <a:pt x="6533891" y="29485"/>
                  </a:lnTo>
                  <a:lnTo>
                    <a:pt x="6567058" y="14869"/>
                  </a:lnTo>
                  <a:lnTo>
                    <a:pt x="66002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4764709"/>
              <a:ext cx="6600224" cy="454594"/>
            </a:xfrm>
            <a:custGeom>
              <a:avLst/>
              <a:pathLst>
                <a:path w="6600224" h="454594">
                  <a:moveTo>
                    <a:pt x="6600224" y="0"/>
                  </a:moveTo>
                  <a:lnTo>
                    <a:pt x="6567058" y="4143"/>
                  </a:lnTo>
                  <a:lnTo>
                    <a:pt x="6533891" y="8291"/>
                  </a:lnTo>
                  <a:lnTo>
                    <a:pt x="6500724" y="12443"/>
                  </a:lnTo>
                  <a:lnTo>
                    <a:pt x="6467557" y="16598"/>
                  </a:lnTo>
                  <a:lnTo>
                    <a:pt x="6434390" y="20756"/>
                  </a:lnTo>
                  <a:lnTo>
                    <a:pt x="6401223" y="24918"/>
                  </a:lnTo>
                  <a:lnTo>
                    <a:pt x="6368056" y="29081"/>
                  </a:lnTo>
                  <a:lnTo>
                    <a:pt x="6334889" y="33247"/>
                  </a:lnTo>
                  <a:lnTo>
                    <a:pt x="6301722" y="37413"/>
                  </a:lnTo>
                  <a:lnTo>
                    <a:pt x="6268555" y="41580"/>
                  </a:lnTo>
                  <a:lnTo>
                    <a:pt x="6235388" y="45746"/>
                  </a:lnTo>
                  <a:lnTo>
                    <a:pt x="6202221" y="49911"/>
                  </a:lnTo>
                  <a:lnTo>
                    <a:pt x="6169054" y="54074"/>
                  </a:lnTo>
                  <a:lnTo>
                    <a:pt x="6135887" y="58232"/>
                  </a:lnTo>
                  <a:lnTo>
                    <a:pt x="6102720" y="62386"/>
                  </a:lnTo>
                  <a:lnTo>
                    <a:pt x="6069553" y="66532"/>
                  </a:lnTo>
                  <a:lnTo>
                    <a:pt x="6036386" y="70671"/>
                  </a:lnTo>
                  <a:lnTo>
                    <a:pt x="6003219" y="74798"/>
                  </a:lnTo>
                  <a:lnTo>
                    <a:pt x="5970052" y="78913"/>
                  </a:lnTo>
                  <a:lnTo>
                    <a:pt x="5936885" y="83013"/>
                  </a:lnTo>
                  <a:lnTo>
                    <a:pt x="5903718" y="87095"/>
                  </a:lnTo>
                  <a:lnTo>
                    <a:pt x="5870551" y="91156"/>
                  </a:lnTo>
                  <a:lnTo>
                    <a:pt x="5837384" y="95194"/>
                  </a:lnTo>
                  <a:lnTo>
                    <a:pt x="5804217" y="99203"/>
                  </a:lnTo>
                  <a:lnTo>
                    <a:pt x="5771050" y="103181"/>
                  </a:lnTo>
                  <a:lnTo>
                    <a:pt x="5737884" y="107124"/>
                  </a:lnTo>
                  <a:lnTo>
                    <a:pt x="5704717" y="111027"/>
                  </a:lnTo>
                  <a:lnTo>
                    <a:pt x="5671550" y="114886"/>
                  </a:lnTo>
                  <a:lnTo>
                    <a:pt x="5638383" y="118696"/>
                  </a:lnTo>
                  <a:lnTo>
                    <a:pt x="5605216" y="122452"/>
                  </a:lnTo>
                  <a:lnTo>
                    <a:pt x="5572049" y="126149"/>
                  </a:lnTo>
                  <a:lnTo>
                    <a:pt x="5538882" y="129781"/>
                  </a:lnTo>
                  <a:lnTo>
                    <a:pt x="5505715" y="133343"/>
                  </a:lnTo>
                  <a:lnTo>
                    <a:pt x="5472548" y="136830"/>
                  </a:lnTo>
                  <a:lnTo>
                    <a:pt x="5439381" y="140236"/>
                  </a:lnTo>
                  <a:lnTo>
                    <a:pt x="5406214" y="143555"/>
                  </a:lnTo>
                  <a:lnTo>
                    <a:pt x="5373047" y="146782"/>
                  </a:lnTo>
                  <a:lnTo>
                    <a:pt x="5339880" y="149911"/>
                  </a:lnTo>
                  <a:lnTo>
                    <a:pt x="5306713" y="152936"/>
                  </a:lnTo>
                  <a:lnTo>
                    <a:pt x="5273546" y="155853"/>
                  </a:lnTo>
                  <a:lnTo>
                    <a:pt x="5240379" y="158656"/>
                  </a:lnTo>
                  <a:lnTo>
                    <a:pt x="5207212" y="161341"/>
                  </a:lnTo>
                  <a:lnTo>
                    <a:pt x="5174045" y="163902"/>
                  </a:lnTo>
                  <a:lnTo>
                    <a:pt x="5140878" y="166336"/>
                  </a:lnTo>
                  <a:lnTo>
                    <a:pt x="5107711" y="168639"/>
                  </a:lnTo>
                  <a:lnTo>
                    <a:pt x="5074544" y="170806"/>
                  </a:lnTo>
                  <a:lnTo>
                    <a:pt x="5041377" y="172835"/>
                  </a:lnTo>
                  <a:lnTo>
                    <a:pt x="5008210" y="174723"/>
                  </a:lnTo>
                  <a:lnTo>
                    <a:pt x="4975043" y="176467"/>
                  </a:lnTo>
                  <a:lnTo>
                    <a:pt x="4941876" y="178066"/>
                  </a:lnTo>
                  <a:lnTo>
                    <a:pt x="4908710" y="179518"/>
                  </a:lnTo>
                  <a:lnTo>
                    <a:pt x="4875543" y="180807"/>
                  </a:lnTo>
                  <a:lnTo>
                    <a:pt x="4842376" y="181928"/>
                  </a:lnTo>
                  <a:lnTo>
                    <a:pt x="4809209" y="182903"/>
                  </a:lnTo>
                  <a:lnTo>
                    <a:pt x="4776042" y="183759"/>
                  </a:lnTo>
                  <a:lnTo>
                    <a:pt x="4742875" y="184521"/>
                  </a:lnTo>
                  <a:lnTo>
                    <a:pt x="4709708" y="185217"/>
                  </a:lnTo>
                  <a:lnTo>
                    <a:pt x="4676541" y="185872"/>
                  </a:lnTo>
                  <a:lnTo>
                    <a:pt x="4643374" y="186512"/>
                  </a:lnTo>
                  <a:lnTo>
                    <a:pt x="4610207" y="187161"/>
                  </a:lnTo>
                  <a:lnTo>
                    <a:pt x="4577040" y="187844"/>
                  </a:lnTo>
                  <a:lnTo>
                    <a:pt x="4543873" y="188581"/>
                  </a:lnTo>
                  <a:lnTo>
                    <a:pt x="4510706" y="189396"/>
                  </a:lnTo>
                  <a:lnTo>
                    <a:pt x="4477539" y="190305"/>
                  </a:lnTo>
                  <a:lnTo>
                    <a:pt x="4444372" y="191327"/>
                  </a:lnTo>
                  <a:lnTo>
                    <a:pt x="4411205" y="192478"/>
                  </a:lnTo>
                  <a:lnTo>
                    <a:pt x="4378038" y="193770"/>
                  </a:lnTo>
                  <a:lnTo>
                    <a:pt x="4344871" y="195217"/>
                  </a:lnTo>
                  <a:lnTo>
                    <a:pt x="4311704" y="196828"/>
                  </a:lnTo>
                  <a:lnTo>
                    <a:pt x="4278537" y="198613"/>
                  </a:lnTo>
                  <a:lnTo>
                    <a:pt x="4245370" y="200580"/>
                  </a:lnTo>
                  <a:lnTo>
                    <a:pt x="4212203" y="202735"/>
                  </a:lnTo>
                  <a:lnTo>
                    <a:pt x="4179036" y="205101"/>
                  </a:lnTo>
                  <a:lnTo>
                    <a:pt x="4145869" y="207696"/>
                  </a:lnTo>
                  <a:lnTo>
                    <a:pt x="4112703" y="210524"/>
                  </a:lnTo>
                  <a:lnTo>
                    <a:pt x="4079536" y="213591"/>
                  </a:lnTo>
                  <a:lnTo>
                    <a:pt x="4046369" y="216902"/>
                  </a:lnTo>
                  <a:lnTo>
                    <a:pt x="4013202" y="220456"/>
                  </a:lnTo>
                  <a:lnTo>
                    <a:pt x="3980035" y="224245"/>
                  </a:lnTo>
                  <a:lnTo>
                    <a:pt x="3946868" y="228252"/>
                  </a:lnTo>
                  <a:lnTo>
                    <a:pt x="3913701" y="232448"/>
                  </a:lnTo>
                  <a:lnTo>
                    <a:pt x="3880534" y="236792"/>
                  </a:lnTo>
                  <a:lnTo>
                    <a:pt x="3847367" y="241233"/>
                  </a:lnTo>
                  <a:lnTo>
                    <a:pt x="3814200" y="245711"/>
                  </a:lnTo>
                  <a:lnTo>
                    <a:pt x="3781033" y="250155"/>
                  </a:lnTo>
                  <a:lnTo>
                    <a:pt x="3747866" y="254492"/>
                  </a:lnTo>
                  <a:lnTo>
                    <a:pt x="3714699" y="258792"/>
                  </a:lnTo>
                  <a:lnTo>
                    <a:pt x="3681532" y="263655"/>
                  </a:lnTo>
                  <a:lnTo>
                    <a:pt x="3648365" y="269098"/>
                  </a:lnTo>
                  <a:lnTo>
                    <a:pt x="3615198" y="275049"/>
                  </a:lnTo>
                  <a:lnTo>
                    <a:pt x="3582031" y="281426"/>
                  </a:lnTo>
                  <a:lnTo>
                    <a:pt x="3548864" y="288130"/>
                  </a:lnTo>
                  <a:lnTo>
                    <a:pt x="3515697" y="295037"/>
                  </a:lnTo>
                  <a:lnTo>
                    <a:pt x="3482530" y="301997"/>
                  </a:lnTo>
                  <a:lnTo>
                    <a:pt x="3449363" y="308831"/>
                  </a:lnTo>
                  <a:lnTo>
                    <a:pt x="3416196" y="315337"/>
                  </a:lnTo>
                  <a:lnTo>
                    <a:pt x="3383029" y="321298"/>
                  </a:lnTo>
                  <a:lnTo>
                    <a:pt x="3349862" y="326495"/>
                  </a:lnTo>
                  <a:lnTo>
                    <a:pt x="3316695" y="331561"/>
                  </a:lnTo>
                  <a:lnTo>
                    <a:pt x="3283529" y="337035"/>
                  </a:lnTo>
                  <a:lnTo>
                    <a:pt x="3250362" y="342872"/>
                  </a:lnTo>
                  <a:lnTo>
                    <a:pt x="3217195" y="349027"/>
                  </a:lnTo>
                  <a:lnTo>
                    <a:pt x="3184028" y="355440"/>
                  </a:lnTo>
                  <a:lnTo>
                    <a:pt x="3150861" y="362038"/>
                  </a:lnTo>
                  <a:lnTo>
                    <a:pt x="3117694" y="368728"/>
                  </a:lnTo>
                  <a:lnTo>
                    <a:pt x="3084527" y="375393"/>
                  </a:lnTo>
                  <a:lnTo>
                    <a:pt x="3051360" y="381899"/>
                  </a:lnTo>
                  <a:lnTo>
                    <a:pt x="3018193" y="388093"/>
                  </a:lnTo>
                  <a:lnTo>
                    <a:pt x="2985026" y="393811"/>
                  </a:lnTo>
                  <a:lnTo>
                    <a:pt x="2951859" y="398882"/>
                  </a:lnTo>
                  <a:lnTo>
                    <a:pt x="2918692" y="403271"/>
                  </a:lnTo>
                  <a:lnTo>
                    <a:pt x="2885525" y="407580"/>
                  </a:lnTo>
                  <a:lnTo>
                    <a:pt x="2852358" y="411914"/>
                  </a:lnTo>
                  <a:lnTo>
                    <a:pt x="2819191" y="416281"/>
                  </a:lnTo>
                  <a:lnTo>
                    <a:pt x="2786024" y="420683"/>
                  </a:lnTo>
                  <a:lnTo>
                    <a:pt x="2752857" y="425111"/>
                  </a:lnTo>
                  <a:lnTo>
                    <a:pt x="2719690" y="429544"/>
                  </a:lnTo>
                  <a:lnTo>
                    <a:pt x="2686523" y="433944"/>
                  </a:lnTo>
                  <a:lnTo>
                    <a:pt x="2653356" y="438261"/>
                  </a:lnTo>
                  <a:lnTo>
                    <a:pt x="2620189" y="442433"/>
                  </a:lnTo>
                  <a:lnTo>
                    <a:pt x="2587022" y="446389"/>
                  </a:lnTo>
                  <a:lnTo>
                    <a:pt x="2553855" y="450050"/>
                  </a:lnTo>
                  <a:lnTo>
                    <a:pt x="2520688" y="453340"/>
                  </a:lnTo>
                  <a:lnTo>
                    <a:pt x="2487521" y="454594"/>
                  </a:lnTo>
                  <a:lnTo>
                    <a:pt x="2454355" y="454594"/>
                  </a:lnTo>
                  <a:lnTo>
                    <a:pt x="2421188" y="454594"/>
                  </a:lnTo>
                  <a:lnTo>
                    <a:pt x="2388021" y="454594"/>
                  </a:lnTo>
                  <a:lnTo>
                    <a:pt x="2354854" y="454594"/>
                  </a:lnTo>
                  <a:lnTo>
                    <a:pt x="2321687" y="454594"/>
                  </a:lnTo>
                  <a:lnTo>
                    <a:pt x="2288520" y="454594"/>
                  </a:lnTo>
                  <a:lnTo>
                    <a:pt x="2255353" y="454594"/>
                  </a:lnTo>
                  <a:lnTo>
                    <a:pt x="2222186" y="454594"/>
                  </a:lnTo>
                  <a:lnTo>
                    <a:pt x="2189019" y="454594"/>
                  </a:lnTo>
                  <a:lnTo>
                    <a:pt x="2155852" y="454594"/>
                  </a:lnTo>
                  <a:lnTo>
                    <a:pt x="2122685" y="454594"/>
                  </a:lnTo>
                  <a:lnTo>
                    <a:pt x="2089518" y="454594"/>
                  </a:lnTo>
                  <a:lnTo>
                    <a:pt x="2056351" y="454594"/>
                  </a:lnTo>
                  <a:lnTo>
                    <a:pt x="2023184" y="454594"/>
                  </a:lnTo>
                  <a:lnTo>
                    <a:pt x="1990017" y="454594"/>
                  </a:lnTo>
                  <a:lnTo>
                    <a:pt x="1956850" y="454594"/>
                  </a:lnTo>
                  <a:lnTo>
                    <a:pt x="1923683" y="454594"/>
                  </a:lnTo>
                  <a:lnTo>
                    <a:pt x="1890516" y="454594"/>
                  </a:lnTo>
                  <a:lnTo>
                    <a:pt x="1857349" y="454594"/>
                  </a:lnTo>
                  <a:lnTo>
                    <a:pt x="1824182" y="454594"/>
                  </a:lnTo>
                  <a:lnTo>
                    <a:pt x="1791015" y="454594"/>
                  </a:lnTo>
                  <a:lnTo>
                    <a:pt x="1757848" y="454594"/>
                  </a:lnTo>
                  <a:lnTo>
                    <a:pt x="1724681" y="454594"/>
                  </a:lnTo>
                  <a:lnTo>
                    <a:pt x="1691514" y="454594"/>
                  </a:lnTo>
                  <a:lnTo>
                    <a:pt x="1658347" y="454594"/>
                  </a:lnTo>
                  <a:lnTo>
                    <a:pt x="1625181" y="454594"/>
                  </a:lnTo>
                  <a:lnTo>
                    <a:pt x="1592014" y="454594"/>
                  </a:lnTo>
                  <a:lnTo>
                    <a:pt x="1558847" y="454594"/>
                  </a:lnTo>
                  <a:lnTo>
                    <a:pt x="1525680" y="454594"/>
                  </a:lnTo>
                  <a:lnTo>
                    <a:pt x="1492513" y="454594"/>
                  </a:lnTo>
                  <a:lnTo>
                    <a:pt x="1459346" y="454594"/>
                  </a:lnTo>
                  <a:lnTo>
                    <a:pt x="1426179" y="454594"/>
                  </a:lnTo>
                  <a:lnTo>
                    <a:pt x="1393012" y="454594"/>
                  </a:lnTo>
                  <a:lnTo>
                    <a:pt x="1359845" y="454594"/>
                  </a:lnTo>
                  <a:lnTo>
                    <a:pt x="1326678" y="454594"/>
                  </a:lnTo>
                  <a:lnTo>
                    <a:pt x="1293511" y="454594"/>
                  </a:lnTo>
                  <a:lnTo>
                    <a:pt x="1260344" y="454594"/>
                  </a:lnTo>
                  <a:lnTo>
                    <a:pt x="1227177" y="454594"/>
                  </a:lnTo>
                  <a:lnTo>
                    <a:pt x="1194010" y="454594"/>
                  </a:lnTo>
                  <a:lnTo>
                    <a:pt x="1160843" y="454594"/>
                  </a:lnTo>
                  <a:lnTo>
                    <a:pt x="1127676" y="454594"/>
                  </a:lnTo>
                  <a:lnTo>
                    <a:pt x="1094509" y="454594"/>
                  </a:lnTo>
                  <a:lnTo>
                    <a:pt x="1061342" y="454594"/>
                  </a:lnTo>
                  <a:lnTo>
                    <a:pt x="1028175" y="454594"/>
                  </a:lnTo>
                  <a:lnTo>
                    <a:pt x="995008" y="454594"/>
                  </a:lnTo>
                  <a:lnTo>
                    <a:pt x="961841" y="454594"/>
                  </a:lnTo>
                  <a:lnTo>
                    <a:pt x="928674" y="454594"/>
                  </a:lnTo>
                  <a:lnTo>
                    <a:pt x="895507" y="454594"/>
                  </a:lnTo>
                  <a:lnTo>
                    <a:pt x="862340" y="454594"/>
                  </a:lnTo>
                  <a:lnTo>
                    <a:pt x="829173" y="454594"/>
                  </a:lnTo>
                  <a:lnTo>
                    <a:pt x="796007" y="454594"/>
                  </a:lnTo>
                  <a:lnTo>
                    <a:pt x="762840" y="454594"/>
                  </a:lnTo>
                  <a:lnTo>
                    <a:pt x="729673" y="454594"/>
                  </a:lnTo>
                  <a:lnTo>
                    <a:pt x="696506" y="454594"/>
                  </a:lnTo>
                  <a:lnTo>
                    <a:pt x="663339" y="454594"/>
                  </a:lnTo>
                  <a:lnTo>
                    <a:pt x="630172" y="454594"/>
                  </a:lnTo>
                  <a:lnTo>
                    <a:pt x="597005" y="454594"/>
                  </a:lnTo>
                  <a:lnTo>
                    <a:pt x="563838" y="454594"/>
                  </a:lnTo>
                  <a:lnTo>
                    <a:pt x="530671" y="454594"/>
                  </a:lnTo>
                  <a:lnTo>
                    <a:pt x="497504" y="454594"/>
                  </a:lnTo>
                  <a:lnTo>
                    <a:pt x="464337" y="454594"/>
                  </a:lnTo>
                  <a:lnTo>
                    <a:pt x="431170" y="454594"/>
                  </a:lnTo>
                  <a:lnTo>
                    <a:pt x="398003" y="454594"/>
                  </a:lnTo>
                  <a:lnTo>
                    <a:pt x="364836" y="454594"/>
                  </a:lnTo>
                  <a:lnTo>
                    <a:pt x="331669" y="454594"/>
                  </a:lnTo>
                  <a:lnTo>
                    <a:pt x="298502" y="454594"/>
                  </a:lnTo>
                  <a:lnTo>
                    <a:pt x="265335" y="454594"/>
                  </a:lnTo>
                  <a:lnTo>
                    <a:pt x="232168" y="454594"/>
                  </a:lnTo>
                  <a:lnTo>
                    <a:pt x="199001" y="454594"/>
                  </a:lnTo>
                  <a:lnTo>
                    <a:pt x="165834" y="454594"/>
                  </a:lnTo>
                  <a:lnTo>
                    <a:pt x="132667" y="454594"/>
                  </a:lnTo>
                  <a:lnTo>
                    <a:pt x="99500" y="454594"/>
                  </a:lnTo>
                  <a:lnTo>
                    <a:pt x="66333" y="454594"/>
                  </a:lnTo>
                  <a:lnTo>
                    <a:pt x="33166" y="454594"/>
                  </a:lnTo>
                  <a:lnTo>
                    <a:pt x="0" y="454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4556980"/>
              <a:ext cx="6600224" cy="636690"/>
            </a:xfrm>
            <a:custGeom>
              <a:avLst/>
              <a:pathLst>
                <a:path w="6600224" h="636690">
                  <a:moveTo>
                    <a:pt x="0" y="560888"/>
                  </a:moveTo>
                  <a:lnTo>
                    <a:pt x="33166" y="564462"/>
                  </a:lnTo>
                  <a:lnTo>
                    <a:pt x="66333" y="567946"/>
                  </a:lnTo>
                  <a:lnTo>
                    <a:pt x="99500" y="571341"/>
                  </a:lnTo>
                  <a:lnTo>
                    <a:pt x="132667" y="574647"/>
                  </a:lnTo>
                  <a:lnTo>
                    <a:pt x="165834" y="577865"/>
                  </a:lnTo>
                  <a:lnTo>
                    <a:pt x="199001" y="580995"/>
                  </a:lnTo>
                  <a:lnTo>
                    <a:pt x="232168" y="584037"/>
                  </a:lnTo>
                  <a:lnTo>
                    <a:pt x="265335" y="586990"/>
                  </a:lnTo>
                  <a:lnTo>
                    <a:pt x="298502" y="589857"/>
                  </a:lnTo>
                  <a:lnTo>
                    <a:pt x="331669" y="592635"/>
                  </a:lnTo>
                  <a:lnTo>
                    <a:pt x="364836" y="595327"/>
                  </a:lnTo>
                  <a:lnTo>
                    <a:pt x="398003" y="597931"/>
                  </a:lnTo>
                  <a:lnTo>
                    <a:pt x="431170" y="600449"/>
                  </a:lnTo>
                  <a:lnTo>
                    <a:pt x="464337" y="602880"/>
                  </a:lnTo>
                  <a:lnTo>
                    <a:pt x="497504" y="605225"/>
                  </a:lnTo>
                  <a:lnTo>
                    <a:pt x="530671" y="607484"/>
                  </a:lnTo>
                  <a:lnTo>
                    <a:pt x="563838" y="609656"/>
                  </a:lnTo>
                  <a:lnTo>
                    <a:pt x="597005" y="611743"/>
                  </a:lnTo>
                  <a:lnTo>
                    <a:pt x="630172" y="613745"/>
                  </a:lnTo>
                  <a:lnTo>
                    <a:pt x="663339" y="615661"/>
                  </a:lnTo>
                  <a:lnTo>
                    <a:pt x="696506" y="617492"/>
                  </a:lnTo>
                  <a:lnTo>
                    <a:pt x="729673" y="619239"/>
                  </a:lnTo>
                  <a:lnTo>
                    <a:pt x="762840" y="620901"/>
                  </a:lnTo>
                  <a:lnTo>
                    <a:pt x="796007" y="622478"/>
                  </a:lnTo>
                  <a:lnTo>
                    <a:pt x="829173" y="623971"/>
                  </a:lnTo>
                  <a:lnTo>
                    <a:pt x="862340" y="625380"/>
                  </a:lnTo>
                  <a:lnTo>
                    <a:pt x="895507" y="626705"/>
                  </a:lnTo>
                  <a:lnTo>
                    <a:pt x="928674" y="627947"/>
                  </a:lnTo>
                  <a:lnTo>
                    <a:pt x="961841" y="629105"/>
                  </a:lnTo>
                  <a:lnTo>
                    <a:pt x="995008" y="630181"/>
                  </a:lnTo>
                  <a:lnTo>
                    <a:pt x="1028175" y="631173"/>
                  </a:lnTo>
                  <a:lnTo>
                    <a:pt x="1061342" y="632082"/>
                  </a:lnTo>
                  <a:lnTo>
                    <a:pt x="1094509" y="632910"/>
                  </a:lnTo>
                  <a:lnTo>
                    <a:pt x="1127676" y="633654"/>
                  </a:lnTo>
                  <a:lnTo>
                    <a:pt x="1160843" y="634317"/>
                  </a:lnTo>
                  <a:lnTo>
                    <a:pt x="1194010" y="634898"/>
                  </a:lnTo>
                  <a:lnTo>
                    <a:pt x="1227177" y="635397"/>
                  </a:lnTo>
                  <a:lnTo>
                    <a:pt x="1260344" y="635815"/>
                  </a:lnTo>
                  <a:lnTo>
                    <a:pt x="1293511" y="636151"/>
                  </a:lnTo>
                  <a:lnTo>
                    <a:pt x="1326678" y="636407"/>
                  </a:lnTo>
                  <a:lnTo>
                    <a:pt x="1359845" y="636582"/>
                  </a:lnTo>
                  <a:lnTo>
                    <a:pt x="1393012" y="636676"/>
                  </a:lnTo>
                  <a:lnTo>
                    <a:pt x="1426179" y="636690"/>
                  </a:lnTo>
                  <a:lnTo>
                    <a:pt x="1459346" y="636624"/>
                  </a:lnTo>
                  <a:lnTo>
                    <a:pt x="1492513" y="636477"/>
                  </a:lnTo>
                  <a:lnTo>
                    <a:pt x="1525680" y="636251"/>
                  </a:lnTo>
                  <a:lnTo>
                    <a:pt x="1558847" y="635946"/>
                  </a:lnTo>
                  <a:lnTo>
                    <a:pt x="1592014" y="635561"/>
                  </a:lnTo>
                  <a:lnTo>
                    <a:pt x="1625181" y="635097"/>
                  </a:lnTo>
                  <a:lnTo>
                    <a:pt x="1658347" y="634555"/>
                  </a:lnTo>
                  <a:lnTo>
                    <a:pt x="1691514" y="633933"/>
                  </a:lnTo>
                  <a:lnTo>
                    <a:pt x="1724681" y="633233"/>
                  </a:lnTo>
                  <a:lnTo>
                    <a:pt x="1757848" y="632456"/>
                  </a:lnTo>
                  <a:lnTo>
                    <a:pt x="1791015" y="631599"/>
                  </a:lnTo>
                  <a:lnTo>
                    <a:pt x="1824182" y="630666"/>
                  </a:lnTo>
                  <a:lnTo>
                    <a:pt x="1857349" y="629654"/>
                  </a:lnTo>
                  <a:lnTo>
                    <a:pt x="1890516" y="628566"/>
                  </a:lnTo>
                  <a:lnTo>
                    <a:pt x="1923683" y="627396"/>
                  </a:lnTo>
                  <a:lnTo>
                    <a:pt x="1956850" y="626126"/>
                  </a:lnTo>
                  <a:lnTo>
                    <a:pt x="1990017" y="624754"/>
                  </a:lnTo>
                  <a:lnTo>
                    <a:pt x="2023184" y="623281"/>
                  </a:lnTo>
                  <a:lnTo>
                    <a:pt x="2056351" y="621709"/>
                  </a:lnTo>
                  <a:lnTo>
                    <a:pt x="2089518" y="620037"/>
                  </a:lnTo>
                  <a:lnTo>
                    <a:pt x="2122685" y="618267"/>
                  </a:lnTo>
                  <a:lnTo>
                    <a:pt x="2155852" y="616399"/>
                  </a:lnTo>
                  <a:lnTo>
                    <a:pt x="2189019" y="614435"/>
                  </a:lnTo>
                  <a:lnTo>
                    <a:pt x="2222186" y="612375"/>
                  </a:lnTo>
                  <a:lnTo>
                    <a:pt x="2255353" y="610220"/>
                  </a:lnTo>
                  <a:lnTo>
                    <a:pt x="2288520" y="607971"/>
                  </a:lnTo>
                  <a:lnTo>
                    <a:pt x="2321687" y="605628"/>
                  </a:lnTo>
                  <a:lnTo>
                    <a:pt x="2354854" y="603194"/>
                  </a:lnTo>
                  <a:lnTo>
                    <a:pt x="2388021" y="600667"/>
                  </a:lnTo>
                  <a:lnTo>
                    <a:pt x="2421188" y="598050"/>
                  </a:lnTo>
                  <a:lnTo>
                    <a:pt x="2454355" y="595343"/>
                  </a:lnTo>
                  <a:lnTo>
                    <a:pt x="2487521" y="592547"/>
                  </a:lnTo>
                  <a:lnTo>
                    <a:pt x="2520688" y="589663"/>
                  </a:lnTo>
                  <a:lnTo>
                    <a:pt x="2553855" y="586559"/>
                  </a:lnTo>
                  <a:lnTo>
                    <a:pt x="2587022" y="583163"/>
                  </a:lnTo>
                  <a:lnTo>
                    <a:pt x="2620189" y="579509"/>
                  </a:lnTo>
                  <a:lnTo>
                    <a:pt x="2653356" y="575633"/>
                  </a:lnTo>
                  <a:lnTo>
                    <a:pt x="2686523" y="571570"/>
                  </a:lnTo>
                  <a:lnTo>
                    <a:pt x="2719690" y="567356"/>
                  </a:lnTo>
                  <a:lnTo>
                    <a:pt x="2752857" y="563026"/>
                  </a:lnTo>
                  <a:lnTo>
                    <a:pt x="2786024" y="558616"/>
                  </a:lnTo>
                  <a:lnTo>
                    <a:pt x="2819191" y="554161"/>
                  </a:lnTo>
                  <a:lnTo>
                    <a:pt x="2852358" y="549697"/>
                  </a:lnTo>
                  <a:lnTo>
                    <a:pt x="2885525" y="545259"/>
                  </a:lnTo>
                  <a:lnTo>
                    <a:pt x="2918692" y="540883"/>
                  </a:lnTo>
                  <a:lnTo>
                    <a:pt x="2951859" y="536516"/>
                  </a:lnTo>
                  <a:lnTo>
                    <a:pt x="2985026" y="531603"/>
                  </a:lnTo>
                  <a:lnTo>
                    <a:pt x="3018193" y="526130"/>
                  </a:lnTo>
                  <a:lnTo>
                    <a:pt x="3051360" y="520203"/>
                  </a:lnTo>
                  <a:lnTo>
                    <a:pt x="3084527" y="513931"/>
                  </a:lnTo>
                  <a:lnTo>
                    <a:pt x="3117694" y="507421"/>
                  </a:lnTo>
                  <a:lnTo>
                    <a:pt x="3150861" y="500780"/>
                  </a:lnTo>
                  <a:lnTo>
                    <a:pt x="3184028" y="494116"/>
                  </a:lnTo>
                  <a:lnTo>
                    <a:pt x="3217195" y="487536"/>
                  </a:lnTo>
                  <a:lnTo>
                    <a:pt x="3250362" y="481148"/>
                  </a:lnTo>
                  <a:lnTo>
                    <a:pt x="3283529" y="475060"/>
                  </a:lnTo>
                  <a:lnTo>
                    <a:pt x="3316695" y="469378"/>
                  </a:lnTo>
                  <a:lnTo>
                    <a:pt x="3349862" y="464211"/>
                  </a:lnTo>
                  <a:lnTo>
                    <a:pt x="3383029" y="459053"/>
                  </a:lnTo>
                  <a:lnTo>
                    <a:pt x="3416196" y="453211"/>
                  </a:lnTo>
                  <a:lnTo>
                    <a:pt x="3449363" y="446836"/>
                  </a:lnTo>
                  <a:lnTo>
                    <a:pt x="3482530" y="440078"/>
                  </a:lnTo>
                  <a:lnTo>
                    <a:pt x="3515697" y="433092"/>
                  </a:lnTo>
                  <a:lnTo>
                    <a:pt x="3548864" y="426031"/>
                  </a:lnTo>
                  <a:lnTo>
                    <a:pt x="3582031" y="419048"/>
                  </a:lnTo>
                  <a:lnTo>
                    <a:pt x="3615198" y="412295"/>
                  </a:lnTo>
                  <a:lnTo>
                    <a:pt x="3648365" y="405927"/>
                  </a:lnTo>
                  <a:lnTo>
                    <a:pt x="3681532" y="400096"/>
                  </a:lnTo>
                  <a:lnTo>
                    <a:pt x="3714699" y="394956"/>
                  </a:lnTo>
                  <a:lnTo>
                    <a:pt x="3747866" y="390558"/>
                  </a:lnTo>
                  <a:lnTo>
                    <a:pt x="3781033" y="386219"/>
                  </a:lnTo>
                  <a:lnTo>
                    <a:pt x="3814200" y="381807"/>
                  </a:lnTo>
                  <a:lnTo>
                    <a:pt x="3847367" y="377357"/>
                  </a:lnTo>
                  <a:lnTo>
                    <a:pt x="3880534" y="372904"/>
                  </a:lnTo>
                  <a:lnTo>
                    <a:pt x="3913701" y="368483"/>
                  </a:lnTo>
                  <a:lnTo>
                    <a:pt x="3946868" y="364129"/>
                  </a:lnTo>
                  <a:lnTo>
                    <a:pt x="3980035" y="359875"/>
                  </a:lnTo>
                  <a:lnTo>
                    <a:pt x="4013202" y="355756"/>
                  </a:lnTo>
                  <a:lnTo>
                    <a:pt x="4046369" y="351807"/>
                  </a:lnTo>
                  <a:lnTo>
                    <a:pt x="4079536" y="348064"/>
                  </a:lnTo>
                  <a:lnTo>
                    <a:pt x="4112703" y="344559"/>
                  </a:lnTo>
                  <a:lnTo>
                    <a:pt x="4145869" y="341328"/>
                  </a:lnTo>
                  <a:lnTo>
                    <a:pt x="4179036" y="338405"/>
                  </a:lnTo>
                  <a:lnTo>
                    <a:pt x="4212203" y="335826"/>
                  </a:lnTo>
                  <a:lnTo>
                    <a:pt x="4245370" y="333535"/>
                  </a:lnTo>
                  <a:lnTo>
                    <a:pt x="4278537" y="331443"/>
                  </a:lnTo>
                  <a:lnTo>
                    <a:pt x="4311704" y="329530"/>
                  </a:lnTo>
                  <a:lnTo>
                    <a:pt x="4344871" y="327778"/>
                  </a:lnTo>
                  <a:lnTo>
                    <a:pt x="4378038" y="326168"/>
                  </a:lnTo>
                  <a:lnTo>
                    <a:pt x="4411205" y="324683"/>
                  </a:lnTo>
                  <a:lnTo>
                    <a:pt x="4444372" y="323303"/>
                  </a:lnTo>
                  <a:lnTo>
                    <a:pt x="4477539" y="322010"/>
                  </a:lnTo>
                  <a:lnTo>
                    <a:pt x="4510706" y="320786"/>
                  </a:lnTo>
                  <a:lnTo>
                    <a:pt x="4543873" y="319611"/>
                  </a:lnTo>
                  <a:lnTo>
                    <a:pt x="4577040" y="318467"/>
                  </a:lnTo>
                  <a:lnTo>
                    <a:pt x="4610207" y="317337"/>
                  </a:lnTo>
                  <a:lnTo>
                    <a:pt x="4643374" y="316200"/>
                  </a:lnTo>
                  <a:lnTo>
                    <a:pt x="4676541" y="315039"/>
                  </a:lnTo>
                  <a:lnTo>
                    <a:pt x="4709708" y="313835"/>
                  </a:lnTo>
                  <a:lnTo>
                    <a:pt x="4742875" y="312570"/>
                  </a:lnTo>
                  <a:lnTo>
                    <a:pt x="4776042" y="311224"/>
                  </a:lnTo>
                  <a:lnTo>
                    <a:pt x="4809209" y="309780"/>
                  </a:lnTo>
                  <a:lnTo>
                    <a:pt x="4842376" y="308219"/>
                  </a:lnTo>
                  <a:lnTo>
                    <a:pt x="4875543" y="306523"/>
                  </a:lnTo>
                  <a:lnTo>
                    <a:pt x="4908710" y="304672"/>
                  </a:lnTo>
                  <a:lnTo>
                    <a:pt x="4941876" y="302649"/>
                  </a:lnTo>
                  <a:lnTo>
                    <a:pt x="4975043" y="300452"/>
                  </a:lnTo>
                  <a:lnTo>
                    <a:pt x="5008210" y="298081"/>
                  </a:lnTo>
                  <a:lnTo>
                    <a:pt x="5041377" y="295538"/>
                  </a:lnTo>
                  <a:lnTo>
                    <a:pt x="5074544" y="292822"/>
                  </a:lnTo>
                  <a:lnTo>
                    <a:pt x="5107711" y="289936"/>
                  </a:lnTo>
                  <a:lnTo>
                    <a:pt x="5140878" y="286880"/>
                  </a:lnTo>
                  <a:lnTo>
                    <a:pt x="5174045" y="283655"/>
                  </a:lnTo>
                  <a:lnTo>
                    <a:pt x="5207212" y="280263"/>
                  </a:lnTo>
                  <a:lnTo>
                    <a:pt x="5240379" y="276704"/>
                  </a:lnTo>
                  <a:lnTo>
                    <a:pt x="5273546" y="272980"/>
                  </a:lnTo>
                  <a:lnTo>
                    <a:pt x="5306713" y="269091"/>
                  </a:lnTo>
                  <a:lnTo>
                    <a:pt x="5339880" y="265038"/>
                  </a:lnTo>
                  <a:lnTo>
                    <a:pt x="5373047" y="260823"/>
                  </a:lnTo>
                  <a:lnTo>
                    <a:pt x="5406214" y="256447"/>
                  </a:lnTo>
                  <a:lnTo>
                    <a:pt x="5439381" y="251910"/>
                  </a:lnTo>
                  <a:lnTo>
                    <a:pt x="5472548" y="247213"/>
                  </a:lnTo>
                  <a:lnTo>
                    <a:pt x="5505715" y="242358"/>
                  </a:lnTo>
                  <a:lnTo>
                    <a:pt x="5538882" y="237346"/>
                  </a:lnTo>
                  <a:lnTo>
                    <a:pt x="5572049" y="232177"/>
                  </a:lnTo>
                  <a:lnTo>
                    <a:pt x="5605216" y="226854"/>
                  </a:lnTo>
                  <a:lnTo>
                    <a:pt x="5638383" y="221375"/>
                  </a:lnTo>
                  <a:lnTo>
                    <a:pt x="5671550" y="215744"/>
                  </a:lnTo>
                  <a:lnTo>
                    <a:pt x="5704717" y="209960"/>
                  </a:lnTo>
                  <a:lnTo>
                    <a:pt x="5737884" y="204025"/>
                  </a:lnTo>
                  <a:lnTo>
                    <a:pt x="5771050" y="197940"/>
                  </a:lnTo>
                  <a:lnTo>
                    <a:pt x="5804217" y="191705"/>
                  </a:lnTo>
                  <a:lnTo>
                    <a:pt x="5837384" y="185323"/>
                  </a:lnTo>
                  <a:lnTo>
                    <a:pt x="5870551" y="178793"/>
                  </a:lnTo>
                  <a:lnTo>
                    <a:pt x="5903718" y="172118"/>
                  </a:lnTo>
                  <a:lnTo>
                    <a:pt x="5936885" y="165297"/>
                  </a:lnTo>
                  <a:lnTo>
                    <a:pt x="5970052" y="158332"/>
                  </a:lnTo>
                  <a:lnTo>
                    <a:pt x="6003219" y="151224"/>
                  </a:lnTo>
                  <a:lnTo>
                    <a:pt x="6036386" y="143974"/>
                  </a:lnTo>
                  <a:lnTo>
                    <a:pt x="6069553" y="136584"/>
                  </a:lnTo>
                  <a:lnTo>
                    <a:pt x="6102720" y="129053"/>
                  </a:lnTo>
                  <a:lnTo>
                    <a:pt x="6135887" y="121383"/>
                  </a:lnTo>
                  <a:lnTo>
                    <a:pt x="6169054" y="113576"/>
                  </a:lnTo>
                  <a:lnTo>
                    <a:pt x="6202221" y="105632"/>
                  </a:lnTo>
                  <a:lnTo>
                    <a:pt x="6235388" y="97552"/>
                  </a:lnTo>
                  <a:lnTo>
                    <a:pt x="6268555" y="89337"/>
                  </a:lnTo>
                  <a:lnTo>
                    <a:pt x="6301722" y="80988"/>
                  </a:lnTo>
                  <a:lnTo>
                    <a:pt x="6334889" y="72507"/>
                  </a:lnTo>
                  <a:lnTo>
                    <a:pt x="6368056" y="63893"/>
                  </a:lnTo>
                  <a:lnTo>
                    <a:pt x="6401223" y="55150"/>
                  </a:lnTo>
                  <a:lnTo>
                    <a:pt x="6434390" y="46276"/>
                  </a:lnTo>
                  <a:lnTo>
                    <a:pt x="6467557" y="37274"/>
                  </a:lnTo>
                  <a:lnTo>
                    <a:pt x="6500724" y="28144"/>
                  </a:lnTo>
                  <a:lnTo>
                    <a:pt x="6533891" y="18888"/>
                  </a:lnTo>
                  <a:lnTo>
                    <a:pt x="6567058" y="9506"/>
                  </a:lnTo>
                  <a:lnTo>
                    <a:pt x="6600224" y="0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4856329"/>
              <a:ext cx="6600224" cy="362974"/>
            </a:xfrm>
            <a:custGeom>
              <a:avLst/>
              <a:pathLst>
                <a:path w="6600224" h="362974">
                  <a:moveTo>
                    <a:pt x="0" y="0"/>
                  </a:moveTo>
                  <a:lnTo>
                    <a:pt x="33166" y="9741"/>
                  </a:lnTo>
                  <a:lnTo>
                    <a:pt x="66333" y="19301"/>
                  </a:lnTo>
                  <a:lnTo>
                    <a:pt x="99500" y="28679"/>
                  </a:lnTo>
                  <a:lnTo>
                    <a:pt x="132667" y="37874"/>
                  </a:lnTo>
                  <a:lnTo>
                    <a:pt x="165834" y="46885"/>
                  </a:lnTo>
                  <a:lnTo>
                    <a:pt x="199001" y="55712"/>
                  </a:lnTo>
                  <a:lnTo>
                    <a:pt x="232168" y="64353"/>
                  </a:lnTo>
                  <a:lnTo>
                    <a:pt x="265335" y="72807"/>
                  </a:lnTo>
                  <a:lnTo>
                    <a:pt x="298502" y="81075"/>
                  </a:lnTo>
                  <a:lnTo>
                    <a:pt x="331669" y="89154"/>
                  </a:lnTo>
                  <a:lnTo>
                    <a:pt x="364836" y="97045"/>
                  </a:lnTo>
                  <a:lnTo>
                    <a:pt x="398003" y="104745"/>
                  </a:lnTo>
                  <a:lnTo>
                    <a:pt x="431170" y="112254"/>
                  </a:lnTo>
                  <a:lnTo>
                    <a:pt x="464337" y="119571"/>
                  </a:lnTo>
                  <a:lnTo>
                    <a:pt x="497504" y="126694"/>
                  </a:lnTo>
                  <a:lnTo>
                    <a:pt x="530671" y="133624"/>
                  </a:lnTo>
                  <a:lnTo>
                    <a:pt x="563838" y="140357"/>
                  </a:lnTo>
                  <a:lnTo>
                    <a:pt x="597005" y="146894"/>
                  </a:lnTo>
                  <a:lnTo>
                    <a:pt x="630172" y="153233"/>
                  </a:lnTo>
                  <a:lnTo>
                    <a:pt x="663339" y="159373"/>
                  </a:lnTo>
                  <a:lnTo>
                    <a:pt x="696506" y="165312"/>
                  </a:lnTo>
                  <a:lnTo>
                    <a:pt x="729673" y="171050"/>
                  </a:lnTo>
                  <a:lnTo>
                    <a:pt x="762840" y="176585"/>
                  </a:lnTo>
                  <a:lnTo>
                    <a:pt x="796007" y="181916"/>
                  </a:lnTo>
                  <a:lnTo>
                    <a:pt x="829173" y="187041"/>
                  </a:lnTo>
                  <a:lnTo>
                    <a:pt x="862340" y="191959"/>
                  </a:lnTo>
                  <a:lnTo>
                    <a:pt x="895507" y="196669"/>
                  </a:lnTo>
                  <a:lnTo>
                    <a:pt x="928674" y="201170"/>
                  </a:lnTo>
                  <a:lnTo>
                    <a:pt x="961841" y="205461"/>
                  </a:lnTo>
                  <a:lnTo>
                    <a:pt x="995008" y="209540"/>
                  </a:lnTo>
                  <a:lnTo>
                    <a:pt x="1028175" y="213406"/>
                  </a:lnTo>
                  <a:lnTo>
                    <a:pt x="1061342" y="217060"/>
                  </a:lnTo>
                  <a:lnTo>
                    <a:pt x="1094509" y="220499"/>
                  </a:lnTo>
                  <a:lnTo>
                    <a:pt x="1127676" y="223724"/>
                  </a:lnTo>
                  <a:lnTo>
                    <a:pt x="1160843" y="226734"/>
                  </a:lnTo>
                  <a:lnTo>
                    <a:pt x="1194010" y="229529"/>
                  </a:lnTo>
                  <a:lnTo>
                    <a:pt x="1227177" y="232110"/>
                  </a:lnTo>
                  <a:lnTo>
                    <a:pt x="1260344" y="234477"/>
                  </a:lnTo>
                  <a:lnTo>
                    <a:pt x="1293511" y="236630"/>
                  </a:lnTo>
                  <a:lnTo>
                    <a:pt x="1326678" y="238572"/>
                  </a:lnTo>
                  <a:lnTo>
                    <a:pt x="1359845" y="240304"/>
                  </a:lnTo>
                  <a:lnTo>
                    <a:pt x="1393012" y="241828"/>
                  </a:lnTo>
                  <a:lnTo>
                    <a:pt x="1426179" y="243148"/>
                  </a:lnTo>
                  <a:lnTo>
                    <a:pt x="1459346" y="244265"/>
                  </a:lnTo>
                  <a:lnTo>
                    <a:pt x="1492513" y="245185"/>
                  </a:lnTo>
                  <a:lnTo>
                    <a:pt x="1525680" y="245911"/>
                  </a:lnTo>
                  <a:lnTo>
                    <a:pt x="1558847" y="246447"/>
                  </a:lnTo>
                  <a:lnTo>
                    <a:pt x="1592014" y="246799"/>
                  </a:lnTo>
                  <a:lnTo>
                    <a:pt x="1625181" y="246973"/>
                  </a:lnTo>
                  <a:lnTo>
                    <a:pt x="1658347" y="246974"/>
                  </a:lnTo>
                  <a:lnTo>
                    <a:pt x="1691514" y="246808"/>
                  </a:lnTo>
                  <a:lnTo>
                    <a:pt x="1724681" y="246481"/>
                  </a:lnTo>
                  <a:lnTo>
                    <a:pt x="1757848" y="246001"/>
                  </a:lnTo>
                  <a:lnTo>
                    <a:pt x="1791015" y="245373"/>
                  </a:lnTo>
                  <a:lnTo>
                    <a:pt x="1824182" y="244604"/>
                  </a:lnTo>
                  <a:lnTo>
                    <a:pt x="1857349" y="243700"/>
                  </a:lnTo>
                  <a:lnTo>
                    <a:pt x="1890516" y="242667"/>
                  </a:lnTo>
                  <a:lnTo>
                    <a:pt x="1923683" y="241501"/>
                  </a:lnTo>
                  <a:lnTo>
                    <a:pt x="1956850" y="240165"/>
                  </a:lnTo>
                  <a:lnTo>
                    <a:pt x="1990017" y="238667"/>
                  </a:lnTo>
                  <a:lnTo>
                    <a:pt x="2023184" y="237015"/>
                  </a:lnTo>
                  <a:lnTo>
                    <a:pt x="2056351" y="235221"/>
                  </a:lnTo>
                  <a:lnTo>
                    <a:pt x="2089518" y="233293"/>
                  </a:lnTo>
                  <a:lnTo>
                    <a:pt x="2122685" y="231242"/>
                  </a:lnTo>
                  <a:lnTo>
                    <a:pt x="2155852" y="229076"/>
                  </a:lnTo>
                  <a:lnTo>
                    <a:pt x="2189019" y="226804"/>
                  </a:lnTo>
                  <a:lnTo>
                    <a:pt x="2222186" y="224437"/>
                  </a:lnTo>
                  <a:lnTo>
                    <a:pt x="2255353" y="221983"/>
                  </a:lnTo>
                  <a:lnTo>
                    <a:pt x="2288520" y="219455"/>
                  </a:lnTo>
                  <a:lnTo>
                    <a:pt x="2321687" y="216862"/>
                  </a:lnTo>
                  <a:lnTo>
                    <a:pt x="2354854" y="214217"/>
                  </a:lnTo>
                  <a:lnTo>
                    <a:pt x="2388021" y="211533"/>
                  </a:lnTo>
                  <a:lnTo>
                    <a:pt x="2421188" y="208823"/>
                  </a:lnTo>
                  <a:lnTo>
                    <a:pt x="2454355" y="206102"/>
                  </a:lnTo>
                  <a:lnTo>
                    <a:pt x="2487521" y="203383"/>
                  </a:lnTo>
                  <a:lnTo>
                    <a:pt x="2520688" y="200681"/>
                  </a:lnTo>
                  <a:lnTo>
                    <a:pt x="2553855" y="197777"/>
                  </a:lnTo>
                  <a:lnTo>
                    <a:pt x="2587022" y="194523"/>
                  </a:lnTo>
                  <a:lnTo>
                    <a:pt x="2620189" y="190955"/>
                  </a:lnTo>
                  <a:lnTo>
                    <a:pt x="2653356" y="187109"/>
                  </a:lnTo>
                  <a:lnTo>
                    <a:pt x="2686523" y="183026"/>
                  </a:lnTo>
                  <a:lnTo>
                    <a:pt x="2719690" y="178754"/>
                  </a:lnTo>
                  <a:lnTo>
                    <a:pt x="2752857" y="174355"/>
                  </a:lnTo>
                  <a:lnTo>
                    <a:pt x="2786024" y="169901"/>
                  </a:lnTo>
                  <a:lnTo>
                    <a:pt x="2819191" y="165477"/>
                  </a:lnTo>
                  <a:lnTo>
                    <a:pt x="2852358" y="161179"/>
                  </a:lnTo>
                  <a:lnTo>
                    <a:pt x="2885525" y="157116"/>
                  </a:lnTo>
                  <a:lnTo>
                    <a:pt x="2918692" y="153399"/>
                  </a:lnTo>
                  <a:lnTo>
                    <a:pt x="2951859" y="150073"/>
                  </a:lnTo>
                  <a:lnTo>
                    <a:pt x="2985026" y="146706"/>
                  </a:lnTo>
                  <a:lnTo>
                    <a:pt x="3018193" y="143202"/>
                  </a:lnTo>
                  <a:lnTo>
                    <a:pt x="3051360" y="139560"/>
                  </a:lnTo>
                  <a:lnTo>
                    <a:pt x="3084527" y="135780"/>
                  </a:lnTo>
                  <a:lnTo>
                    <a:pt x="3117694" y="131875"/>
                  </a:lnTo>
                  <a:lnTo>
                    <a:pt x="3150861" y="127873"/>
                  </a:lnTo>
                  <a:lnTo>
                    <a:pt x="3184028" y="123822"/>
                  </a:lnTo>
                  <a:lnTo>
                    <a:pt x="3217195" y="119785"/>
                  </a:lnTo>
                  <a:lnTo>
                    <a:pt x="3250362" y="115847"/>
                  </a:lnTo>
                  <a:lnTo>
                    <a:pt x="3283529" y="112104"/>
                  </a:lnTo>
                  <a:lnTo>
                    <a:pt x="3316695" y="108663"/>
                  </a:lnTo>
                  <a:lnTo>
                    <a:pt x="3349862" y="105636"/>
                  </a:lnTo>
                  <a:lnTo>
                    <a:pt x="3383029" y="102891"/>
                  </a:lnTo>
                  <a:lnTo>
                    <a:pt x="3416196" y="100130"/>
                  </a:lnTo>
                  <a:lnTo>
                    <a:pt x="3449363" y="97317"/>
                  </a:lnTo>
                  <a:lnTo>
                    <a:pt x="3482530" y="94427"/>
                  </a:lnTo>
                  <a:lnTo>
                    <a:pt x="3515697" y="91449"/>
                  </a:lnTo>
                  <a:lnTo>
                    <a:pt x="3548864" y="88390"/>
                  </a:lnTo>
                  <a:lnTo>
                    <a:pt x="3582031" y="85284"/>
                  </a:lnTo>
                  <a:lnTo>
                    <a:pt x="3615198" y="82188"/>
                  </a:lnTo>
                  <a:lnTo>
                    <a:pt x="3648365" y="79183"/>
                  </a:lnTo>
                  <a:lnTo>
                    <a:pt x="3681532" y="76363"/>
                  </a:lnTo>
                  <a:lnTo>
                    <a:pt x="3714699" y="73833"/>
                  </a:lnTo>
                  <a:lnTo>
                    <a:pt x="3747866" y="71653"/>
                  </a:lnTo>
                  <a:lnTo>
                    <a:pt x="3781033" y="69529"/>
                  </a:lnTo>
                  <a:lnTo>
                    <a:pt x="3814200" y="67381"/>
                  </a:lnTo>
                  <a:lnTo>
                    <a:pt x="3847367" y="65201"/>
                  </a:lnTo>
                  <a:lnTo>
                    <a:pt x="3880534" y="62983"/>
                  </a:lnTo>
                  <a:lnTo>
                    <a:pt x="3913701" y="60732"/>
                  </a:lnTo>
                  <a:lnTo>
                    <a:pt x="3946868" y="58460"/>
                  </a:lnTo>
                  <a:lnTo>
                    <a:pt x="3980035" y="56188"/>
                  </a:lnTo>
                  <a:lnTo>
                    <a:pt x="4013202" y="53948"/>
                  </a:lnTo>
                  <a:lnTo>
                    <a:pt x="4046369" y="51783"/>
                  </a:lnTo>
                  <a:lnTo>
                    <a:pt x="4079536" y="49743"/>
                  </a:lnTo>
                  <a:lnTo>
                    <a:pt x="4112703" y="47885"/>
                  </a:lnTo>
                  <a:lnTo>
                    <a:pt x="4145869" y="46272"/>
                  </a:lnTo>
                  <a:lnTo>
                    <a:pt x="4179036" y="44967"/>
                  </a:lnTo>
                  <a:lnTo>
                    <a:pt x="4212203" y="44032"/>
                  </a:lnTo>
                  <a:lnTo>
                    <a:pt x="4245370" y="43399"/>
                  </a:lnTo>
                  <a:lnTo>
                    <a:pt x="4278537" y="42947"/>
                  </a:lnTo>
                  <a:lnTo>
                    <a:pt x="4311704" y="42656"/>
                  </a:lnTo>
                  <a:lnTo>
                    <a:pt x="4344871" y="42507"/>
                  </a:lnTo>
                  <a:lnTo>
                    <a:pt x="4378038" y="42483"/>
                  </a:lnTo>
                  <a:lnTo>
                    <a:pt x="4411205" y="42566"/>
                  </a:lnTo>
                  <a:lnTo>
                    <a:pt x="4444372" y="42740"/>
                  </a:lnTo>
                  <a:lnTo>
                    <a:pt x="4477539" y="42994"/>
                  </a:lnTo>
                  <a:lnTo>
                    <a:pt x="4510706" y="43312"/>
                  </a:lnTo>
                  <a:lnTo>
                    <a:pt x="4543873" y="43686"/>
                  </a:lnTo>
                  <a:lnTo>
                    <a:pt x="4577040" y="44107"/>
                  </a:lnTo>
                  <a:lnTo>
                    <a:pt x="4610207" y="44565"/>
                  </a:lnTo>
                  <a:lnTo>
                    <a:pt x="4643374" y="45056"/>
                  </a:lnTo>
                  <a:lnTo>
                    <a:pt x="4676541" y="45574"/>
                  </a:lnTo>
                  <a:lnTo>
                    <a:pt x="4709708" y="46116"/>
                  </a:lnTo>
                  <a:lnTo>
                    <a:pt x="4742875" y="46677"/>
                  </a:lnTo>
                  <a:lnTo>
                    <a:pt x="4776042" y="47256"/>
                  </a:lnTo>
                  <a:lnTo>
                    <a:pt x="4809209" y="47849"/>
                  </a:lnTo>
                  <a:lnTo>
                    <a:pt x="4842376" y="48453"/>
                  </a:lnTo>
                  <a:lnTo>
                    <a:pt x="4875543" y="49066"/>
                  </a:lnTo>
                  <a:lnTo>
                    <a:pt x="4908710" y="49683"/>
                  </a:lnTo>
                  <a:lnTo>
                    <a:pt x="4941876" y="50291"/>
                  </a:lnTo>
                  <a:lnTo>
                    <a:pt x="4975043" y="50885"/>
                  </a:lnTo>
                  <a:lnTo>
                    <a:pt x="5008210" y="51464"/>
                  </a:lnTo>
                  <a:lnTo>
                    <a:pt x="5041377" y="52027"/>
                  </a:lnTo>
                  <a:lnTo>
                    <a:pt x="5074544" y="52575"/>
                  </a:lnTo>
                  <a:lnTo>
                    <a:pt x="5107711" y="53105"/>
                  </a:lnTo>
                  <a:lnTo>
                    <a:pt x="5140878" y="53616"/>
                  </a:lnTo>
                  <a:lnTo>
                    <a:pt x="5174045" y="54107"/>
                  </a:lnTo>
                  <a:lnTo>
                    <a:pt x="5207212" y="54574"/>
                  </a:lnTo>
                  <a:lnTo>
                    <a:pt x="5240379" y="55016"/>
                  </a:lnTo>
                  <a:lnTo>
                    <a:pt x="5273546" y="55429"/>
                  </a:lnTo>
                  <a:lnTo>
                    <a:pt x="5306713" y="55811"/>
                  </a:lnTo>
                  <a:lnTo>
                    <a:pt x="5339880" y="56157"/>
                  </a:lnTo>
                  <a:lnTo>
                    <a:pt x="5373047" y="56465"/>
                  </a:lnTo>
                  <a:lnTo>
                    <a:pt x="5406214" y="56731"/>
                  </a:lnTo>
                  <a:lnTo>
                    <a:pt x="5439381" y="56951"/>
                  </a:lnTo>
                  <a:lnTo>
                    <a:pt x="5472548" y="57122"/>
                  </a:lnTo>
                  <a:lnTo>
                    <a:pt x="5505715" y="57240"/>
                  </a:lnTo>
                  <a:lnTo>
                    <a:pt x="5538882" y="57300"/>
                  </a:lnTo>
                  <a:lnTo>
                    <a:pt x="5572049" y="57300"/>
                  </a:lnTo>
                  <a:lnTo>
                    <a:pt x="5605216" y="57236"/>
                  </a:lnTo>
                  <a:lnTo>
                    <a:pt x="5638383" y="57104"/>
                  </a:lnTo>
                  <a:lnTo>
                    <a:pt x="5671550" y="56901"/>
                  </a:lnTo>
                  <a:lnTo>
                    <a:pt x="5704717" y="56623"/>
                  </a:lnTo>
                  <a:lnTo>
                    <a:pt x="5737884" y="56268"/>
                  </a:lnTo>
                  <a:lnTo>
                    <a:pt x="5771050" y="55834"/>
                  </a:lnTo>
                  <a:lnTo>
                    <a:pt x="5804217" y="55316"/>
                  </a:lnTo>
                  <a:lnTo>
                    <a:pt x="5837384" y="54714"/>
                  </a:lnTo>
                  <a:lnTo>
                    <a:pt x="5870551" y="54024"/>
                  </a:lnTo>
                  <a:lnTo>
                    <a:pt x="5903718" y="53246"/>
                  </a:lnTo>
                  <a:lnTo>
                    <a:pt x="5936885" y="52377"/>
                  </a:lnTo>
                  <a:lnTo>
                    <a:pt x="5970052" y="51416"/>
                  </a:lnTo>
                  <a:lnTo>
                    <a:pt x="6003219" y="50361"/>
                  </a:lnTo>
                  <a:lnTo>
                    <a:pt x="6036386" y="49213"/>
                  </a:lnTo>
                  <a:lnTo>
                    <a:pt x="6069553" y="47971"/>
                  </a:lnTo>
                  <a:lnTo>
                    <a:pt x="6102720" y="46632"/>
                  </a:lnTo>
                  <a:lnTo>
                    <a:pt x="6135887" y="45199"/>
                  </a:lnTo>
                  <a:lnTo>
                    <a:pt x="6169054" y="43670"/>
                  </a:lnTo>
                  <a:lnTo>
                    <a:pt x="6202221" y="42045"/>
                  </a:lnTo>
                  <a:lnTo>
                    <a:pt x="6235388" y="40324"/>
                  </a:lnTo>
                  <a:lnTo>
                    <a:pt x="6268555" y="38509"/>
                  </a:lnTo>
                  <a:lnTo>
                    <a:pt x="6301722" y="36599"/>
                  </a:lnTo>
                  <a:lnTo>
                    <a:pt x="6334889" y="34594"/>
                  </a:lnTo>
                  <a:lnTo>
                    <a:pt x="6368056" y="32496"/>
                  </a:lnTo>
                  <a:lnTo>
                    <a:pt x="6401223" y="30305"/>
                  </a:lnTo>
                  <a:lnTo>
                    <a:pt x="6434390" y="28022"/>
                  </a:lnTo>
                  <a:lnTo>
                    <a:pt x="6467557" y="25647"/>
                  </a:lnTo>
                  <a:lnTo>
                    <a:pt x="6500724" y="23182"/>
                  </a:lnTo>
                  <a:lnTo>
                    <a:pt x="6533891" y="20628"/>
                  </a:lnTo>
                  <a:lnTo>
                    <a:pt x="6567058" y="17985"/>
                  </a:lnTo>
                  <a:lnTo>
                    <a:pt x="6600224" y="15255"/>
                  </a:lnTo>
                  <a:lnTo>
                    <a:pt x="6600224" y="362974"/>
                  </a:lnTo>
                  <a:lnTo>
                    <a:pt x="6567058" y="362974"/>
                  </a:lnTo>
                  <a:lnTo>
                    <a:pt x="6533891" y="362974"/>
                  </a:lnTo>
                  <a:lnTo>
                    <a:pt x="6500724" y="362974"/>
                  </a:lnTo>
                  <a:lnTo>
                    <a:pt x="6467557" y="360489"/>
                  </a:lnTo>
                  <a:lnTo>
                    <a:pt x="6434390" y="354193"/>
                  </a:lnTo>
                  <a:lnTo>
                    <a:pt x="6401223" y="348041"/>
                  </a:lnTo>
                  <a:lnTo>
                    <a:pt x="6368056" y="342033"/>
                  </a:lnTo>
                  <a:lnTo>
                    <a:pt x="6334889" y="336169"/>
                  </a:lnTo>
                  <a:lnTo>
                    <a:pt x="6301722" y="330450"/>
                  </a:lnTo>
                  <a:lnTo>
                    <a:pt x="6268555" y="324874"/>
                  </a:lnTo>
                  <a:lnTo>
                    <a:pt x="6235388" y="319442"/>
                  </a:lnTo>
                  <a:lnTo>
                    <a:pt x="6202221" y="314154"/>
                  </a:lnTo>
                  <a:lnTo>
                    <a:pt x="6169054" y="309009"/>
                  </a:lnTo>
                  <a:lnTo>
                    <a:pt x="6135887" y="304006"/>
                  </a:lnTo>
                  <a:lnTo>
                    <a:pt x="6102720" y="299146"/>
                  </a:lnTo>
                  <a:lnTo>
                    <a:pt x="6069553" y="294426"/>
                  </a:lnTo>
                  <a:lnTo>
                    <a:pt x="6036386" y="289847"/>
                  </a:lnTo>
                  <a:lnTo>
                    <a:pt x="6003219" y="285406"/>
                  </a:lnTo>
                  <a:lnTo>
                    <a:pt x="5970052" y="281103"/>
                  </a:lnTo>
                  <a:lnTo>
                    <a:pt x="5936885" y="276935"/>
                  </a:lnTo>
                  <a:lnTo>
                    <a:pt x="5903718" y="272902"/>
                  </a:lnTo>
                  <a:lnTo>
                    <a:pt x="5870551" y="269000"/>
                  </a:lnTo>
                  <a:lnTo>
                    <a:pt x="5837384" y="265227"/>
                  </a:lnTo>
                  <a:lnTo>
                    <a:pt x="5804217" y="261582"/>
                  </a:lnTo>
                  <a:lnTo>
                    <a:pt x="5771050" y="258061"/>
                  </a:lnTo>
                  <a:lnTo>
                    <a:pt x="5737884" y="254660"/>
                  </a:lnTo>
                  <a:lnTo>
                    <a:pt x="5704717" y="251378"/>
                  </a:lnTo>
                  <a:lnTo>
                    <a:pt x="5671550" y="248210"/>
                  </a:lnTo>
                  <a:lnTo>
                    <a:pt x="5638383" y="245152"/>
                  </a:lnTo>
                  <a:lnTo>
                    <a:pt x="5605216" y="242201"/>
                  </a:lnTo>
                  <a:lnTo>
                    <a:pt x="5572049" y="239352"/>
                  </a:lnTo>
                  <a:lnTo>
                    <a:pt x="5538882" y="236602"/>
                  </a:lnTo>
                  <a:lnTo>
                    <a:pt x="5505715" y="233946"/>
                  </a:lnTo>
                  <a:lnTo>
                    <a:pt x="5472548" y="231380"/>
                  </a:lnTo>
                  <a:lnTo>
                    <a:pt x="5439381" y="228898"/>
                  </a:lnTo>
                  <a:lnTo>
                    <a:pt x="5406214" y="226498"/>
                  </a:lnTo>
                  <a:lnTo>
                    <a:pt x="5373047" y="224174"/>
                  </a:lnTo>
                  <a:lnTo>
                    <a:pt x="5339880" y="221921"/>
                  </a:lnTo>
                  <a:lnTo>
                    <a:pt x="5306713" y="219736"/>
                  </a:lnTo>
                  <a:lnTo>
                    <a:pt x="5273546" y="217615"/>
                  </a:lnTo>
                  <a:lnTo>
                    <a:pt x="5240379" y="215553"/>
                  </a:lnTo>
                  <a:lnTo>
                    <a:pt x="5207212" y="213546"/>
                  </a:lnTo>
                  <a:lnTo>
                    <a:pt x="5174045" y="211592"/>
                  </a:lnTo>
                  <a:lnTo>
                    <a:pt x="5140878" y="209686"/>
                  </a:lnTo>
                  <a:lnTo>
                    <a:pt x="5107711" y="207826"/>
                  </a:lnTo>
                  <a:lnTo>
                    <a:pt x="5074544" y="206009"/>
                  </a:lnTo>
                  <a:lnTo>
                    <a:pt x="5041377" y="204232"/>
                  </a:lnTo>
                  <a:lnTo>
                    <a:pt x="5008210" y="202494"/>
                  </a:lnTo>
                  <a:lnTo>
                    <a:pt x="4975043" y="200794"/>
                  </a:lnTo>
                  <a:lnTo>
                    <a:pt x="4941876" y="199129"/>
                  </a:lnTo>
                  <a:lnTo>
                    <a:pt x="4908710" y="197500"/>
                  </a:lnTo>
                  <a:lnTo>
                    <a:pt x="4875543" y="195878"/>
                  </a:lnTo>
                  <a:lnTo>
                    <a:pt x="4842376" y="194233"/>
                  </a:lnTo>
                  <a:lnTo>
                    <a:pt x="4809209" y="192579"/>
                  </a:lnTo>
                  <a:lnTo>
                    <a:pt x="4776042" y="190934"/>
                  </a:lnTo>
                  <a:lnTo>
                    <a:pt x="4742875" y="189312"/>
                  </a:lnTo>
                  <a:lnTo>
                    <a:pt x="4709708" y="187732"/>
                  </a:lnTo>
                  <a:lnTo>
                    <a:pt x="4676541" y="186208"/>
                  </a:lnTo>
                  <a:lnTo>
                    <a:pt x="4643374" y="184756"/>
                  </a:lnTo>
                  <a:lnTo>
                    <a:pt x="4610207" y="183393"/>
                  </a:lnTo>
                  <a:lnTo>
                    <a:pt x="4577040" y="182132"/>
                  </a:lnTo>
                  <a:lnTo>
                    <a:pt x="4543873" y="180985"/>
                  </a:lnTo>
                  <a:lnTo>
                    <a:pt x="4510706" y="179966"/>
                  </a:lnTo>
                  <a:lnTo>
                    <a:pt x="4477539" y="179083"/>
                  </a:lnTo>
                  <a:lnTo>
                    <a:pt x="4444372" y="178345"/>
                  </a:lnTo>
                  <a:lnTo>
                    <a:pt x="4411205" y="177760"/>
                  </a:lnTo>
                  <a:lnTo>
                    <a:pt x="4378038" y="177332"/>
                  </a:lnTo>
                  <a:lnTo>
                    <a:pt x="4344871" y="177065"/>
                  </a:lnTo>
                  <a:lnTo>
                    <a:pt x="4311704" y="176962"/>
                  </a:lnTo>
                  <a:lnTo>
                    <a:pt x="4278537" y="177023"/>
                  </a:lnTo>
                  <a:lnTo>
                    <a:pt x="4245370" y="177250"/>
                  </a:lnTo>
                  <a:lnTo>
                    <a:pt x="4212203" y="177640"/>
                  </a:lnTo>
                  <a:lnTo>
                    <a:pt x="4179036" y="178194"/>
                  </a:lnTo>
                  <a:lnTo>
                    <a:pt x="4145869" y="178912"/>
                  </a:lnTo>
                  <a:lnTo>
                    <a:pt x="4112703" y="179804"/>
                  </a:lnTo>
                  <a:lnTo>
                    <a:pt x="4079536" y="180878"/>
                  </a:lnTo>
                  <a:lnTo>
                    <a:pt x="4046369" y="182143"/>
                  </a:lnTo>
                  <a:lnTo>
                    <a:pt x="4013202" y="183602"/>
                  </a:lnTo>
                  <a:lnTo>
                    <a:pt x="3980035" y="185252"/>
                  </a:lnTo>
                  <a:lnTo>
                    <a:pt x="3946868" y="187082"/>
                  </a:lnTo>
                  <a:lnTo>
                    <a:pt x="3913701" y="189070"/>
                  </a:lnTo>
                  <a:lnTo>
                    <a:pt x="3880534" y="191183"/>
                  </a:lnTo>
                  <a:lnTo>
                    <a:pt x="3847367" y="193380"/>
                  </a:lnTo>
                  <a:lnTo>
                    <a:pt x="3814200" y="195611"/>
                  </a:lnTo>
                  <a:lnTo>
                    <a:pt x="3781033" y="197817"/>
                  </a:lnTo>
                  <a:lnTo>
                    <a:pt x="3747866" y="199936"/>
                  </a:lnTo>
                  <a:lnTo>
                    <a:pt x="3714699" y="201940"/>
                  </a:lnTo>
                  <a:lnTo>
                    <a:pt x="3681532" y="203974"/>
                  </a:lnTo>
                  <a:lnTo>
                    <a:pt x="3648365" y="206100"/>
                  </a:lnTo>
                  <a:lnTo>
                    <a:pt x="3615198" y="208358"/>
                  </a:lnTo>
                  <a:lnTo>
                    <a:pt x="3582031" y="210782"/>
                  </a:lnTo>
                  <a:lnTo>
                    <a:pt x="3548864" y="213388"/>
                  </a:lnTo>
                  <a:lnTo>
                    <a:pt x="3515697" y="216171"/>
                  </a:lnTo>
                  <a:lnTo>
                    <a:pt x="3482530" y="219103"/>
                  </a:lnTo>
                  <a:lnTo>
                    <a:pt x="3449363" y="222129"/>
                  </a:lnTo>
                  <a:lnTo>
                    <a:pt x="3416196" y="225175"/>
                  </a:lnTo>
                  <a:lnTo>
                    <a:pt x="3383029" y="228151"/>
                  </a:lnTo>
                  <a:lnTo>
                    <a:pt x="3349862" y="230965"/>
                  </a:lnTo>
                  <a:lnTo>
                    <a:pt x="3316695" y="233812"/>
                  </a:lnTo>
                  <a:lnTo>
                    <a:pt x="3283529" y="236880"/>
                  </a:lnTo>
                  <a:lnTo>
                    <a:pt x="3250362" y="240174"/>
                  </a:lnTo>
                  <a:lnTo>
                    <a:pt x="3217195" y="243694"/>
                  </a:lnTo>
                  <a:lnTo>
                    <a:pt x="3184028" y="247433"/>
                  </a:lnTo>
                  <a:lnTo>
                    <a:pt x="3150861" y="251367"/>
                  </a:lnTo>
                  <a:lnTo>
                    <a:pt x="3117694" y="255455"/>
                  </a:lnTo>
                  <a:lnTo>
                    <a:pt x="3084527" y="259637"/>
                  </a:lnTo>
                  <a:lnTo>
                    <a:pt x="3051360" y="263836"/>
                  </a:lnTo>
                  <a:lnTo>
                    <a:pt x="3018193" y="267958"/>
                  </a:lnTo>
                  <a:lnTo>
                    <a:pt x="2985026" y="271899"/>
                  </a:lnTo>
                  <a:lnTo>
                    <a:pt x="2951859" y="275549"/>
                  </a:lnTo>
                  <a:lnTo>
                    <a:pt x="2918692" y="278916"/>
                  </a:lnTo>
                  <a:lnTo>
                    <a:pt x="2885525" y="282512"/>
                  </a:lnTo>
                  <a:lnTo>
                    <a:pt x="2852358" y="286388"/>
                  </a:lnTo>
                  <a:lnTo>
                    <a:pt x="2819191" y="290511"/>
                  </a:lnTo>
                  <a:lnTo>
                    <a:pt x="2786024" y="294841"/>
                  </a:lnTo>
                  <a:lnTo>
                    <a:pt x="2752857" y="299329"/>
                  </a:lnTo>
                  <a:lnTo>
                    <a:pt x="2719690" y="303912"/>
                  </a:lnTo>
                  <a:lnTo>
                    <a:pt x="2686523" y="308516"/>
                  </a:lnTo>
                  <a:lnTo>
                    <a:pt x="2653356" y="313055"/>
                  </a:lnTo>
                  <a:lnTo>
                    <a:pt x="2620189" y="317431"/>
                  </a:lnTo>
                  <a:lnTo>
                    <a:pt x="2587022" y="321538"/>
                  </a:lnTo>
                  <a:lnTo>
                    <a:pt x="2553855" y="325267"/>
                  </a:lnTo>
                  <a:lnTo>
                    <a:pt x="2520688" y="328505"/>
                  </a:lnTo>
                  <a:lnTo>
                    <a:pt x="2487521" y="331437"/>
                  </a:lnTo>
                  <a:lnTo>
                    <a:pt x="2454355" y="334400"/>
                  </a:lnTo>
                  <a:lnTo>
                    <a:pt x="2421188" y="337392"/>
                  </a:lnTo>
                  <a:lnTo>
                    <a:pt x="2388021" y="340407"/>
                  </a:lnTo>
                  <a:lnTo>
                    <a:pt x="2354854" y="343440"/>
                  </a:lnTo>
                  <a:lnTo>
                    <a:pt x="2321687" y="346486"/>
                  </a:lnTo>
                  <a:lnTo>
                    <a:pt x="2288520" y="349536"/>
                  </a:lnTo>
                  <a:lnTo>
                    <a:pt x="2255353" y="352584"/>
                  </a:lnTo>
                  <a:lnTo>
                    <a:pt x="2222186" y="355621"/>
                  </a:lnTo>
                  <a:lnTo>
                    <a:pt x="2189019" y="358638"/>
                  </a:lnTo>
                  <a:lnTo>
                    <a:pt x="2155852" y="361625"/>
                  </a:lnTo>
                  <a:lnTo>
                    <a:pt x="2122685" y="362974"/>
                  </a:lnTo>
                  <a:lnTo>
                    <a:pt x="2089518" y="362974"/>
                  </a:lnTo>
                  <a:lnTo>
                    <a:pt x="2056351" y="362974"/>
                  </a:lnTo>
                  <a:lnTo>
                    <a:pt x="2023184" y="362974"/>
                  </a:lnTo>
                  <a:lnTo>
                    <a:pt x="1990017" y="362974"/>
                  </a:lnTo>
                  <a:lnTo>
                    <a:pt x="1956850" y="362974"/>
                  </a:lnTo>
                  <a:lnTo>
                    <a:pt x="1923683" y="362974"/>
                  </a:lnTo>
                  <a:lnTo>
                    <a:pt x="1890516" y="362974"/>
                  </a:lnTo>
                  <a:lnTo>
                    <a:pt x="1857349" y="362974"/>
                  </a:lnTo>
                  <a:lnTo>
                    <a:pt x="1824182" y="362974"/>
                  </a:lnTo>
                  <a:lnTo>
                    <a:pt x="1791015" y="362974"/>
                  </a:lnTo>
                  <a:lnTo>
                    <a:pt x="1757848" y="362974"/>
                  </a:lnTo>
                  <a:lnTo>
                    <a:pt x="1724681" y="362974"/>
                  </a:lnTo>
                  <a:lnTo>
                    <a:pt x="1691514" y="362974"/>
                  </a:lnTo>
                  <a:lnTo>
                    <a:pt x="1658347" y="362974"/>
                  </a:lnTo>
                  <a:lnTo>
                    <a:pt x="1625181" y="362974"/>
                  </a:lnTo>
                  <a:lnTo>
                    <a:pt x="1592014" y="362974"/>
                  </a:lnTo>
                  <a:lnTo>
                    <a:pt x="1558847" y="362974"/>
                  </a:lnTo>
                  <a:lnTo>
                    <a:pt x="1525680" y="362974"/>
                  </a:lnTo>
                  <a:lnTo>
                    <a:pt x="1492513" y="362974"/>
                  </a:lnTo>
                  <a:lnTo>
                    <a:pt x="1459346" y="362974"/>
                  </a:lnTo>
                  <a:lnTo>
                    <a:pt x="1426179" y="362974"/>
                  </a:lnTo>
                  <a:lnTo>
                    <a:pt x="1393012" y="362974"/>
                  </a:lnTo>
                  <a:lnTo>
                    <a:pt x="1359845" y="362974"/>
                  </a:lnTo>
                  <a:lnTo>
                    <a:pt x="1326678" y="362974"/>
                  </a:lnTo>
                  <a:lnTo>
                    <a:pt x="1293511" y="362974"/>
                  </a:lnTo>
                  <a:lnTo>
                    <a:pt x="1260344" y="362974"/>
                  </a:lnTo>
                  <a:lnTo>
                    <a:pt x="1227177" y="362974"/>
                  </a:lnTo>
                  <a:lnTo>
                    <a:pt x="1194010" y="362974"/>
                  </a:lnTo>
                  <a:lnTo>
                    <a:pt x="1160843" y="362974"/>
                  </a:lnTo>
                  <a:lnTo>
                    <a:pt x="1127676" y="362974"/>
                  </a:lnTo>
                  <a:lnTo>
                    <a:pt x="1094509" y="362974"/>
                  </a:lnTo>
                  <a:lnTo>
                    <a:pt x="1061342" y="362974"/>
                  </a:lnTo>
                  <a:lnTo>
                    <a:pt x="1028175" y="362974"/>
                  </a:lnTo>
                  <a:lnTo>
                    <a:pt x="995008" y="362974"/>
                  </a:lnTo>
                  <a:lnTo>
                    <a:pt x="961841" y="362974"/>
                  </a:lnTo>
                  <a:lnTo>
                    <a:pt x="928674" y="362974"/>
                  </a:lnTo>
                  <a:lnTo>
                    <a:pt x="895507" y="362974"/>
                  </a:lnTo>
                  <a:lnTo>
                    <a:pt x="862340" y="362974"/>
                  </a:lnTo>
                  <a:lnTo>
                    <a:pt x="829173" y="362974"/>
                  </a:lnTo>
                  <a:lnTo>
                    <a:pt x="796007" y="362974"/>
                  </a:lnTo>
                  <a:lnTo>
                    <a:pt x="762840" y="362974"/>
                  </a:lnTo>
                  <a:lnTo>
                    <a:pt x="729673" y="362974"/>
                  </a:lnTo>
                  <a:lnTo>
                    <a:pt x="696506" y="362974"/>
                  </a:lnTo>
                  <a:lnTo>
                    <a:pt x="663339" y="362974"/>
                  </a:lnTo>
                  <a:lnTo>
                    <a:pt x="630172" y="362974"/>
                  </a:lnTo>
                  <a:lnTo>
                    <a:pt x="597005" y="362974"/>
                  </a:lnTo>
                  <a:lnTo>
                    <a:pt x="563838" y="362974"/>
                  </a:lnTo>
                  <a:lnTo>
                    <a:pt x="530671" y="362974"/>
                  </a:lnTo>
                  <a:lnTo>
                    <a:pt x="497504" y="362974"/>
                  </a:lnTo>
                  <a:lnTo>
                    <a:pt x="464337" y="362974"/>
                  </a:lnTo>
                  <a:lnTo>
                    <a:pt x="431170" y="362974"/>
                  </a:lnTo>
                  <a:lnTo>
                    <a:pt x="398003" y="362974"/>
                  </a:lnTo>
                  <a:lnTo>
                    <a:pt x="364836" y="362974"/>
                  </a:lnTo>
                  <a:lnTo>
                    <a:pt x="331669" y="362974"/>
                  </a:lnTo>
                  <a:lnTo>
                    <a:pt x="298502" y="362974"/>
                  </a:lnTo>
                  <a:lnTo>
                    <a:pt x="265335" y="362974"/>
                  </a:lnTo>
                  <a:lnTo>
                    <a:pt x="232168" y="362974"/>
                  </a:lnTo>
                  <a:lnTo>
                    <a:pt x="199001" y="362974"/>
                  </a:lnTo>
                  <a:lnTo>
                    <a:pt x="165834" y="362974"/>
                  </a:lnTo>
                  <a:lnTo>
                    <a:pt x="132667" y="362974"/>
                  </a:lnTo>
                  <a:lnTo>
                    <a:pt x="99500" y="362974"/>
                  </a:lnTo>
                  <a:lnTo>
                    <a:pt x="66333" y="362974"/>
                  </a:lnTo>
                  <a:lnTo>
                    <a:pt x="33166" y="362974"/>
                  </a:lnTo>
                  <a:lnTo>
                    <a:pt x="0" y="362974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4856329"/>
              <a:ext cx="6600224" cy="246974"/>
            </a:xfrm>
            <a:custGeom>
              <a:avLst/>
              <a:pathLst>
                <a:path w="6600224" h="246974">
                  <a:moveTo>
                    <a:pt x="0" y="0"/>
                  </a:moveTo>
                  <a:lnTo>
                    <a:pt x="33166" y="9741"/>
                  </a:lnTo>
                  <a:lnTo>
                    <a:pt x="66333" y="19301"/>
                  </a:lnTo>
                  <a:lnTo>
                    <a:pt x="99500" y="28679"/>
                  </a:lnTo>
                  <a:lnTo>
                    <a:pt x="132667" y="37874"/>
                  </a:lnTo>
                  <a:lnTo>
                    <a:pt x="165834" y="46885"/>
                  </a:lnTo>
                  <a:lnTo>
                    <a:pt x="199001" y="55712"/>
                  </a:lnTo>
                  <a:lnTo>
                    <a:pt x="232168" y="64353"/>
                  </a:lnTo>
                  <a:lnTo>
                    <a:pt x="265335" y="72807"/>
                  </a:lnTo>
                  <a:lnTo>
                    <a:pt x="298502" y="81075"/>
                  </a:lnTo>
                  <a:lnTo>
                    <a:pt x="331669" y="89154"/>
                  </a:lnTo>
                  <a:lnTo>
                    <a:pt x="364836" y="97045"/>
                  </a:lnTo>
                  <a:lnTo>
                    <a:pt x="398003" y="104745"/>
                  </a:lnTo>
                  <a:lnTo>
                    <a:pt x="431170" y="112254"/>
                  </a:lnTo>
                  <a:lnTo>
                    <a:pt x="464337" y="119571"/>
                  </a:lnTo>
                  <a:lnTo>
                    <a:pt x="497504" y="126694"/>
                  </a:lnTo>
                  <a:lnTo>
                    <a:pt x="530671" y="133624"/>
                  </a:lnTo>
                  <a:lnTo>
                    <a:pt x="563838" y="140357"/>
                  </a:lnTo>
                  <a:lnTo>
                    <a:pt x="597005" y="146894"/>
                  </a:lnTo>
                  <a:lnTo>
                    <a:pt x="630172" y="153233"/>
                  </a:lnTo>
                  <a:lnTo>
                    <a:pt x="663339" y="159373"/>
                  </a:lnTo>
                  <a:lnTo>
                    <a:pt x="696506" y="165312"/>
                  </a:lnTo>
                  <a:lnTo>
                    <a:pt x="729673" y="171050"/>
                  </a:lnTo>
                  <a:lnTo>
                    <a:pt x="762840" y="176585"/>
                  </a:lnTo>
                  <a:lnTo>
                    <a:pt x="796007" y="181916"/>
                  </a:lnTo>
                  <a:lnTo>
                    <a:pt x="829173" y="187041"/>
                  </a:lnTo>
                  <a:lnTo>
                    <a:pt x="862340" y="191959"/>
                  </a:lnTo>
                  <a:lnTo>
                    <a:pt x="895507" y="196669"/>
                  </a:lnTo>
                  <a:lnTo>
                    <a:pt x="928674" y="201170"/>
                  </a:lnTo>
                  <a:lnTo>
                    <a:pt x="961841" y="205461"/>
                  </a:lnTo>
                  <a:lnTo>
                    <a:pt x="995008" y="209540"/>
                  </a:lnTo>
                  <a:lnTo>
                    <a:pt x="1028175" y="213406"/>
                  </a:lnTo>
                  <a:lnTo>
                    <a:pt x="1061342" y="217060"/>
                  </a:lnTo>
                  <a:lnTo>
                    <a:pt x="1094509" y="220499"/>
                  </a:lnTo>
                  <a:lnTo>
                    <a:pt x="1127676" y="223724"/>
                  </a:lnTo>
                  <a:lnTo>
                    <a:pt x="1160843" y="226734"/>
                  </a:lnTo>
                  <a:lnTo>
                    <a:pt x="1194010" y="229529"/>
                  </a:lnTo>
                  <a:lnTo>
                    <a:pt x="1227177" y="232110"/>
                  </a:lnTo>
                  <a:lnTo>
                    <a:pt x="1260344" y="234477"/>
                  </a:lnTo>
                  <a:lnTo>
                    <a:pt x="1293511" y="236630"/>
                  </a:lnTo>
                  <a:lnTo>
                    <a:pt x="1326678" y="238572"/>
                  </a:lnTo>
                  <a:lnTo>
                    <a:pt x="1359845" y="240304"/>
                  </a:lnTo>
                  <a:lnTo>
                    <a:pt x="1393012" y="241828"/>
                  </a:lnTo>
                  <a:lnTo>
                    <a:pt x="1426179" y="243148"/>
                  </a:lnTo>
                  <a:lnTo>
                    <a:pt x="1459346" y="244265"/>
                  </a:lnTo>
                  <a:lnTo>
                    <a:pt x="1492513" y="245185"/>
                  </a:lnTo>
                  <a:lnTo>
                    <a:pt x="1525680" y="245911"/>
                  </a:lnTo>
                  <a:lnTo>
                    <a:pt x="1558847" y="246447"/>
                  </a:lnTo>
                  <a:lnTo>
                    <a:pt x="1592014" y="246799"/>
                  </a:lnTo>
                  <a:lnTo>
                    <a:pt x="1625181" y="246973"/>
                  </a:lnTo>
                  <a:lnTo>
                    <a:pt x="1658347" y="246974"/>
                  </a:lnTo>
                  <a:lnTo>
                    <a:pt x="1691514" y="246808"/>
                  </a:lnTo>
                  <a:lnTo>
                    <a:pt x="1724681" y="246481"/>
                  </a:lnTo>
                  <a:lnTo>
                    <a:pt x="1757848" y="246001"/>
                  </a:lnTo>
                  <a:lnTo>
                    <a:pt x="1791015" y="245373"/>
                  </a:lnTo>
                  <a:lnTo>
                    <a:pt x="1824182" y="244604"/>
                  </a:lnTo>
                  <a:lnTo>
                    <a:pt x="1857349" y="243700"/>
                  </a:lnTo>
                  <a:lnTo>
                    <a:pt x="1890516" y="242667"/>
                  </a:lnTo>
                  <a:lnTo>
                    <a:pt x="1923683" y="241501"/>
                  </a:lnTo>
                  <a:lnTo>
                    <a:pt x="1956850" y="240165"/>
                  </a:lnTo>
                  <a:lnTo>
                    <a:pt x="1990017" y="238667"/>
                  </a:lnTo>
                  <a:lnTo>
                    <a:pt x="2023184" y="237015"/>
                  </a:lnTo>
                  <a:lnTo>
                    <a:pt x="2056351" y="235221"/>
                  </a:lnTo>
                  <a:lnTo>
                    <a:pt x="2089518" y="233293"/>
                  </a:lnTo>
                  <a:lnTo>
                    <a:pt x="2122685" y="231242"/>
                  </a:lnTo>
                  <a:lnTo>
                    <a:pt x="2155852" y="229076"/>
                  </a:lnTo>
                  <a:lnTo>
                    <a:pt x="2189019" y="226804"/>
                  </a:lnTo>
                  <a:lnTo>
                    <a:pt x="2222186" y="224437"/>
                  </a:lnTo>
                  <a:lnTo>
                    <a:pt x="2255353" y="221983"/>
                  </a:lnTo>
                  <a:lnTo>
                    <a:pt x="2288520" y="219455"/>
                  </a:lnTo>
                  <a:lnTo>
                    <a:pt x="2321687" y="216862"/>
                  </a:lnTo>
                  <a:lnTo>
                    <a:pt x="2354854" y="214217"/>
                  </a:lnTo>
                  <a:lnTo>
                    <a:pt x="2388021" y="211533"/>
                  </a:lnTo>
                  <a:lnTo>
                    <a:pt x="2421188" y="208823"/>
                  </a:lnTo>
                  <a:lnTo>
                    <a:pt x="2454355" y="206102"/>
                  </a:lnTo>
                  <a:lnTo>
                    <a:pt x="2487521" y="203383"/>
                  </a:lnTo>
                  <a:lnTo>
                    <a:pt x="2520688" y="200681"/>
                  </a:lnTo>
                  <a:lnTo>
                    <a:pt x="2553855" y="197777"/>
                  </a:lnTo>
                  <a:lnTo>
                    <a:pt x="2587022" y="194523"/>
                  </a:lnTo>
                  <a:lnTo>
                    <a:pt x="2620189" y="190955"/>
                  </a:lnTo>
                  <a:lnTo>
                    <a:pt x="2653356" y="187109"/>
                  </a:lnTo>
                  <a:lnTo>
                    <a:pt x="2686523" y="183026"/>
                  </a:lnTo>
                  <a:lnTo>
                    <a:pt x="2719690" y="178754"/>
                  </a:lnTo>
                  <a:lnTo>
                    <a:pt x="2752857" y="174355"/>
                  </a:lnTo>
                  <a:lnTo>
                    <a:pt x="2786024" y="169901"/>
                  </a:lnTo>
                  <a:lnTo>
                    <a:pt x="2819191" y="165477"/>
                  </a:lnTo>
                  <a:lnTo>
                    <a:pt x="2852358" y="161179"/>
                  </a:lnTo>
                  <a:lnTo>
                    <a:pt x="2885525" y="157116"/>
                  </a:lnTo>
                  <a:lnTo>
                    <a:pt x="2918692" y="153399"/>
                  </a:lnTo>
                  <a:lnTo>
                    <a:pt x="2951859" y="150073"/>
                  </a:lnTo>
                  <a:lnTo>
                    <a:pt x="2985026" y="146706"/>
                  </a:lnTo>
                  <a:lnTo>
                    <a:pt x="3018193" y="143202"/>
                  </a:lnTo>
                  <a:lnTo>
                    <a:pt x="3051360" y="139560"/>
                  </a:lnTo>
                  <a:lnTo>
                    <a:pt x="3084527" y="135780"/>
                  </a:lnTo>
                  <a:lnTo>
                    <a:pt x="3117694" y="131875"/>
                  </a:lnTo>
                  <a:lnTo>
                    <a:pt x="3150861" y="127873"/>
                  </a:lnTo>
                  <a:lnTo>
                    <a:pt x="3184028" y="123822"/>
                  </a:lnTo>
                  <a:lnTo>
                    <a:pt x="3217195" y="119785"/>
                  </a:lnTo>
                  <a:lnTo>
                    <a:pt x="3250362" y="115847"/>
                  </a:lnTo>
                  <a:lnTo>
                    <a:pt x="3283529" y="112104"/>
                  </a:lnTo>
                  <a:lnTo>
                    <a:pt x="3316695" y="108663"/>
                  </a:lnTo>
                  <a:lnTo>
                    <a:pt x="3349862" y="105636"/>
                  </a:lnTo>
                  <a:lnTo>
                    <a:pt x="3383029" y="102891"/>
                  </a:lnTo>
                  <a:lnTo>
                    <a:pt x="3416196" y="100130"/>
                  </a:lnTo>
                  <a:lnTo>
                    <a:pt x="3449363" y="97317"/>
                  </a:lnTo>
                  <a:lnTo>
                    <a:pt x="3482530" y="94427"/>
                  </a:lnTo>
                  <a:lnTo>
                    <a:pt x="3515697" y="91449"/>
                  </a:lnTo>
                  <a:lnTo>
                    <a:pt x="3548864" y="88390"/>
                  </a:lnTo>
                  <a:lnTo>
                    <a:pt x="3582031" y="85284"/>
                  </a:lnTo>
                  <a:lnTo>
                    <a:pt x="3615198" y="82188"/>
                  </a:lnTo>
                  <a:lnTo>
                    <a:pt x="3648365" y="79183"/>
                  </a:lnTo>
                  <a:lnTo>
                    <a:pt x="3681532" y="76363"/>
                  </a:lnTo>
                  <a:lnTo>
                    <a:pt x="3714699" y="73833"/>
                  </a:lnTo>
                  <a:lnTo>
                    <a:pt x="3747866" y="71653"/>
                  </a:lnTo>
                  <a:lnTo>
                    <a:pt x="3781033" y="69529"/>
                  </a:lnTo>
                  <a:lnTo>
                    <a:pt x="3814200" y="67381"/>
                  </a:lnTo>
                  <a:lnTo>
                    <a:pt x="3847367" y="65201"/>
                  </a:lnTo>
                  <a:lnTo>
                    <a:pt x="3880534" y="62983"/>
                  </a:lnTo>
                  <a:lnTo>
                    <a:pt x="3913701" y="60732"/>
                  </a:lnTo>
                  <a:lnTo>
                    <a:pt x="3946868" y="58460"/>
                  </a:lnTo>
                  <a:lnTo>
                    <a:pt x="3980035" y="56188"/>
                  </a:lnTo>
                  <a:lnTo>
                    <a:pt x="4013202" y="53948"/>
                  </a:lnTo>
                  <a:lnTo>
                    <a:pt x="4046369" y="51783"/>
                  </a:lnTo>
                  <a:lnTo>
                    <a:pt x="4079536" y="49743"/>
                  </a:lnTo>
                  <a:lnTo>
                    <a:pt x="4112703" y="47885"/>
                  </a:lnTo>
                  <a:lnTo>
                    <a:pt x="4145869" y="46272"/>
                  </a:lnTo>
                  <a:lnTo>
                    <a:pt x="4179036" y="44967"/>
                  </a:lnTo>
                  <a:lnTo>
                    <a:pt x="4212203" y="44032"/>
                  </a:lnTo>
                  <a:lnTo>
                    <a:pt x="4245370" y="43399"/>
                  </a:lnTo>
                  <a:lnTo>
                    <a:pt x="4278537" y="42947"/>
                  </a:lnTo>
                  <a:lnTo>
                    <a:pt x="4311704" y="42656"/>
                  </a:lnTo>
                  <a:lnTo>
                    <a:pt x="4344871" y="42507"/>
                  </a:lnTo>
                  <a:lnTo>
                    <a:pt x="4378038" y="42483"/>
                  </a:lnTo>
                  <a:lnTo>
                    <a:pt x="4411205" y="42566"/>
                  </a:lnTo>
                  <a:lnTo>
                    <a:pt x="4444372" y="42740"/>
                  </a:lnTo>
                  <a:lnTo>
                    <a:pt x="4477539" y="42994"/>
                  </a:lnTo>
                  <a:lnTo>
                    <a:pt x="4510706" y="43312"/>
                  </a:lnTo>
                  <a:lnTo>
                    <a:pt x="4543873" y="43686"/>
                  </a:lnTo>
                  <a:lnTo>
                    <a:pt x="4577040" y="44107"/>
                  </a:lnTo>
                  <a:lnTo>
                    <a:pt x="4610207" y="44565"/>
                  </a:lnTo>
                  <a:lnTo>
                    <a:pt x="4643374" y="45056"/>
                  </a:lnTo>
                  <a:lnTo>
                    <a:pt x="4676541" y="45574"/>
                  </a:lnTo>
                  <a:lnTo>
                    <a:pt x="4709708" y="46116"/>
                  </a:lnTo>
                  <a:lnTo>
                    <a:pt x="4742875" y="46677"/>
                  </a:lnTo>
                  <a:lnTo>
                    <a:pt x="4776042" y="47256"/>
                  </a:lnTo>
                  <a:lnTo>
                    <a:pt x="4809209" y="47849"/>
                  </a:lnTo>
                  <a:lnTo>
                    <a:pt x="4842376" y="48453"/>
                  </a:lnTo>
                  <a:lnTo>
                    <a:pt x="4875543" y="49066"/>
                  </a:lnTo>
                  <a:lnTo>
                    <a:pt x="4908710" y="49683"/>
                  </a:lnTo>
                  <a:lnTo>
                    <a:pt x="4941876" y="50291"/>
                  </a:lnTo>
                  <a:lnTo>
                    <a:pt x="4975043" y="50885"/>
                  </a:lnTo>
                  <a:lnTo>
                    <a:pt x="5008210" y="51464"/>
                  </a:lnTo>
                  <a:lnTo>
                    <a:pt x="5041377" y="52027"/>
                  </a:lnTo>
                  <a:lnTo>
                    <a:pt x="5074544" y="52575"/>
                  </a:lnTo>
                  <a:lnTo>
                    <a:pt x="5107711" y="53105"/>
                  </a:lnTo>
                  <a:lnTo>
                    <a:pt x="5140878" y="53616"/>
                  </a:lnTo>
                  <a:lnTo>
                    <a:pt x="5174045" y="54107"/>
                  </a:lnTo>
                  <a:lnTo>
                    <a:pt x="5207212" y="54574"/>
                  </a:lnTo>
                  <a:lnTo>
                    <a:pt x="5240379" y="55016"/>
                  </a:lnTo>
                  <a:lnTo>
                    <a:pt x="5273546" y="55429"/>
                  </a:lnTo>
                  <a:lnTo>
                    <a:pt x="5306713" y="55811"/>
                  </a:lnTo>
                  <a:lnTo>
                    <a:pt x="5339880" y="56157"/>
                  </a:lnTo>
                  <a:lnTo>
                    <a:pt x="5373047" y="56465"/>
                  </a:lnTo>
                  <a:lnTo>
                    <a:pt x="5406214" y="56731"/>
                  </a:lnTo>
                  <a:lnTo>
                    <a:pt x="5439381" y="56951"/>
                  </a:lnTo>
                  <a:lnTo>
                    <a:pt x="5472548" y="57122"/>
                  </a:lnTo>
                  <a:lnTo>
                    <a:pt x="5505715" y="57240"/>
                  </a:lnTo>
                  <a:lnTo>
                    <a:pt x="5538882" y="57300"/>
                  </a:lnTo>
                  <a:lnTo>
                    <a:pt x="5572049" y="57300"/>
                  </a:lnTo>
                  <a:lnTo>
                    <a:pt x="5605216" y="57236"/>
                  </a:lnTo>
                  <a:lnTo>
                    <a:pt x="5638383" y="57104"/>
                  </a:lnTo>
                  <a:lnTo>
                    <a:pt x="5671550" y="56901"/>
                  </a:lnTo>
                  <a:lnTo>
                    <a:pt x="5704717" y="56623"/>
                  </a:lnTo>
                  <a:lnTo>
                    <a:pt x="5737884" y="56268"/>
                  </a:lnTo>
                  <a:lnTo>
                    <a:pt x="5771050" y="55834"/>
                  </a:lnTo>
                  <a:lnTo>
                    <a:pt x="5804217" y="55316"/>
                  </a:lnTo>
                  <a:lnTo>
                    <a:pt x="5837384" y="54714"/>
                  </a:lnTo>
                  <a:lnTo>
                    <a:pt x="5870551" y="54024"/>
                  </a:lnTo>
                  <a:lnTo>
                    <a:pt x="5903718" y="53246"/>
                  </a:lnTo>
                  <a:lnTo>
                    <a:pt x="5936885" y="52377"/>
                  </a:lnTo>
                  <a:lnTo>
                    <a:pt x="5970052" y="51416"/>
                  </a:lnTo>
                  <a:lnTo>
                    <a:pt x="6003219" y="50361"/>
                  </a:lnTo>
                  <a:lnTo>
                    <a:pt x="6036386" y="49213"/>
                  </a:lnTo>
                  <a:lnTo>
                    <a:pt x="6069553" y="47971"/>
                  </a:lnTo>
                  <a:lnTo>
                    <a:pt x="6102720" y="46632"/>
                  </a:lnTo>
                  <a:lnTo>
                    <a:pt x="6135887" y="45199"/>
                  </a:lnTo>
                  <a:lnTo>
                    <a:pt x="6169054" y="43670"/>
                  </a:lnTo>
                  <a:lnTo>
                    <a:pt x="6202221" y="42045"/>
                  </a:lnTo>
                  <a:lnTo>
                    <a:pt x="6235388" y="40324"/>
                  </a:lnTo>
                  <a:lnTo>
                    <a:pt x="6268555" y="38509"/>
                  </a:lnTo>
                  <a:lnTo>
                    <a:pt x="6301722" y="36599"/>
                  </a:lnTo>
                  <a:lnTo>
                    <a:pt x="6334889" y="34594"/>
                  </a:lnTo>
                  <a:lnTo>
                    <a:pt x="6368056" y="32496"/>
                  </a:lnTo>
                  <a:lnTo>
                    <a:pt x="6401223" y="30305"/>
                  </a:lnTo>
                  <a:lnTo>
                    <a:pt x="6434390" y="28022"/>
                  </a:lnTo>
                  <a:lnTo>
                    <a:pt x="6467557" y="25647"/>
                  </a:lnTo>
                  <a:lnTo>
                    <a:pt x="6500724" y="23182"/>
                  </a:lnTo>
                  <a:lnTo>
                    <a:pt x="6533891" y="20628"/>
                  </a:lnTo>
                  <a:lnTo>
                    <a:pt x="6567058" y="17985"/>
                  </a:lnTo>
                  <a:lnTo>
                    <a:pt x="6600224" y="1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5033291"/>
              <a:ext cx="6600224" cy="186011"/>
            </a:xfrm>
            <a:custGeom>
              <a:avLst/>
              <a:pathLst>
                <a:path w="6600224" h="186011">
                  <a:moveTo>
                    <a:pt x="6600224" y="186011"/>
                  </a:moveTo>
                  <a:lnTo>
                    <a:pt x="6567058" y="186011"/>
                  </a:lnTo>
                  <a:lnTo>
                    <a:pt x="6533891" y="186011"/>
                  </a:lnTo>
                  <a:lnTo>
                    <a:pt x="6500724" y="186011"/>
                  </a:lnTo>
                  <a:lnTo>
                    <a:pt x="6467557" y="183527"/>
                  </a:lnTo>
                  <a:lnTo>
                    <a:pt x="6434390" y="177231"/>
                  </a:lnTo>
                  <a:lnTo>
                    <a:pt x="6401223" y="171079"/>
                  </a:lnTo>
                  <a:lnTo>
                    <a:pt x="6368056" y="165071"/>
                  </a:lnTo>
                  <a:lnTo>
                    <a:pt x="6334889" y="159207"/>
                  </a:lnTo>
                  <a:lnTo>
                    <a:pt x="6301722" y="153487"/>
                  </a:lnTo>
                  <a:lnTo>
                    <a:pt x="6268555" y="147912"/>
                  </a:lnTo>
                  <a:lnTo>
                    <a:pt x="6235388" y="142480"/>
                  </a:lnTo>
                  <a:lnTo>
                    <a:pt x="6202221" y="137192"/>
                  </a:lnTo>
                  <a:lnTo>
                    <a:pt x="6169054" y="132046"/>
                  </a:lnTo>
                  <a:lnTo>
                    <a:pt x="6135887" y="127044"/>
                  </a:lnTo>
                  <a:lnTo>
                    <a:pt x="6102720" y="122183"/>
                  </a:lnTo>
                  <a:lnTo>
                    <a:pt x="6069553" y="117464"/>
                  </a:lnTo>
                  <a:lnTo>
                    <a:pt x="6036386" y="112884"/>
                  </a:lnTo>
                  <a:lnTo>
                    <a:pt x="6003219" y="108444"/>
                  </a:lnTo>
                  <a:lnTo>
                    <a:pt x="5970052" y="104140"/>
                  </a:lnTo>
                  <a:lnTo>
                    <a:pt x="5936885" y="99973"/>
                  </a:lnTo>
                  <a:lnTo>
                    <a:pt x="5903718" y="95939"/>
                  </a:lnTo>
                  <a:lnTo>
                    <a:pt x="5870551" y="92037"/>
                  </a:lnTo>
                  <a:lnTo>
                    <a:pt x="5837384" y="88265"/>
                  </a:lnTo>
                  <a:lnTo>
                    <a:pt x="5804217" y="84620"/>
                  </a:lnTo>
                  <a:lnTo>
                    <a:pt x="5771050" y="81098"/>
                  </a:lnTo>
                  <a:lnTo>
                    <a:pt x="5737884" y="77698"/>
                  </a:lnTo>
                  <a:lnTo>
                    <a:pt x="5704717" y="74416"/>
                  </a:lnTo>
                  <a:lnTo>
                    <a:pt x="5671550" y="71247"/>
                  </a:lnTo>
                  <a:lnTo>
                    <a:pt x="5638383" y="68190"/>
                  </a:lnTo>
                  <a:lnTo>
                    <a:pt x="5605216" y="65239"/>
                  </a:lnTo>
                  <a:lnTo>
                    <a:pt x="5572049" y="62390"/>
                  </a:lnTo>
                  <a:lnTo>
                    <a:pt x="5538882" y="59640"/>
                  </a:lnTo>
                  <a:lnTo>
                    <a:pt x="5505715" y="56984"/>
                  </a:lnTo>
                  <a:lnTo>
                    <a:pt x="5472548" y="54417"/>
                  </a:lnTo>
                  <a:lnTo>
                    <a:pt x="5439381" y="51936"/>
                  </a:lnTo>
                  <a:lnTo>
                    <a:pt x="5406214" y="49536"/>
                  </a:lnTo>
                  <a:lnTo>
                    <a:pt x="5373047" y="47211"/>
                  </a:lnTo>
                  <a:lnTo>
                    <a:pt x="5339880" y="44959"/>
                  </a:lnTo>
                  <a:lnTo>
                    <a:pt x="5306713" y="42774"/>
                  </a:lnTo>
                  <a:lnTo>
                    <a:pt x="5273546" y="40653"/>
                  </a:lnTo>
                  <a:lnTo>
                    <a:pt x="5240379" y="38591"/>
                  </a:lnTo>
                  <a:lnTo>
                    <a:pt x="5207212" y="36584"/>
                  </a:lnTo>
                  <a:lnTo>
                    <a:pt x="5174045" y="34630"/>
                  </a:lnTo>
                  <a:lnTo>
                    <a:pt x="5140878" y="32724"/>
                  </a:lnTo>
                  <a:lnTo>
                    <a:pt x="5107711" y="30863"/>
                  </a:lnTo>
                  <a:lnTo>
                    <a:pt x="5074544" y="29046"/>
                  </a:lnTo>
                  <a:lnTo>
                    <a:pt x="5041377" y="27270"/>
                  </a:lnTo>
                  <a:lnTo>
                    <a:pt x="5008210" y="25532"/>
                  </a:lnTo>
                  <a:lnTo>
                    <a:pt x="4975043" y="23831"/>
                  </a:lnTo>
                  <a:lnTo>
                    <a:pt x="4941876" y="22167"/>
                  </a:lnTo>
                  <a:lnTo>
                    <a:pt x="4908710" y="20538"/>
                  </a:lnTo>
                  <a:lnTo>
                    <a:pt x="4875543" y="18916"/>
                  </a:lnTo>
                  <a:lnTo>
                    <a:pt x="4842376" y="17270"/>
                  </a:lnTo>
                  <a:lnTo>
                    <a:pt x="4809209" y="15617"/>
                  </a:lnTo>
                  <a:lnTo>
                    <a:pt x="4776042" y="13972"/>
                  </a:lnTo>
                  <a:lnTo>
                    <a:pt x="4742875" y="12350"/>
                  </a:lnTo>
                  <a:lnTo>
                    <a:pt x="4709708" y="10769"/>
                  </a:lnTo>
                  <a:lnTo>
                    <a:pt x="4676541" y="9245"/>
                  </a:lnTo>
                  <a:lnTo>
                    <a:pt x="4643374" y="7794"/>
                  </a:lnTo>
                  <a:lnTo>
                    <a:pt x="4610207" y="6431"/>
                  </a:lnTo>
                  <a:lnTo>
                    <a:pt x="4577040" y="5169"/>
                  </a:lnTo>
                  <a:lnTo>
                    <a:pt x="4543873" y="4023"/>
                  </a:lnTo>
                  <a:lnTo>
                    <a:pt x="4510706" y="3004"/>
                  </a:lnTo>
                  <a:lnTo>
                    <a:pt x="4477539" y="2121"/>
                  </a:lnTo>
                  <a:lnTo>
                    <a:pt x="4444372" y="1383"/>
                  </a:lnTo>
                  <a:lnTo>
                    <a:pt x="4411205" y="798"/>
                  </a:lnTo>
                  <a:lnTo>
                    <a:pt x="4378038" y="370"/>
                  </a:lnTo>
                  <a:lnTo>
                    <a:pt x="4344871" y="103"/>
                  </a:lnTo>
                  <a:lnTo>
                    <a:pt x="4311704" y="0"/>
                  </a:lnTo>
                  <a:lnTo>
                    <a:pt x="4278537" y="61"/>
                  </a:lnTo>
                  <a:lnTo>
                    <a:pt x="4245370" y="287"/>
                  </a:lnTo>
                  <a:lnTo>
                    <a:pt x="4212203" y="678"/>
                  </a:lnTo>
                  <a:lnTo>
                    <a:pt x="4179036" y="1231"/>
                  </a:lnTo>
                  <a:lnTo>
                    <a:pt x="4145869" y="1950"/>
                  </a:lnTo>
                  <a:lnTo>
                    <a:pt x="4112703" y="2841"/>
                  </a:lnTo>
                  <a:lnTo>
                    <a:pt x="4079536" y="3916"/>
                  </a:lnTo>
                  <a:lnTo>
                    <a:pt x="4046369" y="5181"/>
                  </a:lnTo>
                  <a:lnTo>
                    <a:pt x="4013202" y="6640"/>
                  </a:lnTo>
                  <a:lnTo>
                    <a:pt x="3980035" y="8290"/>
                  </a:lnTo>
                  <a:lnTo>
                    <a:pt x="3946868" y="10120"/>
                  </a:lnTo>
                  <a:lnTo>
                    <a:pt x="3913701" y="12107"/>
                  </a:lnTo>
                  <a:lnTo>
                    <a:pt x="3880534" y="14221"/>
                  </a:lnTo>
                  <a:lnTo>
                    <a:pt x="3847367" y="16418"/>
                  </a:lnTo>
                  <a:lnTo>
                    <a:pt x="3814200" y="18648"/>
                  </a:lnTo>
                  <a:lnTo>
                    <a:pt x="3781033" y="20854"/>
                  </a:lnTo>
                  <a:lnTo>
                    <a:pt x="3747866" y="22973"/>
                  </a:lnTo>
                  <a:lnTo>
                    <a:pt x="3714699" y="24977"/>
                  </a:lnTo>
                  <a:lnTo>
                    <a:pt x="3681532" y="27012"/>
                  </a:lnTo>
                  <a:lnTo>
                    <a:pt x="3648365" y="29138"/>
                  </a:lnTo>
                  <a:lnTo>
                    <a:pt x="3615198" y="31395"/>
                  </a:lnTo>
                  <a:lnTo>
                    <a:pt x="3582031" y="33819"/>
                  </a:lnTo>
                  <a:lnTo>
                    <a:pt x="3548864" y="36425"/>
                  </a:lnTo>
                  <a:lnTo>
                    <a:pt x="3515697" y="39209"/>
                  </a:lnTo>
                  <a:lnTo>
                    <a:pt x="3482530" y="42141"/>
                  </a:lnTo>
                  <a:lnTo>
                    <a:pt x="3449363" y="45167"/>
                  </a:lnTo>
                  <a:lnTo>
                    <a:pt x="3416196" y="48212"/>
                  </a:lnTo>
                  <a:lnTo>
                    <a:pt x="3383029" y="51189"/>
                  </a:lnTo>
                  <a:lnTo>
                    <a:pt x="3349862" y="54003"/>
                  </a:lnTo>
                  <a:lnTo>
                    <a:pt x="3316695" y="56850"/>
                  </a:lnTo>
                  <a:lnTo>
                    <a:pt x="3283529" y="59918"/>
                  </a:lnTo>
                  <a:lnTo>
                    <a:pt x="3250362" y="63212"/>
                  </a:lnTo>
                  <a:lnTo>
                    <a:pt x="3217195" y="66732"/>
                  </a:lnTo>
                  <a:lnTo>
                    <a:pt x="3184028" y="70471"/>
                  </a:lnTo>
                  <a:lnTo>
                    <a:pt x="3150861" y="74404"/>
                  </a:lnTo>
                  <a:lnTo>
                    <a:pt x="3117694" y="78492"/>
                  </a:lnTo>
                  <a:lnTo>
                    <a:pt x="3084527" y="82675"/>
                  </a:lnTo>
                  <a:lnTo>
                    <a:pt x="3051360" y="86873"/>
                  </a:lnTo>
                  <a:lnTo>
                    <a:pt x="3018193" y="90995"/>
                  </a:lnTo>
                  <a:lnTo>
                    <a:pt x="2985026" y="94936"/>
                  </a:lnTo>
                  <a:lnTo>
                    <a:pt x="2951859" y="98587"/>
                  </a:lnTo>
                  <a:lnTo>
                    <a:pt x="2918692" y="101953"/>
                  </a:lnTo>
                  <a:lnTo>
                    <a:pt x="2885525" y="105549"/>
                  </a:lnTo>
                  <a:lnTo>
                    <a:pt x="2852358" y="109426"/>
                  </a:lnTo>
                  <a:lnTo>
                    <a:pt x="2819191" y="113549"/>
                  </a:lnTo>
                  <a:lnTo>
                    <a:pt x="2786024" y="117879"/>
                  </a:lnTo>
                  <a:lnTo>
                    <a:pt x="2752857" y="122366"/>
                  </a:lnTo>
                  <a:lnTo>
                    <a:pt x="2719690" y="126949"/>
                  </a:lnTo>
                  <a:lnTo>
                    <a:pt x="2686523" y="131553"/>
                  </a:lnTo>
                  <a:lnTo>
                    <a:pt x="2653356" y="136092"/>
                  </a:lnTo>
                  <a:lnTo>
                    <a:pt x="2620189" y="140468"/>
                  </a:lnTo>
                  <a:lnTo>
                    <a:pt x="2587022" y="144576"/>
                  </a:lnTo>
                  <a:lnTo>
                    <a:pt x="2553855" y="148304"/>
                  </a:lnTo>
                  <a:lnTo>
                    <a:pt x="2520688" y="151543"/>
                  </a:lnTo>
                  <a:lnTo>
                    <a:pt x="2487521" y="154475"/>
                  </a:lnTo>
                  <a:lnTo>
                    <a:pt x="2454355" y="157438"/>
                  </a:lnTo>
                  <a:lnTo>
                    <a:pt x="2421188" y="160429"/>
                  </a:lnTo>
                  <a:lnTo>
                    <a:pt x="2388021" y="163445"/>
                  </a:lnTo>
                  <a:lnTo>
                    <a:pt x="2354854" y="166478"/>
                  </a:lnTo>
                  <a:lnTo>
                    <a:pt x="2321687" y="169523"/>
                  </a:lnTo>
                  <a:lnTo>
                    <a:pt x="2288520" y="172574"/>
                  </a:lnTo>
                  <a:lnTo>
                    <a:pt x="2255353" y="175622"/>
                  </a:lnTo>
                  <a:lnTo>
                    <a:pt x="2222186" y="178659"/>
                  </a:lnTo>
                  <a:lnTo>
                    <a:pt x="2189019" y="181676"/>
                  </a:lnTo>
                  <a:lnTo>
                    <a:pt x="2155852" y="184663"/>
                  </a:lnTo>
                  <a:lnTo>
                    <a:pt x="2122685" y="186011"/>
                  </a:lnTo>
                  <a:lnTo>
                    <a:pt x="2089518" y="186011"/>
                  </a:lnTo>
                  <a:lnTo>
                    <a:pt x="2056351" y="186011"/>
                  </a:lnTo>
                  <a:lnTo>
                    <a:pt x="2023184" y="186011"/>
                  </a:lnTo>
                  <a:lnTo>
                    <a:pt x="1990017" y="186011"/>
                  </a:lnTo>
                  <a:lnTo>
                    <a:pt x="1956850" y="186011"/>
                  </a:lnTo>
                  <a:lnTo>
                    <a:pt x="1923683" y="186011"/>
                  </a:lnTo>
                  <a:lnTo>
                    <a:pt x="1890516" y="186011"/>
                  </a:lnTo>
                  <a:lnTo>
                    <a:pt x="1857349" y="186011"/>
                  </a:lnTo>
                  <a:lnTo>
                    <a:pt x="1824182" y="186011"/>
                  </a:lnTo>
                  <a:lnTo>
                    <a:pt x="1791015" y="186011"/>
                  </a:lnTo>
                  <a:lnTo>
                    <a:pt x="1757848" y="186011"/>
                  </a:lnTo>
                  <a:lnTo>
                    <a:pt x="1724681" y="186011"/>
                  </a:lnTo>
                  <a:lnTo>
                    <a:pt x="1691514" y="186011"/>
                  </a:lnTo>
                  <a:lnTo>
                    <a:pt x="1658347" y="186011"/>
                  </a:lnTo>
                  <a:lnTo>
                    <a:pt x="1625181" y="186011"/>
                  </a:lnTo>
                  <a:lnTo>
                    <a:pt x="1592014" y="186011"/>
                  </a:lnTo>
                  <a:lnTo>
                    <a:pt x="1558847" y="186011"/>
                  </a:lnTo>
                  <a:lnTo>
                    <a:pt x="1525680" y="186011"/>
                  </a:lnTo>
                  <a:lnTo>
                    <a:pt x="1492513" y="186011"/>
                  </a:lnTo>
                  <a:lnTo>
                    <a:pt x="1459346" y="186011"/>
                  </a:lnTo>
                  <a:lnTo>
                    <a:pt x="1426179" y="186011"/>
                  </a:lnTo>
                  <a:lnTo>
                    <a:pt x="1393012" y="186011"/>
                  </a:lnTo>
                  <a:lnTo>
                    <a:pt x="1359845" y="186011"/>
                  </a:lnTo>
                  <a:lnTo>
                    <a:pt x="1326678" y="186011"/>
                  </a:lnTo>
                  <a:lnTo>
                    <a:pt x="1293511" y="186011"/>
                  </a:lnTo>
                  <a:lnTo>
                    <a:pt x="1260344" y="186011"/>
                  </a:lnTo>
                  <a:lnTo>
                    <a:pt x="1227177" y="186011"/>
                  </a:lnTo>
                  <a:lnTo>
                    <a:pt x="1194010" y="186011"/>
                  </a:lnTo>
                  <a:lnTo>
                    <a:pt x="1160843" y="186011"/>
                  </a:lnTo>
                  <a:lnTo>
                    <a:pt x="1127676" y="186011"/>
                  </a:lnTo>
                  <a:lnTo>
                    <a:pt x="1094509" y="186011"/>
                  </a:lnTo>
                  <a:lnTo>
                    <a:pt x="1061342" y="186011"/>
                  </a:lnTo>
                  <a:lnTo>
                    <a:pt x="1028175" y="186011"/>
                  </a:lnTo>
                  <a:lnTo>
                    <a:pt x="995008" y="186011"/>
                  </a:lnTo>
                  <a:lnTo>
                    <a:pt x="961841" y="186011"/>
                  </a:lnTo>
                  <a:lnTo>
                    <a:pt x="928674" y="186011"/>
                  </a:lnTo>
                  <a:lnTo>
                    <a:pt x="895507" y="186011"/>
                  </a:lnTo>
                  <a:lnTo>
                    <a:pt x="862340" y="186011"/>
                  </a:lnTo>
                  <a:lnTo>
                    <a:pt x="829173" y="186011"/>
                  </a:lnTo>
                  <a:lnTo>
                    <a:pt x="796007" y="186011"/>
                  </a:lnTo>
                  <a:lnTo>
                    <a:pt x="762840" y="186011"/>
                  </a:lnTo>
                  <a:lnTo>
                    <a:pt x="729673" y="186011"/>
                  </a:lnTo>
                  <a:lnTo>
                    <a:pt x="696506" y="186011"/>
                  </a:lnTo>
                  <a:lnTo>
                    <a:pt x="663339" y="186011"/>
                  </a:lnTo>
                  <a:lnTo>
                    <a:pt x="630172" y="186011"/>
                  </a:lnTo>
                  <a:lnTo>
                    <a:pt x="597005" y="186011"/>
                  </a:lnTo>
                  <a:lnTo>
                    <a:pt x="563838" y="186011"/>
                  </a:lnTo>
                  <a:lnTo>
                    <a:pt x="530671" y="186011"/>
                  </a:lnTo>
                  <a:lnTo>
                    <a:pt x="497504" y="186011"/>
                  </a:lnTo>
                  <a:lnTo>
                    <a:pt x="464337" y="186011"/>
                  </a:lnTo>
                  <a:lnTo>
                    <a:pt x="431170" y="186011"/>
                  </a:lnTo>
                  <a:lnTo>
                    <a:pt x="398003" y="186011"/>
                  </a:lnTo>
                  <a:lnTo>
                    <a:pt x="364836" y="186011"/>
                  </a:lnTo>
                  <a:lnTo>
                    <a:pt x="331669" y="186011"/>
                  </a:lnTo>
                  <a:lnTo>
                    <a:pt x="298502" y="186011"/>
                  </a:lnTo>
                  <a:lnTo>
                    <a:pt x="265335" y="186011"/>
                  </a:lnTo>
                  <a:lnTo>
                    <a:pt x="232168" y="186011"/>
                  </a:lnTo>
                  <a:lnTo>
                    <a:pt x="199001" y="186011"/>
                  </a:lnTo>
                  <a:lnTo>
                    <a:pt x="165834" y="186011"/>
                  </a:lnTo>
                  <a:lnTo>
                    <a:pt x="132667" y="186011"/>
                  </a:lnTo>
                  <a:lnTo>
                    <a:pt x="99500" y="186011"/>
                  </a:lnTo>
                  <a:lnTo>
                    <a:pt x="66333" y="186011"/>
                  </a:lnTo>
                  <a:lnTo>
                    <a:pt x="33166" y="186011"/>
                  </a:lnTo>
                  <a:lnTo>
                    <a:pt x="0" y="186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4966115"/>
              <a:ext cx="6600224" cy="227858"/>
            </a:xfrm>
            <a:custGeom>
              <a:avLst/>
              <a:pathLst>
                <a:path w="6600224" h="227858">
                  <a:moveTo>
                    <a:pt x="0" y="203210"/>
                  </a:moveTo>
                  <a:lnTo>
                    <a:pt x="33166" y="204904"/>
                  </a:lnTo>
                  <a:lnTo>
                    <a:pt x="66333" y="206537"/>
                  </a:lnTo>
                  <a:lnTo>
                    <a:pt x="99500" y="208111"/>
                  </a:lnTo>
                  <a:lnTo>
                    <a:pt x="132667" y="209624"/>
                  </a:lnTo>
                  <a:lnTo>
                    <a:pt x="165834" y="211078"/>
                  </a:lnTo>
                  <a:lnTo>
                    <a:pt x="199001" y="212471"/>
                  </a:lnTo>
                  <a:lnTo>
                    <a:pt x="232168" y="213804"/>
                  </a:lnTo>
                  <a:lnTo>
                    <a:pt x="265335" y="215077"/>
                  </a:lnTo>
                  <a:lnTo>
                    <a:pt x="298502" y="216290"/>
                  </a:lnTo>
                  <a:lnTo>
                    <a:pt x="331669" y="217442"/>
                  </a:lnTo>
                  <a:lnTo>
                    <a:pt x="364836" y="218535"/>
                  </a:lnTo>
                  <a:lnTo>
                    <a:pt x="398003" y="219567"/>
                  </a:lnTo>
                  <a:lnTo>
                    <a:pt x="431170" y="220538"/>
                  </a:lnTo>
                  <a:lnTo>
                    <a:pt x="464337" y="221449"/>
                  </a:lnTo>
                  <a:lnTo>
                    <a:pt x="497504" y="222300"/>
                  </a:lnTo>
                  <a:lnTo>
                    <a:pt x="530671" y="223091"/>
                  </a:lnTo>
                  <a:lnTo>
                    <a:pt x="563838" y="223821"/>
                  </a:lnTo>
                  <a:lnTo>
                    <a:pt x="597005" y="224490"/>
                  </a:lnTo>
                  <a:lnTo>
                    <a:pt x="630172" y="225099"/>
                  </a:lnTo>
                  <a:lnTo>
                    <a:pt x="663339" y="225648"/>
                  </a:lnTo>
                  <a:lnTo>
                    <a:pt x="696506" y="226136"/>
                  </a:lnTo>
                  <a:lnTo>
                    <a:pt x="729673" y="226563"/>
                  </a:lnTo>
                  <a:lnTo>
                    <a:pt x="762840" y="226930"/>
                  </a:lnTo>
                  <a:lnTo>
                    <a:pt x="796007" y="227237"/>
                  </a:lnTo>
                  <a:lnTo>
                    <a:pt x="829173" y="227482"/>
                  </a:lnTo>
                  <a:lnTo>
                    <a:pt x="862340" y="227667"/>
                  </a:lnTo>
                  <a:lnTo>
                    <a:pt x="895507" y="227792"/>
                  </a:lnTo>
                  <a:lnTo>
                    <a:pt x="928674" y="227855"/>
                  </a:lnTo>
                  <a:lnTo>
                    <a:pt x="961841" y="227858"/>
                  </a:lnTo>
                  <a:lnTo>
                    <a:pt x="995008" y="227800"/>
                  </a:lnTo>
                  <a:lnTo>
                    <a:pt x="1028175" y="227681"/>
                  </a:lnTo>
                  <a:lnTo>
                    <a:pt x="1061342" y="227502"/>
                  </a:lnTo>
                  <a:lnTo>
                    <a:pt x="1094509" y="227262"/>
                  </a:lnTo>
                  <a:lnTo>
                    <a:pt x="1127676" y="226960"/>
                  </a:lnTo>
                  <a:lnTo>
                    <a:pt x="1160843" y="226598"/>
                  </a:lnTo>
                  <a:lnTo>
                    <a:pt x="1194010" y="226175"/>
                  </a:lnTo>
                  <a:lnTo>
                    <a:pt x="1227177" y="225691"/>
                  </a:lnTo>
                  <a:lnTo>
                    <a:pt x="1260344" y="225146"/>
                  </a:lnTo>
                  <a:lnTo>
                    <a:pt x="1293511" y="224540"/>
                  </a:lnTo>
                  <a:lnTo>
                    <a:pt x="1326678" y="223873"/>
                  </a:lnTo>
                  <a:lnTo>
                    <a:pt x="1359845" y="223145"/>
                  </a:lnTo>
                  <a:lnTo>
                    <a:pt x="1393012" y="222356"/>
                  </a:lnTo>
                  <a:lnTo>
                    <a:pt x="1426179" y="221506"/>
                  </a:lnTo>
                  <a:lnTo>
                    <a:pt x="1459346" y="220595"/>
                  </a:lnTo>
                  <a:lnTo>
                    <a:pt x="1492513" y="219622"/>
                  </a:lnTo>
                  <a:lnTo>
                    <a:pt x="1525680" y="218589"/>
                  </a:lnTo>
                  <a:lnTo>
                    <a:pt x="1558847" y="217494"/>
                  </a:lnTo>
                  <a:lnTo>
                    <a:pt x="1592014" y="216338"/>
                  </a:lnTo>
                  <a:lnTo>
                    <a:pt x="1625181" y="215120"/>
                  </a:lnTo>
                  <a:lnTo>
                    <a:pt x="1658347" y="213842"/>
                  </a:lnTo>
                  <a:lnTo>
                    <a:pt x="1691514" y="212502"/>
                  </a:lnTo>
                  <a:lnTo>
                    <a:pt x="1724681" y="211101"/>
                  </a:lnTo>
                  <a:lnTo>
                    <a:pt x="1757848" y="209638"/>
                  </a:lnTo>
                  <a:lnTo>
                    <a:pt x="1791015" y="208114"/>
                  </a:lnTo>
                  <a:lnTo>
                    <a:pt x="1824182" y="206528"/>
                  </a:lnTo>
                  <a:lnTo>
                    <a:pt x="1857349" y="204882"/>
                  </a:lnTo>
                  <a:lnTo>
                    <a:pt x="1890516" y="203173"/>
                  </a:lnTo>
                  <a:lnTo>
                    <a:pt x="1923683" y="201390"/>
                  </a:lnTo>
                  <a:lnTo>
                    <a:pt x="1956850" y="199474"/>
                  </a:lnTo>
                  <a:lnTo>
                    <a:pt x="1990017" y="197427"/>
                  </a:lnTo>
                  <a:lnTo>
                    <a:pt x="2023184" y="195258"/>
                  </a:lnTo>
                  <a:lnTo>
                    <a:pt x="2056351" y="192978"/>
                  </a:lnTo>
                  <a:lnTo>
                    <a:pt x="2089518" y="190595"/>
                  </a:lnTo>
                  <a:lnTo>
                    <a:pt x="2122685" y="188121"/>
                  </a:lnTo>
                  <a:lnTo>
                    <a:pt x="2155852" y="185564"/>
                  </a:lnTo>
                  <a:lnTo>
                    <a:pt x="2189019" y="182934"/>
                  </a:lnTo>
                  <a:lnTo>
                    <a:pt x="2222186" y="180242"/>
                  </a:lnTo>
                  <a:lnTo>
                    <a:pt x="2255353" y="177497"/>
                  </a:lnTo>
                  <a:lnTo>
                    <a:pt x="2288520" y="174709"/>
                  </a:lnTo>
                  <a:lnTo>
                    <a:pt x="2321687" y="171887"/>
                  </a:lnTo>
                  <a:lnTo>
                    <a:pt x="2354854" y="169042"/>
                  </a:lnTo>
                  <a:lnTo>
                    <a:pt x="2388021" y="166184"/>
                  </a:lnTo>
                  <a:lnTo>
                    <a:pt x="2421188" y="163321"/>
                  </a:lnTo>
                  <a:lnTo>
                    <a:pt x="2454355" y="160464"/>
                  </a:lnTo>
                  <a:lnTo>
                    <a:pt x="2487521" y="157623"/>
                  </a:lnTo>
                  <a:lnTo>
                    <a:pt x="2520688" y="154806"/>
                  </a:lnTo>
                  <a:lnTo>
                    <a:pt x="2553855" y="151735"/>
                  </a:lnTo>
                  <a:lnTo>
                    <a:pt x="2587022" y="148244"/>
                  </a:lnTo>
                  <a:lnTo>
                    <a:pt x="2620189" y="144406"/>
                  </a:lnTo>
                  <a:lnTo>
                    <a:pt x="2653356" y="140295"/>
                  </a:lnTo>
                  <a:lnTo>
                    <a:pt x="2686523" y="135984"/>
                  </a:lnTo>
                  <a:lnTo>
                    <a:pt x="2719690" y="131546"/>
                  </a:lnTo>
                  <a:lnTo>
                    <a:pt x="2752857" y="127055"/>
                  </a:lnTo>
                  <a:lnTo>
                    <a:pt x="2786024" y="122585"/>
                  </a:lnTo>
                  <a:lnTo>
                    <a:pt x="2819191" y="118207"/>
                  </a:lnTo>
                  <a:lnTo>
                    <a:pt x="2852358" y="113997"/>
                  </a:lnTo>
                  <a:lnTo>
                    <a:pt x="2885525" y="110027"/>
                  </a:lnTo>
                  <a:lnTo>
                    <a:pt x="2918692" y="106371"/>
                  </a:lnTo>
                  <a:lnTo>
                    <a:pt x="2951859" y="103025"/>
                  </a:lnTo>
                  <a:lnTo>
                    <a:pt x="2985026" y="99516"/>
                  </a:lnTo>
                  <a:lnTo>
                    <a:pt x="3018193" y="95793"/>
                  </a:lnTo>
                  <a:lnTo>
                    <a:pt x="3051360" y="91911"/>
                  </a:lnTo>
                  <a:lnTo>
                    <a:pt x="3084527" y="87922"/>
                  </a:lnTo>
                  <a:lnTo>
                    <a:pt x="3117694" y="83878"/>
                  </a:lnTo>
                  <a:lnTo>
                    <a:pt x="3150861" y="79833"/>
                  </a:lnTo>
                  <a:lnTo>
                    <a:pt x="3184028" y="75841"/>
                  </a:lnTo>
                  <a:lnTo>
                    <a:pt x="3217195" y="71953"/>
                  </a:lnTo>
                  <a:lnTo>
                    <a:pt x="3250362" y="68224"/>
                  </a:lnTo>
                  <a:lnTo>
                    <a:pt x="3283529" y="64705"/>
                  </a:lnTo>
                  <a:lnTo>
                    <a:pt x="3316695" y="61451"/>
                  </a:lnTo>
                  <a:lnTo>
                    <a:pt x="3349862" y="58514"/>
                  </a:lnTo>
                  <a:lnTo>
                    <a:pt x="3383029" y="55735"/>
                  </a:lnTo>
                  <a:lnTo>
                    <a:pt x="3416196" y="52866"/>
                  </a:lnTo>
                  <a:lnTo>
                    <a:pt x="3449363" y="49936"/>
                  </a:lnTo>
                  <a:lnTo>
                    <a:pt x="3482530" y="46979"/>
                  </a:lnTo>
                  <a:lnTo>
                    <a:pt x="3515697" y="44023"/>
                  </a:lnTo>
                  <a:lnTo>
                    <a:pt x="3548864" y="41102"/>
                  </a:lnTo>
                  <a:lnTo>
                    <a:pt x="3582031" y="38246"/>
                  </a:lnTo>
                  <a:lnTo>
                    <a:pt x="3615198" y="35487"/>
                  </a:lnTo>
                  <a:lnTo>
                    <a:pt x="3648365" y="32855"/>
                  </a:lnTo>
                  <a:lnTo>
                    <a:pt x="3681532" y="30382"/>
                  </a:lnTo>
                  <a:lnTo>
                    <a:pt x="3714699" y="28100"/>
                  </a:lnTo>
                  <a:lnTo>
                    <a:pt x="3747866" y="26008"/>
                  </a:lnTo>
                  <a:lnTo>
                    <a:pt x="3781033" y="23886"/>
                  </a:lnTo>
                  <a:lnTo>
                    <a:pt x="3814200" y="21709"/>
                  </a:lnTo>
                  <a:lnTo>
                    <a:pt x="3847367" y="19504"/>
                  </a:lnTo>
                  <a:lnTo>
                    <a:pt x="3880534" y="17297"/>
                  </a:lnTo>
                  <a:lnTo>
                    <a:pt x="3913701" y="15114"/>
                  </a:lnTo>
                  <a:lnTo>
                    <a:pt x="3946868" y="12984"/>
                  </a:lnTo>
                  <a:lnTo>
                    <a:pt x="3980035" y="10933"/>
                  </a:lnTo>
                  <a:lnTo>
                    <a:pt x="4013202" y="8988"/>
                  </a:lnTo>
                  <a:lnTo>
                    <a:pt x="4046369" y="7176"/>
                  </a:lnTo>
                  <a:lnTo>
                    <a:pt x="4079536" y="5524"/>
                  </a:lnTo>
                  <a:lnTo>
                    <a:pt x="4112703" y="4058"/>
                  </a:lnTo>
                  <a:lnTo>
                    <a:pt x="4145869" y="2806"/>
                  </a:lnTo>
                  <a:lnTo>
                    <a:pt x="4179036" y="1794"/>
                  </a:lnTo>
                  <a:lnTo>
                    <a:pt x="4212203" y="1050"/>
                  </a:lnTo>
                  <a:lnTo>
                    <a:pt x="4245370" y="538"/>
                  </a:lnTo>
                  <a:lnTo>
                    <a:pt x="4278537" y="198"/>
                  </a:lnTo>
                  <a:lnTo>
                    <a:pt x="4311704" y="22"/>
                  </a:lnTo>
                  <a:lnTo>
                    <a:pt x="4344871" y="0"/>
                  </a:lnTo>
                  <a:lnTo>
                    <a:pt x="4378038" y="121"/>
                  </a:lnTo>
                  <a:lnTo>
                    <a:pt x="4411205" y="376"/>
                  </a:lnTo>
                  <a:lnTo>
                    <a:pt x="4444372" y="756"/>
                  </a:lnTo>
                  <a:lnTo>
                    <a:pt x="4477539" y="1252"/>
                  </a:lnTo>
                  <a:lnTo>
                    <a:pt x="4510706" y="1853"/>
                  </a:lnTo>
                  <a:lnTo>
                    <a:pt x="4543873" y="2549"/>
                  </a:lnTo>
                  <a:lnTo>
                    <a:pt x="4577040" y="3333"/>
                  </a:lnTo>
                  <a:lnTo>
                    <a:pt x="4610207" y="4192"/>
                  </a:lnTo>
                  <a:lnTo>
                    <a:pt x="4643374" y="5120"/>
                  </a:lnTo>
                  <a:lnTo>
                    <a:pt x="4676541" y="6104"/>
                  </a:lnTo>
                  <a:lnTo>
                    <a:pt x="4709708" y="7137"/>
                  </a:lnTo>
                  <a:lnTo>
                    <a:pt x="4742875" y="8208"/>
                  </a:lnTo>
                  <a:lnTo>
                    <a:pt x="4776042" y="9308"/>
                  </a:lnTo>
                  <a:lnTo>
                    <a:pt x="4809209" y="10427"/>
                  </a:lnTo>
                  <a:lnTo>
                    <a:pt x="4842376" y="11556"/>
                  </a:lnTo>
                  <a:lnTo>
                    <a:pt x="4875543" y="12685"/>
                  </a:lnTo>
                  <a:lnTo>
                    <a:pt x="4908710" y="13805"/>
                  </a:lnTo>
                  <a:lnTo>
                    <a:pt x="4941876" y="14924"/>
                  </a:lnTo>
                  <a:lnTo>
                    <a:pt x="4975043" y="16053"/>
                  </a:lnTo>
                  <a:lnTo>
                    <a:pt x="5008210" y="17192"/>
                  </a:lnTo>
                  <a:lnTo>
                    <a:pt x="5041377" y="18343"/>
                  </a:lnTo>
                  <a:lnTo>
                    <a:pt x="5074544" y="19505"/>
                  </a:lnTo>
                  <a:lnTo>
                    <a:pt x="5107711" y="20679"/>
                  </a:lnTo>
                  <a:lnTo>
                    <a:pt x="5140878" y="21865"/>
                  </a:lnTo>
                  <a:lnTo>
                    <a:pt x="5174045" y="23063"/>
                  </a:lnTo>
                  <a:lnTo>
                    <a:pt x="5207212" y="24274"/>
                  </a:lnTo>
                  <a:lnTo>
                    <a:pt x="5240379" y="25498"/>
                  </a:lnTo>
                  <a:lnTo>
                    <a:pt x="5273546" y="26735"/>
                  </a:lnTo>
                  <a:lnTo>
                    <a:pt x="5306713" y="27987"/>
                  </a:lnTo>
                  <a:lnTo>
                    <a:pt x="5339880" y="29253"/>
                  </a:lnTo>
                  <a:lnTo>
                    <a:pt x="5373047" y="30533"/>
                  </a:lnTo>
                  <a:lnTo>
                    <a:pt x="5406214" y="31828"/>
                  </a:lnTo>
                  <a:lnTo>
                    <a:pt x="5439381" y="33138"/>
                  </a:lnTo>
                  <a:lnTo>
                    <a:pt x="5472548" y="34464"/>
                  </a:lnTo>
                  <a:lnTo>
                    <a:pt x="5505715" y="35806"/>
                  </a:lnTo>
                  <a:lnTo>
                    <a:pt x="5538882" y="37165"/>
                  </a:lnTo>
                  <a:lnTo>
                    <a:pt x="5572049" y="38540"/>
                  </a:lnTo>
                  <a:lnTo>
                    <a:pt x="5605216" y="39932"/>
                  </a:lnTo>
                  <a:lnTo>
                    <a:pt x="5638383" y="41341"/>
                  </a:lnTo>
                  <a:lnTo>
                    <a:pt x="5671550" y="42769"/>
                  </a:lnTo>
                  <a:lnTo>
                    <a:pt x="5704717" y="44214"/>
                  </a:lnTo>
                  <a:lnTo>
                    <a:pt x="5737884" y="45678"/>
                  </a:lnTo>
                  <a:lnTo>
                    <a:pt x="5771050" y="47161"/>
                  </a:lnTo>
                  <a:lnTo>
                    <a:pt x="5804217" y="48662"/>
                  </a:lnTo>
                  <a:lnTo>
                    <a:pt x="5837384" y="50184"/>
                  </a:lnTo>
                  <a:lnTo>
                    <a:pt x="5870551" y="51725"/>
                  </a:lnTo>
                  <a:lnTo>
                    <a:pt x="5903718" y="53287"/>
                  </a:lnTo>
                  <a:lnTo>
                    <a:pt x="5936885" y="54869"/>
                  </a:lnTo>
                  <a:lnTo>
                    <a:pt x="5970052" y="56473"/>
                  </a:lnTo>
                  <a:lnTo>
                    <a:pt x="6003219" y="58097"/>
                  </a:lnTo>
                  <a:lnTo>
                    <a:pt x="6036386" y="59743"/>
                  </a:lnTo>
                  <a:lnTo>
                    <a:pt x="6069553" y="61412"/>
                  </a:lnTo>
                  <a:lnTo>
                    <a:pt x="6102720" y="63103"/>
                  </a:lnTo>
                  <a:lnTo>
                    <a:pt x="6135887" y="64816"/>
                  </a:lnTo>
                  <a:lnTo>
                    <a:pt x="6169054" y="66553"/>
                  </a:lnTo>
                  <a:lnTo>
                    <a:pt x="6202221" y="68313"/>
                  </a:lnTo>
                  <a:lnTo>
                    <a:pt x="6235388" y="70097"/>
                  </a:lnTo>
                  <a:lnTo>
                    <a:pt x="6268555" y="71905"/>
                  </a:lnTo>
                  <a:lnTo>
                    <a:pt x="6301722" y="73738"/>
                  </a:lnTo>
                  <a:lnTo>
                    <a:pt x="6334889" y="75595"/>
                  </a:lnTo>
                  <a:lnTo>
                    <a:pt x="6368056" y="77478"/>
                  </a:lnTo>
                  <a:lnTo>
                    <a:pt x="6401223" y="79387"/>
                  </a:lnTo>
                  <a:lnTo>
                    <a:pt x="6434390" y="81321"/>
                  </a:lnTo>
                  <a:lnTo>
                    <a:pt x="6467557" y="83282"/>
                  </a:lnTo>
                  <a:lnTo>
                    <a:pt x="6500724" y="85269"/>
                  </a:lnTo>
                  <a:lnTo>
                    <a:pt x="6533891" y="87284"/>
                  </a:lnTo>
                  <a:lnTo>
                    <a:pt x="6567058" y="89326"/>
                  </a:lnTo>
                  <a:lnTo>
                    <a:pt x="6600224" y="91395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4223819"/>
              <a:ext cx="6600224" cy="995483"/>
            </a:xfrm>
            <a:custGeom>
              <a:avLst/>
              <a:pathLst>
                <a:path w="6600224" h="995483">
                  <a:moveTo>
                    <a:pt x="0" y="214184"/>
                  </a:moveTo>
                  <a:lnTo>
                    <a:pt x="33166" y="230237"/>
                  </a:lnTo>
                  <a:lnTo>
                    <a:pt x="66333" y="246000"/>
                  </a:lnTo>
                  <a:lnTo>
                    <a:pt x="99500" y="261471"/>
                  </a:lnTo>
                  <a:lnTo>
                    <a:pt x="132667" y="276650"/>
                  </a:lnTo>
                  <a:lnTo>
                    <a:pt x="165834" y="291536"/>
                  </a:lnTo>
                  <a:lnTo>
                    <a:pt x="199001" y="306129"/>
                  </a:lnTo>
                  <a:lnTo>
                    <a:pt x="232168" y="320426"/>
                  </a:lnTo>
                  <a:lnTo>
                    <a:pt x="265335" y="334428"/>
                  </a:lnTo>
                  <a:lnTo>
                    <a:pt x="298502" y="348133"/>
                  </a:lnTo>
                  <a:lnTo>
                    <a:pt x="331669" y="361541"/>
                  </a:lnTo>
                  <a:lnTo>
                    <a:pt x="364836" y="374650"/>
                  </a:lnTo>
                  <a:lnTo>
                    <a:pt x="398003" y="387459"/>
                  </a:lnTo>
                  <a:lnTo>
                    <a:pt x="431170" y="399966"/>
                  </a:lnTo>
                  <a:lnTo>
                    <a:pt x="464337" y="412171"/>
                  </a:lnTo>
                  <a:lnTo>
                    <a:pt x="497504" y="424073"/>
                  </a:lnTo>
                  <a:lnTo>
                    <a:pt x="530671" y="435670"/>
                  </a:lnTo>
                  <a:lnTo>
                    <a:pt x="563838" y="446960"/>
                  </a:lnTo>
                  <a:lnTo>
                    <a:pt x="597005" y="457943"/>
                  </a:lnTo>
                  <a:lnTo>
                    <a:pt x="630172" y="468616"/>
                  </a:lnTo>
                  <a:lnTo>
                    <a:pt x="663339" y="478978"/>
                  </a:lnTo>
                  <a:lnTo>
                    <a:pt x="696506" y="489029"/>
                  </a:lnTo>
                  <a:lnTo>
                    <a:pt x="729673" y="498765"/>
                  </a:lnTo>
                  <a:lnTo>
                    <a:pt x="762840" y="508186"/>
                  </a:lnTo>
                  <a:lnTo>
                    <a:pt x="796007" y="517290"/>
                  </a:lnTo>
                  <a:lnTo>
                    <a:pt x="829173" y="526075"/>
                  </a:lnTo>
                  <a:lnTo>
                    <a:pt x="862340" y="534540"/>
                  </a:lnTo>
                  <a:lnTo>
                    <a:pt x="895507" y="542684"/>
                  </a:lnTo>
                  <a:lnTo>
                    <a:pt x="928674" y="550504"/>
                  </a:lnTo>
                  <a:lnTo>
                    <a:pt x="961841" y="557999"/>
                  </a:lnTo>
                  <a:lnTo>
                    <a:pt x="995008" y="565169"/>
                  </a:lnTo>
                  <a:lnTo>
                    <a:pt x="1028175" y="572012"/>
                  </a:lnTo>
                  <a:lnTo>
                    <a:pt x="1061342" y="578527"/>
                  </a:lnTo>
                  <a:lnTo>
                    <a:pt x="1094509" y="584713"/>
                  </a:lnTo>
                  <a:lnTo>
                    <a:pt x="1127676" y="590571"/>
                  </a:lnTo>
                  <a:lnTo>
                    <a:pt x="1160843" y="596099"/>
                  </a:lnTo>
                  <a:lnTo>
                    <a:pt x="1194010" y="601299"/>
                  </a:lnTo>
                  <a:lnTo>
                    <a:pt x="1227177" y="606171"/>
                  </a:lnTo>
                  <a:lnTo>
                    <a:pt x="1260344" y="610717"/>
                  </a:lnTo>
                  <a:lnTo>
                    <a:pt x="1293511" y="614938"/>
                  </a:lnTo>
                  <a:lnTo>
                    <a:pt x="1326678" y="618837"/>
                  </a:lnTo>
                  <a:lnTo>
                    <a:pt x="1359845" y="622416"/>
                  </a:lnTo>
                  <a:lnTo>
                    <a:pt x="1393012" y="625681"/>
                  </a:lnTo>
                  <a:lnTo>
                    <a:pt x="1426179" y="628635"/>
                  </a:lnTo>
                  <a:lnTo>
                    <a:pt x="1459346" y="631284"/>
                  </a:lnTo>
                  <a:lnTo>
                    <a:pt x="1492513" y="633635"/>
                  </a:lnTo>
                  <a:lnTo>
                    <a:pt x="1525680" y="635693"/>
                  </a:lnTo>
                  <a:lnTo>
                    <a:pt x="1558847" y="637466"/>
                  </a:lnTo>
                  <a:lnTo>
                    <a:pt x="1592014" y="638964"/>
                  </a:lnTo>
                  <a:lnTo>
                    <a:pt x="1625181" y="640194"/>
                  </a:lnTo>
                  <a:lnTo>
                    <a:pt x="1658347" y="641167"/>
                  </a:lnTo>
                  <a:lnTo>
                    <a:pt x="1691514" y="641891"/>
                  </a:lnTo>
                  <a:lnTo>
                    <a:pt x="1724681" y="642378"/>
                  </a:lnTo>
                  <a:lnTo>
                    <a:pt x="1757848" y="642638"/>
                  </a:lnTo>
                  <a:lnTo>
                    <a:pt x="1791015" y="642680"/>
                  </a:lnTo>
                  <a:lnTo>
                    <a:pt x="1824182" y="642516"/>
                  </a:lnTo>
                  <a:lnTo>
                    <a:pt x="1857349" y="642155"/>
                  </a:lnTo>
                  <a:lnTo>
                    <a:pt x="1890516" y="641607"/>
                  </a:lnTo>
                  <a:lnTo>
                    <a:pt x="1923683" y="640878"/>
                  </a:lnTo>
                  <a:lnTo>
                    <a:pt x="1956850" y="639951"/>
                  </a:lnTo>
                  <a:lnTo>
                    <a:pt x="1990017" y="638834"/>
                  </a:lnTo>
                  <a:lnTo>
                    <a:pt x="2023184" y="637530"/>
                  </a:lnTo>
                  <a:lnTo>
                    <a:pt x="2056351" y="636045"/>
                  </a:lnTo>
                  <a:lnTo>
                    <a:pt x="2089518" y="634384"/>
                  </a:lnTo>
                  <a:lnTo>
                    <a:pt x="2122685" y="632548"/>
                  </a:lnTo>
                  <a:lnTo>
                    <a:pt x="2155852" y="630543"/>
                  </a:lnTo>
                  <a:lnTo>
                    <a:pt x="2189019" y="628370"/>
                  </a:lnTo>
                  <a:lnTo>
                    <a:pt x="2222186" y="626034"/>
                  </a:lnTo>
                  <a:lnTo>
                    <a:pt x="2255353" y="623539"/>
                  </a:lnTo>
                  <a:lnTo>
                    <a:pt x="2288520" y="620892"/>
                  </a:lnTo>
                  <a:lnTo>
                    <a:pt x="2321687" y="618098"/>
                  </a:lnTo>
                  <a:lnTo>
                    <a:pt x="2354854" y="615165"/>
                  </a:lnTo>
                  <a:lnTo>
                    <a:pt x="2388021" y="612102"/>
                  </a:lnTo>
                  <a:lnTo>
                    <a:pt x="2421188" y="608919"/>
                  </a:lnTo>
                  <a:lnTo>
                    <a:pt x="2454355" y="605627"/>
                  </a:lnTo>
                  <a:lnTo>
                    <a:pt x="2487521" y="602237"/>
                  </a:lnTo>
                  <a:lnTo>
                    <a:pt x="2520688" y="598762"/>
                  </a:lnTo>
                  <a:lnTo>
                    <a:pt x="2553855" y="594868"/>
                  </a:lnTo>
                  <a:lnTo>
                    <a:pt x="2587022" y="590342"/>
                  </a:lnTo>
                  <a:lnTo>
                    <a:pt x="2620189" y="585246"/>
                  </a:lnTo>
                  <a:lnTo>
                    <a:pt x="2653356" y="579645"/>
                  </a:lnTo>
                  <a:lnTo>
                    <a:pt x="2686523" y="573610"/>
                  </a:lnTo>
                  <a:lnTo>
                    <a:pt x="2719690" y="567224"/>
                  </a:lnTo>
                  <a:lnTo>
                    <a:pt x="2752857" y="560588"/>
                  </a:lnTo>
                  <a:lnTo>
                    <a:pt x="2786024" y="553823"/>
                  </a:lnTo>
                  <a:lnTo>
                    <a:pt x="2819191" y="547068"/>
                  </a:lnTo>
                  <a:lnTo>
                    <a:pt x="2852358" y="540481"/>
                  </a:lnTo>
                  <a:lnTo>
                    <a:pt x="2885525" y="534235"/>
                  </a:lnTo>
                  <a:lnTo>
                    <a:pt x="2918692" y="528513"/>
                  </a:lnTo>
                  <a:lnTo>
                    <a:pt x="2951859" y="523351"/>
                  </a:lnTo>
                  <a:lnTo>
                    <a:pt x="2985026" y="517822"/>
                  </a:lnTo>
                  <a:lnTo>
                    <a:pt x="3018193" y="511785"/>
                  </a:lnTo>
                  <a:lnTo>
                    <a:pt x="3051360" y="505295"/>
                  </a:lnTo>
                  <a:lnTo>
                    <a:pt x="3084527" y="498417"/>
                  </a:lnTo>
                  <a:lnTo>
                    <a:pt x="3117694" y="491232"/>
                  </a:lnTo>
                  <a:lnTo>
                    <a:pt x="3150861" y="483847"/>
                  </a:lnTo>
                  <a:lnTo>
                    <a:pt x="3184028" y="476394"/>
                  </a:lnTo>
                  <a:lnTo>
                    <a:pt x="3217195" y="469037"/>
                  </a:lnTo>
                  <a:lnTo>
                    <a:pt x="3250362" y="461966"/>
                  </a:lnTo>
                  <a:lnTo>
                    <a:pt x="3283529" y="455394"/>
                  </a:lnTo>
                  <a:lnTo>
                    <a:pt x="3316695" y="449549"/>
                  </a:lnTo>
                  <a:lnTo>
                    <a:pt x="3349862" y="444665"/>
                  </a:lnTo>
                  <a:lnTo>
                    <a:pt x="3383029" y="440320"/>
                  </a:lnTo>
                  <a:lnTo>
                    <a:pt x="3416196" y="435730"/>
                  </a:lnTo>
                  <a:lnTo>
                    <a:pt x="3449363" y="430897"/>
                  </a:lnTo>
                  <a:lnTo>
                    <a:pt x="3482530" y="425840"/>
                  </a:lnTo>
                  <a:lnTo>
                    <a:pt x="3515697" y="420598"/>
                  </a:lnTo>
                  <a:lnTo>
                    <a:pt x="3548864" y="415242"/>
                  </a:lnTo>
                  <a:lnTo>
                    <a:pt x="3582031" y="409882"/>
                  </a:lnTo>
                  <a:lnTo>
                    <a:pt x="3615198" y="404665"/>
                  </a:lnTo>
                  <a:lnTo>
                    <a:pt x="3648365" y="399772"/>
                  </a:lnTo>
                  <a:lnTo>
                    <a:pt x="3681532" y="395410"/>
                  </a:lnTo>
                  <a:lnTo>
                    <a:pt x="3714699" y="391798"/>
                  </a:lnTo>
                  <a:lnTo>
                    <a:pt x="3747866" y="389094"/>
                  </a:lnTo>
                  <a:lnTo>
                    <a:pt x="3781033" y="386902"/>
                  </a:lnTo>
                  <a:lnTo>
                    <a:pt x="3814200" y="385046"/>
                  </a:lnTo>
                  <a:lnTo>
                    <a:pt x="3847367" y="383441"/>
                  </a:lnTo>
                  <a:lnTo>
                    <a:pt x="3880534" y="382011"/>
                  </a:lnTo>
                  <a:lnTo>
                    <a:pt x="3913701" y="380690"/>
                  </a:lnTo>
                  <a:lnTo>
                    <a:pt x="3946868" y="379428"/>
                  </a:lnTo>
                  <a:lnTo>
                    <a:pt x="3980035" y="378189"/>
                  </a:lnTo>
                  <a:lnTo>
                    <a:pt x="4013202" y="376951"/>
                  </a:lnTo>
                  <a:lnTo>
                    <a:pt x="4046369" y="375710"/>
                  </a:lnTo>
                  <a:lnTo>
                    <a:pt x="4079536" y="374475"/>
                  </a:lnTo>
                  <a:lnTo>
                    <a:pt x="4112703" y="373265"/>
                  </a:lnTo>
                  <a:lnTo>
                    <a:pt x="4145869" y="372106"/>
                  </a:lnTo>
                  <a:lnTo>
                    <a:pt x="4179036" y="371025"/>
                  </a:lnTo>
                  <a:lnTo>
                    <a:pt x="4212203" y="370049"/>
                  </a:lnTo>
                  <a:lnTo>
                    <a:pt x="4245370" y="369237"/>
                  </a:lnTo>
                  <a:lnTo>
                    <a:pt x="4278537" y="368608"/>
                  </a:lnTo>
                  <a:lnTo>
                    <a:pt x="4311704" y="368121"/>
                  </a:lnTo>
                  <a:lnTo>
                    <a:pt x="4344871" y="367738"/>
                  </a:lnTo>
                  <a:lnTo>
                    <a:pt x="4378038" y="367422"/>
                  </a:lnTo>
                  <a:lnTo>
                    <a:pt x="4411205" y="367137"/>
                  </a:lnTo>
                  <a:lnTo>
                    <a:pt x="4444372" y="366851"/>
                  </a:lnTo>
                  <a:lnTo>
                    <a:pt x="4477539" y="366532"/>
                  </a:lnTo>
                  <a:lnTo>
                    <a:pt x="4510706" y="366153"/>
                  </a:lnTo>
                  <a:lnTo>
                    <a:pt x="4543873" y="365688"/>
                  </a:lnTo>
                  <a:lnTo>
                    <a:pt x="4577040" y="365112"/>
                  </a:lnTo>
                  <a:lnTo>
                    <a:pt x="4610207" y="364407"/>
                  </a:lnTo>
                  <a:lnTo>
                    <a:pt x="4643374" y="363551"/>
                  </a:lnTo>
                  <a:lnTo>
                    <a:pt x="4676541" y="362530"/>
                  </a:lnTo>
                  <a:lnTo>
                    <a:pt x="4709708" y="361326"/>
                  </a:lnTo>
                  <a:lnTo>
                    <a:pt x="4742875" y="359927"/>
                  </a:lnTo>
                  <a:lnTo>
                    <a:pt x="4776042" y="358317"/>
                  </a:lnTo>
                  <a:lnTo>
                    <a:pt x="4809209" y="356485"/>
                  </a:lnTo>
                  <a:lnTo>
                    <a:pt x="4842376" y="354416"/>
                  </a:lnTo>
                  <a:lnTo>
                    <a:pt x="4875543" y="352096"/>
                  </a:lnTo>
                  <a:lnTo>
                    <a:pt x="4908710" y="349510"/>
                  </a:lnTo>
                  <a:lnTo>
                    <a:pt x="4941876" y="346750"/>
                  </a:lnTo>
                  <a:lnTo>
                    <a:pt x="4975043" y="343892"/>
                  </a:lnTo>
                  <a:lnTo>
                    <a:pt x="5008210" y="340936"/>
                  </a:lnTo>
                  <a:lnTo>
                    <a:pt x="5041377" y="337881"/>
                  </a:lnTo>
                  <a:lnTo>
                    <a:pt x="5074544" y="334725"/>
                  </a:lnTo>
                  <a:lnTo>
                    <a:pt x="5107711" y="331464"/>
                  </a:lnTo>
                  <a:lnTo>
                    <a:pt x="5140878" y="328098"/>
                  </a:lnTo>
                  <a:lnTo>
                    <a:pt x="5174045" y="324621"/>
                  </a:lnTo>
                  <a:lnTo>
                    <a:pt x="5207212" y="321029"/>
                  </a:lnTo>
                  <a:lnTo>
                    <a:pt x="5240379" y="317318"/>
                  </a:lnTo>
                  <a:lnTo>
                    <a:pt x="5273546" y="313483"/>
                  </a:lnTo>
                  <a:lnTo>
                    <a:pt x="5306713" y="309519"/>
                  </a:lnTo>
                  <a:lnTo>
                    <a:pt x="5339880" y="305420"/>
                  </a:lnTo>
                  <a:lnTo>
                    <a:pt x="5373047" y="301179"/>
                  </a:lnTo>
                  <a:lnTo>
                    <a:pt x="5406214" y="296791"/>
                  </a:lnTo>
                  <a:lnTo>
                    <a:pt x="5439381" y="292249"/>
                  </a:lnTo>
                  <a:lnTo>
                    <a:pt x="5472548" y="287547"/>
                  </a:lnTo>
                  <a:lnTo>
                    <a:pt x="5505715" y="282679"/>
                  </a:lnTo>
                  <a:lnTo>
                    <a:pt x="5538882" y="277638"/>
                  </a:lnTo>
                  <a:lnTo>
                    <a:pt x="5572049" y="272418"/>
                  </a:lnTo>
                  <a:lnTo>
                    <a:pt x="5605216" y="267012"/>
                  </a:lnTo>
                  <a:lnTo>
                    <a:pt x="5638383" y="261416"/>
                  </a:lnTo>
                  <a:lnTo>
                    <a:pt x="5671550" y="255622"/>
                  </a:lnTo>
                  <a:lnTo>
                    <a:pt x="5704717" y="249625"/>
                  </a:lnTo>
                  <a:lnTo>
                    <a:pt x="5737884" y="243421"/>
                  </a:lnTo>
                  <a:lnTo>
                    <a:pt x="5771050" y="237003"/>
                  </a:lnTo>
                  <a:lnTo>
                    <a:pt x="5804217" y="230369"/>
                  </a:lnTo>
                  <a:lnTo>
                    <a:pt x="5837384" y="223513"/>
                  </a:lnTo>
                  <a:lnTo>
                    <a:pt x="5870551" y="216431"/>
                  </a:lnTo>
                  <a:lnTo>
                    <a:pt x="5903718" y="209121"/>
                  </a:lnTo>
                  <a:lnTo>
                    <a:pt x="5936885" y="201578"/>
                  </a:lnTo>
                  <a:lnTo>
                    <a:pt x="5970052" y="193801"/>
                  </a:lnTo>
                  <a:lnTo>
                    <a:pt x="6003219" y="185787"/>
                  </a:lnTo>
                  <a:lnTo>
                    <a:pt x="6036386" y="177534"/>
                  </a:lnTo>
                  <a:lnTo>
                    <a:pt x="6069553" y="169040"/>
                  </a:lnTo>
                  <a:lnTo>
                    <a:pt x="6102720" y="160304"/>
                  </a:lnTo>
                  <a:lnTo>
                    <a:pt x="6135887" y="151324"/>
                  </a:lnTo>
                  <a:lnTo>
                    <a:pt x="6169054" y="142101"/>
                  </a:lnTo>
                  <a:lnTo>
                    <a:pt x="6202221" y="132634"/>
                  </a:lnTo>
                  <a:lnTo>
                    <a:pt x="6235388" y="122921"/>
                  </a:lnTo>
                  <a:lnTo>
                    <a:pt x="6268555" y="112964"/>
                  </a:lnTo>
                  <a:lnTo>
                    <a:pt x="6301722" y="102761"/>
                  </a:lnTo>
                  <a:lnTo>
                    <a:pt x="6334889" y="92314"/>
                  </a:lnTo>
                  <a:lnTo>
                    <a:pt x="6368056" y="81623"/>
                  </a:lnTo>
                  <a:lnTo>
                    <a:pt x="6401223" y="70688"/>
                  </a:lnTo>
                  <a:lnTo>
                    <a:pt x="6434390" y="59510"/>
                  </a:lnTo>
                  <a:lnTo>
                    <a:pt x="6467557" y="48089"/>
                  </a:lnTo>
                  <a:lnTo>
                    <a:pt x="6500724" y="36427"/>
                  </a:lnTo>
                  <a:lnTo>
                    <a:pt x="6533891" y="24524"/>
                  </a:lnTo>
                  <a:lnTo>
                    <a:pt x="6567058" y="12381"/>
                  </a:lnTo>
                  <a:lnTo>
                    <a:pt x="6600224" y="0"/>
                  </a:lnTo>
                  <a:lnTo>
                    <a:pt x="6600224" y="577104"/>
                  </a:lnTo>
                  <a:lnTo>
                    <a:pt x="6567058" y="574587"/>
                  </a:lnTo>
                  <a:lnTo>
                    <a:pt x="6533891" y="572189"/>
                  </a:lnTo>
                  <a:lnTo>
                    <a:pt x="6500724" y="569910"/>
                  </a:lnTo>
                  <a:lnTo>
                    <a:pt x="6467557" y="567753"/>
                  </a:lnTo>
                  <a:lnTo>
                    <a:pt x="6434390" y="565717"/>
                  </a:lnTo>
                  <a:lnTo>
                    <a:pt x="6401223" y="563804"/>
                  </a:lnTo>
                  <a:lnTo>
                    <a:pt x="6368056" y="562014"/>
                  </a:lnTo>
                  <a:lnTo>
                    <a:pt x="6334889" y="560349"/>
                  </a:lnTo>
                  <a:lnTo>
                    <a:pt x="6301722" y="558808"/>
                  </a:lnTo>
                  <a:lnTo>
                    <a:pt x="6268555" y="557393"/>
                  </a:lnTo>
                  <a:lnTo>
                    <a:pt x="6235388" y="556102"/>
                  </a:lnTo>
                  <a:lnTo>
                    <a:pt x="6202221" y="554938"/>
                  </a:lnTo>
                  <a:lnTo>
                    <a:pt x="6169054" y="553899"/>
                  </a:lnTo>
                  <a:lnTo>
                    <a:pt x="6135887" y="552985"/>
                  </a:lnTo>
                  <a:lnTo>
                    <a:pt x="6102720" y="552196"/>
                  </a:lnTo>
                  <a:lnTo>
                    <a:pt x="6069553" y="551531"/>
                  </a:lnTo>
                  <a:lnTo>
                    <a:pt x="6036386" y="550989"/>
                  </a:lnTo>
                  <a:lnTo>
                    <a:pt x="6003219" y="550568"/>
                  </a:lnTo>
                  <a:lnTo>
                    <a:pt x="5970052" y="550268"/>
                  </a:lnTo>
                  <a:lnTo>
                    <a:pt x="5936885" y="550086"/>
                  </a:lnTo>
                  <a:lnTo>
                    <a:pt x="5903718" y="550019"/>
                  </a:lnTo>
                  <a:lnTo>
                    <a:pt x="5870551" y="550066"/>
                  </a:lnTo>
                  <a:lnTo>
                    <a:pt x="5837384" y="550223"/>
                  </a:lnTo>
                  <a:lnTo>
                    <a:pt x="5804217" y="550486"/>
                  </a:lnTo>
                  <a:lnTo>
                    <a:pt x="5771050" y="550853"/>
                  </a:lnTo>
                  <a:lnTo>
                    <a:pt x="5737884" y="551318"/>
                  </a:lnTo>
                  <a:lnTo>
                    <a:pt x="5704717" y="551878"/>
                  </a:lnTo>
                  <a:lnTo>
                    <a:pt x="5671550" y="552527"/>
                  </a:lnTo>
                  <a:lnTo>
                    <a:pt x="5638383" y="553260"/>
                  </a:lnTo>
                  <a:lnTo>
                    <a:pt x="5605216" y="554072"/>
                  </a:lnTo>
                  <a:lnTo>
                    <a:pt x="5572049" y="554957"/>
                  </a:lnTo>
                  <a:lnTo>
                    <a:pt x="5538882" y="555909"/>
                  </a:lnTo>
                  <a:lnTo>
                    <a:pt x="5505715" y="556922"/>
                  </a:lnTo>
                  <a:lnTo>
                    <a:pt x="5472548" y="557989"/>
                  </a:lnTo>
                  <a:lnTo>
                    <a:pt x="5439381" y="559105"/>
                  </a:lnTo>
                  <a:lnTo>
                    <a:pt x="5406214" y="560263"/>
                  </a:lnTo>
                  <a:lnTo>
                    <a:pt x="5373047" y="561457"/>
                  </a:lnTo>
                  <a:lnTo>
                    <a:pt x="5339880" y="562680"/>
                  </a:lnTo>
                  <a:lnTo>
                    <a:pt x="5306713" y="563927"/>
                  </a:lnTo>
                  <a:lnTo>
                    <a:pt x="5273546" y="565191"/>
                  </a:lnTo>
                  <a:lnTo>
                    <a:pt x="5240379" y="566466"/>
                  </a:lnTo>
                  <a:lnTo>
                    <a:pt x="5207212" y="567748"/>
                  </a:lnTo>
                  <a:lnTo>
                    <a:pt x="5174045" y="569032"/>
                  </a:lnTo>
                  <a:lnTo>
                    <a:pt x="5140878" y="570313"/>
                  </a:lnTo>
                  <a:lnTo>
                    <a:pt x="5107711" y="571586"/>
                  </a:lnTo>
                  <a:lnTo>
                    <a:pt x="5074544" y="572849"/>
                  </a:lnTo>
                  <a:lnTo>
                    <a:pt x="5041377" y="574098"/>
                  </a:lnTo>
                  <a:lnTo>
                    <a:pt x="5008210" y="575330"/>
                  </a:lnTo>
                  <a:lnTo>
                    <a:pt x="4975043" y="576545"/>
                  </a:lnTo>
                  <a:lnTo>
                    <a:pt x="4941876" y="577741"/>
                  </a:lnTo>
                  <a:lnTo>
                    <a:pt x="4908710" y="578917"/>
                  </a:lnTo>
                  <a:lnTo>
                    <a:pt x="4875543" y="579943"/>
                  </a:lnTo>
                  <a:lnTo>
                    <a:pt x="4842376" y="580661"/>
                  </a:lnTo>
                  <a:lnTo>
                    <a:pt x="4809209" y="581103"/>
                  </a:lnTo>
                  <a:lnTo>
                    <a:pt x="4776042" y="581301"/>
                  </a:lnTo>
                  <a:lnTo>
                    <a:pt x="4742875" y="581292"/>
                  </a:lnTo>
                  <a:lnTo>
                    <a:pt x="4709708" y="581109"/>
                  </a:lnTo>
                  <a:lnTo>
                    <a:pt x="4676541" y="580788"/>
                  </a:lnTo>
                  <a:lnTo>
                    <a:pt x="4643374" y="580361"/>
                  </a:lnTo>
                  <a:lnTo>
                    <a:pt x="4610207" y="579863"/>
                  </a:lnTo>
                  <a:lnTo>
                    <a:pt x="4577040" y="579323"/>
                  </a:lnTo>
                  <a:lnTo>
                    <a:pt x="4543873" y="578771"/>
                  </a:lnTo>
                  <a:lnTo>
                    <a:pt x="4510706" y="578235"/>
                  </a:lnTo>
                  <a:lnTo>
                    <a:pt x="4477539" y="577739"/>
                  </a:lnTo>
                  <a:lnTo>
                    <a:pt x="4444372" y="577305"/>
                  </a:lnTo>
                  <a:lnTo>
                    <a:pt x="4411205" y="576954"/>
                  </a:lnTo>
                  <a:lnTo>
                    <a:pt x="4378038" y="576703"/>
                  </a:lnTo>
                  <a:lnTo>
                    <a:pt x="4344871" y="576567"/>
                  </a:lnTo>
                  <a:lnTo>
                    <a:pt x="4311704" y="576559"/>
                  </a:lnTo>
                  <a:lnTo>
                    <a:pt x="4278537" y="576690"/>
                  </a:lnTo>
                  <a:lnTo>
                    <a:pt x="4245370" y="576969"/>
                  </a:lnTo>
                  <a:lnTo>
                    <a:pt x="4212203" y="577405"/>
                  </a:lnTo>
                  <a:lnTo>
                    <a:pt x="4179036" y="577788"/>
                  </a:lnTo>
                  <a:lnTo>
                    <a:pt x="4145869" y="577958"/>
                  </a:lnTo>
                  <a:lnTo>
                    <a:pt x="4112703" y="577998"/>
                  </a:lnTo>
                  <a:lnTo>
                    <a:pt x="4079536" y="577993"/>
                  </a:lnTo>
                  <a:lnTo>
                    <a:pt x="4046369" y="578025"/>
                  </a:lnTo>
                  <a:lnTo>
                    <a:pt x="4013202" y="578170"/>
                  </a:lnTo>
                  <a:lnTo>
                    <a:pt x="3980035" y="578493"/>
                  </a:lnTo>
                  <a:lnTo>
                    <a:pt x="3946868" y="579046"/>
                  </a:lnTo>
                  <a:lnTo>
                    <a:pt x="3913701" y="579866"/>
                  </a:lnTo>
                  <a:lnTo>
                    <a:pt x="3880534" y="580972"/>
                  </a:lnTo>
                  <a:lnTo>
                    <a:pt x="3847367" y="582371"/>
                  </a:lnTo>
                  <a:lnTo>
                    <a:pt x="3814200" y="584054"/>
                  </a:lnTo>
                  <a:lnTo>
                    <a:pt x="3781033" y="586001"/>
                  </a:lnTo>
                  <a:lnTo>
                    <a:pt x="3747866" y="588185"/>
                  </a:lnTo>
                  <a:lnTo>
                    <a:pt x="3714699" y="590616"/>
                  </a:lnTo>
                  <a:lnTo>
                    <a:pt x="3681532" y="593459"/>
                  </a:lnTo>
                  <a:lnTo>
                    <a:pt x="3648365" y="596743"/>
                  </a:lnTo>
                  <a:lnTo>
                    <a:pt x="3615198" y="600476"/>
                  </a:lnTo>
                  <a:lnTo>
                    <a:pt x="3582031" y="604650"/>
                  </a:lnTo>
                  <a:lnTo>
                    <a:pt x="3548864" y="609235"/>
                  </a:lnTo>
                  <a:lnTo>
                    <a:pt x="3515697" y="614164"/>
                  </a:lnTo>
                  <a:lnTo>
                    <a:pt x="3482530" y="619333"/>
                  </a:lnTo>
                  <a:lnTo>
                    <a:pt x="3449363" y="624602"/>
                  </a:lnTo>
                  <a:lnTo>
                    <a:pt x="3416196" y="629795"/>
                  </a:lnTo>
                  <a:lnTo>
                    <a:pt x="3383029" y="634719"/>
                  </a:lnTo>
                  <a:lnTo>
                    <a:pt x="3349862" y="639172"/>
                  </a:lnTo>
                  <a:lnTo>
                    <a:pt x="3316695" y="643777"/>
                  </a:lnTo>
                  <a:lnTo>
                    <a:pt x="3283529" y="649043"/>
                  </a:lnTo>
                  <a:lnTo>
                    <a:pt x="3250362" y="654918"/>
                  </a:lnTo>
                  <a:lnTo>
                    <a:pt x="3217195" y="661340"/>
                  </a:lnTo>
                  <a:lnTo>
                    <a:pt x="3184028" y="668235"/>
                  </a:lnTo>
                  <a:lnTo>
                    <a:pt x="3150861" y="675504"/>
                  </a:lnTo>
                  <a:lnTo>
                    <a:pt x="3117694" y="683024"/>
                  </a:lnTo>
                  <a:lnTo>
                    <a:pt x="3084527" y="690639"/>
                  </a:lnTo>
                  <a:lnTo>
                    <a:pt x="3051360" y="698167"/>
                  </a:lnTo>
                  <a:lnTo>
                    <a:pt x="3018193" y="705401"/>
                  </a:lnTo>
                  <a:lnTo>
                    <a:pt x="2985026" y="712118"/>
                  </a:lnTo>
                  <a:lnTo>
                    <a:pt x="2951859" y="718086"/>
                  </a:lnTo>
                  <a:lnTo>
                    <a:pt x="2918692" y="723311"/>
                  </a:lnTo>
                  <a:lnTo>
                    <a:pt x="2885525" y="728845"/>
                  </a:lnTo>
                  <a:lnTo>
                    <a:pt x="2852358" y="734800"/>
                  </a:lnTo>
                  <a:lnTo>
                    <a:pt x="2819191" y="741117"/>
                  </a:lnTo>
                  <a:lnTo>
                    <a:pt x="2786024" y="747727"/>
                  </a:lnTo>
                  <a:lnTo>
                    <a:pt x="2752857" y="754543"/>
                  </a:lnTo>
                  <a:lnTo>
                    <a:pt x="2719690" y="761464"/>
                  </a:lnTo>
                  <a:lnTo>
                    <a:pt x="2686523" y="768366"/>
                  </a:lnTo>
                  <a:lnTo>
                    <a:pt x="2653356" y="775109"/>
                  </a:lnTo>
                  <a:lnTo>
                    <a:pt x="2620189" y="781532"/>
                  </a:lnTo>
                  <a:lnTo>
                    <a:pt x="2587022" y="787464"/>
                  </a:lnTo>
                  <a:lnTo>
                    <a:pt x="2553855" y="792727"/>
                  </a:lnTo>
                  <a:lnTo>
                    <a:pt x="2520688" y="797141"/>
                  </a:lnTo>
                  <a:lnTo>
                    <a:pt x="2487521" y="800973"/>
                  </a:lnTo>
                  <a:lnTo>
                    <a:pt x="2454355" y="804742"/>
                  </a:lnTo>
                  <a:lnTo>
                    <a:pt x="2421188" y="808453"/>
                  </a:lnTo>
                  <a:lnTo>
                    <a:pt x="2388021" y="812110"/>
                  </a:lnTo>
                  <a:lnTo>
                    <a:pt x="2354854" y="815715"/>
                  </a:lnTo>
                  <a:lnTo>
                    <a:pt x="2321687" y="819269"/>
                  </a:lnTo>
                  <a:lnTo>
                    <a:pt x="2288520" y="822774"/>
                  </a:lnTo>
                  <a:lnTo>
                    <a:pt x="2255353" y="826227"/>
                  </a:lnTo>
                  <a:lnTo>
                    <a:pt x="2222186" y="829627"/>
                  </a:lnTo>
                  <a:lnTo>
                    <a:pt x="2189019" y="832971"/>
                  </a:lnTo>
                  <a:lnTo>
                    <a:pt x="2155852" y="836255"/>
                  </a:lnTo>
                  <a:lnTo>
                    <a:pt x="2122685" y="839474"/>
                  </a:lnTo>
                  <a:lnTo>
                    <a:pt x="2089518" y="842623"/>
                  </a:lnTo>
                  <a:lnTo>
                    <a:pt x="2056351" y="845697"/>
                  </a:lnTo>
                  <a:lnTo>
                    <a:pt x="2023184" y="848691"/>
                  </a:lnTo>
                  <a:lnTo>
                    <a:pt x="1990017" y="851600"/>
                  </a:lnTo>
                  <a:lnTo>
                    <a:pt x="1956850" y="854419"/>
                  </a:lnTo>
                  <a:lnTo>
                    <a:pt x="1923683" y="857147"/>
                  </a:lnTo>
                  <a:lnTo>
                    <a:pt x="1890516" y="859793"/>
                  </a:lnTo>
                  <a:lnTo>
                    <a:pt x="1857349" y="862437"/>
                  </a:lnTo>
                  <a:lnTo>
                    <a:pt x="1824182" y="865103"/>
                  </a:lnTo>
                  <a:lnTo>
                    <a:pt x="1791015" y="867800"/>
                  </a:lnTo>
                  <a:lnTo>
                    <a:pt x="1757848" y="870539"/>
                  </a:lnTo>
                  <a:lnTo>
                    <a:pt x="1724681" y="873328"/>
                  </a:lnTo>
                  <a:lnTo>
                    <a:pt x="1691514" y="876178"/>
                  </a:lnTo>
                  <a:lnTo>
                    <a:pt x="1658347" y="879097"/>
                  </a:lnTo>
                  <a:lnTo>
                    <a:pt x="1625181" y="882096"/>
                  </a:lnTo>
                  <a:lnTo>
                    <a:pt x="1592014" y="885183"/>
                  </a:lnTo>
                  <a:lnTo>
                    <a:pt x="1558847" y="888368"/>
                  </a:lnTo>
                  <a:lnTo>
                    <a:pt x="1525680" y="891657"/>
                  </a:lnTo>
                  <a:lnTo>
                    <a:pt x="1492513" y="895060"/>
                  </a:lnTo>
                  <a:lnTo>
                    <a:pt x="1459346" y="898583"/>
                  </a:lnTo>
                  <a:lnTo>
                    <a:pt x="1426179" y="902231"/>
                  </a:lnTo>
                  <a:lnTo>
                    <a:pt x="1393012" y="906011"/>
                  </a:lnTo>
                  <a:lnTo>
                    <a:pt x="1359845" y="909927"/>
                  </a:lnTo>
                  <a:lnTo>
                    <a:pt x="1326678" y="913983"/>
                  </a:lnTo>
                  <a:lnTo>
                    <a:pt x="1293511" y="918182"/>
                  </a:lnTo>
                  <a:lnTo>
                    <a:pt x="1260344" y="922526"/>
                  </a:lnTo>
                  <a:lnTo>
                    <a:pt x="1227177" y="927018"/>
                  </a:lnTo>
                  <a:lnTo>
                    <a:pt x="1194010" y="931659"/>
                  </a:lnTo>
                  <a:lnTo>
                    <a:pt x="1160843" y="936448"/>
                  </a:lnTo>
                  <a:lnTo>
                    <a:pt x="1127676" y="941386"/>
                  </a:lnTo>
                  <a:lnTo>
                    <a:pt x="1094509" y="946474"/>
                  </a:lnTo>
                  <a:lnTo>
                    <a:pt x="1061342" y="951709"/>
                  </a:lnTo>
                  <a:lnTo>
                    <a:pt x="1028175" y="957091"/>
                  </a:lnTo>
                  <a:lnTo>
                    <a:pt x="995008" y="962618"/>
                  </a:lnTo>
                  <a:lnTo>
                    <a:pt x="961841" y="968289"/>
                  </a:lnTo>
                  <a:lnTo>
                    <a:pt x="928674" y="974102"/>
                  </a:lnTo>
                  <a:lnTo>
                    <a:pt x="895507" y="980056"/>
                  </a:lnTo>
                  <a:lnTo>
                    <a:pt x="862340" y="986146"/>
                  </a:lnTo>
                  <a:lnTo>
                    <a:pt x="829173" y="992373"/>
                  </a:lnTo>
                  <a:lnTo>
                    <a:pt x="796007" y="995483"/>
                  </a:lnTo>
                  <a:lnTo>
                    <a:pt x="762840" y="995483"/>
                  </a:lnTo>
                  <a:lnTo>
                    <a:pt x="729673" y="995483"/>
                  </a:lnTo>
                  <a:lnTo>
                    <a:pt x="696506" y="995483"/>
                  </a:lnTo>
                  <a:lnTo>
                    <a:pt x="663339" y="995483"/>
                  </a:lnTo>
                  <a:lnTo>
                    <a:pt x="630172" y="995483"/>
                  </a:lnTo>
                  <a:lnTo>
                    <a:pt x="597005" y="995483"/>
                  </a:lnTo>
                  <a:lnTo>
                    <a:pt x="563838" y="995483"/>
                  </a:lnTo>
                  <a:lnTo>
                    <a:pt x="530671" y="995483"/>
                  </a:lnTo>
                  <a:lnTo>
                    <a:pt x="497504" y="995483"/>
                  </a:lnTo>
                  <a:lnTo>
                    <a:pt x="464337" y="995483"/>
                  </a:lnTo>
                  <a:lnTo>
                    <a:pt x="431170" y="995483"/>
                  </a:lnTo>
                  <a:lnTo>
                    <a:pt x="398003" y="995483"/>
                  </a:lnTo>
                  <a:lnTo>
                    <a:pt x="364836" y="995483"/>
                  </a:lnTo>
                  <a:lnTo>
                    <a:pt x="331669" y="995483"/>
                  </a:lnTo>
                  <a:lnTo>
                    <a:pt x="298502" y="995483"/>
                  </a:lnTo>
                  <a:lnTo>
                    <a:pt x="265335" y="995483"/>
                  </a:lnTo>
                  <a:lnTo>
                    <a:pt x="232168" y="995483"/>
                  </a:lnTo>
                  <a:lnTo>
                    <a:pt x="199001" y="995483"/>
                  </a:lnTo>
                  <a:lnTo>
                    <a:pt x="165834" y="995483"/>
                  </a:lnTo>
                  <a:lnTo>
                    <a:pt x="132667" y="995483"/>
                  </a:lnTo>
                  <a:lnTo>
                    <a:pt x="99500" y="995483"/>
                  </a:lnTo>
                  <a:lnTo>
                    <a:pt x="66333" y="995483"/>
                  </a:lnTo>
                  <a:lnTo>
                    <a:pt x="33166" y="995483"/>
                  </a:lnTo>
                  <a:lnTo>
                    <a:pt x="0" y="995483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4223819"/>
              <a:ext cx="6600224" cy="642680"/>
            </a:xfrm>
            <a:custGeom>
              <a:avLst/>
              <a:pathLst>
                <a:path w="6600224" h="642680">
                  <a:moveTo>
                    <a:pt x="0" y="214184"/>
                  </a:moveTo>
                  <a:lnTo>
                    <a:pt x="33166" y="230237"/>
                  </a:lnTo>
                  <a:lnTo>
                    <a:pt x="66333" y="246000"/>
                  </a:lnTo>
                  <a:lnTo>
                    <a:pt x="99500" y="261471"/>
                  </a:lnTo>
                  <a:lnTo>
                    <a:pt x="132667" y="276650"/>
                  </a:lnTo>
                  <a:lnTo>
                    <a:pt x="165834" y="291536"/>
                  </a:lnTo>
                  <a:lnTo>
                    <a:pt x="199001" y="306129"/>
                  </a:lnTo>
                  <a:lnTo>
                    <a:pt x="232168" y="320426"/>
                  </a:lnTo>
                  <a:lnTo>
                    <a:pt x="265335" y="334428"/>
                  </a:lnTo>
                  <a:lnTo>
                    <a:pt x="298502" y="348133"/>
                  </a:lnTo>
                  <a:lnTo>
                    <a:pt x="331669" y="361541"/>
                  </a:lnTo>
                  <a:lnTo>
                    <a:pt x="364836" y="374650"/>
                  </a:lnTo>
                  <a:lnTo>
                    <a:pt x="398003" y="387459"/>
                  </a:lnTo>
                  <a:lnTo>
                    <a:pt x="431170" y="399966"/>
                  </a:lnTo>
                  <a:lnTo>
                    <a:pt x="464337" y="412171"/>
                  </a:lnTo>
                  <a:lnTo>
                    <a:pt x="497504" y="424073"/>
                  </a:lnTo>
                  <a:lnTo>
                    <a:pt x="530671" y="435670"/>
                  </a:lnTo>
                  <a:lnTo>
                    <a:pt x="563838" y="446960"/>
                  </a:lnTo>
                  <a:lnTo>
                    <a:pt x="597005" y="457943"/>
                  </a:lnTo>
                  <a:lnTo>
                    <a:pt x="630172" y="468616"/>
                  </a:lnTo>
                  <a:lnTo>
                    <a:pt x="663339" y="478978"/>
                  </a:lnTo>
                  <a:lnTo>
                    <a:pt x="696506" y="489029"/>
                  </a:lnTo>
                  <a:lnTo>
                    <a:pt x="729673" y="498765"/>
                  </a:lnTo>
                  <a:lnTo>
                    <a:pt x="762840" y="508186"/>
                  </a:lnTo>
                  <a:lnTo>
                    <a:pt x="796007" y="517290"/>
                  </a:lnTo>
                  <a:lnTo>
                    <a:pt x="829173" y="526075"/>
                  </a:lnTo>
                  <a:lnTo>
                    <a:pt x="862340" y="534540"/>
                  </a:lnTo>
                  <a:lnTo>
                    <a:pt x="895507" y="542684"/>
                  </a:lnTo>
                  <a:lnTo>
                    <a:pt x="928674" y="550504"/>
                  </a:lnTo>
                  <a:lnTo>
                    <a:pt x="961841" y="557999"/>
                  </a:lnTo>
                  <a:lnTo>
                    <a:pt x="995008" y="565169"/>
                  </a:lnTo>
                  <a:lnTo>
                    <a:pt x="1028175" y="572012"/>
                  </a:lnTo>
                  <a:lnTo>
                    <a:pt x="1061342" y="578527"/>
                  </a:lnTo>
                  <a:lnTo>
                    <a:pt x="1094509" y="584713"/>
                  </a:lnTo>
                  <a:lnTo>
                    <a:pt x="1127676" y="590571"/>
                  </a:lnTo>
                  <a:lnTo>
                    <a:pt x="1160843" y="596099"/>
                  </a:lnTo>
                  <a:lnTo>
                    <a:pt x="1194010" y="601299"/>
                  </a:lnTo>
                  <a:lnTo>
                    <a:pt x="1227177" y="606171"/>
                  </a:lnTo>
                  <a:lnTo>
                    <a:pt x="1260344" y="610717"/>
                  </a:lnTo>
                  <a:lnTo>
                    <a:pt x="1293511" y="614938"/>
                  </a:lnTo>
                  <a:lnTo>
                    <a:pt x="1326678" y="618837"/>
                  </a:lnTo>
                  <a:lnTo>
                    <a:pt x="1359845" y="622416"/>
                  </a:lnTo>
                  <a:lnTo>
                    <a:pt x="1393012" y="625681"/>
                  </a:lnTo>
                  <a:lnTo>
                    <a:pt x="1426179" y="628635"/>
                  </a:lnTo>
                  <a:lnTo>
                    <a:pt x="1459346" y="631284"/>
                  </a:lnTo>
                  <a:lnTo>
                    <a:pt x="1492513" y="633635"/>
                  </a:lnTo>
                  <a:lnTo>
                    <a:pt x="1525680" y="635693"/>
                  </a:lnTo>
                  <a:lnTo>
                    <a:pt x="1558847" y="637466"/>
                  </a:lnTo>
                  <a:lnTo>
                    <a:pt x="1592014" y="638964"/>
                  </a:lnTo>
                  <a:lnTo>
                    <a:pt x="1625181" y="640194"/>
                  </a:lnTo>
                  <a:lnTo>
                    <a:pt x="1658347" y="641167"/>
                  </a:lnTo>
                  <a:lnTo>
                    <a:pt x="1691514" y="641891"/>
                  </a:lnTo>
                  <a:lnTo>
                    <a:pt x="1724681" y="642378"/>
                  </a:lnTo>
                  <a:lnTo>
                    <a:pt x="1757848" y="642638"/>
                  </a:lnTo>
                  <a:lnTo>
                    <a:pt x="1791015" y="642680"/>
                  </a:lnTo>
                  <a:lnTo>
                    <a:pt x="1824182" y="642516"/>
                  </a:lnTo>
                  <a:lnTo>
                    <a:pt x="1857349" y="642155"/>
                  </a:lnTo>
                  <a:lnTo>
                    <a:pt x="1890516" y="641607"/>
                  </a:lnTo>
                  <a:lnTo>
                    <a:pt x="1923683" y="640878"/>
                  </a:lnTo>
                  <a:lnTo>
                    <a:pt x="1956850" y="639951"/>
                  </a:lnTo>
                  <a:lnTo>
                    <a:pt x="1990017" y="638834"/>
                  </a:lnTo>
                  <a:lnTo>
                    <a:pt x="2023184" y="637530"/>
                  </a:lnTo>
                  <a:lnTo>
                    <a:pt x="2056351" y="636045"/>
                  </a:lnTo>
                  <a:lnTo>
                    <a:pt x="2089518" y="634384"/>
                  </a:lnTo>
                  <a:lnTo>
                    <a:pt x="2122685" y="632548"/>
                  </a:lnTo>
                  <a:lnTo>
                    <a:pt x="2155852" y="630543"/>
                  </a:lnTo>
                  <a:lnTo>
                    <a:pt x="2189019" y="628370"/>
                  </a:lnTo>
                  <a:lnTo>
                    <a:pt x="2222186" y="626034"/>
                  </a:lnTo>
                  <a:lnTo>
                    <a:pt x="2255353" y="623539"/>
                  </a:lnTo>
                  <a:lnTo>
                    <a:pt x="2288520" y="620892"/>
                  </a:lnTo>
                  <a:lnTo>
                    <a:pt x="2321687" y="618098"/>
                  </a:lnTo>
                  <a:lnTo>
                    <a:pt x="2354854" y="615165"/>
                  </a:lnTo>
                  <a:lnTo>
                    <a:pt x="2388021" y="612102"/>
                  </a:lnTo>
                  <a:lnTo>
                    <a:pt x="2421188" y="608919"/>
                  </a:lnTo>
                  <a:lnTo>
                    <a:pt x="2454355" y="605627"/>
                  </a:lnTo>
                  <a:lnTo>
                    <a:pt x="2487521" y="602237"/>
                  </a:lnTo>
                  <a:lnTo>
                    <a:pt x="2520688" y="598762"/>
                  </a:lnTo>
                  <a:lnTo>
                    <a:pt x="2553855" y="594868"/>
                  </a:lnTo>
                  <a:lnTo>
                    <a:pt x="2587022" y="590342"/>
                  </a:lnTo>
                  <a:lnTo>
                    <a:pt x="2620189" y="585246"/>
                  </a:lnTo>
                  <a:lnTo>
                    <a:pt x="2653356" y="579645"/>
                  </a:lnTo>
                  <a:lnTo>
                    <a:pt x="2686523" y="573610"/>
                  </a:lnTo>
                  <a:lnTo>
                    <a:pt x="2719690" y="567224"/>
                  </a:lnTo>
                  <a:lnTo>
                    <a:pt x="2752857" y="560588"/>
                  </a:lnTo>
                  <a:lnTo>
                    <a:pt x="2786024" y="553823"/>
                  </a:lnTo>
                  <a:lnTo>
                    <a:pt x="2819191" y="547068"/>
                  </a:lnTo>
                  <a:lnTo>
                    <a:pt x="2852358" y="540481"/>
                  </a:lnTo>
                  <a:lnTo>
                    <a:pt x="2885525" y="534235"/>
                  </a:lnTo>
                  <a:lnTo>
                    <a:pt x="2918692" y="528513"/>
                  </a:lnTo>
                  <a:lnTo>
                    <a:pt x="2951859" y="523351"/>
                  </a:lnTo>
                  <a:lnTo>
                    <a:pt x="2985026" y="517822"/>
                  </a:lnTo>
                  <a:lnTo>
                    <a:pt x="3018193" y="511785"/>
                  </a:lnTo>
                  <a:lnTo>
                    <a:pt x="3051360" y="505295"/>
                  </a:lnTo>
                  <a:lnTo>
                    <a:pt x="3084527" y="498417"/>
                  </a:lnTo>
                  <a:lnTo>
                    <a:pt x="3117694" y="491232"/>
                  </a:lnTo>
                  <a:lnTo>
                    <a:pt x="3150861" y="483847"/>
                  </a:lnTo>
                  <a:lnTo>
                    <a:pt x="3184028" y="476394"/>
                  </a:lnTo>
                  <a:lnTo>
                    <a:pt x="3217195" y="469037"/>
                  </a:lnTo>
                  <a:lnTo>
                    <a:pt x="3250362" y="461966"/>
                  </a:lnTo>
                  <a:lnTo>
                    <a:pt x="3283529" y="455394"/>
                  </a:lnTo>
                  <a:lnTo>
                    <a:pt x="3316695" y="449549"/>
                  </a:lnTo>
                  <a:lnTo>
                    <a:pt x="3349862" y="444665"/>
                  </a:lnTo>
                  <a:lnTo>
                    <a:pt x="3383029" y="440320"/>
                  </a:lnTo>
                  <a:lnTo>
                    <a:pt x="3416196" y="435730"/>
                  </a:lnTo>
                  <a:lnTo>
                    <a:pt x="3449363" y="430897"/>
                  </a:lnTo>
                  <a:lnTo>
                    <a:pt x="3482530" y="425840"/>
                  </a:lnTo>
                  <a:lnTo>
                    <a:pt x="3515697" y="420598"/>
                  </a:lnTo>
                  <a:lnTo>
                    <a:pt x="3548864" y="415242"/>
                  </a:lnTo>
                  <a:lnTo>
                    <a:pt x="3582031" y="409882"/>
                  </a:lnTo>
                  <a:lnTo>
                    <a:pt x="3615198" y="404665"/>
                  </a:lnTo>
                  <a:lnTo>
                    <a:pt x="3648365" y="399772"/>
                  </a:lnTo>
                  <a:lnTo>
                    <a:pt x="3681532" y="395410"/>
                  </a:lnTo>
                  <a:lnTo>
                    <a:pt x="3714699" y="391798"/>
                  </a:lnTo>
                  <a:lnTo>
                    <a:pt x="3747866" y="389094"/>
                  </a:lnTo>
                  <a:lnTo>
                    <a:pt x="3781033" y="386902"/>
                  </a:lnTo>
                  <a:lnTo>
                    <a:pt x="3814200" y="385046"/>
                  </a:lnTo>
                  <a:lnTo>
                    <a:pt x="3847367" y="383441"/>
                  </a:lnTo>
                  <a:lnTo>
                    <a:pt x="3880534" y="382011"/>
                  </a:lnTo>
                  <a:lnTo>
                    <a:pt x="3913701" y="380690"/>
                  </a:lnTo>
                  <a:lnTo>
                    <a:pt x="3946868" y="379428"/>
                  </a:lnTo>
                  <a:lnTo>
                    <a:pt x="3980035" y="378189"/>
                  </a:lnTo>
                  <a:lnTo>
                    <a:pt x="4013202" y="376951"/>
                  </a:lnTo>
                  <a:lnTo>
                    <a:pt x="4046369" y="375710"/>
                  </a:lnTo>
                  <a:lnTo>
                    <a:pt x="4079536" y="374475"/>
                  </a:lnTo>
                  <a:lnTo>
                    <a:pt x="4112703" y="373265"/>
                  </a:lnTo>
                  <a:lnTo>
                    <a:pt x="4145869" y="372106"/>
                  </a:lnTo>
                  <a:lnTo>
                    <a:pt x="4179036" y="371025"/>
                  </a:lnTo>
                  <a:lnTo>
                    <a:pt x="4212203" y="370049"/>
                  </a:lnTo>
                  <a:lnTo>
                    <a:pt x="4245370" y="369237"/>
                  </a:lnTo>
                  <a:lnTo>
                    <a:pt x="4278537" y="368608"/>
                  </a:lnTo>
                  <a:lnTo>
                    <a:pt x="4311704" y="368121"/>
                  </a:lnTo>
                  <a:lnTo>
                    <a:pt x="4344871" y="367738"/>
                  </a:lnTo>
                  <a:lnTo>
                    <a:pt x="4378038" y="367422"/>
                  </a:lnTo>
                  <a:lnTo>
                    <a:pt x="4411205" y="367137"/>
                  </a:lnTo>
                  <a:lnTo>
                    <a:pt x="4444372" y="366851"/>
                  </a:lnTo>
                  <a:lnTo>
                    <a:pt x="4477539" y="366532"/>
                  </a:lnTo>
                  <a:lnTo>
                    <a:pt x="4510706" y="366153"/>
                  </a:lnTo>
                  <a:lnTo>
                    <a:pt x="4543873" y="365688"/>
                  </a:lnTo>
                  <a:lnTo>
                    <a:pt x="4577040" y="365112"/>
                  </a:lnTo>
                  <a:lnTo>
                    <a:pt x="4610207" y="364407"/>
                  </a:lnTo>
                  <a:lnTo>
                    <a:pt x="4643374" y="363551"/>
                  </a:lnTo>
                  <a:lnTo>
                    <a:pt x="4676541" y="362530"/>
                  </a:lnTo>
                  <a:lnTo>
                    <a:pt x="4709708" y="361326"/>
                  </a:lnTo>
                  <a:lnTo>
                    <a:pt x="4742875" y="359927"/>
                  </a:lnTo>
                  <a:lnTo>
                    <a:pt x="4776042" y="358317"/>
                  </a:lnTo>
                  <a:lnTo>
                    <a:pt x="4809209" y="356485"/>
                  </a:lnTo>
                  <a:lnTo>
                    <a:pt x="4842376" y="354416"/>
                  </a:lnTo>
                  <a:lnTo>
                    <a:pt x="4875543" y="352096"/>
                  </a:lnTo>
                  <a:lnTo>
                    <a:pt x="4908710" y="349510"/>
                  </a:lnTo>
                  <a:lnTo>
                    <a:pt x="4941876" y="346750"/>
                  </a:lnTo>
                  <a:lnTo>
                    <a:pt x="4975043" y="343892"/>
                  </a:lnTo>
                  <a:lnTo>
                    <a:pt x="5008210" y="340936"/>
                  </a:lnTo>
                  <a:lnTo>
                    <a:pt x="5041377" y="337881"/>
                  </a:lnTo>
                  <a:lnTo>
                    <a:pt x="5074544" y="334725"/>
                  </a:lnTo>
                  <a:lnTo>
                    <a:pt x="5107711" y="331464"/>
                  </a:lnTo>
                  <a:lnTo>
                    <a:pt x="5140878" y="328098"/>
                  </a:lnTo>
                  <a:lnTo>
                    <a:pt x="5174045" y="324621"/>
                  </a:lnTo>
                  <a:lnTo>
                    <a:pt x="5207212" y="321029"/>
                  </a:lnTo>
                  <a:lnTo>
                    <a:pt x="5240379" y="317318"/>
                  </a:lnTo>
                  <a:lnTo>
                    <a:pt x="5273546" y="313483"/>
                  </a:lnTo>
                  <a:lnTo>
                    <a:pt x="5306713" y="309519"/>
                  </a:lnTo>
                  <a:lnTo>
                    <a:pt x="5339880" y="305420"/>
                  </a:lnTo>
                  <a:lnTo>
                    <a:pt x="5373047" y="301179"/>
                  </a:lnTo>
                  <a:lnTo>
                    <a:pt x="5406214" y="296791"/>
                  </a:lnTo>
                  <a:lnTo>
                    <a:pt x="5439381" y="292249"/>
                  </a:lnTo>
                  <a:lnTo>
                    <a:pt x="5472548" y="287547"/>
                  </a:lnTo>
                  <a:lnTo>
                    <a:pt x="5505715" y="282679"/>
                  </a:lnTo>
                  <a:lnTo>
                    <a:pt x="5538882" y="277638"/>
                  </a:lnTo>
                  <a:lnTo>
                    <a:pt x="5572049" y="272418"/>
                  </a:lnTo>
                  <a:lnTo>
                    <a:pt x="5605216" y="267012"/>
                  </a:lnTo>
                  <a:lnTo>
                    <a:pt x="5638383" y="261416"/>
                  </a:lnTo>
                  <a:lnTo>
                    <a:pt x="5671550" y="255622"/>
                  </a:lnTo>
                  <a:lnTo>
                    <a:pt x="5704717" y="249625"/>
                  </a:lnTo>
                  <a:lnTo>
                    <a:pt x="5737884" y="243421"/>
                  </a:lnTo>
                  <a:lnTo>
                    <a:pt x="5771050" y="237003"/>
                  </a:lnTo>
                  <a:lnTo>
                    <a:pt x="5804217" y="230369"/>
                  </a:lnTo>
                  <a:lnTo>
                    <a:pt x="5837384" y="223513"/>
                  </a:lnTo>
                  <a:lnTo>
                    <a:pt x="5870551" y="216431"/>
                  </a:lnTo>
                  <a:lnTo>
                    <a:pt x="5903718" y="209121"/>
                  </a:lnTo>
                  <a:lnTo>
                    <a:pt x="5936885" y="201578"/>
                  </a:lnTo>
                  <a:lnTo>
                    <a:pt x="5970052" y="193801"/>
                  </a:lnTo>
                  <a:lnTo>
                    <a:pt x="6003219" y="185787"/>
                  </a:lnTo>
                  <a:lnTo>
                    <a:pt x="6036386" y="177534"/>
                  </a:lnTo>
                  <a:lnTo>
                    <a:pt x="6069553" y="169040"/>
                  </a:lnTo>
                  <a:lnTo>
                    <a:pt x="6102720" y="160304"/>
                  </a:lnTo>
                  <a:lnTo>
                    <a:pt x="6135887" y="151324"/>
                  </a:lnTo>
                  <a:lnTo>
                    <a:pt x="6169054" y="142101"/>
                  </a:lnTo>
                  <a:lnTo>
                    <a:pt x="6202221" y="132634"/>
                  </a:lnTo>
                  <a:lnTo>
                    <a:pt x="6235388" y="122921"/>
                  </a:lnTo>
                  <a:lnTo>
                    <a:pt x="6268555" y="112964"/>
                  </a:lnTo>
                  <a:lnTo>
                    <a:pt x="6301722" y="102761"/>
                  </a:lnTo>
                  <a:lnTo>
                    <a:pt x="6334889" y="92314"/>
                  </a:lnTo>
                  <a:lnTo>
                    <a:pt x="6368056" y="81623"/>
                  </a:lnTo>
                  <a:lnTo>
                    <a:pt x="6401223" y="70688"/>
                  </a:lnTo>
                  <a:lnTo>
                    <a:pt x="6434390" y="59510"/>
                  </a:lnTo>
                  <a:lnTo>
                    <a:pt x="6467557" y="48089"/>
                  </a:lnTo>
                  <a:lnTo>
                    <a:pt x="6500724" y="36427"/>
                  </a:lnTo>
                  <a:lnTo>
                    <a:pt x="6533891" y="24524"/>
                  </a:lnTo>
                  <a:lnTo>
                    <a:pt x="6567058" y="12381"/>
                  </a:lnTo>
                  <a:lnTo>
                    <a:pt x="66002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4773839"/>
              <a:ext cx="6600224" cy="445463"/>
            </a:xfrm>
            <a:custGeom>
              <a:avLst/>
              <a:pathLst>
                <a:path w="6600224" h="445463">
                  <a:moveTo>
                    <a:pt x="6600224" y="27085"/>
                  </a:moveTo>
                  <a:lnTo>
                    <a:pt x="6567058" y="24567"/>
                  </a:lnTo>
                  <a:lnTo>
                    <a:pt x="6533891" y="22169"/>
                  </a:lnTo>
                  <a:lnTo>
                    <a:pt x="6500724" y="19890"/>
                  </a:lnTo>
                  <a:lnTo>
                    <a:pt x="6467557" y="17733"/>
                  </a:lnTo>
                  <a:lnTo>
                    <a:pt x="6434390" y="15697"/>
                  </a:lnTo>
                  <a:lnTo>
                    <a:pt x="6401223" y="13784"/>
                  </a:lnTo>
                  <a:lnTo>
                    <a:pt x="6368056" y="11995"/>
                  </a:lnTo>
                  <a:lnTo>
                    <a:pt x="6334889" y="10329"/>
                  </a:lnTo>
                  <a:lnTo>
                    <a:pt x="6301722" y="8788"/>
                  </a:lnTo>
                  <a:lnTo>
                    <a:pt x="6268555" y="7373"/>
                  </a:lnTo>
                  <a:lnTo>
                    <a:pt x="6235388" y="6083"/>
                  </a:lnTo>
                  <a:lnTo>
                    <a:pt x="6202221" y="4918"/>
                  </a:lnTo>
                  <a:lnTo>
                    <a:pt x="6169054" y="3879"/>
                  </a:lnTo>
                  <a:lnTo>
                    <a:pt x="6135887" y="2965"/>
                  </a:lnTo>
                  <a:lnTo>
                    <a:pt x="6102720" y="2176"/>
                  </a:lnTo>
                  <a:lnTo>
                    <a:pt x="6069553" y="1511"/>
                  </a:lnTo>
                  <a:lnTo>
                    <a:pt x="6036386" y="969"/>
                  </a:lnTo>
                  <a:lnTo>
                    <a:pt x="6003219" y="548"/>
                  </a:lnTo>
                  <a:lnTo>
                    <a:pt x="5970052" y="248"/>
                  </a:lnTo>
                  <a:lnTo>
                    <a:pt x="5936885" y="66"/>
                  </a:lnTo>
                  <a:lnTo>
                    <a:pt x="5903718" y="0"/>
                  </a:lnTo>
                  <a:lnTo>
                    <a:pt x="5870551" y="46"/>
                  </a:lnTo>
                  <a:lnTo>
                    <a:pt x="5837384" y="203"/>
                  </a:lnTo>
                  <a:lnTo>
                    <a:pt x="5804217" y="467"/>
                  </a:lnTo>
                  <a:lnTo>
                    <a:pt x="5771050" y="833"/>
                  </a:lnTo>
                  <a:lnTo>
                    <a:pt x="5737884" y="1298"/>
                  </a:lnTo>
                  <a:lnTo>
                    <a:pt x="5704717" y="1858"/>
                  </a:lnTo>
                  <a:lnTo>
                    <a:pt x="5671550" y="2507"/>
                  </a:lnTo>
                  <a:lnTo>
                    <a:pt x="5638383" y="3240"/>
                  </a:lnTo>
                  <a:lnTo>
                    <a:pt x="5605216" y="4052"/>
                  </a:lnTo>
                  <a:lnTo>
                    <a:pt x="5572049" y="4937"/>
                  </a:lnTo>
                  <a:lnTo>
                    <a:pt x="5538882" y="5889"/>
                  </a:lnTo>
                  <a:lnTo>
                    <a:pt x="5505715" y="6902"/>
                  </a:lnTo>
                  <a:lnTo>
                    <a:pt x="5472548" y="7970"/>
                  </a:lnTo>
                  <a:lnTo>
                    <a:pt x="5439381" y="9086"/>
                  </a:lnTo>
                  <a:lnTo>
                    <a:pt x="5406214" y="10244"/>
                  </a:lnTo>
                  <a:lnTo>
                    <a:pt x="5373047" y="11437"/>
                  </a:lnTo>
                  <a:lnTo>
                    <a:pt x="5339880" y="12660"/>
                  </a:lnTo>
                  <a:lnTo>
                    <a:pt x="5306713" y="13907"/>
                  </a:lnTo>
                  <a:lnTo>
                    <a:pt x="5273546" y="15171"/>
                  </a:lnTo>
                  <a:lnTo>
                    <a:pt x="5240379" y="16446"/>
                  </a:lnTo>
                  <a:lnTo>
                    <a:pt x="5207212" y="17729"/>
                  </a:lnTo>
                  <a:lnTo>
                    <a:pt x="5174045" y="19012"/>
                  </a:lnTo>
                  <a:lnTo>
                    <a:pt x="5140878" y="20293"/>
                  </a:lnTo>
                  <a:lnTo>
                    <a:pt x="5107711" y="21566"/>
                  </a:lnTo>
                  <a:lnTo>
                    <a:pt x="5074544" y="22829"/>
                  </a:lnTo>
                  <a:lnTo>
                    <a:pt x="5041377" y="24078"/>
                  </a:lnTo>
                  <a:lnTo>
                    <a:pt x="5008210" y="25311"/>
                  </a:lnTo>
                  <a:lnTo>
                    <a:pt x="4975043" y="26525"/>
                  </a:lnTo>
                  <a:lnTo>
                    <a:pt x="4941876" y="27721"/>
                  </a:lnTo>
                  <a:lnTo>
                    <a:pt x="4908710" y="28897"/>
                  </a:lnTo>
                  <a:lnTo>
                    <a:pt x="4875543" y="29923"/>
                  </a:lnTo>
                  <a:lnTo>
                    <a:pt x="4842376" y="30641"/>
                  </a:lnTo>
                  <a:lnTo>
                    <a:pt x="4809209" y="31083"/>
                  </a:lnTo>
                  <a:lnTo>
                    <a:pt x="4776042" y="31282"/>
                  </a:lnTo>
                  <a:lnTo>
                    <a:pt x="4742875" y="31272"/>
                  </a:lnTo>
                  <a:lnTo>
                    <a:pt x="4709708" y="31090"/>
                  </a:lnTo>
                  <a:lnTo>
                    <a:pt x="4676541" y="30768"/>
                  </a:lnTo>
                  <a:lnTo>
                    <a:pt x="4643374" y="30342"/>
                  </a:lnTo>
                  <a:lnTo>
                    <a:pt x="4610207" y="29843"/>
                  </a:lnTo>
                  <a:lnTo>
                    <a:pt x="4577040" y="29303"/>
                  </a:lnTo>
                  <a:lnTo>
                    <a:pt x="4543873" y="28751"/>
                  </a:lnTo>
                  <a:lnTo>
                    <a:pt x="4510706" y="28215"/>
                  </a:lnTo>
                  <a:lnTo>
                    <a:pt x="4477539" y="27719"/>
                  </a:lnTo>
                  <a:lnTo>
                    <a:pt x="4444372" y="27285"/>
                  </a:lnTo>
                  <a:lnTo>
                    <a:pt x="4411205" y="26934"/>
                  </a:lnTo>
                  <a:lnTo>
                    <a:pt x="4378038" y="26684"/>
                  </a:lnTo>
                  <a:lnTo>
                    <a:pt x="4344871" y="26548"/>
                  </a:lnTo>
                  <a:lnTo>
                    <a:pt x="4311704" y="26539"/>
                  </a:lnTo>
                  <a:lnTo>
                    <a:pt x="4278537" y="26670"/>
                  </a:lnTo>
                  <a:lnTo>
                    <a:pt x="4245370" y="26949"/>
                  </a:lnTo>
                  <a:lnTo>
                    <a:pt x="4212203" y="27385"/>
                  </a:lnTo>
                  <a:lnTo>
                    <a:pt x="4179036" y="27768"/>
                  </a:lnTo>
                  <a:lnTo>
                    <a:pt x="4145869" y="27938"/>
                  </a:lnTo>
                  <a:lnTo>
                    <a:pt x="4112703" y="27978"/>
                  </a:lnTo>
                  <a:lnTo>
                    <a:pt x="4079536" y="27973"/>
                  </a:lnTo>
                  <a:lnTo>
                    <a:pt x="4046369" y="28005"/>
                  </a:lnTo>
                  <a:lnTo>
                    <a:pt x="4013202" y="28150"/>
                  </a:lnTo>
                  <a:lnTo>
                    <a:pt x="3980035" y="28473"/>
                  </a:lnTo>
                  <a:lnTo>
                    <a:pt x="3946868" y="29026"/>
                  </a:lnTo>
                  <a:lnTo>
                    <a:pt x="3913701" y="29846"/>
                  </a:lnTo>
                  <a:lnTo>
                    <a:pt x="3880534" y="30953"/>
                  </a:lnTo>
                  <a:lnTo>
                    <a:pt x="3847367" y="32352"/>
                  </a:lnTo>
                  <a:lnTo>
                    <a:pt x="3814200" y="34034"/>
                  </a:lnTo>
                  <a:lnTo>
                    <a:pt x="3781033" y="35981"/>
                  </a:lnTo>
                  <a:lnTo>
                    <a:pt x="3747866" y="38165"/>
                  </a:lnTo>
                  <a:lnTo>
                    <a:pt x="3714699" y="40596"/>
                  </a:lnTo>
                  <a:lnTo>
                    <a:pt x="3681532" y="43439"/>
                  </a:lnTo>
                  <a:lnTo>
                    <a:pt x="3648365" y="46723"/>
                  </a:lnTo>
                  <a:lnTo>
                    <a:pt x="3615198" y="50456"/>
                  </a:lnTo>
                  <a:lnTo>
                    <a:pt x="3582031" y="54631"/>
                  </a:lnTo>
                  <a:lnTo>
                    <a:pt x="3548864" y="59215"/>
                  </a:lnTo>
                  <a:lnTo>
                    <a:pt x="3515697" y="64144"/>
                  </a:lnTo>
                  <a:lnTo>
                    <a:pt x="3482530" y="69313"/>
                  </a:lnTo>
                  <a:lnTo>
                    <a:pt x="3449363" y="74582"/>
                  </a:lnTo>
                  <a:lnTo>
                    <a:pt x="3416196" y="79776"/>
                  </a:lnTo>
                  <a:lnTo>
                    <a:pt x="3383029" y="84699"/>
                  </a:lnTo>
                  <a:lnTo>
                    <a:pt x="3349862" y="89152"/>
                  </a:lnTo>
                  <a:lnTo>
                    <a:pt x="3316695" y="93757"/>
                  </a:lnTo>
                  <a:lnTo>
                    <a:pt x="3283529" y="99024"/>
                  </a:lnTo>
                  <a:lnTo>
                    <a:pt x="3250362" y="104898"/>
                  </a:lnTo>
                  <a:lnTo>
                    <a:pt x="3217195" y="111320"/>
                  </a:lnTo>
                  <a:lnTo>
                    <a:pt x="3184028" y="118215"/>
                  </a:lnTo>
                  <a:lnTo>
                    <a:pt x="3150861" y="125484"/>
                  </a:lnTo>
                  <a:lnTo>
                    <a:pt x="3117694" y="133004"/>
                  </a:lnTo>
                  <a:lnTo>
                    <a:pt x="3084527" y="140619"/>
                  </a:lnTo>
                  <a:lnTo>
                    <a:pt x="3051360" y="148147"/>
                  </a:lnTo>
                  <a:lnTo>
                    <a:pt x="3018193" y="155381"/>
                  </a:lnTo>
                  <a:lnTo>
                    <a:pt x="2985026" y="162098"/>
                  </a:lnTo>
                  <a:lnTo>
                    <a:pt x="2951859" y="168066"/>
                  </a:lnTo>
                  <a:lnTo>
                    <a:pt x="2918692" y="173291"/>
                  </a:lnTo>
                  <a:lnTo>
                    <a:pt x="2885525" y="178825"/>
                  </a:lnTo>
                  <a:lnTo>
                    <a:pt x="2852358" y="184781"/>
                  </a:lnTo>
                  <a:lnTo>
                    <a:pt x="2819191" y="191098"/>
                  </a:lnTo>
                  <a:lnTo>
                    <a:pt x="2786024" y="197707"/>
                  </a:lnTo>
                  <a:lnTo>
                    <a:pt x="2752857" y="204523"/>
                  </a:lnTo>
                  <a:lnTo>
                    <a:pt x="2719690" y="211444"/>
                  </a:lnTo>
                  <a:lnTo>
                    <a:pt x="2686523" y="218347"/>
                  </a:lnTo>
                  <a:lnTo>
                    <a:pt x="2653356" y="225089"/>
                  </a:lnTo>
                  <a:lnTo>
                    <a:pt x="2620189" y="231512"/>
                  </a:lnTo>
                  <a:lnTo>
                    <a:pt x="2587022" y="237445"/>
                  </a:lnTo>
                  <a:lnTo>
                    <a:pt x="2553855" y="242707"/>
                  </a:lnTo>
                  <a:lnTo>
                    <a:pt x="2520688" y="247121"/>
                  </a:lnTo>
                  <a:lnTo>
                    <a:pt x="2487521" y="250953"/>
                  </a:lnTo>
                  <a:lnTo>
                    <a:pt x="2454355" y="254722"/>
                  </a:lnTo>
                  <a:lnTo>
                    <a:pt x="2421188" y="258433"/>
                  </a:lnTo>
                  <a:lnTo>
                    <a:pt x="2388021" y="262090"/>
                  </a:lnTo>
                  <a:lnTo>
                    <a:pt x="2354854" y="265695"/>
                  </a:lnTo>
                  <a:lnTo>
                    <a:pt x="2321687" y="269249"/>
                  </a:lnTo>
                  <a:lnTo>
                    <a:pt x="2288520" y="272754"/>
                  </a:lnTo>
                  <a:lnTo>
                    <a:pt x="2255353" y="276207"/>
                  </a:lnTo>
                  <a:lnTo>
                    <a:pt x="2222186" y="279607"/>
                  </a:lnTo>
                  <a:lnTo>
                    <a:pt x="2189019" y="282951"/>
                  </a:lnTo>
                  <a:lnTo>
                    <a:pt x="2155852" y="286235"/>
                  </a:lnTo>
                  <a:lnTo>
                    <a:pt x="2122685" y="289454"/>
                  </a:lnTo>
                  <a:lnTo>
                    <a:pt x="2089518" y="292604"/>
                  </a:lnTo>
                  <a:lnTo>
                    <a:pt x="2056351" y="295678"/>
                  </a:lnTo>
                  <a:lnTo>
                    <a:pt x="2023184" y="298671"/>
                  </a:lnTo>
                  <a:lnTo>
                    <a:pt x="1990017" y="301580"/>
                  </a:lnTo>
                  <a:lnTo>
                    <a:pt x="1956850" y="304400"/>
                  </a:lnTo>
                  <a:lnTo>
                    <a:pt x="1923683" y="307128"/>
                  </a:lnTo>
                  <a:lnTo>
                    <a:pt x="1890516" y="309773"/>
                  </a:lnTo>
                  <a:lnTo>
                    <a:pt x="1857349" y="312417"/>
                  </a:lnTo>
                  <a:lnTo>
                    <a:pt x="1824182" y="315083"/>
                  </a:lnTo>
                  <a:lnTo>
                    <a:pt x="1791015" y="317781"/>
                  </a:lnTo>
                  <a:lnTo>
                    <a:pt x="1757848" y="320519"/>
                  </a:lnTo>
                  <a:lnTo>
                    <a:pt x="1724681" y="323309"/>
                  </a:lnTo>
                  <a:lnTo>
                    <a:pt x="1691514" y="326158"/>
                  </a:lnTo>
                  <a:lnTo>
                    <a:pt x="1658347" y="329078"/>
                  </a:lnTo>
                  <a:lnTo>
                    <a:pt x="1625181" y="332076"/>
                  </a:lnTo>
                  <a:lnTo>
                    <a:pt x="1592014" y="335164"/>
                  </a:lnTo>
                  <a:lnTo>
                    <a:pt x="1558847" y="338348"/>
                  </a:lnTo>
                  <a:lnTo>
                    <a:pt x="1525680" y="341638"/>
                  </a:lnTo>
                  <a:lnTo>
                    <a:pt x="1492513" y="345040"/>
                  </a:lnTo>
                  <a:lnTo>
                    <a:pt x="1459346" y="348563"/>
                  </a:lnTo>
                  <a:lnTo>
                    <a:pt x="1426179" y="352211"/>
                  </a:lnTo>
                  <a:lnTo>
                    <a:pt x="1393012" y="355991"/>
                  </a:lnTo>
                  <a:lnTo>
                    <a:pt x="1359845" y="359907"/>
                  </a:lnTo>
                  <a:lnTo>
                    <a:pt x="1326678" y="363963"/>
                  </a:lnTo>
                  <a:lnTo>
                    <a:pt x="1293511" y="368162"/>
                  </a:lnTo>
                  <a:lnTo>
                    <a:pt x="1260344" y="372507"/>
                  </a:lnTo>
                  <a:lnTo>
                    <a:pt x="1227177" y="376999"/>
                  </a:lnTo>
                  <a:lnTo>
                    <a:pt x="1194010" y="381639"/>
                  </a:lnTo>
                  <a:lnTo>
                    <a:pt x="1160843" y="386428"/>
                  </a:lnTo>
                  <a:lnTo>
                    <a:pt x="1127676" y="391367"/>
                  </a:lnTo>
                  <a:lnTo>
                    <a:pt x="1094509" y="396454"/>
                  </a:lnTo>
                  <a:lnTo>
                    <a:pt x="1061342" y="401689"/>
                  </a:lnTo>
                  <a:lnTo>
                    <a:pt x="1028175" y="407071"/>
                  </a:lnTo>
                  <a:lnTo>
                    <a:pt x="995008" y="412598"/>
                  </a:lnTo>
                  <a:lnTo>
                    <a:pt x="961841" y="418270"/>
                  </a:lnTo>
                  <a:lnTo>
                    <a:pt x="928674" y="424083"/>
                  </a:lnTo>
                  <a:lnTo>
                    <a:pt x="895507" y="430036"/>
                  </a:lnTo>
                  <a:lnTo>
                    <a:pt x="862340" y="436127"/>
                  </a:lnTo>
                  <a:lnTo>
                    <a:pt x="829173" y="442353"/>
                  </a:lnTo>
                  <a:lnTo>
                    <a:pt x="796007" y="445463"/>
                  </a:lnTo>
                  <a:lnTo>
                    <a:pt x="762840" y="445463"/>
                  </a:lnTo>
                  <a:lnTo>
                    <a:pt x="729673" y="445463"/>
                  </a:lnTo>
                  <a:lnTo>
                    <a:pt x="696506" y="445463"/>
                  </a:lnTo>
                  <a:lnTo>
                    <a:pt x="663339" y="445463"/>
                  </a:lnTo>
                  <a:lnTo>
                    <a:pt x="630172" y="445463"/>
                  </a:lnTo>
                  <a:lnTo>
                    <a:pt x="597005" y="445463"/>
                  </a:lnTo>
                  <a:lnTo>
                    <a:pt x="563838" y="445463"/>
                  </a:lnTo>
                  <a:lnTo>
                    <a:pt x="530671" y="445463"/>
                  </a:lnTo>
                  <a:lnTo>
                    <a:pt x="497504" y="445463"/>
                  </a:lnTo>
                  <a:lnTo>
                    <a:pt x="464337" y="445463"/>
                  </a:lnTo>
                  <a:lnTo>
                    <a:pt x="431170" y="445463"/>
                  </a:lnTo>
                  <a:lnTo>
                    <a:pt x="398003" y="445463"/>
                  </a:lnTo>
                  <a:lnTo>
                    <a:pt x="364836" y="445463"/>
                  </a:lnTo>
                  <a:lnTo>
                    <a:pt x="331669" y="445463"/>
                  </a:lnTo>
                  <a:lnTo>
                    <a:pt x="298502" y="445463"/>
                  </a:lnTo>
                  <a:lnTo>
                    <a:pt x="265335" y="445463"/>
                  </a:lnTo>
                  <a:lnTo>
                    <a:pt x="232168" y="445463"/>
                  </a:lnTo>
                  <a:lnTo>
                    <a:pt x="199001" y="445463"/>
                  </a:lnTo>
                  <a:lnTo>
                    <a:pt x="165834" y="445463"/>
                  </a:lnTo>
                  <a:lnTo>
                    <a:pt x="132667" y="445463"/>
                  </a:lnTo>
                  <a:lnTo>
                    <a:pt x="99500" y="445463"/>
                  </a:lnTo>
                  <a:lnTo>
                    <a:pt x="66333" y="445463"/>
                  </a:lnTo>
                  <a:lnTo>
                    <a:pt x="33166" y="445463"/>
                  </a:lnTo>
                  <a:lnTo>
                    <a:pt x="0" y="445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4512372"/>
              <a:ext cx="6600224" cy="478069"/>
            </a:xfrm>
            <a:custGeom>
              <a:avLst/>
              <a:pathLst>
                <a:path w="6600224" h="478069">
                  <a:moveTo>
                    <a:pt x="0" y="411392"/>
                  </a:moveTo>
                  <a:lnTo>
                    <a:pt x="33166" y="414955"/>
                  </a:lnTo>
                  <a:lnTo>
                    <a:pt x="66333" y="418417"/>
                  </a:lnTo>
                  <a:lnTo>
                    <a:pt x="99500" y="421776"/>
                  </a:lnTo>
                  <a:lnTo>
                    <a:pt x="132667" y="425034"/>
                  </a:lnTo>
                  <a:lnTo>
                    <a:pt x="165834" y="428191"/>
                  </a:lnTo>
                  <a:lnTo>
                    <a:pt x="199001" y="431247"/>
                  </a:lnTo>
                  <a:lnTo>
                    <a:pt x="232168" y="434203"/>
                  </a:lnTo>
                  <a:lnTo>
                    <a:pt x="265335" y="437059"/>
                  </a:lnTo>
                  <a:lnTo>
                    <a:pt x="298502" y="439815"/>
                  </a:lnTo>
                  <a:lnTo>
                    <a:pt x="331669" y="442472"/>
                  </a:lnTo>
                  <a:lnTo>
                    <a:pt x="364836" y="445031"/>
                  </a:lnTo>
                  <a:lnTo>
                    <a:pt x="398003" y="447491"/>
                  </a:lnTo>
                  <a:lnTo>
                    <a:pt x="431170" y="449852"/>
                  </a:lnTo>
                  <a:lnTo>
                    <a:pt x="464337" y="452116"/>
                  </a:lnTo>
                  <a:lnTo>
                    <a:pt x="497504" y="454283"/>
                  </a:lnTo>
                  <a:lnTo>
                    <a:pt x="530671" y="456352"/>
                  </a:lnTo>
                  <a:lnTo>
                    <a:pt x="563838" y="458325"/>
                  </a:lnTo>
                  <a:lnTo>
                    <a:pt x="597005" y="460202"/>
                  </a:lnTo>
                  <a:lnTo>
                    <a:pt x="630172" y="461982"/>
                  </a:lnTo>
                  <a:lnTo>
                    <a:pt x="663339" y="463667"/>
                  </a:lnTo>
                  <a:lnTo>
                    <a:pt x="696506" y="465257"/>
                  </a:lnTo>
                  <a:lnTo>
                    <a:pt x="729673" y="466752"/>
                  </a:lnTo>
                  <a:lnTo>
                    <a:pt x="762840" y="468153"/>
                  </a:lnTo>
                  <a:lnTo>
                    <a:pt x="796007" y="469459"/>
                  </a:lnTo>
                  <a:lnTo>
                    <a:pt x="829173" y="470672"/>
                  </a:lnTo>
                  <a:lnTo>
                    <a:pt x="862340" y="471791"/>
                  </a:lnTo>
                  <a:lnTo>
                    <a:pt x="895507" y="472817"/>
                  </a:lnTo>
                  <a:lnTo>
                    <a:pt x="928674" y="473751"/>
                  </a:lnTo>
                  <a:lnTo>
                    <a:pt x="961841" y="474592"/>
                  </a:lnTo>
                  <a:lnTo>
                    <a:pt x="995008" y="475341"/>
                  </a:lnTo>
                  <a:lnTo>
                    <a:pt x="1028175" y="475999"/>
                  </a:lnTo>
                  <a:lnTo>
                    <a:pt x="1061342" y="476565"/>
                  </a:lnTo>
                  <a:lnTo>
                    <a:pt x="1094509" y="477041"/>
                  </a:lnTo>
                  <a:lnTo>
                    <a:pt x="1127676" y="477426"/>
                  </a:lnTo>
                  <a:lnTo>
                    <a:pt x="1160843" y="477721"/>
                  </a:lnTo>
                  <a:lnTo>
                    <a:pt x="1194010" y="477926"/>
                  </a:lnTo>
                  <a:lnTo>
                    <a:pt x="1227177" y="478042"/>
                  </a:lnTo>
                  <a:lnTo>
                    <a:pt x="1260344" y="478069"/>
                  </a:lnTo>
                  <a:lnTo>
                    <a:pt x="1293511" y="478007"/>
                  </a:lnTo>
                  <a:lnTo>
                    <a:pt x="1326678" y="477857"/>
                  </a:lnTo>
                  <a:lnTo>
                    <a:pt x="1359845" y="477619"/>
                  </a:lnTo>
                  <a:lnTo>
                    <a:pt x="1393012" y="477294"/>
                  </a:lnTo>
                  <a:lnTo>
                    <a:pt x="1426179" y="476881"/>
                  </a:lnTo>
                  <a:lnTo>
                    <a:pt x="1459346" y="476381"/>
                  </a:lnTo>
                  <a:lnTo>
                    <a:pt x="1492513" y="475795"/>
                  </a:lnTo>
                  <a:lnTo>
                    <a:pt x="1525680" y="475123"/>
                  </a:lnTo>
                  <a:lnTo>
                    <a:pt x="1558847" y="474365"/>
                  </a:lnTo>
                  <a:lnTo>
                    <a:pt x="1592014" y="473521"/>
                  </a:lnTo>
                  <a:lnTo>
                    <a:pt x="1625181" y="472593"/>
                  </a:lnTo>
                  <a:lnTo>
                    <a:pt x="1658347" y="471580"/>
                  </a:lnTo>
                  <a:lnTo>
                    <a:pt x="1691514" y="470482"/>
                  </a:lnTo>
                  <a:lnTo>
                    <a:pt x="1724681" y="469301"/>
                  </a:lnTo>
                  <a:lnTo>
                    <a:pt x="1757848" y="468036"/>
                  </a:lnTo>
                  <a:lnTo>
                    <a:pt x="1791015" y="466688"/>
                  </a:lnTo>
                  <a:lnTo>
                    <a:pt x="1824182" y="465257"/>
                  </a:lnTo>
                  <a:lnTo>
                    <a:pt x="1857349" y="463743"/>
                  </a:lnTo>
                  <a:lnTo>
                    <a:pt x="1890516" y="462148"/>
                  </a:lnTo>
                  <a:lnTo>
                    <a:pt x="1923683" y="460460"/>
                  </a:lnTo>
                  <a:lnTo>
                    <a:pt x="1956850" y="458633"/>
                  </a:lnTo>
                  <a:lnTo>
                    <a:pt x="1990017" y="456664"/>
                  </a:lnTo>
                  <a:lnTo>
                    <a:pt x="2023184" y="454558"/>
                  </a:lnTo>
                  <a:lnTo>
                    <a:pt x="2056351" y="452319"/>
                  </a:lnTo>
                  <a:lnTo>
                    <a:pt x="2089518" y="449951"/>
                  </a:lnTo>
                  <a:lnTo>
                    <a:pt x="2122685" y="447459"/>
                  </a:lnTo>
                  <a:lnTo>
                    <a:pt x="2155852" y="444846"/>
                  </a:lnTo>
                  <a:lnTo>
                    <a:pt x="2189019" y="442118"/>
                  </a:lnTo>
                  <a:lnTo>
                    <a:pt x="2222186" y="439278"/>
                  </a:lnTo>
                  <a:lnTo>
                    <a:pt x="2255353" y="436331"/>
                  </a:lnTo>
                  <a:lnTo>
                    <a:pt x="2288520" y="433280"/>
                  </a:lnTo>
                  <a:lnTo>
                    <a:pt x="2321687" y="430131"/>
                  </a:lnTo>
                  <a:lnTo>
                    <a:pt x="2354854" y="426887"/>
                  </a:lnTo>
                  <a:lnTo>
                    <a:pt x="2388021" y="423553"/>
                  </a:lnTo>
                  <a:lnTo>
                    <a:pt x="2421188" y="420133"/>
                  </a:lnTo>
                  <a:lnTo>
                    <a:pt x="2454355" y="416632"/>
                  </a:lnTo>
                  <a:lnTo>
                    <a:pt x="2487521" y="413053"/>
                  </a:lnTo>
                  <a:lnTo>
                    <a:pt x="2520688" y="409399"/>
                  </a:lnTo>
                  <a:lnTo>
                    <a:pt x="2553855" y="405245"/>
                  </a:lnTo>
                  <a:lnTo>
                    <a:pt x="2587022" y="400351"/>
                  </a:lnTo>
                  <a:lnTo>
                    <a:pt x="2620189" y="394837"/>
                  </a:lnTo>
                  <a:lnTo>
                    <a:pt x="2653356" y="388824"/>
                  </a:lnTo>
                  <a:lnTo>
                    <a:pt x="2686523" y="382436"/>
                  </a:lnTo>
                  <a:lnTo>
                    <a:pt x="2719690" y="375791"/>
                  </a:lnTo>
                  <a:lnTo>
                    <a:pt x="2752857" y="369013"/>
                  </a:lnTo>
                  <a:lnTo>
                    <a:pt x="2786024" y="362222"/>
                  </a:lnTo>
                  <a:lnTo>
                    <a:pt x="2819191" y="355540"/>
                  </a:lnTo>
                  <a:lnTo>
                    <a:pt x="2852358" y="349088"/>
                  </a:lnTo>
                  <a:lnTo>
                    <a:pt x="2885525" y="342987"/>
                  </a:lnTo>
                  <a:lnTo>
                    <a:pt x="2918692" y="337359"/>
                  </a:lnTo>
                  <a:lnTo>
                    <a:pt x="2951859" y="332166"/>
                  </a:lnTo>
                  <a:lnTo>
                    <a:pt x="2985026" y="326418"/>
                  </a:lnTo>
                  <a:lnTo>
                    <a:pt x="3018193" y="320040"/>
                  </a:lnTo>
                  <a:lnTo>
                    <a:pt x="3051360" y="313178"/>
                  </a:lnTo>
                  <a:lnTo>
                    <a:pt x="3084527" y="305975"/>
                  </a:lnTo>
                  <a:lnTo>
                    <a:pt x="3117694" y="298576"/>
                  </a:lnTo>
                  <a:lnTo>
                    <a:pt x="3150861" y="291123"/>
                  </a:lnTo>
                  <a:lnTo>
                    <a:pt x="3184028" y="283762"/>
                  </a:lnTo>
                  <a:lnTo>
                    <a:pt x="3217195" y="276636"/>
                  </a:lnTo>
                  <a:lnTo>
                    <a:pt x="3250362" y="269890"/>
                  </a:lnTo>
                  <a:lnTo>
                    <a:pt x="3283529" y="263666"/>
                  </a:lnTo>
                  <a:lnTo>
                    <a:pt x="3316695" y="258111"/>
                  </a:lnTo>
                  <a:lnTo>
                    <a:pt x="3349862" y="253366"/>
                  </a:lnTo>
                  <a:lnTo>
                    <a:pt x="3383029" y="248967"/>
                  </a:lnTo>
                  <a:lnTo>
                    <a:pt x="3416196" y="244210"/>
                  </a:lnTo>
                  <a:lnTo>
                    <a:pt x="3449363" y="239197"/>
                  </a:lnTo>
                  <a:lnTo>
                    <a:pt x="3482530" y="234034"/>
                  </a:lnTo>
                  <a:lnTo>
                    <a:pt x="3515697" y="228829"/>
                  </a:lnTo>
                  <a:lnTo>
                    <a:pt x="3548864" y="223686"/>
                  </a:lnTo>
                  <a:lnTo>
                    <a:pt x="3582031" y="218714"/>
                  </a:lnTo>
                  <a:lnTo>
                    <a:pt x="3615198" y="214018"/>
                  </a:lnTo>
                  <a:lnTo>
                    <a:pt x="3648365" y="209705"/>
                  </a:lnTo>
                  <a:lnTo>
                    <a:pt x="3681532" y="205882"/>
                  </a:lnTo>
                  <a:lnTo>
                    <a:pt x="3714699" y="202654"/>
                  </a:lnTo>
                  <a:lnTo>
                    <a:pt x="3747866" y="200087"/>
                  </a:lnTo>
                  <a:lnTo>
                    <a:pt x="3781033" y="197899"/>
                  </a:lnTo>
                  <a:lnTo>
                    <a:pt x="3814200" y="195997"/>
                  </a:lnTo>
                  <a:lnTo>
                    <a:pt x="3847367" y="194354"/>
                  </a:lnTo>
                  <a:lnTo>
                    <a:pt x="3880534" y="192939"/>
                  </a:lnTo>
                  <a:lnTo>
                    <a:pt x="3913701" y="191726"/>
                  </a:lnTo>
                  <a:lnTo>
                    <a:pt x="3946868" y="190685"/>
                  </a:lnTo>
                  <a:lnTo>
                    <a:pt x="3980035" y="189788"/>
                  </a:lnTo>
                  <a:lnTo>
                    <a:pt x="4013202" y="189008"/>
                  </a:lnTo>
                  <a:lnTo>
                    <a:pt x="4046369" y="188315"/>
                  </a:lnTo>
                  <a:lnTo>
                    <a:pt x="4079536" y="187682"/>
                  </a:lnTo>
                  <a:lnTo>
                    <a:pt x="4112703" y="187079"/>
                  </a:lnTo>
                  <a:lnTo>
                    <a:pt x="4145869" y="186479"/>
                  </a:lnTo>
                  <a:lnTo>
                    <a:pt x="4179036" y="185854"/>
                  </a:lnTo>
                  <a:lnTo>
                    <a:pt x="4212203" y="185174"/>
                  </a:lnTo>
                  <a:lnTo>
                    <a:pt x="4245370" y="184551"/>
                  </a:lnTo>
                  <a:lnTo>
                    <a:pt x="4278537" y="184096"/>
                  </a:lnTo>
                  <a:lnTo>
                    <a:pt x="4311704" y="183788"/>
                  </a:lnTo>
                  <a:lnTo>
                    <a:pt x="4344871" y="183600"/>
                  </a:lnTo>
                  <a:lnTo>
                    <a:pt x="4378038" y="183510"/>
                  </a:lnTo>
                  <a:lnTo>
                    <a:pt x="4411205" y="183493"/>
                  </a:lnTo>
                  <a:lnTo>
                    <a:pt x="4444372" y="183526"/>
                  </a:lnTo>
                  <a:lnTo>
                    <a:pt x="4477539" y="183583"/>
                  </a:lnTo>
                  <a:lnTo>
                    <a:pt x="4510706" y="183641"/>
                  </a:lnTo>
                  <a:lnTo>
                    <a:pt x="4543873" y="183677"/>
                  </a:lnTo>
                  <a:lnTo>
                    <a:pt x="4577040" y="183665"/>
                  </a:lnTo>
                  <a:lnTo>
                    <a:pt x="4610207" y="183582"/>
                  </a:lnTo>
                  <a:lnTo>
                    <a:pt x="4643374" y="183404"/>
                  </a:lnTo>
                  <a:lnTo>
                    <a:pt x="4676541" y="183106"/>
                  </a:lnTo>
                  <a:lnTo>
                    <a:pt x="4709708" y="182665"/>
                  </a:lnTo>
                  <a:lnTo>
                    <a:pt x="4742875" y="182057"/>
                  </a:lnTo>
                  <a:lnTo>
                    <a:pt x="4776042" y="181257"/>
                  </a:lnTo>
                  <a:lnTo>
                    <a:pt x="4809209" y="180241"/>
                  </a:lnTo>
                  <a:lnTo>
                    <a:pt x="4842376" y="178986"/>
                  </a:lnTo>
                  <a:lnTo>
                    <a:pt x="4875543" y="177467"/>
                  </a:lnTo>
                  <a:lnTo>
                    <a:pt x="4908710" y="175661"/>
                  </a:lnTo>
                  <a:lnTo>
                    <a:pt x="4941876" y="173693"/>
                  </a:lnTo>
                  <a:lnTo>
                    <a:pt x="4975043" y="171666"/>
                  </a:lnTo>
                  <a:lnTo>
                    <a:pt x="5008210" y="169581"/>
                  </a:lnTo>
                  <a:lnTo>
                    <a:pt x="5041377" y="167437"/>
                  </a:lnTo>
                  <a:lnTo>
                    <a:pt x="5074544" y="165234"/>
                  </a:lnTo>
                  <a:lnTo>
                    <a:pt x="5107711" y="162973"/>
                  </a:lnTo>
                  <a:lnTo>
                    <a:pt x="5140878" y="160653"/>
                  </a:lnTo>
                  <a:lnTo>
                    <a:pt x="5174045" y="158274"/>
                  </a:lnTo>
                  <a:lnTo>
                    <a:pt x="5207212" y="155836"/>
                  </a:lnTo>
                  <a:lnTo>
                    <a:pt x="5240379" y="153340"/>
                  </a:lnTo>
                  <a:lnTo>
                    <a:pt x="5273546" y="150785"/>
                  </a:lnTo>
                  <a:lnTo>
                    <a:pt x="5306713" y="148170"/>
                  </a:lnTo>
                  <a:lnTo>
                    <a:pt x="5339880" y="145497"/>
                  </a:lnTo>
                  <a:lnTo>
                    <a:pt x="5373047" y="142765"/>
                  </a:lnTo>
                  <a:lnTo>
                    <a:pt x="5406214" y="139975"/>
                  </a:lnTo>
                  <a:lnTo>
                    <a:pt x="5439381" y="137125"/>
                  </a:lnTo>
                  <a:lnTo>
                    <a:pt x="5472548" y="134216"/>
                  </a:lnTo>
                  <a:lnTo>
                    <a:pt x="5505715" y="131248"/>
                  </a:lnTo>
                  <a:lnTo>
                    <a:pt x="5538882" y="128221"/>
                  </a:lnTo>
                  <a:lnTo>
                    <a:pt x="5572049" y="125135"/>
                  </a:lnTo>
                  <a:lnTo>
                    <a:pt x="5605216" y="121990"/>
                  </a:lnTo>
                  <a:lnTo>
                    <a:pt x="5638383" y="118785"/>
                  </a:lnTo>
                  <a:lnTo>
                    <a:pt x="5671550" y="115522"/>
                  </a:lnTo>
                  <a:lnTo>
                    <a:pt x="5704717" y="112199"/>
                  </a:lnTo>
                  <a:lnTo>
                    <a:pt x="5737884" y="108817"/>
                  </a:lnTo>
                  <a:lnTo>
                    <a:pt x="5771050" y="105376"/>
                  </a:lnTo>
                  <a:lnTo>
                    <a:pt x="5804217" y="101875"/>
                  </a:lnTo>
                  <a:lnTo>
                    <a:pt x="5837384" y="98315"/>
                  </a:lnTo>
                  <a:lnTo>
                    <a:pt x="5870551" y="94696"/>
                  </a:lnTo>
                  <a:lnTo>
                    <a:pt x="5903718" y="91017"/>
                  </a:lnTo>
                  <a:lnTo>
                    <a:pt x="5936885" y="87279"/>
                  </a:lnTo>
                  <a:lnTo>
                    <a:pt x="5970052" y="83482"/>
                  </a:lnTo>
                  <a:lnTo>
                    <a:pt x="6003219" y="79625"/>
                  </a:lnTo>
                  <a:lnTo>
                    <a:pt x="6036386" y="75709"/>
                  </a:lnTo>
                  <a:lnTo>
                    <a:pt x="6069553" y="71733"/>
                  </a:lnTo>
                  <a:lnTo>
                    <a:pt x="6102720" y="67697"/>
                  </a:lnTo>
                  <a:lnTo>
                    <a:pt x="6135887" y="63602"/>
                  </a:lnTo>
                  <a:lnTo>
                    <a:pt x="6169054" y="59448"/>
                  </a:lnTo>
                  <a:lnTo>
                    <a:pt x="6202221" y="55233"/>
                  </a:lnTo>
                  <a:lnTo>
                    <a:pt x="6235388" y="50959"/>
                  </a:lnTo>
                  <a:lnTo>
                    <a:pt x="6268555" y="46626"/>
                  </a:lnTo>
                  <a:lnTo>
                    <a:pt x="6301722" y="42232"/>
                  </a:lnTo>
                  <a:lnTo>
                    <a:pt x="6334889" y="37779"/>
                  </a:lnTo>
                  <a:lnTo>
                    <a:pt x="6368056" y="33266"/>
                  </a:lnTo>
                  <a:lnTo>
                    <a:pt x="6401223" y="28693"/>
                  </a:lnTo>
                  <a:lnTo>
                    <a:pt x="6434390" y="24061"/>
                  </a:lnTo>
                  <a:lnTo>
                    <a:pt x="6467557" y="19368"/>
                  </a:lnTo>
                  <a:lnTo>
                    <a:pt x="6500724" y="14616"/>
                  </a:lnTo>
                  <a:lnTo>
                    <a:pt x="6533891" y="9804"/>
                  </a:lnTo>
                  <a:lnTo>
                    <a:pt x="6567058" y="4932"/>
                  </a:lnTo>
                  <a:lnTo>
                    <a:pt x="6600224" y="0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4779200"/>
              <a:ext cx="6600224" cy="440102"/>
            </a:xfrm>
            <a:custGeom>
              <a:avLst/>
              <a:pathLst>
                <a:path w="6600224" h="440102">
                  <a:moveTo>
                    <a:pt x="0" y="0"/>
                  </a:moveTo>
                  <a:lnTo>
                    <a:pt x="33166" y="8336"/>
                  </a:lnTo>
                  <a:lnTo>
                    <a:pt x="66333" y="16528"/>
                  </a:lnTo>
                  <a:lnTo>
                    <a:pt x="99500" y="24574"/>
                  </a:lnTo>
                  <a:lnTo>
                    <a:pt x="132667" y="32474"/>
                  </a:lnTo>
                  <a:lnTo>
                    <a:pt x="165834" y="40228"/>
                  </a:lnTo>
                  <a:lnTo>
                    <a:pt x="199001" y="47834"/>
                  </a:lnTo>
                  <a:lnTo>
                    <a:pt x="232168" y="55291"/>
                  </a:lnTo>
                  <a:lnTo>
                    <a:pt x="265335" y="62599"/>
                  </a:lnTo>
                  <a:lnTo>
                    <a:pt x="298502" y="69757"/>
                  </a:lnTo>
                  <a:lnTo>
                    <a:pt x="331669" y="76764"/>
                  </a:lnTo>
                  <a:lnTo>
                    <a:pt x="364836" y="83620"/>
                  </a:lnTo>
                  <a:lnTo>
                    <a:pt x="398003" y="90322"/>
                  </a:lnTo>
                  <a:lnTo>
                    <a:pt x="431170" y="96870"/>
                  </a:lnTo>
                  <a:lnTo>
                    <a:pt x="464337" y="103264"/>
                  </a:lnTo>
                  <a:lnTo>
                    <a:pt x="497504" y="109501"/>
                  </a:lnTo>
                  <a:lnTo>
                    <a:pt x="530671" y="115582"/>
                  </a:lnTo>
                  <a:lnTo>
                    <a:pt x="563838" y="121504"/>
                  </a:lnTo>
                  <a:lnTo>
                    <a:pt x="597005" y="127267"/>
                  </a:lnTo>
                  <a:lnTo>
                    <a:pt x="630172" y="132869"/>
                  </a:lnTo>
                  <a:lnTo>
                    <a:pt x="663339" y="138310"/>
                  </a:lnTo>
                  <a:lnTo>
                    <a:pt x="696506" y="143587"/>
                  </a:lnTo>
                  <a:lnTo>
                    <a:pt x="729673" y="148701"/>
                  </a:lnTo>
                  <a:lnTo>
                    <a:pt x="762840" y="153649"/>
                  </a:lnTo>
                  <a:lnTo>
                    <a:pt x="796007" y="158430"/>
                  </a:lnTo>
                  <a:lnTo>
                    <a:pt x="829173" y="163044"/>
                  </a:lnTo>
                  <a:lnTo>
                    <a:pt x="862340" y="167488"/>
                  </a:lnTo>
                  <a:lnTo>
                    <a:pt x="895507" y="171761"/>
                  </a:lnTo>
                  <a:lnTo>
                    <a:pt x="928674" y="175863"/>
                  </a:lnTo>
                  <a:lnTo>
                    <a:pt x="961841" y="179792"/>
                  </a:lnTo>
                  <a:lnTo>
                    <a:pt x="995008" y="183547"/>
                  </a:lnTo>
                  <a:lnTo>
                    <a:pt x="1028175" y="187128"/>
                  </a:lnTo>
                  <a:lnTo>
                    <a:pt x="1061342" y="190532"/>
                  </a:lnTo>
                  <a:lnTo>
                    <a:pt x="1094509" y="193761"/>
                  </a:lnTo>
                  <a:lnTo>
                    <a:pt x="1127676" y="196813"/>
                  </a:lnTo>
                  <a:lnTo>
                    <a:pt x="1160843" y="199688"/>
                  </a:lnTo>
                  <a:lnTo>
                    <a:pt x="1194010" y="202386"/>
                  </a:lnTo>
                  <a:lnTo>
                    <a:pt x="1227177" y="204908"/>
                  </a:lnTo>
                  <a:lnTo>
                    <a:pt x="1260344" y="207254"/>
                  </a:lnTo>
                  <a:lnTo>
                    <a:pt x="1293511" y="209425"/>
                  </a:lnTo>
                  <a:lnTo>
                    <a:pt x="1326678" y="211423"/>
                  </a:lnTo>
                  <a:lnTo>
                    <a:pt x="1359845" y="213250"/>
                  </a:lnTo>
                  <a:lnTo>
                    <a:pt x="1393012" y="214908"/>
                  </a:lnTo>
                  <a:lnTo>
                    <a:pt x="1426179" y="216401"/>
                  </a:lnTo>
                  <a:lnTo>
                    <a:pt x="1459346" y="217731"/>
                  </a:lnTo>
                  <a:lnTo>
                    <a:pt x="1492513" y="218902"/>
                  </a:lnTo>
                  <a:lnTo>
                    <a:pt x="1525680" y="219920"/>
                  </a:lnTo>
                  <a:lnTo>
                    <a:pt x="1558847" y="220789"/>
                  </a:lnTo>
                  <a:lnTo>
                    <a:pt x="1592014" y="221515"/>
                  </a:lnTo>
                  <a:lnTo>
                    <a:pt x="1625181" y="222103"/>
                  </a:lnTo>
                  <a:lnTo>
                    <a:pt x="1658347" y="222560"/>
                  </a:lnTo>
                  <a:lnTo>
                    <a:pt x="1691514" y="222892"/>
                  </a:lnTo>
                  <a:lnTo>
                    <a:pt x="1724681" y="223106"/>
                  </a:lnTo>
                  <a:lnTo>
                    <a:pt x="1757848" y="223209"/>
                  </a:lnTo>
                  <a:lnTo>
                    <a:pt x="1791015" y="223208"/>
                  </a:lnTo>
                  <a:lnTo>
                    <a:pt x="1824182" y="223109"/>
                  </a:lnTo>
                  <a:lnTo>
                    <a:pt x="1857349" y="222920"/>
                  </a:lnTo>
                  <a:lnTo>
                    <a:pt x="1890516" y="222646"/>
                  </a:lnTo>
                  <a:lnTo>
                    <a:pt x="1923683" y="222291"/>
                  </a:lnTo>
                  <a:lnTo>
                    <a:pt x="1956850" y="221849"/>
                  </a:lnTo>
                  <a:lnTo>
                    <a:pt x="1990017" y="221324"/>
                  </a:lnTo>
                  <a:lnTo>
                    <a:pt x="2023184" y="220720"/>
                  </a:lnTo>
                  <a:lnTo>
                    <a:pt x="2056351" y="220041"/>
                  </a:lnTo>
                  <a:lnTo>
                    <a:pt x="2089518" y="219290"/>
                  </a:lnTo>
                  <a:lnTo>
                    <a:pt x="2122685" y="218471"/>
                  </a:lnTo>
                  <a:lnTo>
                    <a:pt x="2155852" y="217586"/>
                  </a:lnTo>
                  <a:lnTo>
                    <a:pt x="2189019" y="216639"/>
                  </a:lnTo>
                  <a:lnTo>
                    <a:pt x="2222186" y="215632"/>
                  </a:lnTo>
                  <a:lnTo>
                    <a:pt x="2255353" y="214569"/>
                  </a:lnTo>
                  <a:lnTo>
                    <a:pt x="2288520" y="213454"/>
                  </a:lnTo>
                  <a:lnTo>
                    <a:pt x="2321687" y="212294"/>
                  </a:lnTo>
                  <a:lnTo>
                    <a:pt x="2354854" y="211093"/>
                  </a:lnTo>
                  <a:lnTo>
                    <a:pt x="2388021" y="209858"/>
                  </a:lnTo>
                  <a:lnTo>
                    <a:pt x="2421188" y="208597"/>
                  </a:lnTo>
                  <a:lnTo>
                    <a:pt x="2454355" y="207317"/>
                  </a:lnTo>
                  <a:lnTo>
                    <a:pt x="2487521" y="206028"/>
                  </a:lnTo>
                  <a:lnTo>
                    <a:pt x="2520688" y="204738"/>
                  </a:lnTo>
                  <a:lnTo>
                    <a:pt x="2553855" y="203327"/>
                  </a:lnTo>
                  <a:lnTo>
                    <a:pt x="2587022" y="201711"/>
                  </a:lnTo>
                  <a:lnTo>
                    <a:pt x="2620189" y="199903"/>
                  </a:lnTo>
                  <a:lnTo>
                    <a:pt x="2653356" y="197916"/>
                  </a:lnTo>
                  <a:lnTo>
                    <a:pt x="2686523" y="195771"/>
                  </a:lnTo>
                  <a:lnTo>
                    <a:pt x="2719690" y="193496"/>
                  </a:lnTo>
                  <a:lnTo>
                    <a:pt x="2752857" y="191128"/>
                  </a:lnTo>
                  <a:lnTo>
                    <a:pt x="2786024" y="188722"/>
                  </a:lnTo>
                  <a:lnTo>
                    <a:pt x="2819191" y="186343"/>
                  </a:lnTo>
                  <a:lnTo>
                    <a:pt x="2852358" y="184068"/>
                  </a:lnTo>
                  <a:lnTo>
                    <a:pt x="2885525" y="181987"/>
                  </a:lnTo>
                  <a:lnTo>
                    <a:pt x="2918692" y="180195"/>
                  </a:lnTo>
                  <a:lnTo>
                    <a:pt x="2951859" y="178752"/>
                  </a:lnTo>
                  <a:lnTo>
                    <a:pt x="2985026" y="177428"/>
                  </a:lnTo>
                  <a:lnTo>
                    <a:pt x="3018193" y="176142"/>
                  </a:lnTo>
                  <a:lnTo>
                    <a:pt x="3051360" y="174855"/>
                  </a:lnTo>
                  <a:lnTo>
                    <a:pt x="3084527" y="173536"/>
                  </a:lnTo>
                  <a:lnTo>
                    <a:pt x="3117694" y="172165"/>
                  </a:lnTo>
                  <a:lnTo>
                    <a:pt x="3150861" y="170737"/>
                  </a:lnTo>
                  <a:lnTo>
                    <a:pt x="3184028" y="169267"/>
                  </a:lnTo>
                  <a:lnTo>
                    <a:pt x="3217195" y="167791"/>
                  </a:lnTo>
                  <a:lnTo>
                    <a:pt x="3250362" y="166362"/>
                  </a:lnTo>
                  <a:lnTo>
                    <a:pt x="3283529" y="165049"/>
                  </a:lnTo>
                  <a:lnTo>
                    <a:pt x="3316695" y="163932"/>
                  </a:lnTo>
                  <a:lnTo>
                    <a:pt x="3349862" y="163094"/>
                  </a:lnTo>
                  <a:lnTo>
                    <a:pt x="3383029" y="162480"/>
                  </a:lnTo>
                  <a:lnTo>
                    <a:pt x="3416196" y="161911"/>
                  </a:lnTo>
                  <a:lnTo>
                    <a:pt x="3449363" y="161339"/>
                  </a:lnTo>
                  <a:lnTo>
                    <a:pt x="3482530" y="160723"/>
                  </a:lnTo>
                  <a:lnTo>
                    <a:pt x="3515697" y="160037"/>
                  </a:lnTo>
                  <a:lnTo>
                    <a:pt x="3548864" y="159279"/>
                  </a:lnTo>
                  <a:lnTo>
                    <a:pt x="3582031" y="158469"/>
                  </a:lnTo>
                  <a:lnTo>
                    <a:pt x="3615198" y="157655"/>
                  </a:lnTo>
                  <a:lnTo>
                    <a:pt x="3648365" y="156909"/>
                  </a:lnTo>
                  <a:lnTo>
                    <a:pt x="3681532" y="156317"/>
                  </a:lnTo>
                  <a:lnTo>
                    <a:pt x="3714699" y="155978"/>
                  </a:lnTo>
                  <a:lnTo>
                    <a:pt x="3747866" y="155961"/>
                  </a:lnTo>
                  <a:lnTo>
                    <a:pt x="3781033" y="156101"/>
                  </a:lnTo>
                  <a:lnTo>
                    <a:pt x="3814200" y="156322"/>
                  </a:lnTo>
                  <a:lnTo>
                    <a:pt x="3847367" y="156588"/>
                  </a:lnTo>
                  <a:lnTo>
                    <a:pt x="3880534" y="156866"/>
                  </a:lnTo>
                  <a:lnTo>
                    <a:pt x="3913701" y="157135"/>
                  </a:lnTo>
                  <a:lnTo>
                    <a:pt x="3946868" y="157378"/>
                  </a:lnTo>
                  <a:lnTo>
                    <a:pt x="3980035" y="157592"/>
                  </a:lnTo>
                  <a:lnTo>
                    <a:pt x="4013202" y="157784"/>
                  </a:lnTo>
                  <a:lnTo>
                    <a:pt x="4046369" y="157972"/>
                  </a:lnTo>
                  <a:lnTo>
                    <a:pt x="4079536" y="158181"/>
                  </a:lnTo>
                  <a:lnTo>
                    <a:pt x="4112703" y="158446"/>
                  </a:lnTo>
                  <a:lnTo>
                    <a:pt x="4145869" y="158804"/>
                  </a:lnTo>
                  <a:lnTo>
                    <a:pt x="4179036" y="159296"/>
                  </a:lnTo>
                  <a:lnTo>
                    <a:pt x="4212203" y="159959"/>
                  </a:lnTo>
                  <a:lnTo>
                    <a:pt x="4245370" y="160755"/>
                  </a:lnTo>
                  <a:lnTo>
                    <a:pt x="4278537" y="161613"/>
                  </a:lnTo>
                  <a:lnTo>
                    <a:pt x="4311704" y="162520"/>
                  </a:lnTo>
                  <a:lnTo>
                    <a:pt x="4344871" y="163465"/>
                  </a:lnTo>
                  <a:lnTo>
                    <a:pt x="4378038" y="164437"/>
                  </a:lnTo>
                  <a:lnTo>
                    <a:pt x="4411205" y="165427"/>
                  </a:lnTo>
                  <a:lnTo>
                    <a:pt x="4444372" y="166428"/>
                  </a:lnTo>
                  <a:lnTo>
                    <a:pt x="4477539" y="167433"/>
                  </a:lnTo>
                  <a:lnTo>
                    <a:pt x="4510706" y="168439"/>
                  </a:lnTo>
                  <a:lnTo>
                    <a:pt x="4543873" y="169442"/>
                  </a:lnTo>
                  <a:lnTo>
                    <a:pt x="4577040" y="170441"/>
                  </a:lnTo>
                  <a:lnTo>
                    <a:pt x="4610207" y="171437"/>
                  </a:lnTo>
                  <a:lnTo>
                    <a:pt x="4643374" y="172433"/>
                  </a:lnTo>
                  <a:lnTo>
                    <a:pt x="4676541" y="173430"/>
                  </a:lnTo>
                  <a:lnTo>
                    <a:pt x="4709708" y="174435"/>
                  </a:lnTo>
                  <a:lnTo>
                    <a:pt x="4742875" y="175451"/>
                  </a:lnTo>
                  <a:lnTo>
                    <a:pt x="4776042" y="176485"/>
                  </a:lnTo>
                  <a:lnTo>
                    <a:pt x="4809209" y="177541"/>
                  </a:lnTo>
                  <a:lnTo>
                    <a:pt x="4842376" y="178627"/>
                  </a:lnTo>
                  <a:lnTo>
                    <a:pt x="4875543" y="179746"/>
                  </a:lnTo>
                  <a:lnTo>
                    <a:pt x="4908710" y="180904"/>
                  </a:lnTo>
                  <a:lnTo>
                    <a:pt x="4941876" y="182079"/>
                  </a:lnTo>
                  <a:lnTo>
                    <a:pt x="4975043" y="183255"/>
                  </a:lnTo>
                  <a:lnTo>
                    <a:pt x="5008210" y="184433"/>
                  </a:lnTo>
                  <a:lnTo>
                    <a:pt x="5041377" y="185611"/>
                  </a:lnTo>
                  <a:lnTo>
                    <a:pt x="5074544" y="186788"/>
                  </a:lnTo>
                  <a:lnTo>
                    <a:pt x="5107711" y="187963"/>
                  </a:lnTo>
                  <a:lnTo>
                    <a:pt x="5140878" y="189133"/>
                  </a:lnTo>
                  <a:lnTo>
                    <a:pt x="5174045" y="190296"/>
                  </a:lnTo>
                  <a:lnTo>
                    <a:pt x="5207212" y="191450"/>
                  </a:lnTo>
                  <a:lnTo>
                    <a:pt x="5240379" y="192590"/>
                  </a:lnTo>
                  <a:lnTo>
                    <a:pt x="5273546" y="193715"/>
                  </a:lnTo>
                  <a:lnTo>
                    <a:pt x="5306713" y="194819"/>
                  </a:lnTo>
                  <a:lnTo>
                    <a:pt x="5339880" y="195900"/>
                  </a:lnTo>
                  <a:lnTo>
                    <a:pt x="5373047" y="196953"/>
                  </a:lnTo>
                  <a:lnTo>
                    <a:pt x="5406214" y="197974"/>
                  </a:lnTo>
                  <a:lnTo>
                    <a:pt x="5439381" y="198959"/>
                  </a:lnTo>
                  <a:lnTo>
                    <a:pt x="5472548" y="199904"/>
                  </a:lnTo>
                  <a:lnTo>
                    <a:pt x="5505715" y="200803"/>
                  </a:lnTo>
                  <a:lnTo>
                    <a:pt x="5538882" y="201654"/>
                  </a:lnTo>
                  <a:lnTo>
                    <a:pt x="5572049" y="202452"/>
                  </a:lnTo>
                  <a:lnTo>
                    <a:pt x="5605216" y="203192"/>
                  </a:lnTo>
                  <a:lnTo>
                    <a:pt x="5638383" y="203870"/>
                  </a:lnTo>
                  <a:lnTo>
                    <a:pt x="5671550" y="204483"/>
                  </a:lnTo>
                  <a:lnTo>
                    <a:pt x="5704717" y="205027"/>
                  </a:lnTo>
                  <a:lnTo>
                    <a:pt x="5737884" y="205498"/>
                  </a:lnTo>
                  <a:lnTo>
                    <a:pt x="5771050" y="205894"/>
                  </a:lnTo>
                  <a:lnTo>
                    <a:pt x="5804217" y="206210"/>
                  </a:lnTo>
                  <a:lnTo>
                    <a:pt x="5837384" y="206444"/>
                  </a:lnTo>
                  <a:lnTo>
                    <a:pt x="5870551" y="206594"/>
                  </a:lnTo>
                  <a:lnTo>
                    <a:pt x="5903718" y="206657"/>
                  </a:lnTo>
                  <a:lnTo>
                    <a:pt x="5936885" y="206631"/>
                  </a:lnTo>
                  <a:lnTo>
                    <a:pt x="5970052" y="206514"/>
                  </a:lnTo>
                  <a:lnTo>
                    <a:pt x="6003219" y="206306"/>
                  </a:lnTo>
                  <a:lnTo>
                    <a:pt x="6036386" y="206003"/>
                  </a:lnTo>
                  <a:lnTo>
                    <a:pt x="6069553" y="205606"/>
                  </a:lnTo>
                  <a:lnTo>
                    <a:pt x="6102720" y="205114"/>
                  </a:lnTo>
                  <a:lnTo>
                    <a:pt x="6135887" y="204525"/>
                  </a:lnTo>
                  <a:lnTo>
                    <a:pt x="6169054" y="203840"/>
                  </a:lnTo>
                  <a:lnTo>
                    <a:pt x="6202221" y="203057"/>
                  </a:lnTo>
                  <a:lnTo>
                    <a:pt x="6235388" y="202177"/>
                  </a:lnTo>
                  <a:lnTo>
                    <a:pt x="6268555" y="201200"/>
                  </a:lnTo>
                  <a:lnTo>
                    <a:pt x="6301722" y="200126"/>
                  </a:lnTo>
                  <a:lnTo>
                    <a:pt x="6334889" y="198954"/>
                  </a:lnTo>
                  <a:lnTo>
                    <a:pt x="6368056" y="197686"/>
                  </a:lnTo>
                  <a:lnTo>
                    <a:pt x="6401223" y="196322"/>
                  </a:lnTo>
                  <a:lnTo>
                    <a:pt x="6434390" y="194861"/>
                  </a:lnTo>
                  <a:lnTo>
                    <a:pt x="6467557" y="193306"/>
                  </a:lnTo>
                  <a:lnTo>
                    <a:pt x="6500724" y="191655"/>
                  </a:lnTo>
                  <a:lnTo>
                    <a:pt x="6533891" y="189910"/>
                  </a:lnTo>
                  <a:lnTo>
                    <a:pt x="6567058" y="188072"/>
                  </a:lnTo>
                  <a:lnTo>
                    <a:pt x="6600224" y="186141"/>
                  </a:lnTo>
                  <a:lnTo>
                    <a:pt x="6600224" y="440102"/>
                  </a:lnTo>
                  <a:lnTo>
                    <a:pt x="6567058" y="440102"/>
                  </a:lnTo>
                  <a:lnTo>
                    <a:pt x="6533891" y="440102"/>
                  </a:lnTo>
                  <a:lnTo>
                    <a:pt x="6500724" y="440102"/>
                  </a:lnTo>
                  <a:lnTo>
                    <a:pt x="6467557" y="440102"/>
                  </a:lnTo>
                  <a:lnTo>
                    <a:pt x="6434390" y="440102"/>
                  </a:lnTo>
                  <a:lnTo>
                    <a:pt x="6401223" y="440102"/>
                  </a:lnTo>
                  <a:lnTo>
                    <a:pt x="6368056" y="440102"/>
                  </a:lnTo>
                  <a:lnTo>
                    <a:pt x="6334889" y="440102"/>
                  </a:lnTo>
                  <a:lnTo>
                    <a:pt x="6301722" y="440102"/>
                  </a:lnTo>
                  <a:lnTo>
                    <a:pt x="6268555" y="440102"/>
                  </a:lnTo>
                  <a:lnTo>
                    <a:pt x="6235388" y="440102"/>
                  </a:lnTo>
                  <a:lnTo>
                    <a:pt x="6202221" y="440102"/>
                  </a:lnTo>
                  <a:lnTo>
                    <a:pt x="6169054" y="440102"/>
                  </a:lnTo>
                  <a:lnTo>
                    <a:pt x="6135887" y="440102"/>
                  </a:lnTo>
                  <a:lnTo>
                    <a:pt x="6102720" y="440102"/>
                  </a:lnTo>
                  <a:lnTo>
                    <a:pt x="6069553" y="440102"/>
                  </a:lnTo>
                  <a:lnTo>
                    <a:pt x="6036386" y="440102"/>
                  </a:lnTo>
                  <a:lnTo>
                    <a:pt x="6003219" y="440102"/>
                  </a:lnTo>
                  <a:lnTo>
                    <a:pt x="5970052" y="440102"/>
                  </a:lnTo>
                  <a:lnTo>
                    <a:pt x="5936885" y="440102"/>
                  </a:lnTo>
                  <a:lnTo>
                    <a:pt x="5903718" y="438532"/>
                  </a:lnTo>
                  <a:lnTo>
                    <a:pt x="5870551" y="433529"/>
                  </a:lnTo>
                  <a:lnTo>
                    <a:pt x="5837384" y="428669"/>
                  </a:lnTo>
                  <a:lnTo>
                    <a:pt x="5804217" y="423950"/>
                  </a:lnTo>
                  <a:lnTo>
                    <a:pt x="5771050" y="419371"/>
                  </a:lnTo>
                  <a:lnTo>
                    <a:pt x="5737884" y="414927"/>
                  </a:lnTo>
                  <a:lnTo>
                    <a:pt x="5704717" y="410616"/>
                  </a:lnTo>
                  <a:lnTo>
                    <a:pt x="5671550" y="406435"/>
                  </a:lnTo>
                  <a:lnTo>
                    <a:pt x="5638383" y="402380"/>
                  </a:lnTo>
                  <a:lnTo>
                    <a:pt x="5605216" y="398447"/>
                  </a:lnTo>
                  <a:lnTo>
                    <a:pt x="5572049" y="394632"/>
                  </a:lnTo>
                  <a:lnTo>
                    <a:pt x="5538882" y="390931"/>
                  </a:lnTo>
                  <a:lnTo>
                    <a:pt x="5505715" y="387340"/>
                  </a:lnTo>
                  <a:lnTo>
                    <a:pt x="5472548" y="383856"/>
                  </a:lnTo>
                  <a:lnTo>
                    <a:pt x="5439381" y="380472"/>
                  </a:lnTo>
                  <a:lnTo>
                    <a:pt x="5406214" y="377185"/>
                  </a:lnTo>
                  <a:lnTo>
                    <a:pt x="5373047" y="373991"/>
                  </a:lnTo>
                  <a:lnTo>
                    <a:pt x="5339880" y="370886"/>
                  </a:lnTo>
                  <a:lnTo>
                    <a:pt x="5306713" y="367864"/>
                  </a:lnTo>
                  <a:lnTo>
                    <a:pt x="5273546" y="364923"/>
                  </a:lnTo>
                  <a:lnTo>
                    <a:pt x="5240379" y="362058"/>
                  </a:lnTo>
                  <a:lnTo>
                    <a:pt x="5207212" y="359266"/>
                  </a:lnTo>
                  <a:lnTo>
                    <a:pt x="5174045" y="356542"/>
                  </a:lnTo>
                  <a:lnTo>
                    <a:pt x="5140878" y="353885"/>
                  </a:lnTo>
                  <a:lnTo>
                    <a:pt x="5107711" y="351291"/>
                  </a:lnTo>
                  <a:lnTo>
                    <a:pt x="5074544" y="348758"/>
                  </a:lnTo>
                  <a:lnTo>
                    <a:pt x="5041377" y="346283"/>
                  </a:lnTo>
                  <a:lnTo>
                    <a:pt x="5008210" y="343865"/>
                  </a:lnTo>
                  <a:lnTo>
                    <a:pt x="4975043" y="341504"/>
                  </a:lnTo>
                  <a:lnTo>
                    <a:pt x="4941876" y="339197"/>
                  </a:lnTo>
                  <a:lnTo>
                    <a:pt x="4908710" y="336944"/>
                  </a:lnTo>
                  <a:lnTo>
                    <a:pt x="4875543" y="334726"/>
                  </a:lnTo>
                  <a:lnTo>
                    <a:pt x="4842376" y="332517"/>
                  </a:lnTo>
                  <a:lnTo>
                    <a:pt x="4809209" y="330324"/>
                  </a:lnTo>
                  <a:lnTo>
                    <a:pt x="4776042" y="328156"/>
                  </a:lnTo>
                  <a:lnTo>
                    <a:pt x="4742875" y="326021"/>
                  </a:lnTo>
                  <a:lnTo>
                    <a:pt x="4709708" y="323929"/>
                  </a:lnTo>
                  <a:lnTo>
                    <a:pt x="4676541" y="321887"/>
                  </a:lnTo>
                  <a:lnTo>
                    <a:pt x="4643374" y="319904"/>
                  </a:lnTo>
                  <a:lnTo>
                    <a:pt x="4610207" y="317988"/>
                  </a:lnTo>
                  <a:lnTo>
                    <a:pt x="4577040" y="316144"/>
                  </a:lnTo>
                  <a:lnTo>
                    <a:pt x="4543873" y="314379"/>
                  </a:lnTo>
                  <a:lnTo>
                    <a:pt x="4510706" y="312694"/>
                  </a:lnTo>
                  <a:lnTo>
                    <a:pt x="4477539" y="311093"/>
                  </a:lnTo>
                  <a:lnTo>
                    <a:pt x="4444372" y="309577"/>
                  </a:lnTo>
                  <a:lnTo>
                    <a:pt x="4411205" y="308142"/>
                  </a:lnTo>
                  <a:lnTo>
                    <a:pt x="4378038" y="306788"/>
                  </a:lnTo>
                  <a:lnTo>
                    <a:pt x="4344871" y="305508"/>
                  </a:lnTo>
                  <a:lnTo>
                    <a:pt x="4311704" y="304298"/>
                  </a:lnTo>
                  <a:lnTo>
                    <a:pt x="4278537" y="303148"/>
                  </a:lnTo>
                  <a:lnTo>
                    <a:pt x="4245370" y="302052"/>
                  </a:lnTo>
                  <a:lnTo>
                    <a:pt x="4212203" y="301000"/>
                  </a:lnTo>
                  <a:lnTo>
                    <a:pt x="4179036" y="299934"/>
                  </a:lnTo>
                  <a:lnTo>
                    <a:pt x="4145869" y="298823"/>
                  </a:lnTo>
                  <a:lnTo>
                    <a:pt x="4112703" y="297703"/>
                  </a:lnTo>
                  <a:lnTo>
                    <a:pt x="4079536" y="296612"/>
                  </a:lnTo>
                  <a:lnTo>
                    <a:pt x="4046369" y="295584"/>
                  </a:lnTo>
                  <a:lnTo>
                    <a:pt x="4013202" y="294651"/>
                  </a:lnTo>
                  <a:lnTo>
                    <a:pt x="3980035" y="293837"/>
                  </a:lnTo>
                  <a:lnTo>
                    <a:pt x="3946868" y="293155"/>
                  </a:lnTo>
                  <a:lnTo>
                    <a:pt x="3913701" y="292611"/>
                  </a:lnTo>
                  <a:lnTo>
                    <a:pt x="3880534" y="292198"/>
                  </a:lnTo>
                  <a:lnTo>
                    <a:pt x="3847367" y="291898"/>
                  </a:lnTo>
                  <a:lnTo>
                    <a:pt x="3814200" y="291685"/>
                  </a:lnTo>
                  <a:lnTo>
                    <a:pt x="3781033" y="291526"/>
                  </a:lnTo>
                  <a:lnTo>
                    <a:pt x="3747866" y="291380"/>
                  </a:lnTo>
                  <a:lnTo>
                    <a:pt x="3714699" y="291211"/>
                  </a:lnTo>
                  <a:lnTo>
                    <a:pt x="3681532" y="291028"/>
                  </a:lnTo>
                  <a:lnTo>
                    <a:pt x="3648365" y="290886"/>
                  </a:lnTo>
                  <a:lnTo>
                    <a:pt x="3615198" y="290844"/>
                  </a:lnTo>
                  <a:lnTo>
                    <a:pt x="3582031" y="290948"/>
                  </a:lnTo>
                  <a:lnTo>
                    <a:pt x="3548864" y="291231"/>
                  </a:lnTo>
                  <a:lnTo>
                    <a:pt x="3515697" y="291699"/>
                  </a:lnTo>
                  <a:lnTo>
                    <a:pt x="3482530" y="292335"/>
                  </a:lnTo>
                  <a:lnTo>
                    <a:pt x="3449363" y="293094"/>
                  </a:lnTo>
                  <a:lnTo>
                    <a:pt x="3416196" y="293912"/>
                  </a:lnTo>
                  <a:lnTo>
                    <a:pt x="3383029" y="294708"/>
                  </a:lnTo>
                  <a:lnTo>
                    <a:pt x="3349862" y="295396"/>
                  </a:lnTo>
                  <a:lnTo>
                    <a:pt x="3316695" y="296044"/>
                  </a:lnTo>
                  <a:lnTo>
                    <a:pt x="3283529" y="296768"/>
                  </a:lnTo>
                  <a:lnTo>
                    <a:pt x="3250362" y="297606"/>
                  </a:lnTo>
                  <a:lnTo>
                    <a:pt x="3217195" y="298593"/>
                  </a:lnTo>
                  <a:lnTo>
                    <a:pt x="3184028" y="299755"/>
                  </a:lnTo>
                  <a:lnTo>
                    <a:pt x="3150861" y="301100"/>
                  </a:lnTo>
                  <a:lnTo>
                    <a:pt x="3117694" y="302619"/>
                  </a:lnTo>
                  <a:lnTo>
                    <a:pt x="3084527" y="304284"/>
                  </a:lnTo>
                  <a:lnTo>
                    <a:pt x="3051360" y="306045"/>
                  </a:lnTo>
                  <a:lnTo>
                    <a:pt x="3018193" y="307837"/>
                  </a:lnTo>
                  <a:lnTo>
                    <a:pt x="2985026" y="309586"/>
                  </a:lnTo>
                  <a:lnTo>
                    <a:pt x="2951859" y="311208"/>
                  </a:lnTo>
                  <a:lnTo>
                    <a:pt x="2918692" y="312695"/>
                  </a:lnTo>
                  <a:lnTo>
                    <a:pt x="2885525" y="314359"/>
                  </a:lnTo>
                  <a:lnTo>
                    <a:pt x="2852358" y="316242"/>
                  </a:lnTo>
                  <a:lnTo>
                    <a:pt x="2819191" y="318333"/>
                  </a:lnTo>
                  <a:lnTo>
                    <a:pt x="2786024" y="320613"/>
                  </a:lnTo>
                  <a:lnTo>
                    <a:pt x="2752857" y="323054"/>
                  </a:lnTo>
                  <a:lnTo>
                    <a:pt x="2719690" y="325616"/>
                  </a:lnTo>
                  <a:lnTo>
                    <a:pt x="2686523" y="328243"/>
                  </a:lnTo>
                  <a:lnTo>
                    <a:pt x="2653356" y="330869"/>
                  </a:lnTo>
                  <a:lnTo>
                    <a:pt x="2620189" y="333414"/>
                  </a:lnTo>
                  <a:lnTo>
                    <a:pt x="2587022" y="335792"/>
                  </a:lnTo>
                  <a:lnTo>
                    <a:pt x="2553855" y="337909"/>
                  </a:lnTo>
                  <a:lnTo>
                    <a:pt x="2520688" y="339673"/>
                  </a:lnTo>
                  <a:lnTo>
                    <a:pt x="2487521" y="341206"/>
                  </a:lnTo>
                  <a:lnTo>
                    <a:pt x="2454355" y="342753"/>
                  </a:lnTo>
                  <a:lnTo>
                    <a:pt x="2421188" y="344318"/>
                  </a:lnTo>
                  <a:lnTo>
                    <a:pt x="2388021" y="345901"/>
                  </a:lnTo>
                  <a:lnTo>
                    <a:pt x="2354854" y="347505"/>
                  </a:lnTo>
                  <a:lnTo>
                    <a:pt x="2321687" y="349129"/>
                  </a:lnTo>
                  <a:lnTo>
                    <a:pt x="2288520" y="350772"/>
                  </a:lnTo>
                  <a:lnTo>
                    <a:pt x="2255353" y="352435"/>
                  </a:lnTo>
                  <a:lnTo>
                    <a:pt x="2222186" y="354114"/>
                  </a:lnTo>
                  <a:lnTo>
                    <a:pt x="2189019" y="355807"/>
                  </a:lnTo>
                  <a:lnTo>
                    <a:pt x="2155852" y="357510"/>
                  </a:lnTo>
                  <a:lnTo>
                    <a:pt x="2122685" y="359220"/>
                  </a:lnTo>
                  <a:lnTo>
                    <a:pt x="2089518" y="360933"/>
                  </a:lnTo>
                  <a:lnTo>
                    <a:pt x="2056351" y="362644"/>
                  </a:lnTo>
                  <a:lnTo>
                    <a:pt x="2023184" y="364349"/>
                  </a:lnTo>
                  <a:lnTo>
                    <a:pt x="1990017" y="366045"/>
                  </a:lnTo>
                  <a:lnTo>
                    <a:pt x="1956850" y="367728"/>
                  </a:lnTo>
                  <a:lnTo>
                    <a:pt x="1923683" y="369396"/>
                  </a:lnTo>
                  <a:lnTo>
                    <a:pt x="1890516" y="371053"/>
                  </a:lnTo>
                  <a:lnTo>
                    <a:pt x="1857349" y="372753"/>
                  </a:lnTo>
                  <a:lnTo>
                    <a:pt x="1824182" y="374510"/>
                  </a:lnTo>
                  <a:lnTo>
                    <a:pt x="1791015" y="376332"/>
                  </a:lnTo>
                  <a:lnTo>
                    <a:pt x="1757848" y="378225"/>
                  </a:lnTo>
                  <a:lnTo>
                    <a:pt x="1724681" y="380196"/>
                  </a:lnTo>
                  <a:lnTo>
                    <a:pt x="1691514" y="382251"/>
                  </a:lnTo>
                  <a:lnTo>
                    <a:pt x="1658347" y="384398"/>
                  </a:lnTo>
                  <a:lnTo>
                    <a:pt x="1625181" y="386642"/>
                  </a:lnTo>
                  <a:lnTo>
                    <a:pt x="1592014" y="388991"/>
                  </a:lnTo>
                  <a:lnTo>
                    <a:pt x="1558847" y="391450"/>
                  </a:lnTo>
                  <a:lnTo>
                    <a:pt x="1525680" y="394025"/>
                  </a:lnTo>
                  <a:lnTo>
                    <a:pt x="1492513" y="396721"/>
                  </a:lnTo>
                  <a:lnTo>
                    <a:pt x="1459346" y="399544"/>
                  </a:lnTo>
                  <a:lnTo>
                    <a:pt x="1426179" y="402498"/>
                  </a:lnTo>
                  <a:lnTo>
                    <a:pt x="1393012" y="405586"/>
                  </a:lnTo>
                  <a:lnTo>
                    <a:pt x="1359845" y="408812"/>
                  </a:lnTo>
                  <a:lnTo>
                    <a:pt x="1326678" y="412179"/>
                  </a:lnTo>
                  <a:lnTo>
                    <a:pt x="1293511" y="415689"/>
                  </a:lnTo>
                  <a:lnTo>
                    <a:pt x="1260344" y="419344"/>
                  </a:lnTo>
                  <a:lnTo>
                    <a:pt x="1227177" y="423145"/>
                  </a:lnTo>
                  <a:lnTo>
                    <a:pt x="1194010" y="427093"/>
                  </a:lnTo>
                  <a:lnTo>
                    <a:pt x="1160843" y="431190"/>
                  </a:lnTo>
                  <a:lnTo>
                    <a:pt x="1127676" y="435434"/>
                  </a:lnTo>
                  <a:lnTo>
                    <a:pt x="1094509" y="439827"/>
                  </a:lnTo>
                  <a:lnTo>
                    <a:pt x="1061342" y="440102"/>
                  </a:lnTo>
                  <a:lnTo>
                    <a:pt x="1028175" y="440102"/>
                  </a:lnTo>
                  <a:lnTo>
                    <a:pt x="995008" y="440102"/>
                  </a:lnTo>
                  <a:lnTo>
                    <a:pt x="961841" y="440102"/>
                  </a:lnTo>
                  <a:lnTo>
                    <a:pt x="928674" y="440102"/>
                  </a:lnTo>
                  <a:lnTo>
                    <a:pt x="895507" y="440102"/>
                  </a:lnTo>
                  <a:lnTo>
                    <a:pt x="862340" y="440102"/>
                  </a:lnTo>
                  <a:lnTo>
                    <a:pt x="829173" y="440102"/>
                  </a:lnTo>
                  <a:lnTo>
                    <a:pt x="796007" y="440102"/>
                  </a:lnTo>
                  <a:lnTo>
                    <a:pt x="762840" y="440102"/>
                  </a:lnTo>
                  <a:lnTo>
                    <a:pt x="729673" y="440102"/>
                  </a:lnTo>
                  <a:lnTo>
                    <a:pt x="696506" y="440102"/>
                  </a:lnTo>
                  <a:lnTo>
                    <a:pt x="663339" y="440102"/>
                  </a:lnTo>
                  <a:lnTo>
                    <a:pt x="630172" y="440102"/>
                  </a:lnTo>
                  <a:lnTo>
                    <a:pt x="597005" y="440102"/>
                  </a:lnTo>
                  <a:lnTo>
                    <a:pt x="563838" y="440102"/>
                  </a:lnTo>
                  <a:lnTo>
                    <a:pt x="530671" y="440102"/>
                  </a:lnTo>
                  <a:lnTo>
                    <a:pt x="497504" y="440102"/>
                  </a:lnTo>
                  <a:lnTo>
                    <a:pt x="464337" y="440102"/>
                  </a:lnTo>
                  <a:lnTo>
                    <a:pt x="431170" y="440102"/>
                  </a:lnTo>
                  <a:lnTo>
                    <a:pt x="398003" y="440102"/>
                  </a:lnTo>
                  <a:lnTo>
                    <a:pt x="364836" y="440102"/>
                  </a:lnTo>
                  <a:lnTo>
                    <a:pt x="331669" y="440102"/>
                  </a:lnTo>
                  <a:lnTo>
                    <a:pt x="298502" y="440102"/>
                  </a:lnTo>
                  <a:lnTo>
                    <a:pt x="265335" y="440102"/>
                  </a:lnTo>
                  <a:lnTo>
                    <a:pt x="232168" y="440102"/>
                  </a:lnTo>
                  <a:lnTo>
                    <a:pt x="199001" y="440102"/>
                  </a:lnTo>
                  <a:lnTo>
                    <a:pt x="165834" y="440102"/>
                  </a:lnTo>
                  <a:lnTo>
                    <a:pt x="132667" y="440102"/>
                  </a:lnTo>
                  <a:lnTo>
                    <a:pt x="99500" y="440102"/>
                  </a:lnTo>
                  <a:lnTo>
                    <a:pt x="66333" y="440102"/>
                  </a:lnTo>
                  <a:lnTo>
                    <a:pt x="33166" y="440102"/>
                  </a:lnTo>
                  <a:lnTo>
                    <a:pt x="0" y="440102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4779200"/>
              <a:ext cx="6600224" cy="223209"/>
            </a:xfrm>
            <a:custGeom>
              <a:avLst/>
              <a:pathLst>
                <a:path w="6600224" h="223209">
                  <a:moveTo>
                    <a:pt x="0" y="0"/>
                  </a:moveTo>
                  <a:lnTo>
                    <a:pt x="33166" y="8336"/>
                  </a:lnTo>
                  <a:lnTo>
                    <a:pt x="66333" y="16528"/>
                  </a:lnTo>
                  <a:lnTo>
                    <a:pt x="99500" y="24574"/>
                  </a:lnTo>
                  <a:lnTo>
                    <a:pt x="132667" y="32474"/>
                  </a:lnTo>
                  <a:lnTo>
                    <a:pt x="165834" y="40228"/>
                  </a:lnTo>
                  <a:lnTo>
                    <a:pt x="199001" y="47834"/>
                  </a:lnTo>
                  <a:lnTo>
                    <a:pt x="232168" y="55291"/>
                  </a:lnTo>
                  <a:lnTo>
                    <a:pt x="265335" y="62599"/>
                  </a:lnTo>
                  <a:lnTo>
                    <a:pt x="298502" y="69757"/>
                  </a:lnTo>
                  <a:lnTo>
                    <a:pt x="331669" y="76764"/>
                  </a:lnTo>
                  <a:lnTo>
                    <a:pt x="364836" y="83620"/>
                  </a:lnTo>
                  <a:lnTo>
                    <a:pt x="398003" y="90322"/>
                  </a:lnTo>
                  <a:lnTo>
                    <a:pt x="431170" y="96870"/>
                  </a:lnTo>
                  <a:lnTo>
                    <a:pt x="464337" y="103264"/>
                  </a:lnTo>
                  <a:lnTo>
                    <a:pt x="497504" y="109501"/>
                  </a:lnTo>
                  <a:lnTo>
                    <a:pt x="530671" y="115582"/>
                  </a:lnTo>
                  <a:lnTo>
                    <a:pt x="563838" y="121504"/>
                  </a:lnTo>
                  <a:lnTo>
                    <a:pt x="597005" y="127267"/>
                  </a:lnTo>
                  <a:lnTo>
                    <a:pt x="630172" y="132869"/>
                  </a:lnTo>
                  <a:lnTo>
                    <a:pt x="663339" y="138310"/>
                  </a:lnTo>
                  <a:lnTo>
                    <a:pt x="696506" y="143587"/>
                  </a:lnTo>
                  <a:lnTo>
                    <a:pt x="729673" y="148701"/>
                  </a:lnTo>
                  <a:lnTo>
                    <a:pt x="762840" y="153649"/>
                  </a:lnTo>
                  <a:lnTo>
                    <a:pt x="796007" y="158430"/>
                  </a:lnTo>
                  <a:lnTo>
                    <a:pt x="829173" y="163044"/>
                  </a:lnTo>
                  <a:lnTo>
                    <a:pt x="862340" y="167488"/>
                  </a:lnTo>
                  <a:lnTo>
                    <a:pt x="895507" y="171761"/>
                  </a:lnTo>
                  <a:lnTo>
                    <a:pt x="928674" y="175863"/>
                  </a:lnTo>
                  <a:lnTo>
                    <a:pt x="961841" y="179792"/>
                  </a:lnTo>
                  <a:lnTo>
                    <a:pt x="995008" y="183547"/>
                  </a:lnTo>
                  <a:lnTo>
                    <a:pt x="1028175" y="187128"/>
                  </a:lnTo>
                  <a:lnTo>
                    <a:pt x="1061342" y="190532"/>
                  </a:lnTo>
                  <a:lnTo>
                    <a:pt x="1094509" y="193761"/>
                  </a:lnTo>
                  <a:lnTo>
                    <a:pt x="1127676" y="196813"/>
                  </a:lnTo>
                  <a:lnTo>
                    <a:pt x="1160843" y="199688"/>
                  </a:lnTo>
                  <a:lnTo>
                    <a:pt x="1194010" y="202386"/>
                  </a:lnTo>
                  <a:lnTo>
                    <a:pt x="1227177" y="204908"/>
                  </a:lnTo>
                  <a:lnTo>
                    <a:pt x="1260344" y="207254"/>
                  </a:lnTo>
                  <a:lnTo>
                    <a:pt x="1293511" y="209425"/>
                  </a:lnTo>
                  <a:lnTo>
                    <a:pt x="1326678" y="211423"/>
                  </a:lnTo>
                  <a:lnTo>
                    <a:pt x="1359845" y="213250"/>
                  </a:lnTo>
                  <a:lnTo>
                    <a:pt x="1393012" y="214908"/>
                  </a:lnTo>
                  <a:lnTo>
                    <a:pt x="1426179" y="216401"/>
                  </a:lnTo>
                  <a:lnTo>
                    <a:pt x="1459346" y="217731"/>
                  </a:lnTo>
                  <a:lnTo>
                    <a:pt x="1492513" y="218902"/>
                  </a:lnTo>
                  <a:lnTo>
                    <a:pt x="1525680" y="219920"/>
                  </a:lnTo>
                  <a:lnTo>
                    <a:pt x="1558847" y="220789"/>
                  </a:lnTo>
                  <a:lnTo>
                    <a:pt x="1592014" y="221515"/>
                  </a:lnTo>
                  <a:lnTo>
                    <a:pt x="1625181" y="222103"/>
                  </a:lnTo>
                  <a:lnTo>
                    <a:pt x="1658347" y="222560"/>
                  </a:lnTo>
                  <a:lnTo>
                    <a:pt x="1691514" y="222892"/>
                  </a:lnTo>
                  <a:lnTo>
                    <a:pt x="1724681" y="223106"/>
                  </a:lnTo>
                  <a:lnTo>
                    <a:pt x="1757848" y="223209"/>
                  </a:lnTo>
                  <a:lnTo>
                    <a:pt x="1791015" y="223208"/>
                  </a:lnTo>
                  <a:lnTo>
                    <a:pt x="1824182" y="223109"/>
                  </a:lnTo>
                  <a:lnTo>
                    <a:pt x="1857349" y="222920"/>
                  </a:lnTo>
                  <a:lnTo>
                    <a:pt x="1890516" y="222646"/>
                  </a:lnTo>
                  <a:lnTo>
                    <a:pt x="1923683" y="222291"/>
                  </a:lnTo>
                  <a:lnTo>
                    <a:pt x="1956850" y="221849"/>
                  </a:lnTo>
                  <a:lnTo>
                    <a:pt x="1990017" y="221324"/>
                  </a:lnTo>
                  <a:lnTo>
                    <a:pt x="2023184" y="220720"/>
                  </a:lnTo>
                  <a:lnTo>
                    <a:pt x="2056351" y="220041"/>
                  </a:lnTo>
                  <a:lnTo>
                    <a:pt x="2089518" y="219290"/>
                  </a:lnTo>
                  <a:lnTo>
                    <a:pt x="2122685" y="218471"/>
                  </a:lnTo>
                  <a:lnTo>
                    <a:pt x="2155852" y="217586"/>
                  </a:lnTo>
                  <a:lnTo>
                    <a:pt x="2189019" y="216639"/>
                  </a:lnTo>
                  <a:lnTo>
                    <a:pt x="2222186" y="215632"/>
                  </a:lnTo>
                  <a:lnTo>
                    <a:pt x="2255353" y="214569"/>
                  </a:lnTo>
                  <a:lnTo>
                    <a:pt x="2288520" y="213454"/>
                  </a:lnTo>
                  <a:lnTo>
                    <a:pt x="2321687" y="212294"/>
                  </a:lnTo>
                  <a:lnTo>
                    <a:pt x="2354854" y="211093"/>
                  </a:lnTo>
                  <a:lnTo>
                    <a:pt x="2388021" y="209858"/>
                  </a:lnTo>
                  <a:lnTo>
                    <a:pt x="2421188" y="208597"/>
                  </a:lnTo>
                  <a:lnTo>
                    <a:pt x="2454355" y="207317"/>
                  </a:lnTo>
                  <a:lnTo>
                    <a:pt x="2487521" y="206028"/>
                  </a:lnTo>
                  <a:lnTo>
                    <a:pt x="2520688" y="204738"/>
                  </a:lnTo>
                  <a:lnTo>
                    <a:pt x="2553855" y="203327"/>
                  </a:lnTo>
                  <a:lnTo>
                    <a:pt x="2587022" y="201711"/>
                  </a:lnTo>
                  <a:lnTo>
                    <a:pt x="2620189" y="199903"/>
                  </a:lnTo>
                  <a:lnTo>
                    <a:pt x="2653356" y="197916"/>
                  </a:lnTo>
                  <a:lnTo>
                    <a:pt x="2686523" y="195771"/>
                  </a:lnTo>
                  <a:lnTo>
                    <a:pt x="2719690" y="193496"/>
                  </a:lnTo>
                  <a:lnTo>
                    <a:pt x="2752857" y="191128"/>
                  </a:lnTo>
                  <a:lnTo>
                    <a:pt x="2786024" y="188722"/>
                  </a:lnTo>
                  <a:lnTo>
                    <a:pt x="2819191" y="186343"/>
                  </a:lnTo>
                  <a:lnTo>
                    <a:pt x="2852358" y="184068"/>
                  </a:lnTo>
                  <a:lnTo>
                    <a:pt x="2885525" y="181987"/>
                  </a:lnTo>
                  <a:lnTo>
                    <a:pt x="2918692" y="180195"/>
                  </a:lnTo>
                  <a:lnTo>
                    <a:pt x="2951859" y="178752"/>
                  </a:lnTo>
                  <a:lnTo>
                    <a:pt x="2985026" y="177428"/>
                  </a:lnTo>
                  <a:lnTo>
                    <a:pt x="3018193" y="176142"/>
                  </a:lnTo>
                  <a:lnTo>
                    <a:pt x="3051360" y="174855"/>
                  </a:lnTo>
                  <a:lnTo>
                    <a:pt x="3084527" y="173536"/>
                  </a:lnTo>
                  <a:lnTo>
                    <a:pt x="3117694" y="172165"/>
                  </a:lnTo>
                  <a:lnTo>
                    <a:pt x="3150861" y="170737"/>
                  </a:lnTo>
                  <a:lnTo>
                    <a:pt x="3184028" y="169267"/>
                  </a:lnTo>
                  <a:lnTo>
                    <a:pt x="3217195" y="167791"/>
                  </a:lnTo>
                  <a:lnTo>
                    <a:pt x="3250362" y="166362"/>
                  </a:lnTo>
                  <a:lnTo>
                    <a:pt x="3283529" y="165049"/>
                  </a:lnTo>
                  <a:lnTo>
                    <a:pt x="3316695" y="163932"/>
                  </a:lnTo>
                  <a:lnTo>
                    <a:pt x="3349862" y="163094"/>
                  </a:lnTo>
                  <a:lnTo>
                    <a:pt x="3383029" y="162480"/>
                  </a:lnTo>
                  <a:lnTo>
                    <a:pt x="3416196" y="161911"/>
                  </a:lnTo>
                  <a:lnTo>
                    <a:pt x="3449363" y="161339"/>
                  </a:lnTo>
                  <a:lnTo>
                    <a:pt x="3482530" y="160723"/>
                  </a:lnTo>
                  <a:lnTo>
                    <a:pt x="3515697" y="160037"/>
                  </a:lnTo>
                  <a:lnTo>
                    <a:pt x="3548864" y="159279"/>
                  </a:lnTo>
                  <a:lnTo>
                    <a:pt x="3582031" y="158469"/>
                  </a:lnTo>
                  <a:lnTo>
                    <a:pt x="3615198" y="157655"/>
                  </a:lnTo>
                  <a:lnTo>
                    <a:pt x="3648365" y="156909"/>
                  </a:lnTo>
                  <a:lnTo>
                    <a:pt x="3681532" y="156317"/>
                  </a:lnTo>
                  <a:lnTo>
                    <a:pt x="3714699" y="155978"/>
                  </a:lnTo>
                  <a:lnTo>
                    <a:pt x="3747866" y="155961"/>
                  </a:lnTo>
                  <a:lnTo>
                    <a:pt x="3781033" y="156101"/>
                  </a:lnTo>
                  <a:lnTo>
                    <a:pt x="3814200" y="156322"/>
                  </a:lnTo>
                  <a:lnTo>
                    <a:pt x="3847367" y="156588"/>
                  </a:lnTo>
                  <a:lnTo>
                    <a:pt x="3880534" y="156866"/>
                  </a:lnTo>
                  <a:lnTo>
                    <a:pt x="3913701" y="157135"/>
                  </a:lnTo>
                  <a:lnTo>
                    <a:pt x="3946868" y="157378"/>
                  </a:lnTo>
                  <a:lnTo>
                    <a:pt x="3980035" y="157592"/>
                  </a:lnTo>
                  <a:lnTo>
                    <a:pt x="4013202" y="157784"/>
                  </a:lnTo>
                  <a:lnTo>
                    <a:pt x="4046369" y="157972"/>
                  </a:lnTo>
                  <a:lnTo>
                    <a:pt x="4079536" y="158181"/>
                  </a:lnTo>
                  <a:lnTo>
                    <a:pt x="4112703" y="158446"/>
                  </a:lnTo>
                  <a:lnTo>
                    <a:pt x="4145869" y="158804"/>
                  </a:lnTo>
                  <a:lnTo>
                    <a:pt x="4179036" y="159296"/>
                  </a:lnTo>
                  <a:lnTo>
                    <a:pt x="4212203" y="159959"/>
                  </a:lnTo>
                  <a:lnTo>
                    <a:pt x="4245370" y="160755"/>
                  </a:lnTo>
                  <a:lnTo>
                    <a:pt x="4278537" y="161613"/>
                  </a:lnTo>
                  <a:lnTo>
                    <a:pt x="4311704" y="162520"/>
                  </a:lnTo>
                  <a:lnTo>
                    <a:pt x="4344871" y="163465"/>
                  </a:lnTo>
                  <a:lnTo>
                    <a:pt x="4378038" y="164437"/>
                  </a:lnTo>
                  <a:lnTo>
                    <a:pt x="4411205" y="165427"/>
                  </a:lnTo>
                  <a:lnTo>
                    <a:pt x="4444372" y="166428"/>
                  </a:lnTo>
                  <a:lnTo>
                    <a:pt x="4477539" y="167433"/>
                  </a:lnTo>
                  <a:lnTo>
                    <a:pt x="4510706" y="168439"/>
                  </a:lnTo>
                  <a:lnTo>
                    <a:pt x="4543873" y="169442"/>
                  </a:lnTo>
                  <a:lnTo>
                    <a:pt x="4577040" y="170441"/>
                  </a:lnTo>
                  <a:lnTo>
                    <a:pt x="4610207" y="171437"/>
                  </a:lnTo>
                  <a:lnTo>
                    <a:pt x="4643374" y="172433"/>
                  </a:lnTo>
                  <a:lnTo>
                    <a:pt x="4676541" y="173430"/>
                  </a:lnTo>
                  <a:lnTo>
                    <a:pt x="4709708" y="174435"/>
                  </a:lnTo>
                  <a:lnTo>
                    <a:pt x="4742875" y="175451"/>
                  </a:lnTo>
                  <a:lnTo>
                    <a:pt x="4776042" y="176485"/>
                  </a:lnTo>
                  <a:lnTo>
                    <a:pt x="4809209" y="177541"/>
                  </a:lnTo>
                  <a:lnTo>
                    <a:pt x="4842376" y="178627"/>
                  </a:lnTo>
                  <a:lnTo>
                    <a:pt x="4875543" y="179746"/>
                  </a:lnTo>
                  <a:lnTo>
                    <a:pt x="4908710" y="180904"/>
                  </a:lnTo>
                  <a:lnTo>
                    <a:pt x="4941876" y="182079"/>
                  </a:lnTo>
                  <a:lnTo>
                    <a:pt x="4975043" y="183255"/>
                  </a:lnTo>
                  <a:lnTo>
                    <a:pt x="5008210" y="184433"/>
                  </a:lnTo>
                  <a:lnTo>
                    <a:pt x="5041377" y="185611"/>
                  </a:lnTo>
                  <a:lnTo>
                    <a:pt x="5074544" y="186788"/>
                  </a:lnTo>
                  <a:lnTo>
                    <a:pt x="5107711" y="187963"/>
                  </a:lnTo>
                  <a:lnTo>
                    <a:pt x="5140878" y="189133"/>
                  </a:lnTo>
                  <a:lnTo>
                    <a:pt x="5174045" y="190296"/>
                  </a:lnTo>
                  <a:lnTo>
                    <a:pt x="5207212" y="191450"/>
                  </a:lnTo>
                  <a:lnTo>
                    <a:pt x="5240379" y="192590"/>
                  </a:lnTo>
                  <a:lnTo>
                    <a:pt x="5273546" y="193715"/>
                  </a:lnTo>
                  <a:lnTo>
                    <a:pt x="5306713" y="194819"/>
                  </a:lnTo>
                  <a:lnTo>
                    <a:pt x="5339880" y="195900"/>
                  </a:lnTo>
                  <a:lnTo>
                    <a:pt x="5373047" y="196953"/>
                  </a:lnTo>
                  <a:lnTo>
                    <a:pt x="5406214" y="197974"/>
                  </a:lnTo>
                  <a:lnTo>
                    <a:pt x="5439381" y="198959"/>
                  </a:lnTo>
                  <a:lnTo>
                    <a:pt x="5472548" y="199904"/>
                  </a:lnTo>
                  <a:lnTo>
                    <a:pt x="5505715" y="200803"/>
                  </a:lnTo>
                  <a:lnTo>
                    <a:pt x="5538882" y="201654"/>
                  </a:lnTo>
                  <a:lnTo>
                    <a:pt x="5572049" y="202452"/>
                  </a:lnTo>
                  <a:lnTo>
                    <a:pt x="5605216" y="203192"/>
                  </a:lnTo>
                  <a:lnTo>
                    <a:pt x="5638383" y="203870"/>
                  </a:lnTo>
                  <a:lnTo>
                    <a:pt x="5671550" y="204483"/>
                  </a:lnTo>
                  <a:lnTo>
                    <a:pt x="5704717" y="205027"/>
                  </a:lnTo>
                  <a:lnTo>
                    <a:pt x="5737884" y="205498"/>
                  </a:lnTo>
                  <a:lnTo>
                    <a:pt x="5771050" y="205894"/>
                  </a:lnTo>
                  <a:lnTo>
                    <a:pt x="5804217" y="206210"/>
                  </a:lnTo>
                  <a:lnTo>
                    <a:pt x="5837384" y="206444"/>
                  </a:lnTo>
                  <a:lnTo>
                    <a:pt x="5870551" y="206594"/>
                  </a:lnTo>
                  <a:lnTo>
                    <a:pt x="5903718" y="206657"/>
                  </a:lnTo>
                  <a:lnTo>
                    <a:pt x="5936885" y="206631"/>
                  </a:lnTo>
                  <a:lnTo>
                    <a:pt x="5970052" y="206514"/>
                  </a:lnTo>
                  <a:lnTo>
                    <a:pt x="6003219" y="206306"/>
                  </a:lnTo>
                  <a:lnTo>
                    <a:pt x="6036386" y="206003"/>
                  </a:lnTo>
                  <a:lnTo>
                    <a:pt x="6069553" y="205606"/>
                  </a:lnTo>
                  <a:lnTo>
                    <a:pt x="6102720" y="205114"/>
                  </a:lnTo>
                  <a:lnTo>
                    <a:pt x="6135887" y="204525"/>
                  </a:lnTo>
                  <a:lnTo>
                    <a:pt x="6169054" y="203840"/>
                  </a:lnTo>
                  <a:lnTo>
                    <a:pt x="6202221" y="203057"/>
                  </a:lnTo>
                  <a:lnTo>
                    <a:pt x="6235388" y="202177"/>
                  </a:lnTo>
                  <a:lnTo>
                    <a:pt x="6268555" y="201200"/>
                  </a:lnTo>
                  <a:lnTo>
                    <a:pt x="6301722" y="200126"/>
                  </a:lnTo>
                  <a:lnTo>
                    <a:pt x="6334889" y="198954"/>
                  </a:lnTo>
                  <a:lnTo>
                    <a:pt x="6368056" y="197686"/>
                  </a:lnTo>
                  <a:lnTo>
                    <a:pt x="6401223" y="196322"/>
                  </a:lnTo>
                  <a:lnTo>
                    <a:pt x="6434390" y="194861"/>
                  </a:lnTo>
                  <a:lnTo>
                    <a:pt x="6467557" y="193306"/>
                  </a:lnTo>
                  <a:lnTo>
                    <a:pt x="6500724" y="191655"/>
                  </a:lnTo>
                  <a:lnTo>
                    <a:pt x="6533891" y="189910"/>
                  </a:lnTo>
                  <a:lnTo>
                    <a:pt x="6567058" y="188072"/>
                  </a:lnTo>
                  <a:lnTo>
                    <a:pt x="6600224" y="1861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5070045"/>
              <a:ext cx="6600224" cy="149258"/>
            </a:xfrm>
            <a:custGeom>
              <a:avLst/>
              <a:pathLst>
                <a:path w="6600224" h="149258">
                  <a:moveTo>
                    <a:pt x="6600224" y="149258"/>
                  </a:moveTo>
                  <a:lnTo>
                    <a:pt x="6567058" y="149258"/>
                  </a:lnTo>
                  <a:lnTo>
                    <a:pt x="6533891" y="149258"/>
                  </a:lnTo>
                  <a:lnTo>
                    <a:pt x="6500724" y="149258"/>
                  </a:lnTo>
                  <a:lnTo>
                    <a:pt x="6467557" y="149258"/>
                  </a:lnTo>
                  <a:lnTo>
                    <a:pt x="6434390" y="149258"/>
                  </a:lnTo>
                  <a:lnTo>
                    <a:pt x="6401223" y="149258"/>
                  </a:lnTo>
                  <a:lnTo>
                    <a:pt x="6368056" y="149258"/>
                  </a:lnTo>
                  <a:lnTo>
                    <a:pt x="6334889" y="149258"/>
                  </a:lnTo>
                  <a:lnTo>
                    <a:pt x="6301722" y="149258"/>
                  </a:lnTo>
                  <a:lnTo>
                    <a:pt x="6268555" y="149258"/>
                  </a:lnTo>
                  <a:lnTo>
                    <a:pt x="6235388" y="149258"/>
                  </a:lnTo>
                  <a:lnTo>
                    <a:pt x="6202221" y="149258"/>
                  </a:lnTo>
                  <a:lnTo>
                    <a:pt x="6169054" y="149258"/>
                  </a:lnTo>
                  <a:lnTo>
                    <a:pt x="6135887" y="149258"/>
                  </a:lnTo>
                  <a:lnTo>
                    <a:pt x="6102720" y="149258"/>
                  </a:lnTo>
                  <a:lnTo>
                    <a:pt x="6069553" y="149258"/>
                  </a:lnTo>
                  <a:lnTo>
                    <a:pt x="6036386" y="149258"/>
                  </a:lnTo>
                  <a:lnTo>
                    <a:pt x="6003219" y="149258"/>
                  </a:lnTo>
                  <a:lnTo>
                    <a:pt x="5970052" y="149258"/>
                  </a:lnTo>
                  <a:lnTo>
                    <a:pt x="5936885" y="149258"/>
                  </a:lnTo>
                  <a:lnTo>
                    <a:pt x="5903718" y="147688"/>
                  </a:lnTo>
                  <a:lnTo>
                    <a:pt x="5870551" y="142684"/>
                  </a:lnTo>
                  <a:lnTo>
                    <a:pt x="5837384" y="137825"/>
                  </a:lnTo>
                  <a:lnTo>
                    <a:pt x="5804217" y="133106"/>
                  </a:lnTo>
                  <a:lnTo>
                    <a:pt x="5771050" y="128526"/>
                  </a:lnTo>
                  <a:lnTo>
                    <a:pt x="5737884" y="124083"/>
                  </a:lnTo>
                  <a:lnTo>
                    <a:pt x="5704717" y="119772"/>
                  </a:lnTo>
                  <a:lnTo>
                    <a:pt x="5671550" y="115591"/>
                  </a:lnTo>
                  <a:lnTo>
                    <a:pt x="5638383" y="111535"/>
                  </a:lnTo>
                  <a:lnTo>
                    <a:pt x="5605216" y="107602"/>
                  </a:lnTo>
                  <a:lnTo>
                    <a:pt x="5572049" y="103788"/>
                  </a:lnTo>
                  <a:lnTo>
                    <a:pt x="5538882" y="100087"/>
                  </a:lnTo>
                  <a:lnTo>
                    <a:pt x="5505715" y="96496"/>
                  </a:lnTo>
                  <a:lnTo>
                    <a:pt x="5472548" y="93011"/>
                  </a:lnTo>
                  <a:lnTo>
                    <a:pt x="5439381" y="89628"/>
                  </a:lnTo>
                  <a:lnTo>
                    <a:pt x="5406214" y="86341"/>
                  </a:lnTo>
                  <a:lnTo>
                    <a:pt x="5373047" y="83147"/>
                  </a:lnTo>
                  <a:lnTo>
                    <a:pt x="5339880" y="80042"/>
                  </a:lnTo>
                  <a:lnTo>
                    <a:pt x="5306713" y="77020"/>
                  </a:lnTo>
                  <a:lnTo>
                    <a:pt x="5273546" y="74079"/>
                  </a:lnTo>
                  <a:lnTo>
                    <a:pt x="5240379" y="71214"/>
                  </a:lnTo>
                  <a:lnTo>
                    <a:pt x="5207212" y="68421"/>
                  </a:lnTo>
                  <a:lnTo>
                    <a:pt x="5174045" y="65698"/>
                  </a:lnTo>
                  <a:lnTo>
                    <a:pt x="5140878" y="63041"/>
                  </a:lnTo>
                  <a:lnTo>
                    <a:pt x="5107711" y="60447"/>
                  </a:lnTo>
                  <a:lnTo>
                    <a:pt x="5074544" y="57913"/>
                  </a:lnTo>
                  <a:lnTo>
                    <a:pt x="5041377" y="55439"/>
                  </a:lnTo>
                  <a:lnTo>
                    <a:pt x="5008210" y="53021"/>
                  </a:lnTo>
                  <a:lnTo>
                    <a:pt x="4975043" y="50659"/>
                  </a:lnTo>
                  <a:lnTo>
                    <a:pt x="4941876" y="48352"/>
                  </a:lnTo>
                  <a:lnTo>
                    <a:pt x="4908710" y="46100"/>
                  </a:lnTo>
                  <a:lnTo>
                    <a:pt x="4875543" y="43882"/>
                  </a:lnTo>
                  <a:lnTo>
                    <a:pt x="4842376" y="41672"/>
                  </a:lnTo>
                  <a:lnTo>
                    <a:pt x="4809209" y="39480"/>
                  </a:lnTo>
                  <a:lnTo>
                    <a:pt x="4776042" y="37312"/>
                  </a:lnTo>
                  <a:lnTo>
                    <a:pt x="4742875" y="35177"/>
                  </a:lnTo>
                  <a:lnTo>
                    <a:pt x="4709708" y="33085"/>
                  </a:lnTo>
                  <a:lnTo>
                    <a:pt x="4676541" y="31043"/>
                  </a:lnTo>
                  <a:lnTo>
                    <a:pt x="4643374" y="29060"/>
                  </a:lnTo>
                  <a:lnTo>
                    <a:pt x="4610207" y="27144"/>
                  </a:lnTo>
                  <a:lnTo>
                    <a:pt x="4577040" y="25300"/>
                  </a:lnTo>
                  <a:lnTo>
                    <a:pt x="4543873" y="23534"/>
                  </a:lnTo>
                  <a:lnTo>
                    <a:pt x="4510706" y="21850"/>
                  </a:lnTo>
                  <a:lnTo>
                    <a:pt x="4477539" y="20249"/>
                  </a:lnTo>
                  <a:lnTo>
                    <a:pt x="4444372" y="18732"/>
                  </a:lnTo>
                  <a:lnTo>
                    <a:pt x="4411205" y="17298"/>
                  </a:lnTo>
                  <a:lnTo>
                    <a:pt x="4378038" y="15944"/>
                  </a:lnTo>
                  <a:lnTo>
                    <a:pt x="4344871" y="14664"/>
                  </a:lnTo>
                  <a:lnTo>
                    <a:pt x="4311704" y="13453"/>
                  </a:lnTo>
                  <a:lnTo>
                    <a:pt x="4278537" y="12304"/>
                  </a:lnTo>
                  <a:lnTo>
                    <a:pt x="4245370" y="11208"/>
                  </a:lnTo>
                  <a:lnTo>
                    <a:pt x="4212203" y="10156"/>
                  </a:lnTo>
                  <a:lnTo>
                    <a:pt x="4179036" y="9090"/>
                  </a:lnTo>
                  <a:lnTo>
                    <a:pt x="4145869" y="7979"/>
                  </a:lnTo>
                  <a:lnTo>
                    <a:pt x="4112703" y="6859"/>
                  </a:lnTo>
                  <a:lnTo>
                    <a:pt x="4079536" y="5767"/>
                  </a:lnTo>
                  <a:lnTo>
                    <a:pt x="4046369" y="4740"/>
                  </a:lnTo>
                  <a:lnTo>
                    <a:pt x="4013202" y="3807"/>
                  </a:lnTo>
                  <a:lnTo>
                    <a:pt x="3980035" y="2993"/>
                  </a:lnTo>
                  <a:lnTo>
                    <a:pt x="3946868" y="2311"/>
                  </a:lnTo>
                  <a:lnTo>
                    <a:pt x="3913701" y="1767"/>
                  </a:lnTo>
                  <a:lnTo>
                    <a:pt x="3880534" y="1354"/>
                  </a:lnTo>
                  <a:lnTo>
                    <a:pt x="3847367" y="1054"/>
                  </a:lnTo>
                  <a:lnTo>
                    <a:pt x="3814200" y="841"/>
                  </a:lnTo>
                  <a:lnTo>
                    <a:pt x="3781033" y="682"/>
                  </a:lnTo>
                  <a:lnTo>
                    <a:pt x="3747866" y="536"/>
                  </a:lnTo>
                  <a:lnTo>
                    <a:pt x="3714699" y="367"/>
                  </a:lnTo>
                  <a:lnTo>
                    <a:pt x="3681532" y="184"/>
                  </a:lnTo>
                  <a:lnTo>
                    <a:pt x="3648365" y="42"/>
                  </a:lnTo>
                  <a:lnTo>
                    <a:pt x="3615198" y="0"/>
                  </a:lnTo>
                  <a:lnTo>
                    <a:pt x="3582031" y="104"/>
                  </a:lnTo>
                  <a:lnTo>
                    <a:pt x="3548864" y="386"/>
                  </a:lnTo>
                  <a:lnTo>
                    <a:pt x="3515697" y="855"/>
                  </a:lnTo>
                  <a:lnTo>
                    <a:pt x="3482530" y="1490"/>
                  </a:lnTo>
                  <a:lnTo>
                    <a:pt x="3449363" y="2250"/>
                  </a:lnTo>
                  <a:lnTo>
                    <a:pt x="3416196" y="3068"/>
                  </a:lnTo>
                  <a:lnTo>
                    <a:pt x="3383029" y="3864"/>
                  </a:lnTo>
                  <a:lnTo>
                    <a:pt x="3349862" y="4552"/>
                  </a:lnTo>
                  <a:lnTo>
                    <a:pt x="3316695" y="5200"/>
                  </a:lnTo>
                  <a:lnTo>
                    <a:pt x="3283529" y="5923"/>
                  </a:lnTo>
                  <a:lnTo>
                    <a:pt x="3250362" y="6761"/>
                  </a:lnTo>
                  <a:lnTo>
                    <a:pt x="3217195" y="7749"/>
                  </a:lnTo>
                  <a:lnTo>
                    <a:pt x="3184028" y="8911"/>
                  </a:lnTo>
                  <a:lnTo>
                    <a:pt x="3150861" y="10256"/>
                  </a:lnTo>
                  <a:lnTo>
                    <a:pt x="3117694" y="11775"/>
                  </a:lnTo>
                  <a:lnTo>
                    <a:pt x="3084527" y="13439"/>
                  </a:lnTo>
                  <a:lnTo>
                    <a:pt x="3051360" y="15200"/>
                  </a:lnTo>
                  <a:lnTo>
                    <a:pt x="3018193" y="16993"/>
                  </a:lnTo>
                  <a:lnTo>
                    <a:pt x="2985026" y="18742"/>
                  </a:lnTo>
                  <a:lnTo>
                    <a:pt x="2951859" y="20364"/>
                  </a:lnTo>
                  <a:lnTo>
                    <a:pt x="2918692" y="21851"/>
                  </a:lnTo>
                  <a:lnTo>
                    <a:pt x="2885525" y="23515"/>
                  </a:lnTo>
                  <a:lnTo>
                    <a:pt x="2852358" y="25398"/>
                  </a:lnTo>
                  <a:lnTo>
                    <a:pt x="2819191" y="27489"/>
                  </a:lnTo>
                  <a:lnTo>
                    <a:pt x="2786024" y="29769"/>
                  </a:lnTo>
                  <a:lnTo>
                    <a:pt x="2752857" y="32210"/>
                  </a:lnTo>
                  <a:lnTo>
                    <a:pt x="2719690" y="34771"/>
                  </a:lnTo>
                  <a:lnTo>
                    <a:pt x="2686523" y="37399"/>
                  </a:lnTo>
                  <a:lnTo>
                    <a:pt x="2653356" y="40024"/>
                  </a:lnTo>
                  <a:lnTo>
                    <a:pt x="2620189" y="42570"/>
                  </a:lnTo>
                  <a:lnTo>
                    <a:pt x="2587022" y="44948"/>
                  </a:lnTo>
                  <a:lnTo>
                    <a:pt x="2553855" y="47065"/>
                  </a:lnTo>
                  <a:lnTo>
                    <a:pt x="2520688" y="48829"/>
                  </a:lnTo>
                  <a:lnTo>
                    <a:pt x="2487521" y="50362"/>
                  </a:lnTo>
                  <a:lnTo>
                    <a:pt x="2454355" y="51909"/>
                  </a:lnTo>
                  <a:lnTo>
                    <a:pt x="2421188" y="53474"/>
                  </a:lnTo>
                  <a:lnTo>
                    <a:pt x="2388021" y="55057"/>
                  </a:lnTo>
                  <a:lnTo>
                    <a:pt x="2354854" y="56661"/>
                  </a:lnTo>
                  <a:lnTo>
                    <a:pt x="2321687" y="58284"/>
                  </a:lnTo>
                  <a:lnTo>
                    <a:pt x="2288520" y="59928"/>
                  </a:lnTo>
                  <a:lnTo>
                    <a:pt x="2255353" y="61591"/>
                  </a:lnTo>
                  <a:lnTo>
                    <a:pt x="2222186" y="63270"/>
                  </a:lnTo>
                  <a:lnTo>
                    <a:pt x="2189019" y="64962"/>
                  </a:lnTo>
                  <a:lnTo>
                    <a:pt x="2155852" y="66666"/>
                  </a:lnTo>
                  <a:lnTo>
                    <a:pt x="2122685" y="68376"/>
                  </a:lnTo>
                  <a:lnTo>
                    <a:pt x="2089518" y="70088"/>
                  </a:lnTo>
                  <a:lnTo>
                    <a:pt x="2056351" y="71800"/>
                  </a:lnTo>
                  <a:lnTo>
                    <a:pt x="2023184" y="73505"/>
                  </a:lnTo>
                  <a:lnTo>
                    <a:pt x="1990017" y="75201"/>
                  </a:lnTo>
                  <a:lnTo>
                    <a:pt x="1956850" y="76884"/>
                  </a:lnTo>
                  <a:lnTo>
                    <a:pt x="1923683" y="78552"/>
                  </a:lnTo>
                  <a:lnTo>
                    <a:pt x="1890516" y="80209"/>
                  </a:lnTo>
                  <a:lnTo>
                    <a:pt x="1857349" y="81908"/>
                  </a:lnTo>
                  <a:lnTo>
                    <a:pt x="1824182" y="83666"/>
                  </a:lnTo>
                  <a:lnTo>
                    <a:pt x="1791015" y="85488"/>
                  </a:lnTo>
                  <a:lnTo>
                    <a:pt x="1757848" y="87381"/>
                  </a:lnTo>
                  <a:lnTo>
                    <a:pt x="1724681" y="89352"/>
                  </a:lnTo>
                  <a:lnTo>
                    <a:pt x="1691514" y="91407"/>
                  </a:lnTo>
                  <a:lnTo>
                    <a:pt x="1658347" y="93553"/>
                  </a:lnTo>
                  <a:lnTo>
                    <a:pt x="1625181" y="95798"/>
                  </a:lnTo>
                  <a:lnTo>
                    <a:pt x="1592014" y="98146"/>
                  </a:lnTo>
                  <a:lnTo>
                    <a:pt x="1558847" y="100605"/>
                  </a:lnTo>
                  <a:lnTo>
                    <a:pt x="1525680" y="103180"/>
                  </a:lnTo>
                  <a:lnTo>
                    <a:pt x="1492513" y="105877"/>
                  </a:lnTo>
                  <a:lnTo>
                    <a:pt x="1459346" y="108700"/>
                  </a:lnTo>
                  <a:lnTo>
                    <a:pt x="1426179" y="111653"/>
                  </a:lnTo>
                  <a:lnTo>
                    <a:pt x="1393012" y="114742"/>
                  </a:lnTo>
                  <a:lnTo>
                    <a:pt x="1359845" y="117968"/>
                  </a:lnTo>
                  <a:lnTo>
                    <a:pt x="1326678" y="121335"/>
                  </a:lnTo>
                  <a:lnTo>
                    <a:pt x="1293511" y="124845"/>
                  </a:lnTo>
                  <a:lnTo>
                    <a:pt x="1260344" y="128499"/>
                  </a:lnTo>
                  <a:lnTo>
                    <a:pt x="1227177" y="132301"/>
                  </a:lnTo>
                  <a:lnTo>
                    <a:pt x="1194010" y="136249"/>
                  </a:lnTo>
                  <a:lnTo>
                    <a:pt x="1160843" y="140346"/>
                  </a:lnTo>
                  <a:lnTo>
                    <a:pt x="1127676" y="144590"/>
                  </a:lnTo>
                  <a:lnTo>
                    <a:pt x="1094509" y="148983"/>
                  </a:lnTo>
                  <a:lnTo>
                    <a:pt x="1061342" y="149258"/>
                  </a:lnTo>
                  <a:lnTo>
                    <a:pt x="1028175" y="149258"/>
                  </a:lnTo>
                  <a:lnTo>
                    <a:pt x="995008" y="149258"/>
                  </a:lnTo>
                  <a:lnTo>
                    <a:pt x="961841" y="149258"/>
                  </a:lnTo>
                  <a:lnTo>
                    <a:pt x="928674" y="149258"/>
                  </a:lnTo>
                  <a:lnTo>
                    <a:pt x="895507" y="149258"/>
                  </a:lnTo>
                  <a:lnTo>
                    <a:pt x="862340" y="149258"/>
                  </a:lnTo>
                  <a:lnTo>
                    <a:pt x="829173" y="149258"/>
                  </a:lnTo>
                  <a:lnTo>
                    <a:pt x="796007" y="149258"/>
                  </a:lnTo>
                  <a:lnTo>
                    <a:pt x="762840" y="149258"/>
                  </a:lnTo>
                  <a:lnTo>
                    <a:pt x="729673" y="149258"/>
                  </a:lnTo>
                  <a:lnTo>
                    <a:pt x="696506" y="149258"/>
                  </a:lnTo>
                  <a:lnTo>
                    <a:pt x="663339" y="149258"/>
                  </a:lnTo>
                  <a:lnTo>
                    <a:pt x="630172" y="149258"/>
                  </a:lnTo>
                  <a:lnTo>
                    <a:pt x="597005" y="149258"/>
                  </a:lnTo>
                  <a:lnTo>
                    <a:pt x="563838" y="149258"/>
                  </a:lnTo>
                  <a:lnTo>
                    <a:pt x="530671" y="149258"/>
                  </a:lnTo>
                  <a:lnTo>
                    <a:pt x="497504" y="149258"/>
                  </a:lnTo>
                  <a:lnTo>
                    <a:pt x="464337" y="149258"/>
                  </a:lnTo>
                  <a:lnTo>
                    <a:pt x="431170" y="149258"/>
                  </a:lnTo>
                  <a:lnTo>
                    <a:pt x="398003" y="149258"/>
                  </a:lnTo>
                  <a:lnTo>
                    <a:pt x="364836" y="149258"/>
                  </a:lnTo>
                  <a:lnTo>
                    <a:pt x="331669" y="149258"/>
                  </a:lnTo>
                  <a:lnTo>
                    <a:pt x="298502" y="149258"/>
                  </a:lnTo>
                  <a:lnTo>
                    <a:pt x="265335" y="149258"/>
                  </a:lnTo>
                  <a:lnTo>
                    <a:pt x="232168" y="149258"/>
                  </a:lnTo>
                  <a:lnTo>
                    <a:pt x="199001" y="149258"/>
                  </a:lnTo>
                  <a:lnTo>
                    <a:pt x="165834" y="149258"/>
                  </a:lnTo>
                  <a:lnTo>
                    <a:pt x="132667" y="149258"/>
                  </a:lnTo>
                  <a:lnTo>
                    <a:pt x="99500" y="149258"/>
                  </a:lnTo>
                  <a:lnTo>
                    <a:pt x="66333" y="149258"/>
                  </a:lnTo>
                  <a:lnTo>
                    <a:pt x="33166" y="149258"/>
                  </a:lnTo>
                  <a:lnTo>
                    <a:pt x="0" y="149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5002796"/>
              <a:ext cx="6600224" cy="158816"/>
            </a:xfrm>
            <a:custGeom>
              <a:avLst/>
              <a:pathLst>
                <a:path w="6600224" h="158816">
                  <a:moveTo>
                    <a:pt x="0" y="106814"/>
                  </a:moveTo>
                  <a:lnTo>
                    <a:pt x="33166" y="106655"/>
                  </a:lnTo>
                  <a:lnTo>
                    <a:pt x="66333" y="106479"/>
                  </a:lnTo>
                  <a:lnTo>
                    <a:pt x="99500" y="106287"/>
                  </a:lnTo>
                  <a:lnTo>
                    <a:pt x="132667" y="106079"/>
                  </a:lnTo>
                  <a:lnTo>
                    <a:pt x="165834" y="105854"/>
                  </a:lnTo>
                  <a:lnTo>
                    <a:pt x="199001" y="105613"/>
                  </a:lnTo>
                  <a:lnTo>
                    <a:pt x="232168" y="105356"/>
                  </a:lnTo>
                  <a:lnTo>
                    <a:pt x="265335" y="105083"/>
                  </a:lnTo>
                  <a:lnTo>
                    <a:pt x="298502" y="104794"/>
                  </a:lnTo>
                  <a:lnTo>
                    <a:pt x="331669" y="104488"/>
                  </a:lnTo>
                  <a:lnTo>
                    <a:pt x="364836" y="104167"/>
                  </a:lnTo>
                  <a:lnTo>
                    <a:pt x="398003" y="103830"/>
                  </a:lnTo>
                  <a:lnTo>
                    <a:pt x="431170" y="103477"/>
                  </a:lnTo>
                  <a:lnTo>
                    <a:pt x="464337" y="103109"/>
                  </a:lnTo>
                  <a:lnTo>
                    <a:pt x="497504" y="102725"/>
                  </a:lnTo>
                  <a:lnTo>
                    <a:pt x="530671" y="102325"/>
                  </a:lnTo>
                  <a:lnTo>
                    <a:pt x="563838" y="101909"/>
                  </a:lnTo>
                  <a:lnTo>
                    <a:pt x="597005" y="101479"/>
                  </a:lnTo>
                  <a:lnTo>
                    <a:pt x="630172" y="101032"/>
                  </a:lnTo>
                  <a:lnTo>
                    <a:pt x="663339" y="100571"/>
                  </a:lnTo>
                  <a:lnTo>
                    <a:pt x="696506" y="100094"/>
                  </a:lnTo>
                  <a:lnTo>
                    <a:pt x="729673" y="99601"/>
                  </a:lnTo>
                  <a:lnTo>
                    <a:pt x="762840" y="99094"/>
                  </a:lnTo>
                  <a:lnTo>
                    <a:pt x="796007" y="98572"/>
                  </a:lnTo>
                  <a:lnTo>
                    <a:pt x="829173" y="98034"/>
                  </a:lnTo>
                  <a:lnTo>
                    <a:pt x="862340" y="97481"/>
                  </a:lnTo>
                  <a:lnTo>
                    <a:pt x="895507" y="96914"/>
                  </a:lnTo>
                  <a:lnTo>
                    <a:pt x="928674" y="96332"/>
                  </a:lnTo>
                  <a:lnTo>
                    <a:pt x="961841" y="95734"/>
                  </a:lnTo>
                  <a:lnTo>
                    <a:pt x="995008" y="95122"/>
                  </a:lnTo>
                  <a:lnTo>
                    <a:pt x="1028175" y="94496"/>
                  </a:lnTo>
                  <a:lnTo>
                    <a:pt x="1061342" y="93855"/>
                  </a:lnTo>
                  <a:lnTo>
                    <a:pt x="1094509" y="93199"/>
                  </a:lnTo>
                  <a:lnTo>
                    <a:pt x="1127676" y="92529"/>
                  </a:lnTo>
                  <a:lnTo>
                    <a:pt x="1160843" y="91844"/>
                  </a:lnTo>
                  <a:lnTo>
                    <a:pt x="1194010" y="91145"/>
                  </a:lnTo>
                  <a:lnTo>
                    <a:pt x="1227177" y="90431"/>
                  </a:lnTo>
                  <a:lnTo>
                    <a:pt x="1260344" y="89704"/>
                  </a:lnTo>
                  <a:lnTo>
                    <a:pt x="1293511" y="88962"/>
                  </a:lnTo>
                  <a:lnTo>
                    <a:pt x="1326678" y="88206"/>
                  </a:lnTo>
                  <a:lnTo>
                    <a:pt x="1359845" y="87436"/>
                  </a:lnTo>
                  <a:lnTo>
                    <a:pt x="1393012" y="86652"/>
                  </a:lnTo>
                  <a:lnTo>
                    <a:pt x="1426179" y="85854"/>
                  </a:lnTo>
                  <a:lnTo>
                    <a:pt x="1459346" y="85042"/>
                  </a:lnTo>
                  <a:lnTo>
                    <a:pt x="1492513" y="84217"/>
                  </a:lnTo>
                  <a:lnTo>
                    <a:pt x="1525680" y="83377"/>
                  </a:lnTo>
                  <a:lnTo>
                    <a:pt x="1558847" y="82524"/>
                  </a:lnTo>
                  <a:lnTo>
                    <a:pt x="1592014" y="81658"/>
                  </a:lnTo>
                  <a:lnTo>
                    <a:pt x="1625181" y="80777"/>
                  </a:lnTo>
                  <a:lnTo>
                    <a:pt x="1658347" y="79884"/>
                  </a:lnTo>
                  <a:lnTo>
                    <a:pt x="1691514" y="78976"/>
                  </a:lnTo>
                  <a:lnTo>
                    <a:pt x="1724681" y="78056"/>
                  </a:lnTo>
                  <a:lnTo>
                    <a:pt x="1757848" y="77122"/>
                  </a:lnTo>
                  <a:lnTo>
                    <a:pt x="1791015" y="76175"/>
                  </a:lnTo>
                  <a:lnTo>
                    <a:pt x="1824182" y="75214"/>
                  </a:lnTo>
                  <a:lnTo>
                    <a:pt x="1857349" y="74241"/>
                  </a:lnTo>
                  <a:lnTo>
                    <a:pt x="1890516" y="73254"/>
                  </a:lnTo>
                  <a:lnTo>
                    <a:pt x="1923683" y="72248"/>
                  </a:lnTo>
                  <a:lnTo>
                    <a:pt x="1956850" y="71194"/>
                  </a:lnTo>
                  <a:lnTo>
                    <a:pt x="1990017" y="70089"/>
                  </a:lnTo>
                  <a:lnTo>
                    <a:pt x="2023184" y="68939"/>
                  </a:lnTo>
                  <a:lnTo>
                    <a:pt x="2056351" y="67747"/>
                  </a:lnTo>
                  <a:lnTo>
                    <a:pt x="2089518" y="66517"/>
                  </a:lnTo>
                  <a:lnTo>
                    <a:pt x="2122685" y="65251"/>
                  </a:lnTo>
                  <a:lnTo>
                    <a:pt x="2155852" y="63953"/>
                  </a:lnTo>
                  <a:lnTo>
                    <a:pt x="2189019" y="62628"/>
                  </a:lnTo>
                  <a:lnTo>
                    <a:pt x="2222186" y="61278"/>
                  </a:lnTo>
                  <a:lnTo>
                    <a:pt x="2255353" y="59907"/>
                  </a:lnTo>
                  <a:lnTo>
                    <a:pt x="2288520" y="58518"/>
                  </a:lnTo>
                  <a:lnTo>
                    <a:pt x="2321687" y="57116"/>
                  </a:lnTo>
                  <a:lnTo>
                    <a:pt x="2354854" y="55704"/>
                  </a:lnTo>
                  <a:lnTo>
                    <a:pt x="2388021" y="54285"/>
                  </a:lnTo>
                  <a:lnTo>
                    <a:pt x="2421188" y="52862"/>
                  </a:lnTo>
                  <a:lnTo>
                    <a:pt x="2454355" y="51440"/>
                  </a:lnTo>
                  <a:lnTo>
                    <a:pt x="2487521" y="50022"/>
                  </a:lnTo>
                  <a:lnTo>
                    <a:pt x="2520688" y="48611"/>
                  </a:lnTo>
                  <a:lnTo>
                    <a:pt x="2553855" y="47023"/>
                  </a:lnTo>
                  <a:lnTo>
                    <a:pt x="2587022" y="45156"/>
                  </a:lnTo>
                  <a:lnTo>
                    <a:pt x="2620189" y="43063"/>
                  </a:lnTo>
                  <a:lnTo>
                    <a:pt x="2653356" y="40797"/>
                  </a:lnTo>
                  <a:lnTo>
                    <a:pt x="2686523" y="38412"/>
                  </a:lnTo>
                  <a:lnTo>
                    <a:pt x="2719690" y="35961"/>
                  </a:lnTo>
                  <a:lnTo>
                    <a:pt x="2752857" y="33496"/>
                  </a:lnTo>
                  <a:lnTo>
                    <a:pt x="2786024" y="31073"/>
                  </a:lnTo>
                  <a:lnTo>
                    <a:pt x="2819191" y="28743"/>
                  </a:lnTo>
                  <a:lnTo>
                    <a:pt x="2852358" y="26560"/>
                  </a:lnTo>
                  <a:lnTo>
                    <a:pt x="2885525" y="24578"/>
                  </a:lnTo>
                  <a:lnTo>
                    <a:pt x="2918692" y="22850"/>
                  </a:lnTo>
                  <a:lnTo>
                    <a:pt x="2951859" y="21385"/>
                  </a:lnTo>
                  <a:lnTo>
                    <a:pt x="2985026" y="19912"/>
                  </a:lnTo>
                  <a:lnTo>
                    <a:pt x="3018193" y="18394"/>
                  </a:lnTo>
                  <a:lnTo>
                    <a:pt x="3051360" y="16855"/>
                  </a:lnTo>
                  <a:lnTo>
                    <a:pt x="3084527" y="15315"/>
                  </a:lnTo>
                  <a:lnTo>
                    <a:pt x="3117694" y="13797"/>
                  </a:lnTo>
                  <a:lnTo>
                    <a:pt x="3150861" y="12323"/>
                  </a:lnTo>
                  <a:lnTo>
                    <a:pt x="3184028" y="10916"/>
                  </a:lnTo>
                  <a:lnTo>
                    <a:pt x="3217195" y="9597"/>
                  </a:lnTo>
                  <a:lnTo>
                    <a:pt x="3250362" y="8389"/>
                  </a:lnTo>
                  <a:lnTo>
                    <a:pt x="3283529" y="7313"/>
                  </a:lnTo>
                  <a:lnTo>
                    <a:pt x="3316695" y="6393"/>
                  </a:lnTo>
                  <a:lnTo>
                    <a:pt x="3349862" y="5650"/>
                  </a:lnTo>
                  <a:lnTo>
                    <a:pt x="3383029" y="4999"/>
                  </a:lnTo>
                  <a:lnTo>
                    <a:pt x="3416196" y="4317"/>
                  </a:lnTo>
                  <a:lnTo>
                    <a:pt x="3449363" y="3621"/>
                  </a:lnTo>
                  <a:lnTo>
                    <a:pt x="3482530" y="2934"/>
                  </a:lnTo>
                  <a:lnTo>
                    <a:pt x="3515697" y="2273"/>
                  </a:lnTo>
                  <a:lnTo>
                    <a:pt x="3548864" y="1660"/>
                  </a:lnTo>
                  <a:lnTo>
                    <a:pt x="3582031" y="1114"/>
                  </a:lnTo>
                  <a:lnTo>
                    <a:pt x="3615198" y="654"/>
                  </a:lnTo>
                  <a:lnTo>
                    <a:pt x="3648365" y="302"/>
                  </a:lnTo>
                  <a:lnTo>
                    <a:pt x="3681532" y="78"/>
                  </a:lnTo>
                  <a:lnTo>
                    <a:pt x="3714699" y="0"/>
                  </a:lnTo>
                  <a:lnTo>
                    <a:pt x="3747866" y="76"/>
                  </a:lnTo>
                  <a:lnTo>
                    <a:pt x="3781033" y="218"/>
                  </a:lnTo>
                  <a:lnTo>
                    <a:pt x="3814200" y="409"/>
                  </a:lnTo>
                  <a:lnTo>
                    <a:pt x="3847367" y="648"/>
                  </a:lnTo>
                  <a:lnTo>
                    <a:pt x="3880534" y="937"/>
                  </a:lnTo>
                  <a:lnTo>
                    <a:pt x="3913701" y="1278"/>
                  </a:lnTo>
                  <a:lnTo>
                    <a:pt x="3946868" y="1672"/>
                  </a:lnTo>
                  <a:lnTo>
                    <a:pt x="3980035" y="2119"/>
                  </a:lnTo>
                  <a:lnTo>
                    <a:pt x="4013202" y="2623"/>
                  </a:lnTo>
                  <a:lnTo>
                    <a:pt x="4046369" y="3183"/>
                  </a:lnTo>
                  <a:lnTo>
                    <a:pt x="4079536" y="3801"/>
                  </a:lnTo>
                  <a:lnTo>
                    <a:pt x="4112703" y="4479"/>
                  </a:lnTo>
                  <a:lnTo>
                    <a:pt x="4145869" y="5218"/>
                  </a:lnTo>
                  <a:lnTo>
                    <a:pt x="4179036" y="6020"/>
                  </a:lnTo>
                  <a:lnTo>
                    <a:pt x="4212203" y="6885"/>
                  </a:lnTo>
                  <a:lnTo>
                    <a:pt x="4245370" y="7809"/>
                  </a:lnTo>
                  <a:lnTo>
                    <a:pt x="4278537" y="8786"/>
                  </a:lnTo>
                  <a:lnTo>
                    <a:pt x="4311704" y="9814"/>
                  </a:lnTo>
                  <a:lnTo>
                    <a:pt x="4344871" y="10891"/>
                  </a:lnTo>
                  <a:lnTo>
                    <a:pt x="4378038" y="12017"/>
                  </a:lnTo>
                  <a:lnTo>
                    <a:pt x="4411205" y="13190"/>
                  </a:lnTo>
                  <a:lnTo>
                    <a:pt x="4444372" y="14407"/>
                  </a:lnTo>
                  <a:lnTo>
                    <a:pt x="4477539" y="15668"/>
                  </a:lnTo>
                  <a:lnTo>
                    <a:pt x="4510706" y="16971"/>
                  </a:lnTo>
                  <a:lnTo>
                    <a:pt x="4543873" y="18315"/>
                  </a:lnTo>
                  <a:lnTo>
                    <a:pt x="4577040" y="19698"/>
                  </a:lnTo>
                  <a:lnTo>
                    <a:pt x="4610207" y="21118"/>
                  </a:lnTo>
                  <a:lnTo>
                    <a:pt x="4643374" y="22573"/>
                  </a:lnTo>
                  <a:lnTo>
                    <a:pt x="4676541" y="24064"/>
                  </a:lnTo>
                  <a:lnTo>
                    <a:pt x="4709708" y="25587"/>
                  </a:lnTo>
                  <a:lnTo>
                    <a:pt x="4742875" y="27141"/>
                  </a:lnTo>
                  <a:lnTo>
                    <a:pt x="4776042" y="28725"/>
                  </a:lnTo>
                  <a:lnTo>
                    <a:pt x="4809209" y="30338"/>
                  </a:lnTo>
                  <a:lnTo>
                    <a:pt x="4842376" y="31977"/>
                  </a:lnTo>
                  <a:lnTo>
                    <a:pt x="4875543" y="33641"/>
                  </a:lnTo>
                  <a:lnTo>
                    <a:pt x="4908710" y="35329"/>
                  </a:lnTo>
                  <a:lnTo>
                    <a:pt x="4941876" y="37043"/>
                  </a:lnTo>
                  <a:lnTo>
                    <a:pt x="4975043" y="38784"/>
                  </a:lnTo>
                  <a:lnTo>
                    <a:pt x="5008210" y="40554"/>
                  </a:lnTo>
                  <a:lnTo>
                    <a:pt x="5041377" y="42352"/>
                  </a:lnTo>
                  <a:lnTo>
                    <a:pt x="5074544" y="44178"/>
                  </a:lnTo>
                  <a:lnTo>
                    <a:pt x="5107711" y="46032"/>
                  </a:lnTo>
                  <a:lnTo>
                    <a:pt x="5140878" y="47914"/>
                  </a:lnTo>
                  <a:lnTo>
                    <a:pt x="5174045" y="49824"/>
                  </a:lnTo>
                  <a:lnTo>
                    <a:pt x="5207212" y="51763"/>
                  </a:lnTo>
                  <a:lnTo>
                    <a:pt x="5240379" y="53729"/>
                  </a:lnTo>
                  <a:lnTo>
                    <a:pt x="5273546" y="55724"/>
                  </a:lnTo>
                  <a:lnTo>
                    <a:pt x="5306713" y="57747"/>
                  </a:lnTo>
                  <a:lnTo>
                    <a:pt x="5339880" y="59798"/>
                  </a:lnTo>
                  <a:lnTo>
                    <a:pt x="5373047" y="61877"/>
                  </a:lnTo>
                  <a:lnTo>
                    <a:pt x="5406214" y="63985"/>
                  </a:lnTo>
                  <a:lnTo>
                    <a:pt x="5439381" y="66120"/>
                  </a:lnTo>
                  <a:lnTo>
                    <a:pt x="5472548" y="68284"/>
                  </a:lnTo>
                  <a:lnTo>
                    <a:pt x="5505715" y="70477"/>
                  </a:lnTo>
                  <a:lnTo>
                    <a:pt x="5538882" y="72698"/>
                  </a:lnTo>
                  <a:lnTo>
                    <a:pt x="5572049" y="74947"/>
                  </a:lnTo>
                  <a:lnTo>
                    <a:pt x="5605216" y="77224"/>
                  </a:lnTo>
                  <a:lnTo>
                    <a:pt x="5638383" y="79530"/>
                  </a:lnTo>
                  <a:lnTo>
                    <a:pt x="5671550" y="81864"/>
                  </a:lnTo>
                  <a:lnTo>
                    <a:pt x="5704717" y="84227"/>
                  </a:lnTo>
                  <a:lnTo>
                    <a:pt x="5737884" y="86618"/>
                  </a:lnTo>
                  <a:lnTo>
                    <a:pt x="5771050" y="89037"/>
                  </a:lnTo>
                  <a:lnTo>
                    <a:pt x="5804217" y="91485"/>
                  </a:lnTo>
                  <a:lnTo>
                    <a:pt x="5837384" y="93961"/>
                  </a:lnTo>
                  <a:lnTo>
                    <a:pt x="5870551" y="96466"/>
                  </a:lnTo>
                  <a:lnTo>
                    <a:pt x="5903718" y="98999"/>
                  </a:lnTo>
                  <a:lnTo>
                    <a:pt x="5936885" y="101561"/>
                  </a:lnTo>
                  <a:lnTo>
                    <a:pt x="5970052" y="104152"/>
                  </a:lnTo>
                  <a:lnTo>
                    <a:pt x="6003219" y="106771"/>
                  </a:lnTo>
                  <a:lnTo>
                    <a:pt x="6036386" y="109418"/>
                  </a:lnTo>
                  <a:lnTo>
                    <a:pt x="6069553" y="112095"/>
                  </a:lnTo>
                  <a:lnTo>
                    <a:pt x="6102720" y="114799"/>
                  </a:lnTo>
                  <a:lnTo>
                    <a:pt x="6135887" y="117533"/>
                  </a:lnTo>
                  <a:lnTo>
                    <a:pt x="6169054" y="120295"/>
                  </a:lnTo>
                  <a:lnTo>
                    <a:pt x="6202221" y="123085"/>
                  </a:lnTo>
                  <a:lnTo>
                    <a:pt x="6235388" y="125905"/>
                  </a:lnTo>
                  <a:lnTo>
                    <a:pt x="6268555" y="128753"/>
                  </a:lnTo>
                  <a:lnTo>
                    <a:pt x="6301722" y="131630"/>
                  </a:lnTo>
                  <a:lnTo>
                    <a:pt x="6334889" y="134535"/>
                  </a:lnTo>
                  <a:lnTo>
                    <a:pt x="6368056" y="137470"/>
                  </a:lnTo>
                  <a:lnTo>
                    <a:pt x="6401223" y="140433"/>
                  </a:lnTo>
                  <a:lnTo>
                    <a:pt x="6434390" y="143425"/>
                  </a:lnTo>
                  <a:lnTo>
                    <a:pt x="6467557" y="146445"/>
                  </a:lnTo>
                  <a:lnTo>
                    <a:pt x="6500724" y="149495"/>
                  </a:lnTo>
                  <a:lnTo>
                    <a:pt x="6533891" y="152573"/>
                  </a:lnTo>
                  <a:lnTo>
                    <a:pt x="6567058" y="155680"/>
                  </a:lnTo>
                  <a:lnTo>
                    <a:pt x="6600224" y="158816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19229"/>
                  </a:lnTo>
                  <a:lnTo>
                    <a:pt x="630172" y="54890"/>
                  </a:lnTo>
                  <a:lnTo>
                    <a:pt x="663339" y="90411"/>
                  </a:lnTo>
                  <a:lnTo>
                    <a:pt x="696506" y="125789"/>
                  </a:lnTo>
                  <a:lnTo>
                    <a:pt x="729673" y="161025"/>
                  </a:lnTo>
                  <a:lnTo>
                    <a:pt x="762840" y="196116"/>
                  </a:lnTo>
                  <a:lnTo>
                    <a:pt x="796007" y="231061"/>
                  </a:lnTo>
                  <a:lnTo>
                    <a:pt x="829173" y="265860"/>
                  </a:lnTo>
                  <a:lnTo>
                    <a:pt x="862340" y="300511"/>
                  </a:lnTo>
                  <a:lnTo>
                    <a:pt x="895507" y="335012"/>
                  </a:lnTo>
                  <a:lnTo>
                    <a:pt x="928674" y="369363"/>
                  </a:lnTo>
                  <a:lnTo>
                    <a:pt x="961841" y="403563"/>
                  </a:lnTo>
                  <a:lnTo>
                    <a:pt x="995008" y="437611"/>
                  </a:lnTo>
                  <a:lnTo>
                    <a:pt x="1028175" y="471506"/>
                  </a:lnTo>
                  <a:lnTo>
                    <a:pt x="1061342" y="505248"/>
                  </a:lnTo>
                  <a:lnTo>
                    <a:pt x="1094509" y="538837"/>
                  </a:lnTo>
                  <a:lnTo>
                    <a:pt x="1127676" y="572273"/>
                  </a:lnTo>
                  <a:lnTo>
                    <a:pt x="1160843" y="605555"/>
                  </a:lnTo>
                  <a:lnTo>
                    <a:pt x="1194010" y="638687"/>
                  </a:lnTo>
                  <a:lnTo>
                    <a:pt x="1227177" y="671668"/>
                  </a:lnTo>
                  <a:lnTo>
                    <a:pt x="1260344" y="704502"/>
                  </a:lnTo>
                  <a:lnTo>
                    <a:pt x="1293511" y="737190"/>
                  </a:lnTo>
                  <a:lnTo>
                    <a:pt x="1326678" y="769737"/>
                  </a:lnTo>
                  <a:lnTo>
                    <a:pt x="1359845" y="802147"/>
                  </a:lnTo>
                  <a:lnTo>
                    <a:pt x="1393012" y="834425"/>
                  </a:lnTo>
                  <a:lnTo>
                    <a:pt x="1426179" y="866577"/>
                  </a:lnTo>
                  <a:lnTo>
                    <a:pt x="1459346" y="898610"/>
                  </a:lnTo>
                  <a:lnTo>
                    <a:pt x="1492513" y="930532"/>
                  </a:lnTo>
                  <a:lnTo>
                    <a:pt x="1525680" y="962351"/>
                  </a:lnTo>
                  <a:lnTo>
                    <a:pt x="1558847" y="994077"/>
                  </a:lnTo>
                  <a:lnTo>
                    <a:pt x="1592014" y="1025721"/>
                  </a:lnTo>
                  <a:lnTo>
                    <a:pt x="1625181" y="1057293"/>
                  </a:lnTo>
                  <a:lnTo>
                    <a:pt x="1658347" y="1088805"/>
                  </a:lnTo>
                  <a:lnTo>
                    <a:pt x="1691514" y="1120270"/>
                  </a:lnTo>
                  <a:lnTo>
                    <a:pt x="1724681" y="1151699"/>
                  </a:lnTo>
                  <a:lnTo>
                    <a:pt x="1757848" y="1183106"/>
                  </a:lnTo>
                  <a:lnTo>
                    <a:pt x="1791015" y="1214503"/>
                  </a:lnTo>
                  <a:lnTo>
                    <a:pt x="1824182" y="1245903"/>
                  </a:lnTo>
                  <a:lnTo>
                    <a:pt x="1857349" y="1277318"/>
                  </a:lnTo>
                  <a:lnTo>
                    <a:pt x="1890516" y="1308761"/>
                  </a:lnTo>
                  <a:lnTo>
                    <a:pt x="1923683" y="1340284"/>
                  </a:lnTo>
                  <a:lnTo>
                    <a:pt x="1956850" y="1372074"/>
                  </a:lnTo>
                  <a:lnTo>
                    <a:pt x="1990017" y="1404122"/>
                  </a:lnTo>
                  <a:lnTo>
                    <a:pt x="2023184" y="1436394"/>
                  </a:lnTo>
                  <a:lnTo>
                    <a:pt x="2056351" y="1468855"/>
                  </a:lnTo>
                  <a:lnTo>
                    <a:pt x="2089518" y="1501466"/>
                  </a:lnTo>
                  <a:lnTo>
                    <a:pt x="2122685" y="1534189"/>
                  </a:lnTo>
                  <a:lnTo>
                    <a:pt x="2155852" y="1566987"/>
                  </a:lnTo>
                  <a:lnTo>
                    <a:pt x="2189019" y="1599822"/>
                  </a:lnTo>
                  <a:lnTo>
                    <a:pt x="2222186" y="1632657"/>
                  </a:lnTo>
                  <a:lnTo>
                    <a:pt x="2255353" y="1665454"/>
                  </a:lnTo>
                  <a:lnTo>
                    <a:pt x="2288520" y="1698179"/>
                  </a:lnTo>
                  <a:lnTo>
                    <a:pt x="2321687" y="1730798"/>
                  </a:lnTo>
                  <a:lnTo>
                    <a:pt x="2354854" y="1763277"/>
                  </a:lnTo>
                  <a:lnTo>
                    <a:pt x="2388021" y="1795585"/>
                  </a:lnTo>
                  <a:lnTo>
                    <a:pt x="2421188" y="1827692"/>
                  </a:lnTo>
                  <a:lnTo>
                    <a:pt x="2454355" y="1859569"/>
                  </a:lnTo>
                  <a:lnTo>
                    <a:pt x="2487521" y="1891187"/>
                  </a:lnTo>
                  <a:lnTo>
                    <a:pt x="2520688" y="1922524"/>
                  </a:lnTo>
                  <a:lnTo>
                    <a:pt x="2553855" y="1954543"/>
                  </a:lnTo>
                  <a:lnTo>
                    <a:pt x="2587022" y="1987781"/>
                  </a:lnTo>
                  <a:lnTo>
                    <a:pt x="2620189" y="2021940"/>
                  </a:lnTo>
                  <a:lnTo>
                    <a:pt x="2653356" y="2056721"/>
                  </a:lnTo>
                  <a:lnTo>
                    <a:pt x="2686523" y="2091834"/>
                  </a:lnTo>
                  <a:lnTo>
                    <a:pt x="2719690" y="2127003"/>
                  </a:lnTo>
                  <a:lnTo>
                    <a:pt x="2752857" y="2161972"/>
                  </a:lnTo>
                  <a:lnTo>
                    <a:pt x="2786024" y="2196510"/>
                  </a:lnTo>
                  <a:lnTo>
                    <a:pt x="2819191" y="2230407"/>
                  </a:lnTo>
                  <a:lnTo>
                    <a:pt x="2852358" y="2263472"/>
                  </a:lnTo>
                  <a:lnTo>
                    <a:pt x="2885525" y="2295537"/>
                  </a:lnTo>
                  <a:lnTo>
                    <a:pt x="2918692" y="2326441"/>
                  </a:lnTo>
                  <a:lnTo>
                    <a:pt x="2951859" y="2356250"/>
                  </a:lnTo>
                  <a:lnTo>
                    <a:pt x="2985026" y="2386313"/>
                  </a:lnTo>
                  <a:lnTo>
                    <a:pt x="3018193" y="2416705"/>
                  </a:lnTo>
                  <a:lnTo>
                    <a:pt x="3051360" y="2447198"/>
                  </a:lnTo>
                  <a:lnTo>
                    <a:pt x="3084527" y="2477573"/>
                  </a:lnTo>
                  <a:lnTo>
                    <a:pt x="3117694" y="2507632"/>
                  </a:lnTo>
                  <a:lnTo>
                    <a:pt x="3150861" y="2537203"/>
                  </a:lnTo>
                  <a:lnTo>
                    <a:pt x="3184028" y="2566149"/>
                  </a:lnTo>
                  <a:lnTo>
                    <a:pt x="3217195" y="2594366"/>
                  </a:lnTo>
                  <a:lnTo>
                    <a:pt x="3250362" y="2621783"/>
                  </a:lnTo>
                  <a:lnTo>
                    <a:pt x="3283529" y="2648355"/>
                  </a:lnTo>
                  <a:lnTo>
                    <a:pt x="3316695" y="2674054"/>
                  </a:lnTo>
                  <a:lnTo>
                    <a:pt x="3349862" y="2698859"/>
                  </a:lnTo>
                  <a:lnTo>
                    <a:pt x="3383029" y="2722903"/>
                  </a:lnTo>
                  <a:lnTo>
                    <a:pt x="3416196" y="2746347"/>
                  </a:lnTo>
                  <a:lnTo>
                    <a:pt x="3449363" y="2769123"/>
                  </a:lnTo>
                  <a:lnTo>
                    <a:pt x="3482530" y="2791173"/>
                  </a:lnTo>
                  <a:lnTo>
                    <a:pt x="3515697" y="2812464"/>
                  </a:lnTo>
                  <a:lnTo>
                    <a:pt x="3548864" y="2833001"/>
                  </a:lnTo>
                  <a:lnTo>
                    <a:pt x="3582031" y="2852834"/>
                  </a:lnTo>
                  <a:lnTo>
                    <a:pt x="3615198" y="2872055"/>
                  </a:lnTo>
                  <a:lnTo>
                    <a:pt x="3648365" y="2890797"/>
                  </a:lnTo>
                  <a:lnTo>
                    <a:pt x="3681532" y="2909223"/>
                  </a:lnTo>
                  <a:lnTo>
                    <a:pt x="3714699" y="2927513"/>
                  </a:lnTo>
                  <a:lnTo>
                    <a:pt x="3747866" y="2945757"/>
                  </a:lnTo>
                  <a:lnTo>
                    <a:pt x="3781033" y="2963377"/>
                  </a:lnTo>
                  <a:lnTo>
                    <a:pt x="3814200" y="2980235"/>
                  </a:lnTo>
                  <a:lnTo>
                    <a:pt x="3847367" y="2996337"/>
                  </a:lnTo>
                  <a:lnTo>
                    <a:pt x="3880534" y="3011696"/>
                  </a:lnTo>
                  <a:lnTo>
                    <a:pt x="3913701" y="3026338"/>
                  </a:lnTo>
                  <a:lnTo>
                    <a:pt x="3946868" y="3040305"/>
                  </a:lnTo>
                  <a:lnTo>
                    <a:pt x="3980035" y="3053659"/>
                  </a:lnTo>
                  <a:lnTo>
                    <a:pt x="4013202" y="3066477"/>
                  </a:lnTo>
                  <a:lnTo>
                    <a:pt x="4046369" y="3078857"/>
                  </a:lnTo>
                  <a:lnTo>
                    <a:pt x="4079536" y="3090911"/>
                  </a:lnTo>
                  <a:lnTo>
                    <a:pt x="4112703" y="3102764"/>
                  </a:lnTo>
                  <a:lnTo>
                    <a:pt x="4145869" y="3114550"/>
                  </a:lnTo>
                  <a:lnTo>
                    <a:pt x="4179036" y="3126402"/>
                  </a:lnTo>
                  <a:lnTo>
                    <a:pt x="4212203" y="3138456"/>
                  </a:lnTo>
                  <a:lnTo>
                    <a:pt x="4245370" y="3150390"/>
                  </a:lnTo>
                  <a:lnTo>
                    <a:pt x="4278537" y="3161803"/>
                  </a:lnTo>
                  <a:lnTo>
                    <a:pt x="4311704" y="3172704"/>
                  </a:lnTo>
                  <a:lnTo>
                    <a:pt x="4344871" y="3183102"/>
                  </a:lnTo>
                  <a:lnTo>
                    <a:pt x="4378038" y="3193009"/>
                  </a:lnTo>
                  <a:lnTo>
                    <a:pt x="4411205" y="3202437"/>
                  </a:lnTo>
                  <a:lnTo>
                    <a:pt x="4444372" y="3211405"/>
                  </a:lnTo>
                  <a:lnTo>
                    <a:pt x="4477539" y="3219930"/>
                  </a:lnTo>
                  <a:lnTo>
                    <a:pt x="4510706" y="3228035"/>
                  </a:lnTo>
                  <a:lnTo>
                    <a:pt x="4543873" y="3235744"/>
                  </a:lnTo>
                  <a:lnTo>
                    <a:pt x="4577040" y="3243085"/>
                  </a:lnTo>
                  <a:lnTo>
                    <a:pt x="4610207" y="3250089"/>
                  </a:lnTo>
                  <a:lnTo>
                    <a:pt x="4643374" y="3256789"/>
                  </a:lnTo>
                  <a:lnTo>
                    <a:pt x="4676541" y="3263219"/>
                  </a:lnTo>
                  <a:lnTo>
                    <a:pt x="4709708" y="3269417"/>
                  </a:lnTo>
                  <a:lnTo>
                    <a:pt x="4742875" y="3275422"/>
                  </a:lnTo>
                  <a:lnTo>
                    <a:pt x="4776042" y="3281271"/>
                  </a:lnTo>
                  <a:lnTo>
                    <a:pt x="4809209" y="3287004"/>
                  </a:lnTo>
                  <a:lnTo>
                    <a:pt x="4842376" y="3292661"/>
                  </a:lnTo>
                  <a:lnTo>
                    <a:pt x="4875543" y="3298280"/>
                  </a:lnTo>
                  <a:lnTo>
                    <a:pt x="4908710" y="3303896"/>
                  </a:lnTo>
                  <a:lnTo>
                    <a:pt x="4941876" y="3309380"/>
                  </a:lnTo>
                  <a:lnTo>
                    <a:pt x="4975043" y="3314619"/>
                  </a:lnTo>
                  <a:lnTo>
                    <a:pt x="5008210" y="3319613"/>
                  </a:lnTo>
                  <a:lnTo>
                    <a:pt x="5041377" y="3324358"/>
                  </a:lnTo>
                  <a:lnTo>
                    <a:pt x="5074544" y="3328854"/>
                  </a:lnTo>
                  <a:lnTo>
                    <a:pt x="5107711" y="3333097"/>
                  </a:lnTo>
                  <a:lnTo>
                    <a:pt x="5140878" y="3337082"/>
                  </a:lnTo>
                  <a:lnTo>
                    <a:pt x="5174045" y="3340805"/>
                  </a:lnTo>
                  <a:lnTo>
                    <a:pt x="5207212" y="3344261"/>
                  </a:lnTo>
                  <a:lnTo>
                    <a:pt x="5240379" y="3347444"/>
                  </a:lnTo>
                  <a:lnTo>
                    <a:pt x="5273546" y="3350347"/>
                  </a:lnTo>
                  <a:lnTo>
                    <a:pt x="5306713" y="3352964"/>
                  </a:lnTo>
                  <a:lnTo>
                    <a:pt x="5339880" y="3355288"/>
                  </a:lnTo>
                  <a:lnTo>
                    <a:pt x="5373047" y="3357311"/>
                  </a:lnTo>
                  <a:lnTo>
                    <a:pt x="5406214" y="3359026"/>
                  </a:lnTo>
                  <a:lnTo>
                    <a:pt x="5439381" y="3360425"/>
                  </a:lnTo>
                  <a:lnTo>
                    <a:pt x="5472548" y="3361501"/>
                  </a:lnTo>
                  <a:lnTo>
                    <a:pt x="5505715" y="3362244"/>
                  </a:lnTo>
                  <a:lnTo>
                    <a:pt x="5538882" y="3362647"/>
                  </a:lnTo>
                  <a:lnTo>
                    <a:pt x="5572049" y="3362703"/>
                  </a:lnTo>
                  <a:lnTo>
                    <a:pt x="5605216" y="3362404"/>
                  </a:lnTo>
                  <a:lnTo>
                    <a:pt x="5638383" y="3361742"/>
                  </a:lnTo>
                  <a:lnTo>
                    <a:pt x="5671550" y="3360711"/>
                  </a:lnTo>
                  <a:lnTo>
                    <a:pt x="5704717" y="3359302"/>
                  </a:lnTo>
                  <a:lnTo>
                    <a:pt x="5737884" y="3357511"/>
                  </a:lnTo>
                  <a:lnTo>
                    <a:pt x="5771050" y="3355330"/>
                  </a:lnTo>
                  <a:lnTo>
                    <a:pt x="5804217" y="3352753"/>
                  </a:lnTo>
                  <a:lnTo>
                    <a:pt x="5837384" y="3349777"/>
                  </a:lnTo>
                  <a:lnTo>
                    <a:pt x="5870551" y="3346394"/>
                  </a:lnTo>
                  <a:lnTo>
                    <a:pt x="5903718" y="3342602"/>
                  </a:lnTo>
                  <a:lnTo>
                    <a:pt x="5936885" y="3338396"/>
                  </a:lnTo>
                  <a:lnTo>
                    <a:pt x="5970052" y="3333773"/>
                  </a:lnTo>
                  <a:lnTo>
                    <a:pt x="6003219" y="3328728"/>
                  </a:lnTo>
                  <a:lnTo>
                    <a:pt x="6036386" y="3323260"/>
                  </a:lnTo>
                  <a:lnTo>
                    <a:pt x="6069553" y="3317367"/>
                  </a:lnTo>
                  <a:lnTo>
                    <a:pt x="6102720" y="3311045"/>
                  </a:lnTo>
                  <a:lnTo>
                    <a:pt x="6135887" y="3304294"/>
                  </a:lnTo>
                  <a:lnTo>
                    <a:pt x="6169054" y="3297112"/>
                  </a:lnTo>
                  <a:lnTo>
                    <a:pt x="6202221" y="3289498"/>
                  </a:lnTo>
                  <a:lnTo>
                    <a:pt x="6235388" y="3281451"/>
                  </a:lnTo>
                  <a:lnTo>
                    <a:pt x="6268555" y="3272970"/>
                  </a:lnTo>
                  <a:lnTo>
                    <a:pt x="6301722" y="3264056"/>
                  </a:lnTo>
                  <a:lnTo>
                    <a:pt x="6334889" y="3254709"/>
                  </a:lnTo>
                  <a:lnTo>
                    <a:pt x="6368056" y="3244927"/>
                  </a:lnTo>
                  <a:lnTo>
                    <a:pt x="6401223" y="3234712"/>
                  </a:lnTo>
                  <a:lnTo>
                    <a:pt x="6434390" y="3224063"/>
                  </a:lnTo>
                  <a:lnTo>
                    <a:pt x="6467557" y="3212982"/>
                  </a:lnTo>
                  <a:lnTo>
                    <a:pt x="6500724" y="3201468"/>
                  </a:lnTo>
                  <a:lnTo>
                    <a:pt x="6533891" y="3189522"/>
                  </a:lnTo>
                  <a:lnTo>
                    <a:pt x="6567058" y="3177146"/>
                  </a:lnTo>
                  <a:lnTo>
                    <a:pt x="6600224" y="3164338"/>
                  </a:lnTo>
                  <a:lnTo>
                    <a:pt x="6600224" y="3499442"/>
                  </a:lnTo>
                  <a:lnTo>
                    <a:pt x="6567058" y="3499442"/>
                  </a:lnTo>
                  <a:lnTo>
                    <a:pt x="6533891" y="3499442"/>
                  </a:lnTo>
                  <a:lnTo>
                    <a:pt x="6500724" y="3499442"/>
                  </a:lnTo>
                  <a:lnTo>
                    <a:pt x="6467557" y="3499442"/>
                  </a:lnTo>
                  <a:lnTo>
                    <a:pt x="6434390" y="3499442"/>
                  </a:lnTo>
                  <a:lnTo>
                    <a:pt x="6401223" y="3499442"/>
                  </a:lnTo>
                  <a:lnTo>
                    <a:pt x="6368056" y="3499442"/>
                  </a:lnTo>
                  <a:lnTo>
                    <a:pt x="6334889" y="3499442"/>
                  </a:lnTo>
                  <a:lnTo>
                    <a:pt x="6301722" y="3499442"/>
                  </a:lnTo>
                  <a:lnTo>
                    <a:pt x="6268555" y="3499442"/>
                  </a:lnTo>
                  <a:lnTo>
                    <a:pt x="6235388" y="3499442"/>
                  </a:lnTo>
                  <a:lnTo>
                    <a:pt x="6202221" y="3499442"/>
                  </a:lnTo>
                  <a:lnTo>
                    <a:pt x="6169054" y="3499442"/>
                  </a:lnTo>
                  <a:lnTo>
                    <a:pt x="6135887" y="3499442"/>
                  </a:lnTo>
                  <a:lnTo>
                    <a:pt x="6102720" y="3499442"/>
                  </a:lnTo>
                  <a:lnTo>
                    <a:pt x="6069553" y="3499442"/>
                  </a:lnTo>
                  <a:lnTo>
                    <a:pt x="6036386" y="3499442"/>
                  </a:lnTo>
                  <a:lnTo>
                    <a:pt x="6003219" y="3499442"/>
                  </a:lnTo>
                  <a:lnTo>
                    <a:pt x="5970052" y="3499442"/>
                  </a:lnTo>
                  <a:lnTo>
                    <a:pt x="5936885" y="3499442"/>
                  </a:lnTo>
                  <a:lnTo>
                    <a:pt x="5903718" y="3499442"/>
                  </a:lnTo>
                  <a:lnTo>
                    <a:pt x="5870551" y="3499442"/>
                  </a:lnTo>
                  <a:lnTo>
                    <a:pt x="5837384" y="3499442"/>
                  </a:lnTo>
                  <a:lnTo>
                    <a:pt x="5804217" y="3499442"/>
                  </a:lnTo>
                  <a:lnTo>
                    <a:pt x="5771050" y="3499442"/>
                  </a:lnTo>
                  <a:lnTo>
                    <a:pt x="5737884" y="3499442"/>
                  </a:lnTo>
                  <a:lnTo>
                    <a:pt x="5704717" y="3499442"/>
                  </a:lnTo>
                  <a:lnTo>
                    <a:pt x="5671550" y="3499442"/>
                  </a:lnTo>
                  <a:lnTo>
                    <a:pt x="5638383" y="3499442"/>
                  </a:lnTo>
                  <a:lnTo>
                    <a:pt x="5605216" y="3499442"/>
                  </a:lnTo>
                  <a:lnTo>
                    <a:pt x="5572049" y="3499442"/>
                  </a:lnTo>
                  <a:lnTo>
                    <a:pt x="5538882" y="3499442"/>
                  </a:lnTo>
                  <a:lnTo>
                    <a:pt x="5505715" y="3499442"/>
                  </a:lnTo>
                  <a:lnTo>
                    <a:pt x="5472548" y="3499442"/>
                  </a:lnTo>
                  <a:lnTo>
                    <a:pt x="5439381" y="3499442"/>
                  </a:lnTo>
                  <a:lnTo>
                    <a:pt x="5406214" y="3499442"/>
                  </a:lnTo>
                  <a:lnTo>
                    <a:pt x="5373047" y="3499442"/>
                  </a:lnTo>
                  <a:lnTo>
                    <a:pt x="5339880" y="3499442"/>
                  </a:lnTo>
                  <a:lnTo>
                    <a:pt x="5306713" y="3499442"/>
                  </a:lnTo>
                  <a:lnTo>
                    <a:pt x="5273546" y="3499442"/>
                  </a:lnTo>
                  <a:lnTo>
                    <a:pt x="5240379" y="3499442"/>
                  </a:lnTo>
                  <a:lnTo>
                    <a:pt x="5207212" y="3499442"/>
                  </a:lnTo>
                  <a:lnTo>
                    <a:pt x="5174045" y="3499442"/>
                  </a:lnTo>
                  <a:lnTo>
                    <a:pt x="5140878" y="3499442"/>
                  </a:lnTo>
                  <a:lnTo>
                    <a:pt x="5107711" y="3499442"/>
                  </a:lnTo>
                  <a:lnTo>
                    <a:pt x="5074544" y="3499442"/>
                  </a:lnTo>
                  <a:lnTo>
                    <a:pt x="5041377" y="3499442"/>
                  </a:lnTo>
                  <a:lnTo>
                    <a:pt x="5008210" y="3499442"/>
                  </a:lnTo>
                  <a:lnTo>
                    <a:pt x="4975043" y="3499442"/>
                  </a:lnTo>
                  <a:lnTo>
                    <a:pt x="4941876" y="3499442"/>
                  </a:lnTo>
                  <a:lnTo>
                    <a:pt x="4908710" y="3499442"/>
                  </a:lnTo>
                  <a:lnTo>
                    <a:pt x="4875543" y="3499442"/>
                  </a:lnTo>
                  <a:lnTo>
                    <a:pt x="4842376" y="3499442"/>
                  </a:lnTo>
                  <a:lnTo>
                    <a:pt x="4809209" y="3499442"/>
                  </a:lnTo>
                  <a:lnTo>
                    <a:pt x="4776042" y="3499442"/>
                  </a:lnTo>
                  <a:lnTo>
                    <a:pt x="4742875" y="3499442"/>
                  </a:lnTo>
                  <a:lnTo>
                    <a:pt x="4709708" y="3499442"/>
                  </a:lnTo>
                  <a:lnTo>
                    <a:pt x="4676541" y="3499442"/>
                  </a:lnTo>
                  <a:lnTo>
                    <a:pt x="4643374" y="3499442"/>
                  </a:lnTo>
                  <a:lnTo>
                    <a:pt x="4610207" y="3499442"/>
                  </a:lnTo>
                  <a:lnTo>
                    <a:pt x="4577040" y="3493595"/>
                  </a:lnTo>
                  <a:lnTo>
                    <a:pt x="4543873" y="3484936"/>
                  </a:lnTo>
                  <a:lnTo>
                    <a:pt x="4510706" y="3476055"/>
                  </a:lnTo>
                  <a:lnTo>
                    <a:pt x="4477539" y="3466927"/>
                  </a:lnTo>
                  <a:lnTo>
                    <a:pt x="4444372" y="3457522"/>
                  </a:lnTo>
                  <a:lnTo>
                    <a:pt x="4411205" y="3447810"/>
                  </a:lnTo>
                  <a:lnTo>
                    <a:pt x="4378038" y="3437754"/>
                  </a:lnTo>
                  <a:lnTo>
                    <a:pt x="4344871" y="3427319"/>
                  </a:lnTo>
                  <a:lnTo>
                    <a:pt x="4311704" y="3416464"/>
                  </a:lnTo>
                  <a:lnTo>
                    <a:pt x="4278537" y="3405147"/>
                  </a:lnTo>
                  <a:lnTo>
                    <a:pt x="4245370" y="3393324"/>
                  </a:lnTo>
                  <a:lnTo>
                    <a:pt x="4212203" y="3380949"/>
                  </a:lnTo>
                  <a:lnTo>
                    <a:pt x="4179036" y="3368203"/>
                  </a:lnTo>
                  <a:lnTo>
                    <a:pt x="4145869" y="3355285"/>
                  </a:lnTo>
                  <a:lnTo>
                    <a:pt x="4112703" y="3342191"/>
                  </a:lnTo>
                  <a:lnTo>
                    <a:pt x="4079536" y="3328916"/>
                  </a:lnTo>
                  <a:lnTo>
                    <a:pt x="4046369" y="3315455"/>
                  </a:lnTo>
                  <a:lnTo>
                    <a:pt x="4013202" y="3301794"/>
                  </a:lnTo>
                  <a:lnTo>
                    <a:pt x="3980035" y="3287906"/>
                  </a:lnTo>
                  <a:lnTo>
                    <a:pt x="3946868" y="3273750"/>
                  </a:lnTo>
                  <a:lnTo>
                    <a:pt x="3913701" y="3259265"/>
                  </a:lnTo>
                  <a:lnTo>
                    <a:pt x="3880534" y="3244373"/>
                  </a:lnTo>
                  <a:lnTo>
                    <a:pt x="3847367" y="3228978"/>
                  </a:lnTo>
                  <a:lnTo>
                    <a:pt x="3814200" y="3212966"/>
                  </a:lnTo>
                  <a:lnTo>
                    <a:pt x="3781033" y="3196213"/>
                  </a:lnTo>
                  <a:lnTo>
                    <a:pt x="3747866" y="3178585"/>
                  </a:lnTo>
                  <a:lnTo>
                    <a:pt x="3714699" y="3160022"/>
                  </a:lnTo>
                  <a:lnTo>
                    <a:pt x="3681532" y="3140834"/>
                  </a:lnTo>
                  <a:lnTo>
                    <a:pt x="3648365" y="3121146"/>
                  </a:lnTo>
                  <a:lnTo>
                    <a:pt x="3615198" y="3101047"/>
                  </a:lnTo>
                  <a:lnTo>
                    <a:pt x="3582031" y="3080607"/>
                  </a:lnTo>
                  <a:lnTo>
                    <a:pt x="3548864" y="3059868"/>
                  </a:lnTo>
                  <a:lnTo>
                    <a:pt x="3515697" y="3038831"/>
                  </a:lnTo>
                  <a:lnTo>
                    <a:pt x="3482530" y="3017455"/>
                  </a:lnTo>
                  <a:lnTo>
                    <a:pt x="3449363" y="2995652"/>
                  </a:lnTo>
                  <a:lnTo>
                    <a:pt x="3416196" y="2973298"/>
                  </a:lnTo>
                  <a:lnTo>
                    <a:pt x="3383029" y="2950244"/>
                  </a:lnTo>
                  <a:lnTo>
                    <a:pt x="3349862" y="2926327"/>
                  </a:lnTo>
                  <a:lnTo>
                    <a:pt x="3316695" y="2901195"/>
                  </a:lnTo>
                  <a:lnTo>
                    <a:pt x="3283529" y="2874819"/>
                  </a:lnTo>
                  <a:lnTo>
                    <a:pt x="3250362" y="2847432"/>
                  </a:lnTo>
                  <a:lnTo>
                    <a:pt x="3217195" y="2819256"/>
                  </a:lnTo>
                  <a:lnTo>
                    <a:pt x="3184028" y="2790498"/>
                  </a:lnTo>
                  <a:lnTo>
                    <a:pt x="3150861" y="2761338"/>
                  </a:lnTo>
                  <a:lnTo>
                    <a:pt x="3117694" y="2731924"/>
                  </a:lnTo>
                  <a:lnTo>
                    <a:pt x="3084527" y="2702369"/>
                  </a:lnTo>
                  <a:lnTo>
                    <a:pt x="3051360" y="2672754"/>
                  </a:lnTo>
                  <a:lnTo>
                    <a:pt x="3018193" y="2643131"/>
                  </a:lnTo>
                  <a:lnTo>
                    <a:pt x="2985026" y="2613534"/>
                  </a:lnTo>
                  <a:lnTo>
                    <a:pt x="2951859" y="2583984"/>
                  </a:lnTo>
                  <a:lnTo>
                    <a:pt x="2918692" y="2554249"/>
                  </a:lnTo>
                  <a:lnTo>
                    <a:pt x="2885525" y="2523126"/>
                  </a:lnTo>
                  <a:lnTo>
                    <a:pt x="2852358" y="2490721"/>
                  </a:lnTo>
                  <a:lnTo>
                    <a:pt x="2819191" y="2457340"/>
                  </a:lnTo>
                  <a:lnTo>
                    <a:pt x="2786024" y="2423273"/>
                  </a:lnTo>
                  <a:lnTo>
                    <a:pt x="2752857" y="2388794"/>
                  </a:lnTo>
                  <a:lnTo>
                    <a:pt x="2719690" y="2354158"/>
                  </a:lnTo>
                  <a:lnTo>
                    <a:pt x="2686523" y="2319593"/>
                  </a:lnTo>
                  <a:lnTo>
                    <a:pt x="2653356" y="2285308"/>
                  </a:lnTo>
                  <a:lnTo>
                    <a:pt x="2620189" y="2251488"/>
                  </a:lnTo>
                  <a:lnTo>
                    <a:pt x="2587022" y="2218308"/>
                  </a:lnTo>
                  <a:lnTo>
                    <a:pt x="2553855" y="2185931"/>
                  </a:lnTo>
                  <a:lnTo>
                    <a:pt x="2520688" y="2154520"/>
                  </a:lnTo>
                  <a:lnTo>
                    <a:pt x="2487521" y="2123600"/>
                  </a:lnTo>
                  <a:lnTo>
                    <a:pt x="2454355" y="2092425"/>
                  </a:lnTo>
                  <a:lnTo>
                    <a:pt x="2421188" y="2061039"/>
                  </a:lnTo>
                  <a:lnTo>
                    <a:pt x="2388021" y="2029486"/>
                  </a:lnTo>
                  <a:lnTo>
                    <a:pt x="2354854" y="1997812"/>
                  </a:lnTo>
                  <a:lnTo>
                    <a:pt x="2321687" y="1966060"/>
                  </a:lnTo>
                  <a:lnTo>
                    <a:pt x="2288520" y="1934272"/>
                  </a:lnTo>
                  <a:lnTo>
                    <a:pt x="2255353" y="1902489"/>
                  </a:lnTo>
                  <a:lnTo>
                    <a:pt x="2222186" y="1870751"/>
                  </a:lnTo>
                  <a:lnTo>
                    <a:pt x="2189019" y="1839095"/>
                  </a:lnTo>
                  <a:lnTo>
                    <a:pt x="2155852" y="1807559"/>
                  </a:lnTo>
                  <a:lnTo>
                    <a:pt x="2122685" y="1776180"/>
                  </a:lnTo>
                  <a:lnTo>
                    <a:pt x="2089518" y="1744993"/>
                  </a:lnTo>
                  <a:lnTo>
                    <a:pt x="2056351" y="1714034"/>
                  </a:lnTo>
                  <a:lnTo>
                    <a:pt x="2023184" y="1683338"/>
                  </a:lnTo>
                  <a:lnTo>
                    <a:pt x="1990017" y="1652943"/>
                  </a:lnTo>
                  <a:lnTo>
                    <a:pt x="1956850" y="1622885"/>
                  </a:lnTo>
                  <a:lnTo>
                    <a:pt x="1923683" y="1593203"/>
                  </a:lnTo>
                  <a:lnTo>
                    <a:pt x="1890516" y="1563920"/>
                  </a:lnTo>
                  <a:lnTo>
                    <a:pt x="1857349" y="1534928"/>
                  </a:lnTo>
                  <a:lnTo>
                    <a:pt x="1824182" y="1506209"/>
                  </a:lnTo>
                  <a:lnTo>
                    <a:pt x="1791015" y="1477771"/>
                  </a:lnTo>
                  <a:lnTo>
                    <a:pt x="1757848" y="1449627"/>
                  </a:lnTo>
                  <a:lnTo>
                    <a:pt x="1724681" y="1421785"/>
                  </a:lnTo>
                  <a:lnTo>
                    <a:pt x="1691514" y="1394258"/>
                  </a:lnTo>
                  <a:lnTo>
                    <a:pt x="1658347" y="1367055"/>
                  </a:lnTo>
                  <a:lnTo>
                    <a:pt x="1625181" y="1340187"/>
                  </a:lnTo>
                  <a:lnTo>
                    <a:pt x="1592014" y="1313664"/>
                  </a:lnTo>
                  <a:lnTo>
                    <a:pt x="1558847" y="1287496"/>
                  </a:lnTo>
                  <a:lnTo>
                    <a:pt x="1525680" y="1261691"/>
                  </a:lnTo>
                  <a:lnTo>
                    <a:pt x="1492513" y="1236258"/>
                  </a:lnTo>
                  <a:lnTo>
                    <a:pt x="1459346" y="1211204"/>
                  </a:lnTo>
                  <a:lnTo>
                    <a:pt x="1426179" y="1186536"/>
                  </a:lnTo>
                  <a:lnTo>
                    <a:pt x="1393012" y="1162259"/>
                  </a:lnTo>
                  <a:lnTo>
                    <a:pt x="1359845" y="1138378"/>
                  </a:lnTo>
                  <a:lnTo>
                    <a:pt x="1326678" y="1114898"/>
                  </a:lnTo>
                  <a:lnTo>
                    <a:pt x="1293511" y="1091821"/>
                  </a:lnTo>
                  <a:lnTo>
                    <a:pt x="1260344" y="1069150"/>
                  </a:lnTo>
                  <a:lnTo>
                    <a:pt x="1227177" y="1046885"/>
                  </a:lnTo>
                  <a:lnTo>
                    <a:pt x="1194010" y="1025028"/>
                  </a:lnTo>
                  <a:lnTo>
                    <a:pt x="1160843" y="1003579"/>
                  </a:lnTo>
                  <a:lnTo>
                    <a:pt x="1127676" y="982537"/>
                  </a:lnTo>
                  <a:lnTo>
                    <a:pt x="1094509" y="961901"/>
                  </a:lnTo>
                  <a:lnTo>
                    <a:pt x="1061342" y="941669"/>
                  </a:lnTo>
                  <a:lnTo>
                    <a:pt x="1028175" y="921840"/>
                  </a:lnTo>
                  <a:lnTo>
                    <a:pt x="995008" y="902411"/>
                  </a:lnTo>
                  <a:lnTo>
                    <a:pt x="961841" y="883380"/>
                  </a:lnTo>
                  <a:lnTo>
                    <a:pt x="928674" y="864744"/>
                  </a:lnTo>
                  <a:lnTo>
                    <a:pt x="895507" y="846500"/>
                  </a:lnTo>
                  <a:lnTo>
                    <a:pt x="862340" y="828645"/>
                  </a:lnTo>
                  <a:lnTo>
                    <a:pt x="829173" y="811176"/>
                  </a:lnTo>
                  <a:lnTo>
                    <a:pt x="796007" y="794089"/>
                  </a:lnTo>
                  <a:lnTo>
                    <a:pt x="762840" y="777381"/>
                  </a:lnTo>
                  <a:lnTo>
                    <a:pt x="729673" y="761050"/>
                  </a:lnTo>
                  <a:lnTo>
                    <a:pt x="696506" y="745090"/>
                  </a:lnTo>
                  <a:lnTo>
                    <a:pt x="663339" y="729500"/>
                  </a:lnTo>
                  <a:lnTo>
                    <a:pt x="630172" y="714275"/>
                  </a:lnTo>
                  <a:lnTo>
                    <a:pt x="597005" y="699413"/>
                  </a:lnTo>
                  <a:lnTo>
                    <a:pt x="563838" y="684911"/>
                  </a:lnTo>
                  <a:lnTo>
                    <a:pt x="530671" y="670764"/>
                  </a:lnTo>
                  <a:lnTo>
                    <a:pt x="497504" y="656970"/>
                  </a:lnTo>
                  <a:lnTo>
                    <a:pt x="464337" y="643527"/>
                  </a:lnTo>
                  <a:lnTo>
                    <a:pt x="431170" y="630430"/>
                  </a:lnTo>
                  <a:lnTo>
                    <a:pt x="398003" y="617676"/>
                  </a:lnTo>
                  <a:lnTo>
                    <a:pt x="364836" y="605264"/>
                  </a:lnTo>
                  <a:lnTo>
                    <a:pt x="331669" y="593190"/>
                  </a:lnTo>
                  <a:lnTo>
                    <a:pt x="298502" y="581451"/>
                  </a:lnTo>
                  <a:lnTo>
                    <a:pt x="265335" y="570044"/>
                  </a:lnTo>
                  <a:lnTo>
                    <a:pt x="232168" y="558968"/>
                  </a:lnTo>
                  <a:lnTo>
                    <a:pt x="199001" y="548218"/>
                  </a:lnTo>
                  <a:lnTo>
                    <a:pt x="165834" y="537793"/>
                  </a:lnTo>
                  <a:lnTo>
                    <a:pt x="132667" y="527690"/>
                  </a:lnTo>
                  <a:lnTo>
                    <a:pt x="99500" y="517906"/>
                  </a:lnTo>
                  <a:lnTo>
                    <a:pt x="66333" y="508440"/>
                  </a:lnTo>
                  <a:lnTo>
                    <a:pt x="33166" y="499288"/>
                  </a:lnTo>
                  <a:lnTo>
                    <a:pt x="0" y="490448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1719860"/>
              <a:ext cx="6600224" cy="3362703"/>
            </a:xfrm>
            <a:custGeom>
              <a:avLst/>
              <a:pathLst>
                <a:path w="6600224" h="3362703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0"/>
                  </a:lnTo>
                  <a:lnTo>
                    <a:pt x="165834" y="0"/>
                  </a:lnTo>
                  <a:lnTo>
                    <a:pt x="199001" y="0"/>
                  </a:lnTo>
                  <a:lnTo>
                    <a:pt x="232168" y="0"/>
                  </a:lnTo>
                  <a:lnTo>
                    <a:pt x="265335" y="0"/>
                  </a:lnTo>
                  <a:lnTo>
                    <a:pt x="298502" y="0"/>
                  </a:lnTo>
                  <a:lnTo>
                    <a:pt x="331669" y="0"/>
                  </a:lnTo>
                  <a:lnTo>
                    <a:pt x="364836" y="0"/>
                  </a:lnTo>
                  <a:lnTo>
                    <a:pt x="398003" y="0"/>
                  </a:lnTo>
                  <a:lnTo>
                    <a:pt x="431170" y="0"/>
                  </a:lnTo>
                  <a:lnTo>
                    <a:pt x="464337" y="0"/>
                  </a:lnTo>
                  <a:lnTo>
                    <a:pt x="497504" y="0"/>
                  </a:lnTo>
                  <a:lnTo>
                    <a:pt x="530671" y="0"/>
                  </a:lnTo>
                  <a:lnTo>
                    <a:pt x="563838" y="0"/>
                  </a:lnTo>
                  <a:lnTo>
                    <a:pt x="597005" y="19229"/>
                  </a:lnTo>
                  <a:lnTo>
                    <a:pt x="630172" y="54890"/>
                  </a:lnTo>
                  <a:lnTo>
                    <a:pt x="663339" y="90411"/>
                  </a:lnTo>
                  <a:lnTo>
                    <a:pt x="696506" y="125789"/>
                  </a:lnTo>
                  <a:lnTo>
                    <a:pt x="729673" y="161025"/>
                  </a:lnTo>
                  <a:lnTo>
                    <a:pt x="762840" y="196116"/>
                  </a:lnTo>
                  <a:lnTo>
                    <a:pt x="796007" y="231061"/>
                  </a:lnTo>
                  <a:lnTo>
                    <a:pt x="829173" y="265860"/>
                  </a:lnTo>
                  <a:lnTo>
                    <a:pt x="862340" y="300511"/>
                  </a:lnTo>
                  <a:lnTo>
                    <a:pt x="895507" y="335012"/>
                  </a:lnTo>
                  <a:lnTo>
                    <a:pt x="928674" y="369363"/>
                  </a:lnTo>
                  <a:lnTo>
                    <a:pt x="961841" y="403563"/>
                  </a:lnTo>
                  <a:lnTo>
                    <a:pt x="995008" y="437611"/>
                  </a:lnTo>
                  <a:lnTo>
                    <a:pt x="1028175" y="471506"/>
                  </a:lnTo>
                  <a:lnTo>
                    <a:pt x="1061342" y="505248"/>
                  </a:lnTo>
                  <a:lnTo>
                    <a:pt x="1094509" y="538837"/>
                  </a:lnTo>
                  <a:lnTo>
                    <a:pt x="1127676" y="572273"/>
                  </a:lnTo>
                  <a:lnTo>
                    <a:pt x="1160843" y="605555"/>
                  </a:lnTo>
                  <a:lnTo>
                    <a:pt x="1194010" y="638687"/>
                  </a:lnTo>
                  <a:lnTo>
                    <a:pt x="1227177" y="671668"/>
                  </a:lnTo>
                  <a:lnTo>
                    <a:pt x="1260344" y="704502"/>
                  </a:lnTo>
                  <a:lnTo>
                    <a:pt x="1293511" y="737190"/>
                  </a:lnTo>
                  <a:lnTo>
                    <a:pt x="1326678" y="769737"/>
                  </a:lnTo>
                  <a:lnTo>
                    <a:pt x="1359845" y="802147"/>
                  </a:lnTo>
                  <a:lnTo>
                    <a:pt x="1393012" y="834425"/>
                  </a:lnTo>
                  <a:lnTo>
                    <a:pt x="1426179" y="866577"/>
                  </a:lnTo>
                  <a:lnTo>
                    <a:pt x="1459346" y="898610"/>
                  </a:lnTo>
                  <a:lnTo>
                    <a:pt x="1492513" y="930532"/>
                  </a:lnTo>
                  <a:lnTo>
                    <a:pt x="1525680" y="962351"/>
                  </a:lnTo>
                  <a:lnTo>
                    <a:pt x="1558847" y="994077"/>
                  </a:lnTo>
                  <a:lnTo>
                    <a:pt x="1592014" y="1025721"/>
                  </a:lnTo>
                  <a:lnTo>
                    <a:pt x="1625181" y="1057293"/>
                  </a:lnTo>
                  <a:lnTo>
                    <a:pt x="1658347" y="1088805"/>
                  </a:lnTo>
                  <a:lnTo>
                    <a:pt x="1691514" y="1120270"/>
                  </a:lnTo>
                  <a:lnTo>
                    <a:pt x="1724681" y="1151699"/>
                  </a:lnTo>
                  <a:lnTo>
                    <a:pt x="1757848" y="1183106"/>
                  </a:lnTo>
                  <a:lnTo>
                    <a:pt x="1791015" y="1214503"/>
                  </a:lnTo>
                  <a:lnTo>
                    <a:pt x="1824182" y="1245903"/>
                  </a:lnTo>
                  <a:lnTo>
                    <a:pt x="1857349" y="1277318"/>
                  </a:lnTo>
                  <a:lnTo>
                    <a:pt x="1890516" y="1308761"/>
                  </a:lnTo>
                  <a:lnTo>
                    <a:pt x="1923683" y="1340284"/>
                  </a:lnTo>
                  <a:lnTo>
                    <a:pt x="1956850" y="1372074"/>
                  </a:lnTo>
                  <a:lnTo>
                    <a:pt x="1990017" y="1404122"/>
                  </a:lnTo>
                  <a:lnTo>
                    <a:pt x="2023184" y="1436394"/>
                  </a:lnTo>
                  <a:lnTo>
                    <a:pt x="2056351" y="1468855"/>
                  </a:lnTo>
                  <a:lnTo>
                    <a:pt x="2089518" y="1501466"/>
                  </a:lnTo>
                  <a:lnTo>
                    <a:pt x="2122685" y="1534189"/>
                  </a:lnTo>
                  <a:lnTo>
                    <a:pt x="2155852" y="1566987"/>
                  </a:lnTo>
                  <a:lnTo>
                    <a:pt x="2189019" y="1599822"/>
                  </a:lnTo>
                  <a:lnTo>
                    <a:pt x="2222186" y="1632657"/>
                  </a:lnTo>
                  <a:lnTo>
                    <a:pt x="2255353" y="1665454"/>
                  </a:lnTo>
                  <a:lnTo>
                    <a:pt x="2288520" y="1698179"/>
                  </a:lnTo>
                  <a:lnTo>
                    <a:pt x="2321687" y="1730798"/>
                  </a:lnTo>
                  <a:lnTo>
                    <a:pt x="2354854" y="1763277"/>
                  </a:lnTo>
                  <a:lnTo>
                    <a:pt x="2388021" y="1795585"/>
                  </a:lnTo>
                  <a:lnTo>
                    <a:pt x="2421188" y="1827692"/>
                  </a:lnTo>
                  <a:lnTo>
                    <a:pt x="2454355" y="1859569"/>
                  </a:lnTo>
                  <a:lnTo>
                    <a:pt x="2487521" y="1891187"/>
                  </a:lnTo>
                  <a:lnTo>
                    <a:pt x="2520688" y="1922524"/>
                  </a:lnTo>
                  <a:lnTo>
                    <a:pt x="2553855" y="1954543"/>
                  </a:lnTo>
                  <a:lnTo>
                    <a:pt x="2587022" y="1987781"/>
                  </a:lnTo>
                  <a:lnTo>
                    <a:pt x="2620189" y="2021940"/>
                  </a:lnTo>
                  <a:lnTo>
                    <a:pt x="2653356" y="2056721"/>
                  </a:lnTo>
                  <a:lnTo>
                    <a:pt x="2686523" y="2091834"/>
                  </a:lnTo>
                  <a:lnTo>
                    <a:pt x="2719690" y="2127003"/>
                  </a:lnTo>
                  <a:lnTo>
                    <a:pt x="2752857" y="2161972"/>
                  </a:lnTo>
                  <a:lnTo>
                    <a:pt x="2786024" y="2196510"/>
                  </a:lnTo>
                  <a:lnTo>
                    <a:pt x="2819191" y="2230407"/>
                  </a:lnTo>
                  <a:lnTo>
                    <a:pt x="2852358" y="2263472"/>
                  </a:lnTo>
                  <a:lnTo>
                    <a:pt x="2885525" y="2295537"/>
                  </a:lnTo>
                  <a:lnTo>
                    <a:pt x="2918692" y="2326441"/>
                  </a:lnTo>
                  <a:lnTo>
                    <a:pt x="2951859" y="2356250"/>
                  </a:lnTo>
                  <a:lnTo>
                    <a:pt x="2985026" y="2386313"/>
                  </a:lnTo>
                  <a:lnTo>
                    <a:pt x="3018193" y="2416705"/>
                  </a:lnTo>
                  <a:lnTo>
                    <a:pt x="3051360" y="2447198"/>
                  </a:lnTo>
                  <a:lnTo>
                    <a:pt x="3084527" y="2477573"/>
                  </a:lnTo>
                  <a:lnTo>
                    <a:pt x="3117694" y="2507632"/>
                  </a:lnTo>
                  <a:lnTo>
                    <a:pt x="3150861" y="2537203"/>
                  </a:lnTo>
                  <a:lnTo>
                    <a:pt x="3184028" y="2566149"/>
                  </a:lnTo>
                  <a:lnTo>
                    <a:pt x="3217195" y="2594366"/>
                  </a:lnTo>
                  <a:lnTo>
                    <a:pt x="3250362" y="2621783"/>
                  </a:lnTo>
                  <a:lnTo>
                    <a:pt x="3283529" y="2648355"/>
                  </a:lnTo>
                  <a:lnTo>
                    <a:pt x="3316695" y="2674054"/>
                  </a:lnTo>
                  <a:lnTo>
                    <a:pt x="3349862" y="2698859"/>
                  </a:lnTo>
                  <a:lnTo>
                    <a:pt x="3383029" y="2722903"/>
                  </a:lnTo>
                  <a:lnTo>
                    <a:pt x="3416196" y="2746347"/>
                  </a:lnTo>
                  <a:lnTo>
                    <a:pt x="3449363" y="2769123"/>
                  </a:lnTo>
                  <a:lnTo>
                    <a:pt x="3482530" y="2791173"/>
                  </a:lnTo>
                  <a:lnTo>
                    <a:pt x="3515697" y="2812464"/>
                  </a:lnTo>
                  <a:lnTo>
                    <a:pt x="3548864" y="2833001"/>
                  </a:lnTo>
                  <a:lnTo>
                    <a:pt x="3582031" y="2852834"/>
                  </a:lnTo>
                  <a:lnTo>
                    <a:pt x="3615198" y="2872055"/>
                  </a:lnTo>
                  <a:lnTo>
                    <a:pt x="3648365" y="2890797"/>
                  </a:lnTo>
                  <a:lnTo>
                    <a:pt x="3681532" y="2909223"/>
                  </a:lnTo>
                  <a:lnTo>
                    <a:pt x="3714699" y="2927513"/>
                  </a:lnTo>
                  <a:lnTo>
                    <a:pt x="3747866" y="2945757"/>
                  </a:lnTo>
                  <a:lnTo>
                    <a:pt x="3781033" y="2963377"/>
                  </a:lnTo>
                  <a:lnTo>
                    <a:pt x="3814200" y="2980235"/>
                  </a:lnTo>
                  <a:lnTo>
                    <a:pt x="3847367" y="2996337"/>
                  </a:lnTo>
                  <a:lnTo>
                    <a:pt x="3880534" y="3011696"/>
                  </a:lnTo>
                  <a:lnTo>
                    <a:pt x="3913701" y="3026338"/>
                  </a:lnTo>
                  <a:lnTo>
                    <a:pt x="3946868" y="3040305"/>
                  </a:lnTo>
                  <a:lnTo>
                    <a:pt x="3980035" y="3053659"/>
                  </a:lnTo>
                  <a:lnTo>
                    <a:pt x="4013202" y="3066477"/>
                  </a:lnTo>
                  <a:lnTo>
                    <a:pt x="4046369" y="3078857"/>
                  </a:lnTo>
                  <a:lnTo>
                    <a:pt x="4079536" y="3090911"/>
                  </a:lnTo>
                  <a:lnTo>
                    <a:pt x="4112703" y="3102764"/>
                  </a:lnTo>
                  <a:lnTo>
                    <a:pt x="4145869" y="3114550"/>
                  </a:lnTo>
                  <a:lnTo>
                    <a:pt x="4179036" y="3126402"/>
                  </a:lnTo>
                  <a:lnTo>
                    <a:pt x="4212203" y="3138456"/>
                  </a:lnTo>
                  <a:lnTo>
                    <a:pt x="4245370" y="3150390"/>
                  </a:lnTo>
                  <a:lnTo>
                    <a:pt x="4278537" y="3161803"/>
                  </a:lnTo>
                  <a:lnTo>
                    <a:pt x="4311704" y="3172704"/>
                  </a:lnTo>
                  <a:lnTo>
                    <a:pt x="4344871" y="3183102"/>
                  </a:lnTo>
                  <a:lnTo>
                    <a:pt x="4378038" y="3193009"/>
                  </a:lnTo>
                  <a:lnTo>
                    <a:pt x="4411205" y="3202437"/>
                  </a:lnTo>
                  <a:lnTo>
                    <a:pt x="4444372" y="3211405"/>
                  </a:lnTo>
                  <a:lnTo>
                    <a:pt x="4477539" y="3219930"/>
                  </a:lnTo>
                  <a:lnTo>
                    <a:pt x="4510706" y="3228035"/>
                  </a:lnTo>
                  <a:lnTo>
                    <a:pt x="4543873" y="3235744"/>
                  </a:lnTo>
                  <a:lnTo>
                    <a:pt x="4577040" y="3243085"/>
                  </a:lnTo>
                  <a:lnTo>
                    <a:pt x="4610207" y="3250089"/>
                  </a:lnTo>
                  <a:lnTo>
                    <a:pt x="4643374" y="3256789"/>
                  </a:lnTo>
                  <a:lnTo>
                    <a:pt x="4676541" y="3263219"/>
                  </a:lnTo>
                  <a:lnTo>
                    <a:pt x="4709708" y="3269417"/>
                  </a:lnTo>
                  <a:lnTo>
                    <a:pt x="4742875" y="3275422"/>
                  </a:lnTo>
                  <a:lnTo>
                    <a:pt x="4776042" y="3281271"/>
                  </a:lnTo>
                  <a:lnTo>
                    <a:pt x="4809209" y="3287004"/>
                  </a:lnTo>
                  <a:lnTo>
                    <a:pt x="4842376" y="3292661"/>
                  </a:lnTo>
                  <a:lnTo>
                    <a:pt x="4875543" y="3298280"/>
                  </a:lnTo>
                  <a:lnTo>
                    <a:pt x="4908710" y="3303896"/>
                  </a:lnTo>
                  <a:lnTo>
                    <a:pt x="4941876" y="3309380"/>
                  </a:lnTo>
                  <a:lnTo>
                    <a:pt x="4975043" y="3314619"/>
                  </a:lnTo>
                  <a:lnTo>
                    <a:pt x="5008210" y="3319613"/>
                  </a:lnTo>
                  <a:lnTo>
                    <a:pt x="5041377" y="3324358"/>
                  </a:lnTo>
                  <a:lnTo>
                    <a:pt x="5074544" y="3328854"/>
                  </a:lnTo>
                  <a:lnTo>
                    <a:pt x="5107711" y="3333097"/>
                  </a:lnTo>
                  <a:lnTo>
                    <a:pt x="5140878" y="3337082"/>
                  </a:lnTo>
                  <a:lnTo>
                    <a:pt x="5174045" y="3340805"/>
                  </a:lnTo>
                  <a:lnTo>
                    <a:pt x="5207212" y="3344261"/>
                  </a:lnTo>
                  <a:lnTo>
                    <a:pt x="5240379" y="3347444"/>
                  </a:lnTo>
                  <a:lnTo>
                    <a:pt x="5273546" y="3350347"/>
                  </a:lnTo>
                  <a:lnTo>
                    <a:pt x="5306713" y="3352964"/>
                  </a:lnTo>
                  <a:lnTo>
                    <a:pt x="5339880" y="3355288"/>
                  </a:lnTo>
                  <a:lnTo>
                    <a:pt x="5373047" y="3357311"/>
                  </a:lnTo>
                  <a:lnTo>
                    <a:pt x="5406214" y="3359026"/>
                  </a:lnTo>
                  <a:lnTo>
                    <a:pt x="5439381" y="3360425"/>
                  </a:lnTo>
                  <a:lnTo>
                    <a:pt x="5472548" y="3361501"/>
                  </a:lnTo>
                  <a:lnTo>
                    <a:pt x="5505715" y="3362244"/>
                  </a:lnTo>
                  <a:lnTo>
                    <a:pt x="5538882" y="3362647"/>
                  </a:lnTo>
                  <a:lnTo>
                    <a:pt x="5572049" y="3362703"/>
                  </a:lnTo>
                  <a:lnTo>
                    <a:pt x="5605216" y="3362404"/>
                  </a:lnTo>
                  <a:lnTo>
                    <a:pt x="5638383" y="3361742"/>
                  </a:lnTo>
                  <a:lnTo>
                    <a:pt x="5671550" y="3360711"/>
                  </a:lnTo>
                  <a:lnTo>
                    <a:pt x="5704717" y="3359302"/>
                  </a:lnTo>
                  <a:lnTo>
                    <a:pt x="5737884" y="3357511"/>
                  </a:lnTo>
                  <a:lnTo>
                    <a:pt x="5771050" y="3355330"/>
                  </a:lnTo>
                  <a:lnTo>
                    <a:pt x="5804217" y="3352753"/>
                  </a:lnTo>
                  <a:lnTo>
                    <a:pt x="5837384" y="3349777"/>
                  </a:lnTo>
                  <a:lnTo>
                    <a:pt x="5870551" y="3346394"/>
                  </a:lnTo>
                  <a:lnTo>
                    <a:pt x="5903718" y="3342602"/>
                  </a:lnTo>
                  <a:lnTo>
                    <a:pt x="5936885" y="3338396"/>
                  </a:lnTo>
                  <a:lnTo>
                    <a:pt x="5970052" y="3333773"/>
                  </a:lnTo>
                  <a:lnTo>
                    <a:pt x="6003219" y="3328728"/>
                  </a:lnTo>
                  <a:lnTo>
                    <a:pt x="6036386" y="3323260"/>
                  </a:lnTo>
                  <a:lnTo>
                    <a:pt x="6069553" y="3317367"/>
                  </a:lnTo>
                  <a:lnTo>
                    <a:pt x="6102720" y="3311045"/>
                  </a:lnTo>
                  <a:lnTo>
                    <a:pt x="6135887" y="3304294"/>
                  </a:lnTo>
                  <a:lnTo>
                    <a:pt x="6169054" y="3297112"/>
                  </a:lnTo>
                  <a:lnTo>
                    <a:pt x="6202221" y="3289498"/>
                  </a:lnTo>
                  <a:lnTo>
                    <a:pt x="6235388" y="3281451"/>
                  </a:lnTo>
                  <a:lnTo>
                    <a:pt x="6268555" y="3272970"/>
                  </a:lnTo>
                  <a:lnTo>
                    <a:pt x="6301722" y="3264056"/>
                  </a:lnTo>
                  <a:lnTo>
                    <a:pt x="6334889" y="3254709"/>
                  </a:lnTo>
                  <a:lnTo>
                    <a:pt x="6368056" y="3244927"/>
                  </a:lnTo>
                  <a:lnTo>
                    <a:pt x="6401223" y="3234712"/>
                  </a:lnTo>
                  <a:lnTo>
                    <a:pt x="6434390" y="3224063"/>
                  </a:lnTo>
                  <a:lnTo>
                    <a:pt x="6467557" y="3212982"/>
                  </a:lnTo>
                  <a:lnTo>
                    <a:pt x="6500724" y="3201468"/>
                  </a:lnTo>
                  <a:lnTo>
                    <a:pt x="6533891" y="3189522"/>
                  </a:lnTo>
                  <a:lnTo>
                    <a:pt x="6567058" y="3177146"/>
                  </a:lnTo>
                  <a:lnTo>
                    <a:pt x="6600224" y="3164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2210309"/>
              <a:ext cx="6600224" cy="3008993"/>
            </a:xfrm>
            <a:custGeom>
              <a:avLst/>
              <a:pathLst>
                <a:path w="6600224" h="3008993">
                  <a:moveTo>
                    <a:pt x="6600224" y="3008993"/>
                  </a:moveTo>
                  <a:lnTo>
                    <a:pt x="6567058" y="3008993"/>
                  </a:lnTo>
                  <a:lnTo>
                    <a:pt x="6533891" y="3008993"/>
                  </a:lnTo>
                  <a:lnTo>
                    <a:pt x="6500724" y="3008993"/>
                  </a:lnTo>
                  <a:lnTo>
                    <a:pt x="6467557" y="3008993"/>
                  </a:lnTo>
                  <a:lnTo>
                    <a:pt x="6434390" y="3008993"/>
                  </a:lnTo>
                  <a:lnTo>
                    <a:pt x="6401223" y="3008993"/>
                  </a:lnTo>
                  <a:lnTo>
                    <a:pt x="6368056" y="3008993"/>
                  </a:lnTo>
                  <a:lnTo>
                    <a:pt x="6334889" y="3008993"/>
                  </a:lnTo>
                  <a:lnTo>
                    <a:pt x="6301722" y="3008993"/>
                  </a:lnTo>
                  <a:lnTo>
                    <a:pt x="6268555" y="3008993"/>
                  </a:lnTo>
                  <a:lnTo>
                    <a:pt x="6235388" y="3008993"/>
                  </a:lnTo>
                  <a:lnTo>
                    <a:pt x="6202221" y="3008993"/>
                  </a:lnTo>
                  <a:lnTo>
                    <a:pt x="6169054" y="3008993"/>
                  </a:lnTo>
                  <a:lnTo>
                    <a:pt x="6135887" y="3008993"/>
                  </a:lnTo>
                  <a:lnTo>
                    <a:pt x="6102720" y="3008993"/>
                  </a:lnTo>
                  <a:lnTo>
                    <a:pt x="6069553" y="3008993"/>
                  </a:lnTo>
                  <a:lnTo>
                    <a:pt x="6036386" y="3008993"/>
                  </a:lnTo>
                  <a:lnTo>
                    <a:pt x="6003219" y="3008993"/>
                  </a:lnTo>
                  <a:lnTo>
                    <a:pt x="5970052" y="3008993"/>
                  </a:lnTo>
                  <a:lnTo>
                    <a:pt x="5936885" y="3008993"/>
                  </a:lnTo>
                  <a:lnTo>
                    <a:pt x="5903718" y="3008993"/>
                  </a:lnTo>
                  <a:lnTo>
                    <a:pt x="5870551" y="3008993"/>
                  </a:lnTo>
                  <a:lnTo>
                    <a:pt x="5837384" y="3008993"/>
                  </a:lnTo>
                  <a:lnTo>
                    <a:pt x="5804217" y="3008993"/>
                  </a:lnTo>
                  <a:lnTo>
                    <a:pt x="5771050" y="3008993"/>
                  </a:lnTo>
                  <a:lnTo>
                    <a:pt x="5737884" y="3008993"/>
                  </a:lnTo>
                  <a:lnTo>
                    <a:pt x="5704717" y="3008993"/>
                  </a:lnTo>
                  <a:lnTo>
                    <a:pt x="5671550" y="3008993"/>
                  </a:lnTo>
                  <a:lnTo>
                    <a:pt x="5638383" y="3008993"/>
                  </a:lnTo>
                  <a:lnTo>
                    <a:pt x="5605216" y="3008993"/>
                  </a:lnTo>
                  <a:lnTo>
                    <a:pt x="5572049" y="3008993"/>
                  </a:lnTo>
                  <a:lnTo>
                    <a:pt x="5538882" y="3008993"/>
                  </a:lnTo>
                  <a:lnTo>
                    <a:pt x="5505715" y="3008993"/>
                  </a:lnTo>
                  <a:lnTo>
                    <a:pt x="5472548" y="3008993"/>
                  </a:lnTo>
                  <a:lnTo>
                    <a:pt x="5439381" y="3008993"/>
                  </a:lnTo>
                  <a:lnTo>
                    <a:pt x="5406214" y="3008993"/>
                  </a:lnTo>
                  <a:lnTo>
                    <a:pt x="5373047" y="3008993"/>
                  </a:lnTo>
                  <a:lnTo>
                    <a:pt x="5339880" y="3008993"/>
                  </a:lnTo>
                  <a:lnTo>
                    <a:pt x="5306713" y="3008993"/>
                  </a:lnTo>
                  <a:lnTo>
                    <a:pt x="5273546" y="3008993"/>
                  </a:lnTo>
                  <a:lnTo>
                    <a:pt x="5240379" y="3008993"/>
                  </a:lnTo>
                  <a:lnTo>
                    <a:pt x="5207212" y="3008993"/>
                  </a:lnTo>
                  <a:lnTo>
                    <a:pt x="5174045" y="3008993"/>
                  </a:lnTo>
                  <a:lnTo>
                    <a:pt x="5140878" y="3008993"/>
                  </a:lnTo>
                  <a:lnTo>
                    <a:pt x="5107711" y="3008993"/>
                  </a:lnTo>
                  <a:lnTo>
                    <a:pt x="5074544" y="3008993"/>
                  </a:lnTo>
                  <a:lnTo>
                    <a:pt x="5041377" y="3008993"/>
                  </a:lnTo>
                  <a:lnTo>
                    <a:pt x="5008210" y="3008993"/>
                  </a:lnTo>
                  <a:lnTo>
                    <a:pt x="4975043" y="3008993"/>
                  </a:lnTo>
                  <a:lnTo>
                    <a:pt x="4941876" y="3008993"/>
                  </a:lnTo>
                  <a:lnTo>
                    <a:pt x="4908710" y="3008993"/>
                  </a:lnTo>
                  <a:lnTo>
                    <a:pt x="4875543" y="3008993"/>
                  </a:lnTo>
                  <a:lnTo>
                    <a:pt x="4842376" y="3008993"/>
                  </a:lnTo>
                  <a:lnTo>
                    <a:pt x="4809209" y="3008993"/>
                  </a:lnTo>
                  <a:lnTo>
                    <a:pt x="4776042" y="3008993"/>
                  </a:lnTo>
                  <a:lnTo>
                    <a:pt x="4742875" y="3008993"/>
                  </a:lnTo>
                  <a:lnTo>
                    <a:pt x="4709708" y="3008993"/>
                  </a:lnTo>
                  <a:lnTo>
                    <a:pt x="4676541" y="3008993"/>
                  </a:lnTo>
                  <a:lnTo>
                    <a:pt x="4643374" y="3008993"/>
                  </a:lnTo>
                  <a:lnTo>
                    <a:pt x="4610207" y="3008993"/>
                  </a:lnTo>
                  <a:lnTo>
                    <a:pt x="4577040" y="3003146"/>
                  </a:lnTo>
                  <a:lnTo>
                    <a:pt x="4543873" y="2994487"/>
                  </a:lnTo>
                  <a:lnTo>
                    <a:pt x="4510706" y="2985606"/>
                  </a:lnTo>
                  <a:lnTo>
                    <a:pt x="4477539" y="2976478"/>
                  </a:lnTo>
                  <a:lnTo>
                    <a:pt x="4444372" y="2967073"/>
                  </a:lnTo>
                  <a:lnTo>
                    <a:pt x="4411205" y="2957361"/>
                  </a:lnTo>
                  <a:lnTo>
                    <a:pt x="4378038" y="2947305"/>
                  </a:lnTo>
                  <a:lnTo>
                    <a:pt x="4344871" y="2936870"/>
                  </a:lnTo>
                  <a:lnTo>
                    <a:pt x="4311704" y="2926015"/>
                  </a:lnTo>
                  <a:lnTo>
                    <a:pt x="4278537" y="2914698"/>
                  </a:lnTo>
                  <a:lnTo>
                    <a:pt x="4245370" y="2902875"/>
                  </a:lnTo>
                  <a:lnTo>
                    <a:pt x="4212203" y="2890501"/>
                  </a:lnTo>
                  <a:lnTo>
                    <a:pt x="4179036" y="2877754"/>
                  </a:lnTo>
                  <a:lnTo>
                    <a:pt x="4145869" y="2864837"/>
                  </a:lnTo>
                  <a:lnTo>
                    <a:pt x="4112703" y="2851742"/>
                  </a:lnTo>
                  <a:lnTo>
                    <a:pt x="4079536" y="2838467"/>
                  </a:lnTo>
                  <a:lnTo>
                    <a:pt x="4046369" y="2825006"/>
                  </a:lnTo>
                  <a:lnTo>
                    <a:pt x="4013202" y="2811345"/>
                  </a:lnTo>
                  <a:lnTo>
                    <a:pt x="3980035" y="2797457"/>
                  </a:lnTo>
                  <a:lnTo>
                    <a:pt x="3946868" y="2783301"/>
                  </a:lnTo>
                  <a:lnTo>
                    <a:pt x="3913701" y="2768816"/>
                  </a:lnTo>
                  <a:lnTo>
                    <a:pt x="3880534" y="2753924"/>
                  </a:lnTo>
                  <a:lnTo>
                    <a:pt x="3847367" y="2738529"/>
                  </a:lnTo>
                  <a:lnTo>
                    <a:pt x="3814200" y="2722517"/>
                  </a:lnTo>
                  <a:lnTo>
                    <a:pt x="3781033" y="2705764"/>
                  </a:lnTo>
                  <a:lnTo>
                    <a:pt x="3747866" y="2688136"/>
                  </a:lnTo>
                  <a:lnTo>
                    <a:pt x="3714699" y="2669573"/>
                  </a:lnTo>
                  <a:lnTo>
                    <a:pt x="3681532" y="2650385"/>
                  </a:lnTo>
                  <a:lnTo>
                    <a:pt x="3648365" y="2630697"/>
                  </a:lnTo>
                  <a:lnTo>
                    <a:pt x="3615198" y="2610598"/>
                  </a:lnTo>
                  <a:lnTo>
                    <a:pt x="3582031" y="2590158"/>
                  </a:lnTo>
                  <a:lnTo>
                    <a:pt x="3548864" y="2569419"/>
                  </a:lnTo>
                  <a:lnTo>
                    <a:pt x="3515697" y="2548382"/>
                  </a:lnTo>
                  <a:lnTo>
                    <a:pt x="3482530" y="2527006"/>
                  </a:lnTo>
                  <a:lnTo>
                    <a:pt x="3449363" y="2505203"/>
                  </a:lnTo>
                  <a:lnTo>
                    <a:pt x="3416196" y="2482849"/>
                  </a:lnTo>
                  <a:lnTo>
                    <a:pt x="3383029" y="2459795"/>
                  </a:lnTo>
                  <a:lnTo>
                    <a:pt x="3349862" y="2435878"/>
                  </a:lnTo>
                  <a:lnTo>
                    <a:pt x="3316695" y="2410746"/>
                  </a:lnTo>
                  <a:lnTo>
                    <a:pt x="3283529" y="2384370"/>
                  </a:lnTo>
                  <a:lnTo>
                    <a:pt x="3250362" y="2356983"/>
                  </a:lnTo>
                  <a:lnTo>
                    <a:pt x="3217195" y="2328807"/>
                  </a:lnTo>
                  <a:lnTo>
                    <a:pt x="3184028" y="2300049"/>
                  </a:lnTo>
                  <a:lnTo>
                    <a:pt x="3150861" y="2270889"/>
                  </a:lnTo>
                  <a:lnTo>
                    <a:pt x="3117694" y="2241475"/>
                  </a:lnTo>
                  <a:lnTo>
                    <a:pt x="3084527" y="2211920"/>
                  </a:lnTo>
                  <a:lnTo>
                    <a:pt x="3051360" y="2182305"/>
                  </a:lnTo>
                  <a:lnTo>
                    <a:pt x="3018193" y="2152682"/>
                  </a:lnTo>
                  <a:lnTo>
                    <a:pt x="2985026" y="2123085"/>
                  </a:lnTo>
                  <a:lnTo>
                    <a:pt x="2951859" y="2093535"/>
                  </a:lnTo>
                  <a:lnTo>
                    <a:pt x="2918692" y="2063800"/>
                  </a:lnTo>
                  <a:lnTo>
                    <a:pt x="2885525" y="2032677"/>
                  </a:lnTo>
                  <a:lnTo>
                    <a:pt x="2852358" y="2000272"/>
                  </a:lnTo>
                  <a:lnTo>
                    <a:pt x="2819191" y="1966891"/>
                  </a:lnTo>
                  <a:lnTo>
                    <a:pt x="2786024" y="1932824"/>
                  </a:lnTo>
                  <a:lnTo>
                    <a:pt x="2752857" y="1898345"/>
                  </a:lnTo>
                  <a:lnTo>
                    <a:pt x="2719690" y="1863709"/>
                  </a:lnTo>
                  <a:lnTo>
                    <a:pt x="2686523" y="1829144"/>
                  </a:lnTo>
                  <a:lnTo>
                    <a:pt x="2653356" y="1794859"/>
                  </a:lnTo>
                  <a:lnTo>
                    <a:pt x="2620189" y="1761039"/>
                  </a:lnTo>
                  <a:lnTo>
                    <a:pt x="2587022" y="1727859"/>
                  </a:lnTo>
                  <a:lnTo>
                    <a:pt x="2553855" y="1695482"/>
                  </a:lnTo>
                  <a:lnTo>
                    <a:pt x="2520688" y="1664071"/>
                  </a:lnTo>
                  <a:lnTo>
                    <a:pt x="2487521" y="1633151"/>
                  </a:lnTo>
                  <a:lnTo>
                    <a:pt x="2454355" y="1601976"/>
                  </a:lnTo>
                  <a:lnTo>
                    <a:pt x="2421188" y="1570590"/>
                  </a:lnTo>
                  <a:lnTo>
                    <a:pt x="2388021" y="1539037"/>
                  </a:lnTo>
                  <a:lnTo>
                    <a:pt x="2354854" y="1507363"/>
                  </a:lnTo>
                  <a:lnTo>
                    <a:pt x="2321687" y="1475611"/>
                  </a:lnTo>
                  <a:lnTo>
                    <a:pt x="2288520" y="1443823"/>
                  </a:lnTo>
                  <a:lnTo>
                    <a:pt x="2255353" y="1412040"/>
                  </a:lnTo>
                  <a:lnTo>
                    <a:pt x="2222186" y="1380302"/>
                  </a:lnTo>
                  <a:lnTo>
                    <a:pt x="2189019" y="1348646"/>
                  </a:lnTo>
                  <a:lnTo>
                    <a:pt x="2155852" y="1317110"/>
                  </a:lnTo>
                  <a:lnTo>
                    <a:pt x="2122685" y="1285731"/>
                  </a:lnTo>
                  <a:lnTo>
                    <a:pt x="2089518" y="1254544"/>
                  </a:lnTo>
                  <a:lnTo>
                    <a:pt x="2056351" y="1223585"/>
                  </a:lnTo>
                  <a:lnTo>
                    <a:pt x="2023184" y="1192889"/>
                  </a:lnTo>
                  <a:lnTo>
                    <a:pt x="1990017" y="1162494"/>
                  </a:lnTo>
                  <a:lnTo>
                    <a:pt x="1956850" y="1132436"/>
                  </a:lnTo>
                  <a:lnTo>
                    <a:pt x="1923683" y="1102754"/>
                  </a:lnTo>
                  <a:lnTo>
                    <a:pt x="1890516" y="1073471"/>
                  </a:lnTo>
                  <a:lnTo>
                    <a:pt x="1857349" y="1044479"/>
                  </a:lnTo>
                  <a:lnTo>
                    <a:pt x="1824182" y="1015760"/>
                  </a:lnTo>
                  <a:lnTo>
                    <a:pt x="1791015" y="987322"/>
                  </a:lnTo>
                  <a:lnTo>
                    <a:pt x="1757848" y="959178"/>
                  </a:lnTo>
                  <a:lnTo>
                    <a:pt x="1724681" y="931336"/>
                  </a:lnTo>
                  <a:lnTo>
                    <a:pt x="1691514" y="903809"/>
                  </a:lnTo>
                  <a:lnTo>
                    <a:pt x="1658347" y="876606"/>
                  </a:lnTo>
                  <a:lnTo>
                    <a:pt x="1625181" y="849738"/>
                  </a:lnTo>
                  <a:lnTo>
                    <a:pt x="1592014" y="823215"/>
                  </a:lnTo>
                  <a:lnTo>
                    <a:pt x="1558847" y="797047"/>
                  </a:lnTo>
                  <a:lnTo>
                    <a:pt x="1525680" y="771242"/>
                  </a:lnTo>
                  <a:lnTo>
                    <a:pt x="1492513" y="745809"/>
                  </a:lnTo>
                  <a:lnTo>
                    <a:pt x="1459346" y="720755"/>
                  </a:lnTo>
                  <a:lnTo>
                    <a:pt x="1426179" y="696087"/>
                  </a:lnTo>
                  <a:lnTo>
                    <a:pt x="1393012" y="671810"/>
                  </a:lnTo>
                  <a:lnTo>
                    <a:pt x="1359845" y="647929"/>
                  </a:lnTo>
                  <a:lnTo>
                    <a:pt x="1326678" y="624449"/>
                  </a:lnTo>
                  <a:lnTo>
                    <a:pt x="1293511" y="601372"/>
                  </a:lnTo>
                  <a:lnTo>
                    <a:pt x="1260344" y="578701"/>
                  </a:lnTo>
                  <a:lnTo>
                    <a:pt x="1227177" y="556436"/>
                  </a:lnTo>
                  <a:lnTo>
                    <a:pt x="1194010" y="534579"/>
                  </a:lnTo>
                  <a:lnTo>
                    <a:pt x="1160843" y="513130"/>
                  </a:lnTo>
                  <a:lnTo>
                    <a:pt x="1127676" y="492088"/>
                  </a:lnTo>
                  <a:lnTo>
                    <a:pt x="1094509" y="471452"/>
                  </a:lnTo>
                  <a:lnTo>
                    <a:pt x="1061342" y="451220"/>
                  </a:lnTo>
                  <a:lnTo>
                    <a:pt x="1028175" y="431391"/>
                  </a:lnTo>
                  <a:lnTo>
                    <a:pt x="995008" y="411962"/>
                  </a:lnTo>
                  <a:lnTo>
                    <a:pt x="961841" y="392931"/>
                  </a:lnTo>
                  <a:lnTo>
                    <a:pt x="928674" y="374295"/>
                  </a:lnTo>
                  <a:lnTo>
                    <a:pt x="895507" y="356051"/>
                  </a:lnTo>
                  <a:lnTo>
                    <a:pt x="862340" y="338196"/>
                  </a:lnTo>
                  <a:lnTo>
                    <a:pt x="829173" y="320727"/>
                  </a:lnTo>
                  <a:lnTo>
                    <a:pt x="796007" y="303640"/>
                  </a:lnTo>
                  <a:lnTo>
                    <a:pt x="762840" y="286932"/>
                  </a:lnTo>
                  <a:lnTo>
                    <a:pt x="729673" y="270601"/>
                  </a:lnTo>
                  <a:lnTo>
                    <a:pt x="696506" y="254641"/>
                  </a:lnTo>
                  <a:lnTo>
                    <a:pt x="663339" y="239051"/>
                  </a:lnTo>
                  <a:lnTo>
                    <a:pt x="630172" y="223826"/>
                  </a:lnTo>
                  <a:lnTo>
                    <a:pt x="597005" y="208964"/>
                  </a:lnTo>
                  <a:lnTo>
                    <a:pt x="563838" y="194462"/>
                  </a:lnTo>
                  <a:lnTo>
                    <a:pt x="530671" y="180315"/>
                  </a:lnTo>
                  <a:lnTo>
                    <a:pt x="497504" y="166521"/>
                  </a:lnTo>
                  <a:lnTo>
                    <a:pt x="464337" y="153078"/>
                  </a:lnTo>
                  <a:lnTo>
                    <a:pt x="431170" y="139981"/>
                  </a:lnTo>
                  <a:lnTo>
                    <a:pt x="398003" y="127227"/>
                  </a:lnTo>
                  <a:lnTo>
                    <a:pt x="364836" y="114815"/>
                  </a:lnTo>
                  <a:lnTo>
                    <a:pt x="331669" y="102741"/>
                  </a:lnTo>
                  <a:lnTo>
                    <a:pt x="298502" y="91002"/>
                  </a:lnTo>
                  <a:lnTo>
                    <a:pt x="265335" y="79595"/>
                  </a:lnTo>
                  <a:lnTo>
                    <a:pt x="232168" y="68519"/>
                  </a:lnTo>
                  <a:lnTo>
                    <a:pt x="199001" y="57769"/>
                  </a:lnTo>
                  <a:lnTo>
                    <a:pt x="165834" y="47344"/>
                  </a:lnTo>
                  <a:lnTo>
                    <a:pt x="132667" y="37241"/>
                  </a:lnTo>
                  <a:lnTo>
                    <a:pt x="99500" y="27457"/>
                  </a:lnTo>
                  <a:lnTo>
                    <a:pt x="66333" y="17991"/>
                  </a:lnTo>
                  <a:lnTo>
                    <a:pt x="33166" y="88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1719860"/>
              <a:ext cx="6600224" cy="3499442"/>
            </a:xfrm>
            <a:custGeom>
              <a:avLst/>
              <a:pathLst>
                <a:path w="6600224" h="3499442">
                  <a:moveTo>
                    <a:pt x="0" y="0"/>
                  </a:moveTo>
                  <a:lnTo>
                    <a:pt x="33166" y="0"/>
                  </a:lnTo>
                  <a:lnTo>
                    <a:pt x="66333" y="0"/>
                  </a:lnTo>
                  <a:lnTo>
                    <a:pt x="99500" y="0"/>
                  </a:lnTo>
                  <a:lnTo>
                    <a:pt x="132667" y="16712"/>
                  </a:lnTo>
                  <a:lnTo>
                    <a:pt x="165834" y="40532"/>
                  </a:lnTo>
                  <a:lnTo>
                    <a:pt x="199001" y="64448"/>
                  </a:lnTo>
                  <a:lnTo>
                    <a:pt x="232168" y="88461"/>
                  </a:lnTo>
                  <a:lnTo>
                    <a:pt x="265335" y="112572"/>
                  </a:lnTo>
                  <a:lnTo>
                    <a:pt x="298502" y="136783"/>
                  </a:lnTo>
                  <a:lnTo>
                    <a:pt x="331669" y="161094"/>
                  </a:lnTo>
                  <a:lnTo>
                    <a:pt x="364836" y="185507"/>
                  </a:lnTo>
                  <a:lnTo>
                    <a:pt x="398003" y="210021"/>
                  </a:lnTo>
                  <a:lnTo>
                    <a:pt x="431170" y="234640"/>
                  </a:lnTo>
                  <a:lnTo>
                    <a:pt x="464337" y="259363"/>
                  </a:lnTo>
                  <a:lnTo>
                    <a:pt x="497504" y="284191"/>
                  </a:lnTo>
                  <a:lnTo>
                    <a:pt x="530671" y="309127"/>
                  </a:lnTo>
                  <a:lnTo>
                    <a:pt x="563838" y="334170"/>
                  </a:lnTo>
                  <a:lnTo>
                    <a:pt x="597005" y="359321"/>
                  </a:lnTo>
                  <a:lnTo>
                    <a:pt x="630172" y="384583"/>
                  </a:lnTo>
                  <a:lnTo>
                    <a:pt x="663339" y="409955"/>
                  </a:lnTo>
                  <a:lnTo>
                    <a:pt x="696506" y="435440"/>
                  </a:lnTo>
                  <a:lnTo>
                    <a:pt x="729673" y="461037"/>
                  </a:lnTo>
                  <a:lnTo>
                    <a:pt x="762840" y="486749"/>
                  </a:lnTo>
                  <a:lnTo>
                    <a:pt x="796007" y="512575"/>
                  </a:lnTo>
                  <a:lnTo>
                    <a:pt x="829173" y="538518"/>
                  </a:lnTo>
                  <a:lnTo>
                    <a:pt x="862340" y="564578"/>
                  </a:lnTo>
                  <a:lnTo>
                    <a:pt x="895507" y="590756"/>
                  </a:lnTo>
                  <a:lnTo>
                    <a:pt x="928674" y="617054"/>
                  </a:lnTo>
                  <a:lnTo>
                    <a:pt x="961841" y="643472"/>
                  </a:lnTo>
                  <a:lnTo>
                    <a:pt x="995008" y="670011"/>
                  </a:lnTo>
                  <a:lnTo>
                    <a:pt x="1028175" y="696673"/>
                  </a:lnTo>
                  <a:lnTo>
                    <a:pt x="1061342" y="723459"/>
                  </a:lnTo>
                  <a:lnTo>
                    <a:pt x="1094509" y="750369"/>
                  </a:lnTo>
                  <a:lnTo>
                    <a:pt x="1127676" y="777405"/>
                  </a:lnTo>
                  <a:lnTo>
                    <a:pt x="1160843" y="804567"/>
                  </a:lnTo>
                  <a:lnTo>
                    <a:pt x="1194010" y="831858"/>
                  </a:lnTo>
                  <a:lnTo>
                    <a:pt x="1227177" y="859277"/>
                  </a:lnTo>
                  <a:lnTo>
                    <a:pt x="1260344" y="886826"/>
                  </a:lnTo>
                  <a:lnTo>
                    <a:pt x="1293511" y="914506"/>
                  </a:lnTo>
                  <a:lnTo>
                    <a:pt x="1326678" y="942318"/>
                  </a:lnTo>
                  <a:lnTo>
                    <a:pt x="1359845" y="970263"/>
                  </a:lnTo>
                  <a:lnTo>
                    <a:pt x="1393012" y="998342"/>
                  </a:lnTo>
                  <a:lnTo>
                    <a:pt x="1426179" y="1026556"/>
                  </a:lnTo>
                  <a:lnTo>
                    <a:pt x="1459346" y="1054907"/>
                  </a:lnTo>
                  <a:lnTo>
                    <a:pt x="1492513" y="1083395"/>
                  </a:lnTo>
                  <a:lnTo>
                    <a:pt x="1525680" y="1112021"/>
                  </a:lnTo>
                  <a:lnTo>
                    <a:pt x="1558847" y="1140786"/>
                  </a:lnTo>
                  <a:lnTo>
                    <a:pt x="1592014" y="1169692"/>
                  </a:lnTo>
                  <a:lnTo>
                    <a:pt x="1625181" y="1198740"/>
                  </a:lnTo>
                  <a:lnTo>
                    <a:pt x="1658347" y="1227930"/>
                  </a:lnTo>
                  <a:lnTo>
                    <a:pt x="1691514" y="1257264"/>
                  </a:lnTo>
                  <a:lnTo>
                    <a:pt x="1724681" y="1286742"/>
                  </a:lnTo>
                  <a:lnTo>
                    <a:pt x="1757848" y="1316366"/>
                  </a:lnTo>
                  <a:lnTo>
                    <a:pt x="1791015" y="1346137"/>
                  </a:lnTo>
                  <a:lnTo>
                    <a:pt x="1824182" y="1376056"/>
                  </a:lnTo>
                  <a:lnTo>
                    <a:pt x="1857349" y="1406123"/>
                  </a:lnTo>
                  <a:lnTo>
                    <a:pt x="1890516" y="1436341"/>
                  </a:lnTo>
                  <a:lnTo>
                    <a:pt x="1923683" y="1466744"/>
                  </a:lnTo>
                  <a:lnTo>
                    <a:pt x="1956850" y="1497479"/>
                  </a:lnTo>
                  <a:lnTo>
                    <a:pt x="1990017" y="1528532"/>
                  </a:lnTo>
                  <a:lnTo>
                    <a:pt x="2023184" y="1559866"/>
                  </a:lnTo>
                  <a:lnTo>
                    <a:pt x="2056351" y="1591444"/>
                  </a:lnTo>
                  <a:lnTo>
                    <a:pt x="2089518" y="1623229"/>
                  </a:lnTo>
                  <a:lnTo>
                    <a:pt x="2122685" y="1655185"/>
                  </a:lnTo>
                  <a:lnTo>
                    <a:pt x="2155852" y="1687273"/>
                  </a:lnTo>
                  <a:lnTo>
                    <a:pt x="2189019" y="1719459"/>
                  </a:lnTo>
                  <a:lnTo>
                    <a:pt x="2222186" y="1751704"/>
                  </a:lnTo>
                  <a:lnTo>
                    <a:pt x="2255353" y="1783972"/>
                  </a:lnTo>
                  <a:lnTo>
                    <a:pt x="2288520" y="1816226"/>
                  </a:lnTo>
                  <a:lnTo>
                    <a:pt x="2321687" y="1848429"/>
                  </a:lnTo>
                  <a:lnTo>
                    <a:pt x="2354854" y="1880544"/>
                  </a:lnTo>
                  <a:lnTo>
                    <a:pt x="2388021" y="1912536"/>
                  </a:lnTo>
                  <a:lnTo>
                    <a:pt x="2421188" y="1944365"/>
                  </a:lnTo>
                  <a:lnTo>
                    <a:pt x="2454355" y="1975997"/>
                  </a:lnTo>
                  <a:lnTo>
                    <a:pt x="2487521" y="2007393"/>
                  </a:lnTo>
                  <a:lnTo>
                    <a:pt x="2520688" y="2038522"/>
                  </a:lnTo>
                  <a:lnTo>
                    <a:pt x="2553855" y="2070237"/>
                  </a:lnTo>
                  <a:lnTo>
                    <a:pt x="2587022" y="2103045"/>
                  </a:lnTo>
                  <a:lnTo>
                    <a:pt x="2620189" y="2136714"/>
                  </a:lnTo>
                  <a:lnTo>
                    <a:pt x="2653356" y="2171014"/>
                  </a:lnTo>
                  <a:lnTo>
                    <a:pt x="2686523" y="2205713"/>
                  </a:lnTo>
                  <a:lnTo>
                    <a:pt x="2719690" y="2240580"/>
                  </a:lnTo>
                  <a:lnTo>
                    <a:pt x="2752857" y="2275383"/>
                  </a:lnTo>
                  <a:lnTo>
                    <a:pt x="2786024" y="2309892"/>
                  </a:lnTo>
                  <a:lnTo>
                    <a:pt x="2819191" y="2343873"/>
                  </a:lnTo>
                  <a:lnTo>
                    <a:pt x="2852358" y="2377097"/>
                  </a:lnTo>
                  <a:lnTo>
                    <a:pt x="2885525" y="2409331"/>
                  </a:lnTo>
                  <a:lnTo>
                    <a:pt x="2918692" y="2440345"/>
                  </a:lnTo>
                  <a:lnTo>
                    <a:pt x="2951859" y="2470117"/>
                  </a:lnTo>
                  <a:lnTo>
                    <a:pt x="2985026" y="2499923"/>
                  </a:lnTo>
                  <a:lnTo>
                    <a:pt x="3018193" y="2529918"/>
                  </a:lnTo>
                  <a:lnTo>
                    <a:pt x="3051360" y="2559976"/>
                  </a:lnTo>
                  <a:lnTo>
                    <a:pt x="3084527" y="2589971"/>
                  </a:lnTo>
                  <a:lnTo>
                    <a:pt x="3117694" y="2619778"/>
                  </a:lnTo>
                  <a:lnTo>
                    <a:pt x="3150861" y="2649271"/>
                  </a:lnTo>
                  <a:lnTo>
                    <a:pt x="3184028" y="2678324"/>
                  </a:lnTo>
                  <a:lnTo>
                    <a:pt x="3217195" y="2706811"/>
                  </a:lnTo>
                  <a:lnTo>
                    <a:pt x="3250362" y="2734608"/>
                  </a:lnTo>
                  <a:lnTo>
                    <a:pt x="3283529" y="2761587"/>
                  </a:lnTo>
                  <a:lnTo>
                    <a:pt x="3316695" y="2787624"/>
                  </a:lnTo>
                  <a:lnTo>
                    <a:pt x="3349862" y="2812593"/>
                  </a:lnTo>
                  <a:lnTo>
                    <a:pt x="3383029" y="2836573"/>
                  </a:lnTo>
                  <a:lnTo>
                    <a:pt x="3416196" y="2859823"/>
                  </a:lnTo>
                  <a:lnTo>
                    <a:pt x="3449363" y="2882387"/>
                  </a:lnTo>
                  <a:lnTo>
                    <a:pt x="3482530" y="2904314"/>
                  </a:lnTo>
                  <a:lnTo>
                    <a:pt x="3515697" y="2925648"/>
                  </a:lnTo>
                  <a:lnTo>
                    <a:pt x="3548864" y="2946435"/>
                  </a:lnTo>
                  <a:lnTo>
                    <a:pt x="3582031" y="2966720"/>
                  </a:lnTo>
                  <a:lnTo>
                    <a:pt x="3615198" y="2986551"/>
                  </a:lnTo>
                  <a:lnTo>
                    <a:pt x="3648365" y="3005972"/>
                  </a:lnTo>
                  <a:lnTo>
                    <a:pt x="3681532" y="3025029"/>
                  </a:lnTo>
                  <a:lnTo>
                    <a:pt x="3714699" y="3043767"/>
                  </a:lnTo>
                  <a:lnTo>
                    <a:pt x="3747866" y="3062171"/>
                  </a:lnTo>
                  <a:lnTo>
                    <a:pt x="3781033" y="3079795"/>
                  </a:lnTo>
                  <a:lnTo>
                    <a:pt x="3814200" y="3096601"/>
                  </a:lnTo>
                  <a:lnTo>
                    <a:pt x="3847367" y="3112657"/>
                  </a:lnTo>
                  <a:lnTo>
                    <a:pt x="3880534" y="3128034"/>
                  </a:lnTo>
                  <a:lnTo>
                    <a:pt x="3913701" y="3142801"/>
                  </a:lnTo>
                  <a:lnTo>
                    <a:pt x="3946868" y="3157027"/>
                  </a:lnTo>
                  <a:lnTo>
                    <a:pt x="3980035" y="3170782"/>
                  </a:lnTo>
                  <a:lnTo>
                    <a:pt x="4013202" y="3184135"/>
                  </a:lnTo>
                  <a:lnTo>
                    <a:pt x="4046369" y="3197156"/>
                  </a:lnTo>
                  <a:lnTo>
                    <a:pt x="4079536" y="3209914"/>
                  </a:lnTo>
                  <a:lnTo>
                    <a:pt x="4112703" y="3222478"/>
                  </a:lnTo>
                  <a:lnTo>
                    <a:pt x="4145869" y="3234918"/>
                  </a:lnTo>
                  <a:lnTo>
                    <a:pt x="4179036" y="3247303"/>
                  </a:lnTo>
                  <a:lnTo>
                    <a:pt x="4212203" y="3259703"/>
                  </a:lnTo>
                  <a:lnTo>
                    <a:pt x="4245370" y="3271857"/>
                  </a:lnTo>
                  <a:lnTo>
                    <a:pt x="4278537" y="3283475"/>
                  </a:lnTo>
                  <a:lnTo>
                    <a:pt x="4311704" y="3294584"/>
                  </a:lnTo>
                  <a:lnTo>
                    <a:pt x="4344871" y="3305211"/>
                  </a:lnTo>
                  <a:lnTo>
                    <a:pt x="4378038" y="3315381"/>
                  </a:lnTo>
                  <a:lnTo>
                    <a:pt x="4411205" y="3325123"/>
                  </a:lnTo>
                  <a:lnTo>
                    <a:pt x="4444372" y="3334463"/>
                  </a:lnTo>
                  <a:lnTo>
                    <a:pt x="4477539" y="3343428"/>
                  </a:lnTo>
                  <a:lnTo>
                    <a:pt x="4510706" y="3352045"/>
                  </a:lnTo>
                  <a:lnTo>
                    <a:pt x="4543873" y="3360340"/>
                  </a:lnTo>
                  <a:lnTo>
                    <a:pt x="4577040" y="3368340"/>
                  </a:lnTo>
                  <a:lnTo>
                    <a:pt x="4610207" y="3376072"/>
                  </a:lnTo>
                  <a:lnTo>
                    <a:pt x="4643374" y="3383564"/>
                  </a:lnTo>
                  <a:lnTo>
                    <a:pt x="4676541" y="3390841"/>
                  </a:lnTo>
                  <a:lnTo>
                    <a:pt x="4709708" y="3397931"/>
                  </a:lnTo>
                  <a:lnTo>
                    <a:pt x="4742875" y="3404860"/>
                  </a:lnTo>
                  <a:lnTo>
                    <a:pt x="4776042" y="3411656"/>
                  </a:lnTo>
                  <a:lnTo>
                    <a:pt x="4809209" y="3418345"/>
                  </a:lnTo>
                  <a:lnTo>
                    <a:pt x="4842376" y="3424953"/>
                  </a:lnTo>
                  <a:lnTo>
                    <a:pt x="4875543" y="3431509"/>
                  </a:lnTo>
                  <a:lnTo>
                    <a:pt x="4908710" y="3438037"/>
                  </a:lnTo>
                  <a:lnTo>
                    <a:pt x="4941876" y="3444447"/>
                  </a:lnTo>
                  <a:lnTo>
                    <a:pt x="4975043" y="3450658"/>
                  </a:lnTo>
                  <a:lnTo>
                    <a:pt x="5008210" y="3456670"/>
                  </a:lnTo>
                  <a:lnTo>
                    <a:pt x="5041377" y="3462481"/>
                  </a:lnTo>
                  <a:lnTo>
                    <a:pt x="5074544" y="3468092"/>
                  </a:lnTo>
                  <a:lnTo>
                    <a:pt x="5107711" y="3473503"/>
                  </a:lnTo>
                  <a:lnTo>
                    <a:pt x="5140878" y="3478712"/>
                  </a:lnTo>
                  <a:lnTo>
                    <a:pt x="5174045" y="3483720"/>
                  </a:lnTo>
                  <a:lnTo>
                    <a:pt x="5207212" y="3488525"/>
                  </a:lnTo>
                  <a:lnTo>
                    <a:pt x="5240379" y="3493128"/>
                  </a:lnTo>
                  <a:lnTo>
                    <a:pt x="5273546" y="3497528"/>
                  </a:lnTo>
                  <a:lnTo>
                    <a:pt x="5306713" y="3499442"/>
                  </a:lnTo>
                  <a:lnTo>
                    <a:pt x="5339880" y="3499442"/>
                  </a:lnTo>
                  <a:lnTo>
                    <a:pt x="5373047" y="3499442"/>
                  </a:lnTo>
                  <a:lnTo>
                    <a:pt x="5406214" y="3499442"/>
                  </a:lnTo>
                  <a:lnTo>
                    <a:pt x="5439381" y="3499442"/>
                  </a:lnTo>
                  <a:lnTo>
                    <a:pt x="5472548" y="3499442"/>
                  </a:lnTo>
                  <a:lnTo>
                    <a:pt x="5505715" y="3499442"/>
                  </a:lnTo>
                  <a:lnTo>
                    <a:pt x="5538882" y="3499442"/>
                  </a:lnTo>
                  <a:lnTo>
                    <a:pt x="5572049" y="3499442"/>
                  </a:lnTo>
                  <a:lnTo>
                    <a:pt x="5605216" y="3499442"/>
                  </a:lnTo>
                  <a:lnTo>
                    <a:pt x="5638383" y="3499442"/>
                  </a:lnTo>
                  <a:lnTo>
                    <a:pt x="5671550" y="3499442"/>
                  </a:lnTo>
                  <a:lnTo>
                    <a:pt x="5704717" y="3499442"/>
                  </a:lnTo>
                  <a:lnTo>
                    <a:pt x="5737884" y="3499442"/>
                  </a:lnTo>
                  <a:lnTo>
                    <a:pt x="5771050" y="3499442"/>
                  </a:lnTo>
                  <a:lnTo>
                    <a:pt x="5804217" y="3499442"/>
                  </a:lnTo>
                  <a:lnTo>
                    <a:pt x="5837384" y="3499442"/>
                  </a:lnTo>
                  <a:lnTo>
                    <a:pt x="5870551" y="3499442"/>
                  </a:lnTo>
                  <a:lnTo>
                    <a:pt x="5903718" y="3499442"/>
                  </a:lnTo>
                  <a:lnTo>
                    <a:pt x="5936885" y="3499442"/>
                  </a:lnTo>
                  <a:lnTo>
                    <a:pt x="5970052" y="3499442"/>
                  </a:lnTo>
                  <a:lnTo>
                    <a:pt x="6003219" y="3499442"/>
                  </a:lnTo>
                  <a:lnTo>
                    <a:pt x="6036386" y="3499442"/>
                  </a:lnTo>
                  <a:lnTo>
                    <a:pt x="6069553" y="3499442"/>
                  </a:lnTo>
                  <a:lnTo>
                    <a:pt x="6102720" y="3499442"/>
                  </a:lnTo>
                  <a:lnTo>
                    <a:pt x="6135887" y="3499442"/>
                  </a:lnTo>
                  <a:lnTo>
                    <a:pt x="6169054" y="3499442"/>
                  </a:lnTo>
                  <a:lnTo>
                    <a:pt x="6202221" y="3499442"/>
                  </a:lnTo>
                  <a:lnTo>
                    <a:pt x="6235388" y="3499442"/>
                  </a:lnTo>
                  <a:lnTo>
                    <a:pt x="6268555" y="3499442"/>
                  </a:lnTo>
                  <a:lnTo>
                    <a:pt x="6301722" y="3499442"/>
                  </a:lnTo>
                  <a:lnTo>
                    <a:pt x="6334889" y="3499442"/>
                  </a:lnTo>
                  <a:lnTo>
                    <a:pt x="6368056" y="3499442"/>
                  </a:lnTo>
                  <a:lnTo>
                    <a:pt x="6401223" y="3499442"/>
                  </a:lnTo>
                  <a:lnTo>
                    <a:pt x="6434390" y="3499442"/>
                  </a:lnTo>
                  <a:lnTo>
                    <a:pt x="6467557" y="3499442"/>
                  </a:lnTo>
                  <a:lnTo>
                    <a:pt x="6500724" y="3499442"/>
                  </a:lnTo>
                  <a:lnTo>
                    <a:pt x="6533891" y="3499442"/>
                  </a:lnTo>
                  <a:lnTo>
                    <a:pt x="6567058" y="3499442"/>
                  </a:lnTo>
                  <a:lnTo>
                    <a:pt x="6600224" y="3499442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34444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69582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94721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9860"/>
              <a:ext cx="7260247" cy="0"/>
            </a:xfrm>
            <a:custGeom>
              <a:avLst/>
              <a:pathLst>
                <a:path w="7260247" h="0">
                  <a:moveTo>
                    <a:pt x="0" y="0"/>
                  </a:moveTo>
                  <a:lnTo>
                    <a:pt x="7260247" y="0"/>
                  </a:lnTo>
                  <a:lnTo>
                    <a:pt x="72602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7188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052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3860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719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93867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6720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0539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387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7211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941876" y="5149314"/>
              <a:ext cx="330011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71887" y="5149314"/>
              <a:ext cx="366679" cy="699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38566" y="4846029"/>
              <a:ext cx="366679" cy="37327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005245" y="4589403"/>
              <a:ext cx="366679" cy="62989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371925" y="4519414"/>
              <a:ext cx="366679" cy="69988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738604" y="4006163"/>
              <a:ext cx="366679" cy="121314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105283" y="3189626"/>
              <a:ext cx="366679" cy="20296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471962" y="2979660"/>
              <a:ext cx="366679" cy="223964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838641" y="2093134"/>
              <a:ext cx="366679" cy="3126169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4205320" y="2023145"/>
              <a:ext cx="366679" cy="319615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72000" y="1929827"/>
              <a:ext cx="366679" cy="328947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38679" y="2373089"/>
              <a:ext cx="366679" cy="284621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305358" y="2863011"/>
              <a:ext cx="366679" cy="2356291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672037" y="3562900"/>
              <a:ext cx="366679" cy="165640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038716" y="3772867"/>
              <a:ext cx="366679" cy="14464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405395" y="4262789"/>
              <a:ext cx="366679" cy="956514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772074" y="4449426"/>
              <a:ext cx="366679" cy="76987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38754" y="4799370"/>
              <a:ext cx="366679" cy="419933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505433" y="5032666"/>
              <a:ext cx="366679" cy="18663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872112" y="5009336"/>
              <a:ext cx="330011" cy="209966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147483647" y="2147483647"/>
              <a:ext cx="-2147483648" cy="-2147483648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20532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271887" y="4676873"/>
              <a:ext cx="6600224" cy="542430"/>
            </a:xfrm>
            <a:custGeom>
              <a:avLst/>
              <a:pathLst>
                <a:path w="6600224" h="542430">
                  <a:moveTo>
                    <a:pt x="0" y="100278"/>
                  </a:moveTo>
                  <a:lnTo>
                    <a:pt x="33166" y="108896"/>
                  </a:lnTo>
                  <a:lnTo>
                    <a:pt x="66333" y="117352"/>
                  </a:lnTo>
                  <a:lnTo>
                    <a:pt x="99500" y="125646"/>
                  </a:lnTo>
                  <a:lnTo>
                    <a:pt x="132667" y="133776"/>
                  </a:lnTo>
                  <a:lnTo>
                    <a:pt x="165834" y="141743"/>
                  </a:lnTo>
                  <a:lnTo>
                    <a:pt x="199001" y="149545"/>
                  </a:lnTo>
                  <a:lnTo>
                    <a:pt x="232168" y="157181"/>
                  </a:lnTo>
                  <a:lnTo>
                    <a:pt x="265335" y="164651"/>
                  </a:lnTo>
                  <a:lnTo>
                    <a:pt x="298502" y="171954"/>
                  </a:lnTo>
                  <a:lnTo>
                    <a:pt x="331669" y="179088"/>
                  </a:lnTo>
                  <a:lnTo>
                    <a:pt x="364836" y="186053"/>
                  </a:lnTo>
                  <a:lnTo>
                    <a:pt x="398003" y="192848"/>
                  </a:lnTo>
                  <a:lnTo>
                    <a:pt x="431170" y="199472"/>
                  </a:lnTo>
                  <a:lnTo>
                    <a:pt x="464337" y="205924"/>
                  </a:lnTo>
                  <a:lnTo>
                    <a:pt x="497504" y="212202"/>
                  </a:lnTo>
                  <a:lnTo>
                    <a:pt x="530671" y="218306"/>
                  </a:lnTo>
                  <a:lnTo>
                    <a:pt x="563838" y="224234"/>
                  </a:lnTo>
                  <a:lnTo>
                    <a:pt x="597005" y="229985"/>
                  </a:lnTo>
                  <a:lnTo>
                    <a:pt x="630172" y="235557"/>
                  </a:lnTo>
                  <a:lnTo>
                    <a:pt x="663339" y="240951"/>
                  </a:lnTo>
                  <a:lnTo>
                    <a:pt x="696506" y="246163"/>
                  </a:lnTo>
                  <a:lnTo>
                    <a:pt x="729673" y="251194"/>
                  </a:lnTo>
                  <a:lnTo>
                    <a:pt x="762840" y="256041"/>
                  </a:lnTo>
                  <a:lnTo>
                    <a:pt x="796007" y="260703"/>
                  </a:lnTo>
                  <a:lnTo>
                    <a:pt x="829173" y="265179"/>
                  </a:lnTo>
                  <a:lnTo>
                    <a:pt x="862340" y="269468"/>
                  </a:lnTo>
                  <a:lnTo>
                    <a:pt x="895507" y="273568"/>
                  </a:lnTo>
                  <a:lnTo>
                    <a:pt x="928674" y="277477"/>
                  </a:lnTo>
                  <a:lnTo>
                    <a:pt x="961841" y="281196"/>
                  </a:lnTo>
                  <a:lnTo>
                    <a:pt x="995008" y="284722"/>
                  </a:lnTo>
                  <a:lnTo>
                    <a:pt x="1028175" y="288055"/>
                  </a:lnTo>
                  <a:lnTo>
                    <a:pt x="1061342" y="291194"/>
                  </a:lnTo>
                  <a:lnTo>
                    <a:pt x="1094509" y="294138"/>
                  </a:lnTo>
                  <a:lnTo>
                    <a:pt x="1127676" y="296887"/>
                  </a:lnTo>
                  <a:lnTo>
                    <a:pt x="1160843" y="299440"/>
                  </a:lnTo>
                  <a:lnTo>
                    <a:pt x="1194010" y="301799"/>
                  </a:lnTo>
                  <a:lnTo>
                    <a:pt x="1227177" y="303962"/>
                  </a:lnTo>
                  <a:lnTo>
                    <a:pt x="1260344" y="305932"/>
                  </a:lnTo>
                  <a:lnTo>
                    <a:pt x="1293511" y="307709"/>
                  </a:lnTo>
                  <a:lnTo>
                    <a:pt x="1326678" y="309296"/>
                  </a:lnTo>
                  <a:lnTo>
                    <a:pt x="1359845" y="310695"/>
                  </a:lnTo>
                  <a:lnTo>
                    <a:pt x="1393012" y="311908"/>
                  </a:lnTo>
                  <a:lnTo>
                    <a:pt x="1426179" y="312939"/>
                  </a:lnTo>
                  <a:lnTo>
                    <a:pt x="1459346" y="313792"/>
                  </a:lnTo>
                  <a:lnTo>
                    <a:pt x="1492513" y="314471"/>
                  </a:lnTo>
                  <a:lnTo>
                    <a:pt x="1525680" y="314983"/>
                  </a:lnTo>
                  <a:lnTo>
                    <a:pt x="1558847" y="315332"/>
                  </a:lnTo>
                  <a:lnTo>
                    <a:pt x="1592014" y="315525"/>
                  </a:lnTo>
                  <a:lnTo>
                    <a:pt x="1625181" y="315569"/>
                  </a:lnTo>
                  <a:lnTo>
                    <a:pt x="1658347" y="315471"/>
                  </a:lnTo>
                  <a:lnTo>
                    <a:pt x="1691514" y="315238"/>
                  </a:lnTo>
                  <a:lnTo>
                    <a:pt x="1724681" y="314878"/>
                  </a:lnTo>
                  <a:lnTo>
                    <a:pt x="1757848" y="314400"/>
                  </a:lnTo>
                  <a:lnTo>
                    <a:pt x="1791015" y="313810"/>
                  </a:lnTo>
                  <a:lnTo>
                    <a:pt x="1824182" y="313117"/>
                  </a:lnTo>
                  <a:lnTo>
                    <a:pt x="1857349" y="312328"/>
                  </a:lnTo>
                  <a:lnTo>
                    <a:pt x="1890516" y="311452"/>
                  </a:lnTo>
                  <a:lnTo>
                    <a:pt x="1923683" y="310496"/>
                  </a:lnTo>
                  <a:lnTo>
                    <a:pt x="1956850" y="309470"/>
                  </a:lnTo>
                  <a:lnTo>
                    <a:pt x="1990017" y="308380"/>
                  </a:lnTo>
                  <a:lnTo>
                    <a:pt x="2023184" y="307227"/>
                  </a:lnTo>
                  <a:lnTo>
                    <a:pt x="2056351" y="306013"/>
                  </a:lnTo>
                  <a:lnTo>
                    <a:pt x="2089518" y="304738"/>
                  </a:lnTo>
                  <a:lnTo>
                    <a:pt x="2122685" y="303402"/>
                  </a:lnTo>
                  <a:lnTo>
                    <a:pt x="2155852" y="302007"/>
                  </a:lnTo>
                  <a:lnTo>
                    <a:pt x="2189019" y="300551"/>
                  </a:lnTo>
                  <a:lnTo>
                    <a:pt x="2222186" y="299036"/>
                  </a:lnTo>
                  <a:lnTo>
                    <a:pt x="2255353" y="297463"/>
                  </a:lnTo>
                  <a:lnTo>
                    <a:pt x="2288520" y="295834"/>
                  </a:lnTo>
                  <a:lnTo>
                    <a:pt x="2321687" y="294151"/>
                  </a:lnTo>
                  <a:lnTo>
                    <a:pt x="2354854" y="292419"/>
                  </a:lnTo>
                  <a:lnTo>
                    <a:pt x="2388021" y="290641"/>
                  </a:lnTo>
                  <a:lnTo>
                    <a:pt x="2421188" y="288823"/>
                  </a:lnTo>
                  <a:lnTo>
                    <a:pt x="2454355" y="286971"/>
                  </a:lnTo>
                  <a:lnTo>
                    <a:pt x="2487521" y="285091"/>
                  </a:lnTo>
                  <a:lnTo>
                    <a:pt x="2520688" y="283192"/>
                  </a:lnTo>
                  <a:lnTo>
                    <a:pt x="2553855" y="281148"/>
                  </a:lnTo>
                  <a:lnTo>
                    <a:pt x="2587022" y="278872"/>
                  </a:lnTo>
                  <a:lnTo>
                    <a:pt x="2620189" y="276372"/>
                  </a:lnTo>
                  <a:lnTo>
                    <a:pt x="2653356" y="273659"/>
                  </a:lnTo>
                  <a:lnTo>
                    <a:pt x="2686523" y="270750"/>
                  </a:lnTo>
                  <a:lnTo>
                    <a:pt x="2719690" y="267670"/>
                  </a:lnTo>
                  <a:lnTo>
                    <a:pt x="2752857" y="264460"/>
                  </a:lnTo>
                  <a:lnTo>
                    <a:pt x="2786024" y="261172"/>
                  </a:lnTo>
                  <a:lnTo>
                    <a:pt x="2819191" y="257877"/>
                  </a:lnTo>
                  <a:lnTo>
                    <a:pt x="2852358" y="254657"/>
                  </a:lnTo>
                  <a:lnTo>
                    <a:pt x="2885525" y="251608"/>
                  </a:lnTo>
                  <a:lnTo>
                    <a:pt x="2918692" y="248833"/>
                  </a:lnTo>
                  <a:lnTo>
                    <a:pt x="2951859" y="246366"/>
                  </a:lnTo>
                  <a:lnTo>
                    <a:pt x="2985026" y="243769"/>
                  </a:lnTo>
                  <a:lnTo>
                    <a:pt x="3018193" y="240957"/>
                  </a:lnTo>
                  <a:lnTo>
                    <a:pt x="3051360" y="237935"/>
                  </a:lnTo>
                  <a:lnTo>
                    <a:pt x="3084527" y="234715"/>
                  </a:lnTo>
                  <a:lnTo>
                    <a:pt x="3117694" y="231323"/>
                  </a:lnTo>
                  <a:lnTo>
                    <a:pt x="3150861" y="227802"/>
                  </a:lnTo>
                  <a:lnTo>
                    <a:pt x="3184028" y="224218"/>
                  </a:lnTo>
                  <a:lnTo>
                    <a:pt x="3217195" y="220659"/>
                  </a:lnTo>
                  <a:lnTo>
                    <a:pt x="3250362" y="217235"/>
                  </a:lnTo>
                  <a:lnTo>
                    <a:pt x="3283529" y="214071"/>
                  </a:lnTo>
                  <a:lnTo>
                    <a:pt x="3316695" y="211308"/>
                  </a:lnTo>
                  <a:lnTo>
                    <a:pt x="3349862" y="209087"/>
                  </a:lnTo>
                  <a:lnTo>
                    <a:pt x="3383029" y="207277"/>
                  </a:lnTo>
                  <a:lnTo>
                    <a:pt x="3416196" y="205531"/>
                  </a:lnTo>
                  <a:lnTo>
                    <a:pt x="3449363" y="203791"/>
                  </a:lnTo>
                  <a:lnTo>
                    <a:pt x="3482530" y="202011"/>
                  </a:lnTo>
                  <a:lnTo>
                    <a:pt x="3515697" y="200160"/>
                  </a:lnTo>
                  <a:lnTo>
                    <a:pt x="3548864" y="198232"/>
                  </a:lnTo>
                  <a:lnTo>
                    <a:pt x="3582031" y="196251"/>
                  </a:lnTo>
                  <a:lnTo>
                    <a:pt x="3615198" y="194269"/>
                  </a:lnTo>
                  <a:lnTo>
                    <a:pt x="3648365" y="192366"/>
                  </a:lnTo>
                  <a:lnTo>
                    <a:pt x="3681532" y="190640"/>
                  </a:lnTo>
                  <a:lnTo>
                    <a:pt x="3714699" y="189200"/>
                  </a:lnTo>
                  <a:lnTo>
                    <a:pt x="3747866" y="188139"/>
                  </a:lnTo>
                  <a:lnTo>
                    <a:pt x="3781033" y="187371"/>
                  </a:lnTo>
                  <a:lnTo>
                    <a:pt x="3814200" y="186808"/>
                  </a:lnTo>
                  <a:lnTo>
                    <a:pt x="3847367" y="186386"/>
                  </a:lnTo>
                  <a:lnTo>
                    <a:pt x="3880534" y="186043"/>
                  </a:lnTo>
                  <a:lnTo>
                    <a:pt x="3913701" y="185728"/>
                  </a:lnTo>
                  <a:lnTo>
                    <a:pt x="3946868" y="185397"/>
                  </a:lnTo>
                  <a:lnTo>
                    <a:pt x="3980035" y="185024"/>
                  </a:lnTo>
                  <a:lnTo>
                    <a:pt x="4013202" y="184589"/>
                  </a:lnTo>
                  <a:lnTo>
                    <a:pt x="4046369" y="184087"/>
                  </a:lnTo>
                  <a:lnTo>
                    <a:pt x="4079536" y="183524"/>
                  </a:lnTo>
                  <a:lnTo>
                    <a:pt x="4112703" y="182913"/>
                  </a:lnTo>
                  <a:lnTo>
                    <a:pt x="4145869" y="182271"/>
                  </a:lnTo>
                  <a:lnTo>
                    <a:pt x="4179036" y="181620"/>
                  </a:lnTo>
                  <a:lnTo>
                    <a:pt x="4212203" y="180976"/>
                  </a:lnTo>
                  <a:lnTo>
                    <a:pt x="4245370" y="180360"/>
                  </a:lnTo>
                  <a:lnTo>
                    <a:pt x="4278537" y="179767"/>
                  </a:lnTo>
                  <a:lnTo>
                    <a:pt x="4311704" y="179181"/>
                  </a:lnTo>
                  <a:lnTo>
                    <a:pt x="4344871" y="178583"/>
                  </a:lnTo>
                  <a:lnTo>
                    <a:pt x="4378038" y="177959"/>
                  </a:lnTo>
                  <a:lnTo>
                    <a:pt x="4411205" y="177294"/>
                  </a:lnTo>
                  <a:lnTo>
                    <a:pt x="4444372" y="176576"/>
                  </a:lnTo>
                  <a:lnTo>
                    <a:pt x="4477539" y="175794"/>
                  </a:lnTo>
                  <a:lnTo>
                    <a:pt x="4510706" y="174940"/>
                  </a:lnTo>
                  <a:lnTo>
                    <a:pt x="4543873" y="174007"/>
                  </a:lnTo>
                  <a:lnTo>
                    <a:pt x="4577040" y="172990"/>
                  </a:lnTo>
                  <a:lnTo>
                    <a:pt x="4610207" y="171885"/>
                  </a:lnTo>
                  <a:lnTo>
                    <a:pt x="4643374" y="170692"/>
                  </a:lnTo>
                  <a:lnTo>
                    <a:pt x="4676541" y="169410"/>
                  </a:lnTo>
                  <a:lnTo>
                    <a:pt x="4709708" y="168041"/>
                  </a:lnTo>
                  <a:lnTo>
                    <a:pt x="4742875" y="166587"/>
                  </a:lnTo>
                  <a:lnTo>
                    <a:pt x="4776042" y="165050"/>
                  </a:lnTo>
                  <a:lnTo>
                    <a:pt x="4809209" y="163433"/>
                  </a:lnTo>
                  <a:lnTo>
                    <a:pt x="4842376" y="161738"/>
                  </a:lnTo>
                  <a:lnTo>
                    <a:pt x="4875543" y="159969"/>
                  </a:lnTo>
                  <a:lnTo>
                    <a:pt x="4908710" y="158125"/>
                  </a:lnTo>
                  <a:lnTo>
                    <a:pt x="4941876" y="156256"/>
                  </a:lnTo>
                  <a:lnTo>
                    <a:pt x="4975043" y="154395"/>
                  </a:lnTo>
                  <a:lnTo>
                    <a:pt x="5008210" y="152542"/>
                  </a:lnTo>
                  <a:lnTo>
                    <a:pt x="5041377" y="150697"/>
                  </a:lnTo>
                  <a:lnTo>
                    <a:pt x="5074544" y="148856"/>
                  </a:lnTo>
                  <a:lnTo>
                    <a:pt x="5107711" y="147017"/>
                  </a:lnTo>
                  <a:lnTo>
                    <a:pt x="5140878" y="145179"/>
                  </a:lnTo>
                  <a:lnTo>
                    <a:pt x="5174045" y="143336"/>
                  </a:lnTo>
                  <a:lnTo>
                    <a:pt x="5207212" y="141487"/>
                  </a:lnTo>
                  <a:lnTo>
                    <a:pt x="5240379" y="139627"/>
                  </a:lnTo>
                  <a:lnTo>
                    <a:pt x="5273546" y="137751"/>
                  </a:lnTo>
                  <a:lnTo>
                    <a:pt x="5306713" y="135855"/>
                  </a:lnTo>
                  <a:lnTo>
                    <a:pt x="5339880" y="133934"/>
                  </a:lnTo>
                  <a:lnTo>
                    <a:pt x="5373047" y="131983"/>
                  </a:lnTo>
                  <a:lnTo>
                    <a:pt x="5406214" y="129997"/>
                  </a:lnTo>
                  <a:lnTo>
                    <a:pt x="5439381" y="127971"/>
                  </a:lnTo>
                  <a:lnTo>
                    <a:pt x="5472548" y="125899"/>
                  </a:lnTo>
                  <a:lnTo>
                    <a:pt x="5505715" y="123776"/>
                  </a:lnTo>
                  <a:lnTo>
                    <a:pt x="5538882" y="121596"/>
                  </a:lnTo>
                  <a:lnTo>
                    <a:pt x="5572049" y="119354"/>
                  </a:lnTo>
                  <a:lnTo>
                    <a:pt x="5605216" y="117045"/>
                  </a:lnTo>
                  <a:lnTo>
                    <a:pt x="5638383" y="114664"/>
                  </a:lnTo>
                  <a:lnTo>
                    <a:pt x="5671550" y="112206"/>
                  </a:lnTo>
                  <a:lnTo>
                    <a:pt x="5704717" y="109667"/>
                  </a:lnTo>
                  <a:lnTo>
                    <a:pt x="5737884" y="107040"/>
                  </a:lnTo>
                  <a:lnTo>
                    <a:pt x="5771050" y="104324"/>
                  </a:lnTo>
                  <a:lnTo>
                    <a:pt x="5804217" y="101513"/>
                  </a:lnTo>
                  <a:lnTo>
                    <a:pt x="5837384" y="98604"/>
                  </a:lnTo>
                  <a:lnTo>
                    <a:pt x="5870551" y="95593"/>
                  </a:lnTo>
                  <a:lnTo>
                    <a:pt x="5903718" y="92478"/>
                  </a:lnTo>
                  <a:lnTo>
                    <a:pt x="5936885" y="89255"/>
                  </a:lnTo>
                  <a:lnTo>
                    <a:pt x="5970052" y="85922"/>
                  </a:lnTo>
                  <a:lnTo>
                    <a:pt x="6003219" y="82477"/>
                  </a:lnTo>
                  <a:lnTo>
                    <a:pt x="6036386" y="78917"/>
                  </a:lnTo>
                  <a:lnTo>
                    <a:pt x="6069553" y="75242"/>
                  </a:lnTo>
                  <a:lnTo>
                    <a:pt x="6102720" y="71449"/>
                  </a:lnTo>
                  <a:lnTo>
                    <a:pt x="6135887" y="67538"/>
                  </a:lnTo>
                  <a:lnTo>
                    <a:pt x="6169054" y="63506"/>
                  </a:lnTo>
                  <a:lnTo>
                    <a:pt x="6202221" y="59354"/>
                  </a:lnTo>
                  <a:lnTo>
                    <a:pt x="6235388" y="55081"/>
                  </a:lnTo>
                  <a:lnTo>
                    <a:pt x="6268555" y="50685"/>
                  </a:lnTo>
                  <a:lnTo>
                    <a:pt x="6301722" y="46168"/>
                  </a:lnTo>
                  <a:lnTo>
                    <a:pt x="6334889" y="41528"/>
                  </a:lnTo>
                  <a:lnTo>
                    <a:pt x="6368056" y="36765"/>
                  </a:lnTo>
                  <a:lnTo>
                    <a:pt x="6401223" y="31880"/>
                  </a:lnTo>
                  <a:lnTo>
                    <a:pt x="6434390" y="26872"/>
                  </a:lnTo>
                  <a:lnTo>
                    <a:pt x="6467557" y="21742"/>
                  </a:lnTo>
                  <a:lnTo>
                    <a:pt x="6500724" y="16489"/>
                  </a:lnTo>
                  <a:lnTo>
                    <a:pt x="6533891" y="11114"/>
                  </a:lnTo>
                  <a:lnTo>
                    <a:pt x="6567058" y="5618"/>
                  </a:lnTo>
                  <a:lnTo>
                    <a:pt x="6600224" y="0"/>
                  </a:lnTo>
                  <a:lnTo>
                    <a:pt x="6600224" y="446076"/>
                  </a:lnTo>
                  <a:lnTo>
                    <a:pt x="6567058" y="440178"/>
                  </a:lnTo>
                  <a:lnTo>
                    <a:pt x="6533891" y="434435"/>
                  </a:lnTo>
                  <a:lnTo>
                    <a:pt x="6500724" y="428848"/>
                  </a:lnTo>
                  <a:lnTo>
                    <a:pt x="6467557" y="423419"/>
                  </a:lnTo>
                  <a:lnTo>
                    <a:pt x="6434390" y="418148"/>
                  </a:lnTo>
                  <a:lnTo>
                    <a:pt x="6401223" y="413037"/>
                  </a:lnTo>
                  <a:lnTo>
                    <a:pt x="6368056" y="408087"/>
                  </a:lnTo>
                  <a:lnTo>
                    <a:pt x="6334889" y="403298"/>
                  </a:lnTo>
                  <a:lnTo>
                    <a:pt x="6301722" y="398672"/>
                  </a:lnTo>
                  <a:lnTo>
                    <a:pt x="6268555" y="394209"/>
                  </a:lnTo>
                  <a:lnTo>
                    <a:pt x="6235388" y="389911"/>
                  </a:lnTo>
                  <a:lnTo>
                    <a:pt x="6202221" y="385776"/>
                  </a:lnTo>
                  <a:lnTo>
                    <a:pt x="6169054" y="381807"/>
                  </a:lnTo>
                  <a:lnTo>
                    <a:pt x="6135887" y="378003"/>
                  </a:lnTo>
                  <a:lnTo>
                    <a:pt x="6102720" y="374364"/>
                  </a:lnTo>
                  <a:lnTo>
                    <a:pt x="6069553" y="370891"/>
                  </a:lnTo>
                  <a:lnTo>
                    <a:pt x="6036386" y="367582"/>
                  </a:lnTo>
                  <a:lnTo>
                    <a:pt x="6003219" y="364437"/>
                  </a:lnTo>
                  <a:lnTo>
                    <a:pt x="5970052" y="361455"/>
                  </a:lnTo>
                  <a:lnTo>
                    <a:pt x="5936885" y="358636"/>
                  </a:lnTo>
                  <a:lnTo>
                    <a:pt x="5903718" y="355977"/>
                  </a:lnTo>
                  <a:lnTo>
                    <a:pt x="5870551" y="353478"/>
                  </a:lnTo>
                  <a:lnTo>
                    <a:pt x="5837384" y="351136"/>
                  </a:lnTo>
                  <a:lnTo>
                    <a:pt x="5804217" y="348950"/>
                  </a:lnTo>
                  <a:lnTo>
                    <a:pt x="5771050" y="346916"/>
                  </a:lnTo>
                  <a:lnTo>
                    <a:pt x="5737884" y="345032"/>
                  </a:lnTo>
                  <a:lnTo>
                    <a:pt x="5704717" y="343294"/>
                  </a:lnTo>
                  <a:lnTo>
                    <a:pt x="5671550" y="341701"/>
                  </a:lnTo>
                  <a:lnTo>
                    <a:pt x="5638383" y="340247"/>
                  </a:lnTo>
                  <a:lnTo>
                    <a:pt x="5605216" y="338930"/>
                  </a:lnTo>
                  <a:lnTo>
                    <a:pt x="5572049" y="337744"/>
                  </a:lnTo>
                  <a:lnTo>
                    <a:pt x="5538882" y="336687"/>
                  </a:lnTo>
                  <a:lnTo>
                    <a:pt x="5505715" y="335753"/>
                  </a:lnTo>
                  <a:lnTo>
                    <a:pt x="5472548" y="334939"/>
                  </a:lnTo>
                  <a:lnTo>
                    <a:pt x="5439381" y="334239"/>
                  </a:lnTo>
                  <a:lnTo>
                    <a:pt x="5406214" y="333650"/>
                  </a:lnTo>
                  <a:lnTo>
                    <a:pt x="5373047" y="333167"/>
                  </a:lnTo>
                  <a:lnTo>
                    <a:pt x="5339880" y="332785"/>
                  </a:lnTo>
                  <a:lnTo>
                    <a:pt x="5306713" y="332501"/>
                  </a:lnTo>
                  <a:lnTo>
                    <a:pt x="5273546" y="332309"/>
                  </a:lnTo>
                  <a:lnTo>
                    <a:pt x="5240379" y="332207"/>
                  </a:lnTo>
                  <a:lnTo>
                    <a:pt x="5207212" y="332190"/>
                  </a:lnTo>
                  <a:lnTo>
                    <a:pt x="5174045" y="332256"/>
                  </a:lnTo>
                  <a:lnTo>
                    <a:pt x="5140878" y="332400"/>
                  </a:lnTo>
                  <a:lnTo>
                    <a:pt x="5107711" y="332620"/>
                  </a:lnTo>
                  <a:lnTo>
                    <a:pt x="5074544" y="332915"/>
                  </a:lnTo>
                  <a:lnTo>
                    <a:pt x="5041377" y="333282"/>
                  </a:lnTo>
                  <a:lnTo>
                    <a:pt x="5008210" y="333719"/>
                  </a:lnTo>
                  <a:lnTo>
                    <a:pt x="4975043" y="334226"/>
                  </a:lnTo>
                  <a:lnTo>
                    <a:pt x="4941876" y="334802"/>
                  </a:lnTo>
                  <a:lnTo>
                    <a:pt x="4908710" y="335447"/>
                  </a:lnTo>
                  <a:lnTo>
                    <a:pt x="4875543" y="336085"/>
                  </a:lnTo>
                  <a:lnTo>
                    <a:pt x="4842376" y="336616"/>
                  </a:lnTo>
                  <a:lnTo>
                    <a:pt x="4809209" y="337052"/>
                  </a:lnTo>
                  <a:lnTo>
                    <a:pt x="4776042" y="337406"/>
                  </a:lnTo>
                  <a:lnTo>
                    <a:pt x="4742875" y="337692"/>
                  </a:lnTo>
                  <a:lnTo>
                    <a:pt x="4709708" y="337924"/>
                  </a:lnTo>
                  <a:lnTo>
                    <a:pt x="4676541" y="338114"/>
                  </a:lnTo>
                  <a:lnTo>
                    <a:pt x="4643374" y="338276"/>
                  </a:lnTo>
                  <a:lnTo>
                    <a:pt x="4610207" y="338423"/>
                  </a:lnTo>
                  <a:lnTo>
                    <a:pt x="4577040" y="338565"/>
                  </a:lnTo>
                  <a:lnTo>
                    <a:pt x="4543873" y="338711"/>
                  </a:lnTo>
                  <a:lnTo>
                    <a:pt x="4510706" y="338870"/>
                  </a:lnTo>
                  <a:lnTo>
                    <a:pt x="4477539" y="339047"/>
                  </a:lnTo>
                  <a:lnTo>
                    <a:pt x="4444372" y="339248"/>
                  </a:lnTo>
                  <a:lnTo>
                    <a:pt x="4411205" y="339473"/>
                  </a:lnTo>
                  <a:lnTo>
                    <a:pt x="4378038" y="339724"/>
                  </a:lnTo>
                  <a:lnTo>
                    <a:pt x="4344871" y="339999"/>
                  </a:lnTo>
                  <a:lnTo>
                    <a:pt x="4311704" y="340294"/>
                  </a:lnTo>
                  <a:lnTo>
                    <a:pt x="4278537" y="340606"/>
                  </a:lnTo>
                  <a:lnTo>
                    <a:pt x="4245370" y="340928"/>
                  </a:lnTo>
                  <a:lnTo>
                    <a:pt x="4212203" y="341253"/>
                  </a:lnTo>
                  <a:lnTo>
                    <a:pt x="4179036" y="341438"/>
                  </a:lnTo>
                  <a:lnTo>
                    <a:pt x="4145869" y="341386"/>
                  </a:lnTo>
                  <a:lnTo>
                    <a:pt x="4112703" y="341162"/>
                  </a:lnTo>
                  <a:lnTo>
                    <a:pt x="4079536" y="340834"/>
                  </a:lnTo>
                  <a:lnTo>
                    <a:pt x="4046369" y="340467"/>
                  </a:lnTo>
                  <a:lnTo>
                    <a:pt x="4013202" y="340122"/>
                  </a:lnTo>
                  <a:lnTo>
                    <a:pt x="3980035" y="339850"/>
                  </a:lnTo>
                  <a:lnTo>
                    <a:pt x="3946868" y="339693"/>
                  </a:lnTo>
                  <a:lnTo>
                    <a:pt x="3913701" y="339681"/>
                  </a:lnTo>
                  <a:lnTo>
                    <a:pt x="3880534" y="339832"/>
                  </a:lnTo>
                  <a:lnTo>
                    <a:pt x="3847367" y="340151"/>
                  </a:lnTo>
                  <a:lnTo>
                    <a:pt x="3814200" y="340633"/>
                  </a:lnTo>
                  <a:lnTo>
                    <a:pt x="3781033" y="341265"/>
                  </a:lnTo>
                  <a:lnTo>
                    <a:pt x="3747866" y="342027"/>
                  </a:lnTo>
                  <a:lnTo>
                    <a:pt x="3714699" y="342877"/>
                  </a:lnTo>
                  <a:lnTo>
                    <a:pt x="3681532" y="343723"/>
                  </a:lnTo>
                  <a:lnTo>
                    <a:pt x="3648365" y="344616"/>
                  </a:lnTo>
                  <a:lnTo>
                    <a:pt x="3615198" y="345622"/>
                  </a:lnTo>
                  <a:lnTo>
                    <a:pt x="3582031" y="346798"/>
                  </a:lnTo>
                  <a:lnTo>
                    <a:pt x="3548864" y="348180"/>
                  </a:lnTo>
                  <a:lnTo>
                    <a:pt x="3515697" y="349778"/>
                  </a:lnTo>
                  <a:lnTo>
                    <a:pt x="3482530" y="351572"/>
                  </a:lnTo>
                  <a:lnTo>
                    <a:pt x="3449363" y="353516"/>
                  </a:lnTo>
                  <a:lnTo>
                    <a:pt x="3416196" y="355535"/>
                  </a:lnTo>
                  <a:lnTo>
                    <a:pt x="3383029" y="357539"/>
                  </a:lnTo>
                  <a:lnTo>
                    <a:pt x="3349862" y="359433"/>
                  </a:lnTo>
                  <a:lnTo>
                    <a:pt x="3316695" y="361438"/>
                  </a:lnTo>
                  <a:lnTo>
                    <a:pt x="3283529" y="363754"/>
                  </a:lnTo>
                  <a:lnTo>
                    <a:pt x="3250362" y="366378"/>
                  </a:lnTo>
                  <a:lnTo>
                    <a:pt x="3217195" y="369301"/>
                  </a:lnTo>
                  <a:lnTo>
                    <a:pt x="3184028" y="372502"/>
                  </a:lnTo>
                  <a:lnTo>
                    <a:pt x="3150861" y="375945"/>
                  </a:lnTo>
                  <a:lnTo>
                    <a:pt x="3117694" y="379569"/>
                  </a:lnTo>
                  <a:lnTo>
                    <a:pt x="3084527" y="383294"/>
                  </a:lnTo>
                  <a:lnTo>
                    <a:pt x="3051360" y="387017"/>
                  </a:lnTo>
                  <a:lnTo>
                    <a:pt x="3018193" y="390614"/>
                  </a:lnTo>
                  <a:lnTo>
                    <a:pt x="2985026" y="393951"/>
                  </a:lnTo>
                  <a:lnTo>
                    <a:pt x="2951859" y="396888"/>
                  </a:lnTo>
                  <a:lnTo>
                    <a:pt x="2918692" y="399404"/>
                  </a:lnTo>
                  <a:lnTo>
                    <a:pt x="2885525" y="402034"/>
                  </a:lnTo>
                  <a:lnTo>
                    <a:pt x="2852358" y="404858"/>
                  </a:lnTo>
                  <a:lnTo>
                    <a:pt x="2819191" y="407868"/>
                  </a:lnTo>
                  <a:lnTo>
                    <a:pt x="2786024" y="411051"/>
                  </a:lnTo>
                  <a:lnTo>
                    <a:pt x="2752857" y="414378"/>
                  </a:lnTo>
                  <a:lnTo>
                    <a:pt x="2719690" y="417809"/>
                  </a:lnTo>
                  <a:lnTo>
                    <a:pt x="2686523" y="421288"/>
                  </a:lnTo>
                  <a:lnTo>
                    <a:pt x="2653356" y="424744"/>
                  </a:lnTo>
                  <a:lnTo>
                    <a:pt x="2620189" y="428092"/>
                  </a:lnTo>
                  <a:lnTo>
                    <a:pt x="2587022" y="431239"/>
                  </a:lnTo>
                  <a:lnTo>
                    <a:pt x="2553855" y="434085"/>
                  </a:lnTo>
                  <a:lnTo>
                    <a:pt x="2520688" y="436530"/>
                  </a:lnTo>
                  <a:lnTo>
                    <a:pt x="2487521" y="438706"/>
                  </a:lnTo>
                  <a:lnTo>
                    <a:pt x="2454355" y="440878"/>
                  </a:lnTo>
                  <a:lnTo>
                    <a:pt x="2421188" y="443054"/>
                  </a:lnTo>
                  <a:lnTo>
                    <a:pt x="2388021" y="445238"/>
                  </a:lnTo>
                  <a:lnTo>
                    <a:pt x="2354854" y="447435"/>
                  </a:lnTo>
                  <a:lnTo>
                    <a:pt x="2321687" y="449648"/>
                  </a:lnTo>
                  <a:lnTo>
                    <a:pt x="2288520" y="451880"/>
                  </a:lnTo>
                  <a:lnTo>
                    <a:pt x="2255353" y="454132"/>
                  </a:lnTo>
                  <a:lnTo>
                    <a:pt x="2222186" y="456405"/>
                  </a:lnTo>
                  <a:lnTo>
                    <a:pt x="2189019" y="458699"/>
                  </a:lnTo>
                  <a:lnTo>
                    <a:pt x="2155852" y="461013"/>
                  </a:lnTo>
                  <a:lnTo>
                    <a:pt x="2122685" y="463347"/>
                  </a:lnTo>
                  <a:lnTo>
                    <a:pt x="2089518" y="465698"/>
                  </a:lnTo>
                  <a:lnTo>
                    <a:pt x="2056351" y="468064"/>
                  </a:lnTo>
                  <a:lnTo>
                    <a:pt x="2023184" y="470445"/>
                  </a:lnTo>
                  <a:lnTo>
                    <a:pt x="1990017" y="472839"/>
                  </a:lnTo>
                  <a:lnTo>
                    <a:pt x="1956850" y="475244"/>
                  </a:lnTo>
                  <a:lnTo>
                    <a:pt x="1923683" y="477663"/>
                  </a:lnTo>
                  <a:lnTo>
                    <a:pt x="1890516" y="480100"/>
                  </a:lnTo>
                  <a:lnTo>
                    <a:pt x="1857349" y="482596"/>
                  </a:lnTo>
                  <a:lnTo>
                    <a:pt x="1824182" y="485167"/>
                  </a:lnTo>
                  <a:lnTo>
                    <a:pt x="1791015" y="487818"/>
                  </a:lnTo>
                  <a:lnTo>
                    <a:pt x="1757848" y="490557"/>
                  </a:lnTo>
                  <a:lnTo>
                    <a:pt x="1724681" y="493392"/>
                  </a:lnTo>
                  <a:lnTo>
                    <a:pt x="1691514" y="496331"/>
                  </a:lnTo>
                  <a:lnTo>
                    <a:pt x="1658347" y="499380"/>
                  </a:lnTo>
                  <a:lnTo>
                    <a:pt x="1625181" y="502548"/>
                  </a:lnTo>
                  <a:lnTo>
                    <a:pt x="1592014" y="505842"/>
                  </a:lnTo>
                  <a:lnTo>
                    <a:pt x="1558847" y="509268"/>
                  </a:lnTo>
                  <a:lnTo>
                    <a:pt x="1525680" y="512832"/>
                  </a:lnTo>
                  <a:lnTo>
                    <a:pt x="1492513" y="516541"/>
                  </a:lnTo>
                  <a:lnTo>
                    <a:pt x="1459346" y="520401"/>
                  </a:lnTo>
                  <a:lnTo>
                    <a:pt x="1426179" y="524416"/>
                  </a:lnTo>
                  <a:lnTo>
                    <a:pt x="1393012" y="528590"/>
                  </a:lnTo>
                  <a:lnTo>
                    <a:pt x="1359845" y="532927"/>
                  </a:lnTo>
                  <a:lnTo>
                    <a:pt x="1326678" y="537431"/>
                  </a:lnTo>
                  <a:lnTo>
                    <a:pt x="1293511" y="542104"/>
                  </a:lnTo>
                  <a:lnTo>
                    <a:pt x="1260344" y="542430"/>
                  </a:lnTo>
                  <a:lnTo>
                    <a:pt x="1227177" y="542430"/>
                  </a:lnTo>
                  <a:lnTo>
                    <a:pt x="1194010" y="542430"/>
                  </a:lnTo>
                  <a:lnTo>
                    <a:pt x="1160843" y="542430"/>
                  </a:lnTo>
                  <a:lnTo>
                    <a:pt x="1127676" y="542430"/>
                  </a:lnTo>
                  <a:lnTo>
                    <a:pt x="1094509" y="542430"/>
                  </a:lnTo>
                  <a:lnTo>
                    <a:pt x="1061342" y="542430"/>
                  </a:lnTo>
                  <a:lnTo>
                    <a:pt x="1028175" y="542430"/>
                  </a:lnTo>
                  <a:lnTo>
                    <a:pt x="995008" y="542430"/>
                  </a:lnTo>
                  <a:lnTo>
                    <a:pt x="961841" y="542430"/>
                  </a:lnTo>
                  <a:lnTo>
                    <a:pt x="928674" y="542430"/>
                  </a:lnTo>
                  <a:lnTo>
                    <a:pt x="895507" y="542430"/>
                  </a:lnTo>
                  <a:lnTo>
                    <a:pt x="862340" y="542430"/>
                  </a:lnTo>
                  <a:lnTo>
                    <a:pt x="829173" y="542430"/>
                  </a:lnTo>
                  <a:lnTo>
                    <a:pt x="796007" y="542430"/>
                  </a:lnTo>
                  <a:lnTo>
                    <a:pt x="762840" y="542430"/>
                  </a:lnTo>
                  <a:lnTo>
                    <a:pt x="729673" y="542430"/>
                  </a:lnTo>
                  <a:lnTo>
                    <a:pt x="696506" y="542430"/>
                  </a:lnTo>
                  <a:lnTo>
                    <a:pt x="663339" y="542430"/>
                  </a:lnTo>
                  <a:lnTo>
                    <a:pt x="630172" y="542430"/>
                  </a:lnTo>
                  <a:lnTo>
                    <a:pt x="597005" y="542430"/>
                  </a:lnTo>
                  <a:lnTo>
                    <a:pt x="563838" y="542430"/>
                  </a:lnTo>
                  <a:lnTo>
                    <a:pt x="530671" y="542430"/>
                  </a:lnTo>
                  <a:lnTo>
                    <a:pt x="497504" y="542430"/>
                  </a:lnTo>
                  <a:lnTo>
                    <a:pt x="464337" y="542430"/>
                  </a:lnTo>
                  <a:lnTo>
                    <a:pt x="431170" y="542430"/>
                  </a:lnTo>
                  <a:lnTo>
                    <a:pt x="398003" y="542430"/>
                  </a:lnTo>
                  <a:lnTo>
                    <a:pt x="364836" y="542430"/>
                  </a:lnTo>
                  <a:lnTo>
                    <a:pt x="331669" y="542430"/>
                  </a:lnTo>
                  <a:lnTo>
                    <a:pt x="298502" y="542430"/>
                  </a:lnTo>
                  <a:lnTo>
                    <a:pt x="265335" y="542430"/>
                  </a:lnTo>
                  <a:lnTo>
                    <a:pt x="232168" y="542430"/>
                  </a:lnTo>
                  <a:lnTo>
                    <a:pt x="199001" y="542430"/>
                  </a:lnTo>
                  <a:lnTo>
                    <a:pt x="165834" y="542430"/>
                  </a:lnTo>
                  <a:lnTo>
                    <a:pt x="132667" y="542430"/>
                  </a:lnTo>
                  <a:lnTo>
                    <a:pt x="99500" y="542430"/>
                  </a:lnTo>
                  <a:lnTo>
                    <a:pt x="66333" y="542430"/>
                  </a:lnTo>
                  <a:lnTo>
                    <a:pt x="33166" y="542430"/>
                  </a:lnTo>
                  <a:lnTo>
                    <a:pt x="0" y="542430"/>
                  </a:lnTo>
                  <a:close/>
                </a:path>
              </a:pathLst>
            </a:custGeom>
            <a:solidFill>
              <a:srgbClr val="000000">
                <a:alpha val="12156"/>
              </a:srgbClr>
            </a:solidFill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271887" y="4676873"/>
              <a:ext cx="6600224" cy="315569"/>
            </a:xfrm>
            <a:custGeom>
              <a:avLst/>
              <a:pathLst>
                <a:path w="6600224" h="315569">
                  <a:moveTo>
                    <a:pt x="0" y="100278"/>
                  </a:moveTo>
                  <a:lnTo>
                    <a:pt x="33166" y="108896"/>
                  </a:lnTo>
                  <a:lnTo>
                    <a:pt x="66333" y="117352"/>
                  </a:lnTo>
                  <a:lnTo>
                    <a:pt x="99500" y="125646"/>
                  </a:lnTo>
                  <a:lnTo>
                    <a:pt x="132667" y="133776"/>
                  </a:lnTo>
                  <a:lnTo>
                    <a:pt x="165834" y="141743"/>
                  </a:lnTo>
                  <a:lnTo>
                    <a:pt x="199001" y="149545"/>
                  </a:lnTo>
                  <a:lnTo>
                    <a:pt x="232168" y="157181"/>
                  </a:lnTo>
                  <a:lnTo>
                    <a:pt x="265335" y="164651"/>
                  </a:lnTo>
                  <a:lnTo>
                    <a:pt x="298502" y="171954"/>
                  </a:lnTo>
                  <a:lnTo>
                    <a:pt x="331669" y="179088"/>
                  </a:lnTo>
                  <a:lnTo>
                    <a:pt x="364836" y="186053"/>
                  </a:lnTo>
                  <a:lnTo>
                    <a:pt x="398003" y="192848"/>
                  </a:lnTo>
                  <a:lnTo>
                    <a:pt x="431170" y="199472"/>
                  </a:lnTo>
                  <a:lnTo>
                    <a:pt x="464337" y="205924"/>
                  </a:lnTo>
                  <a:lnTo>
                    <a:pt x="497504" y="212202"/>
                  </a:lnTo>
                  <a:lnTo>
                    <a:pt x="530671" y="218306"/>
                  </a:lnTo>
                  <a:lnTo>
                    <a:pt x="563838" y="224234"/>
                  </a:lnTo>
                  <a:lnTo>
                    <a:pt x="597005" y="229985"/>
                  </a:lnTo>
                  <a:lnTo>
                    <a:pt x="630172" y="235557"/>
                  </a:lnTo>
                  <a:lnTo>
                    <a:pt x="663339" y="240951"/>
                  </a:lnTo>
                  <a:lnTo>
                    <a:pt x="696506" y="246163"/>
                  </a:lnTo>
                  <a:lnTo>
                    <a:pt x="729673" y="251194"/>
                  </a:lnTo>
                  <a:lnTo>
                    <a:pt x="762840" y="256041"/>
                  </a:lnTo>
                  <a:lnTo>
                    <a:pt x="796007" y="260703"/>
                  </a:lnTo>
                  <a:lnTo>
                    <a:pt x="829173" y="265179"/>
                  </a:lnTo>
                  <a:lnTo>
                    <a:pt x="862340" y="269468"/>
                  </a:lnTo>
                  <a:lnTo>
                    <a:pt x="895507" y="273568"/>
                  </a:lnTo>
                  <a:lnTo>
                    <a:pt x="928674" y="277477"/>
                  </a:lnTo>
                  <a:lnTo>
                    <a:pt x="961841" y="281196"/>
                  </a:lnTo>
                  <a:lnTo>
                    <a:pt x="995008" y="284722"/>
                  </a:lnTo>
                  <a:lnTo>
                    <a:pt x="1028175" y="288055"/>
                  </a:lnTo>
                  <a:lnTo>
                    <a:pt x="1061342" y="291194"/>
                  </a:lnTo>
                  <a:lnTo>
                    <a:pt x="1094509" y="294138"/>
                  </a:lnTo>
                  <a:lnTo>
                    <a:pt x="1127676" y="296887"/>
                  </a:lnTo>
                  <a:lnTo>
                    <a:pt x="1160843" y="299440"/>
                  </a:lnTo>
                  <a:lnTo>
                    <a:pt x="1194010" y="301799"/>
                  </a:lnTo>
                  <a:lnTo>
                    <a:pt x="1227177" y="303962"/>
                  </a:lnTo>
                  <a:lnTo>
                    <a:pt x="1260344" y="305932"/>
                  </a:lnTo>
                  <a:lnTo>
                    <a:pt x="1293511" y="307709"/>
                  </a:lnTo>
                  <a:lnTo>
                    <a:pt x="1326678" y="309296"/>
                  </a:lnTo>
                  <a:lnTo>
                    <a:pt x="1359845" y="310695"/>
                  </a:lnTo>
                  <a:lnTo>
                    <a:pt x="1393012" y="311908"/>
                  </a:lnTo>
                  <a:lnTo>
                    <a:pt x="1426179" y="312939"/>
                  </a:lnTo>
                  <a:lnTo>
                    <a:pt x="1459346" y="313792"/>
                  </a:lnTo>
                  <a:lnTo>
                    <a:pt x="1492513" y="314471"/>
                  </a:lnTo>
                  <a:lnTo>
                    <a:pt x="1525680" y="314983"/>
                  </a:lnTo>
                  <a:lnTo>
                    <a:pt x="1558847" y="315332"/>
                  </a:lnTo>
                  <a:lnTo>
                    <a:pt x="1592014" y="315525"/>
                  </a:lnTo>
                  <a:lnTo>
                    <a:pt x="1625181" y="315569"/>
                  </a:lnTo>
                  <a:lnTo>
                    <a:pt x="1658347" y="315471"/>
                  </a:lnTo>
                  <a:lnTo>
                    <a:pt x="1691514" y="315238"/>
                  </a:lnTo>
                  <a:lnTo>
                    <a:pt x="1724681" y="314878"/>
                  </a:lnTo>
                  <a:lnTo>
                    <a:pt x="1757848" y="314400"/>
                  </a:lnTo>
                  <a:lnTo>
                    <a:pt x="1791015" y="313810"/>
                  </a:lnTo>
                  <a:lnTo>
                    <a:pt x="1824182" y="313117"/>
                  </a:lnTo>
                  <a:lnTo>
                    <a:pt x="1857349" y="312328"/>
                  </a:lnTo>
                  <a:lnTo>
                    <a:pt x="1890516" y="311452"/>
                  </a:lnTo>
                  <a:lnTo>
                    <a:pt x="1923683" y="310496"/>
                  </a:lnTo>
                  <a:lnTo>
                    <a:pt x="1956850" y="309470"/>
                  </a:lnTo>
                  <a:lnTo>
                    <a:pt x="1990017" y="308380"/>
                  </a:lnTo>
                  <a:lnTo>
                    <a:pt x="2023184" y="307227"/>
                  </a:lnTo>
                  <a:lnTo>
                    <a:pt x="2056351" y="306013"/>
                  </a:lnTo>
                  <a:lnTo>
                    <a:pt x="2089518" y="304738"/>
                  </a:lnTo>
                  <a:lnTo>
                    <a:pt x="2122685" y="303402"/>
                  </a:lnTo>
                  <a:lnTo>
                    <a:pt x="2155852" y="302007"/>
                  </a:lnTo>
                  <a:lnTo>
                    <a:pt x="2189019" y="300551"/>
                  </a:lnTo>
                  <a:lnTo>
                    <a:pt x="2222186" y="299036"/>
                  </a:lnTo>
                  <a:lnTo>
                    <a:pt x="2255353" y="297463"/>
                  </a:lnTo>
                  <a:lnTo>
                    <a:pt x="2288520" y="295834"/>
                  </a:lnTo>
                  <a:lnTo>
                    <a:pt x="2321687" y="294151"/>
                  </a:lnTo>
                  <a:lnTo>
                    <a:pt x="2354854" y="292419"/>
                  </a:lnTo>
                  <a:lnTo>
                    <a:pt x="2388021" y="290641"/>
                  </a:lnTo>
                  <a:lnTo>
                    <a:pt x="2421188" y="288823"/>
                  </a:lnTo>
                  <a:lnTo>
                    <a:pt x="2454355" y="286971"/>
                  </a:lnTo>
                  <a:lnTo>
                    <a:pt x="2487521" y="285091"/>
                  </a:lnTo>
                  <a:lnTo>
                    <a:pt x="2520688" y="283192"/>
                  </a:lnTo>
                  <a:lnTo>
                    <a:pt x="2553855" y="281148"/>
                  </a:lnTo>
                  <a:lnTo>
                    <a:pt x="2587022" y="278872"/>
                  </a:lnTo>
                  <a:lnTo>
                    <a:pt x="2620189" y="276372"/>
                  </a:lnTo>
                  <a:lnTo>
                    <a:pt x="2653356" y="273659"/>
                  </a:lnTo>
                  <a:lnTo>
                    <a:pt x="2686523" y="270750"/>
                  </a:lnTo>
                  <a:lnTo>
                    <a:pt x="2719690" y="267670"/>
                  </a:lnTo>
                  <a:lnTo>
                    <a:pt x="2752857" y="264460"/>
                  </a:lnTo>
                  <a:lnTo>
                    <a:pt x="2786024" y="261172"/>
                  </a:lnTo>
                  <a:lnTo>
                    <a:pt x="2819191" y="257877"/>
                  </a:lnTo>
                  <a:lnTo>
                    <a:pt x="2852358" y="254657"/>
                  </a:lnTo>
                  <a:lnTo>
                    <a:pt x="2885525" y="251608"/>
                  </a:lnTo>
                  <a:lnTo>
                    <a:pt x="2918692" y="248833"/>
                  </a:lnTo>
                  <a:lnTo>
                    <a:pt x="2951859" y="246366"/>
                  </a:lnTo>
                  <a:lnTo>
                    <a:pt x="2985026" y="243769"/>
                  </a:lnTo>
                  <a:lnTo>
                    <a:pt x="3018193" y="240957"/>
                  </a:lnTo>
                  <a:lnTo>
                    <a:pt x="3051360" y="237935"/>
                  </a:lnTo>
                  <a:lnTo>
                    <a:pt x="3084527" y="234715"/>
                  </a:lnTo>
                  <a:lnTo>
                    <a:pt x="3117694" y="231323"/>
                  </a:lnTo>
                  <a:lnTo>
                    <a:pt x="3150861" y="227802"/>
                  </a:lnTo>
                  <a:lnTo>
                    <a:pt x="3184028" y="224218"/>
                  </a:lnTo>
                  <a:lnTo>
                    <a:pt x="3217195" y="220659"/>
                  </a:lnTo>
                  <a:lnTo>
                    <a:pt x="3250362" y="217235"/>
                  </a:lnTo>
                  <a:lnTo>
                    <a:pt x="3283529" y="214071"/>
                  </a:lnTo>
                  <a:lnTo>
                    <a:pt x="3316695" y="211308"/>
                  </a:lnTo>
                  <a:lnTo>
                    <a:pt x="3349862" y="209087"/>
                  </a:lnTo>
                  <a:lnTo>
                    <a:pt x="3383029" y="207277"/>
                  </a:lnTo>
                  <a:lnTo>
                    <a:pt x="3416196" y="205531"/>
                  </a:lnTo>
                  <a:lnTo>
                    <a:pt x="3449363" y="203791"/>
                  </a:lnTo>
                  <a:lnTo>
                    <a:pt x="3482530" y="202011"/>
                  </a:lnTo>
                  <a:lnTo>
                    <a:pt x="3515697" y="200160"/>
                  </a:lnTo>
                  <a:lnTo>
                    <a:pt x="3548864" y="198232"/>
                  </a:lnTo>
                  <a:lnTo>
                    <a:pt x="3582031" y="196251"/>
                  </a:lnTo>
                  <a:lnTo>
                    <a:pt x="3615198" y="194269"/>
                  </a:lnTo>
                  <a:lnTo>
                    <a:pt x="3648365" y="192366"/>
                  </a:lnTo>
                  <a:lnTo>
                    <a:pt x="3681532" y="190640"/>
                  </a:lnTo>
                  <a:lnTo>
                    <a:pt x="3714699" y="189200"/>
                  </a:lnTo>
                  <a:lnTo>
                    <a:pt x="3747866" y="188139"/>
                  </a:lnTo>
                  <a:lnTo>
                    <a:pt x="3781033" y="187371"/>
                  </a:lnTo>
                  <a:lnTo>
                    <a:pt x="3814200" y="186808"/>
                  </a:lnTo>
                  <a:lnTo>
                    <a:pt x="3847367" y="186386"/>
                  </a:lnTo>
                  <a:lnTo>
                    <a:pt x="3880534" y="186043"/>
                  </a:lnTo>
                  <a:lnTo>
                    <a:pt x="3913701" y="185728"/>
                  </a:lnTo>
                  <a:lnTo>
                    <a:pt x="3946868" y="185397"/>
                  </a:lnTo>
                  <a:lnTo>
                    <a:pt x="3980035" y="185024"/>
                  </a:lnTo>
                  <a:lnTo>
                    <a:pt x="4013202" y="184589"/>
                  </a:lnTo>
                  <a:lnTo>
                    <a:pt x="4046369" y="184087"/>
                  </a:lnTo>
                  <a:lnTo>
                    <a:pt x="4079536" y="183524"/>
                  </a:lnTo>
                  <a:lnTo>
                    <a:pt x="4112703" y="182913"/>
                  </a:lnTo>
                  <a:lnTo>
                    <a:pt x="4145869" y="182271"/>
                  </a:lnTo>
                  <a:lnTo>
                    <a:pt x="4179036" y="181620"/>
                  </a:lnTo>
                  <a:lnTo>
                    <a:pt x="4212203" y="180976"/>
                  </a:lnTo>
                  <a:lnTo>
                    <a:pt x="4245370" y="180360"/>
                  </a:lnTo>
                  <a:lnTo>
                    <a:pt x="4278537" y="179767"/>
                  </a:lnTo>
                  <a:lnTo>
                    <a:pt x="4311704" y="179181"/>
                  </a:lnTo>
                  <a:lnTo>
                    <a:pt x="4344871" y="178583"/>
                  </a:lnTo>
                  <a:lnTo>
                    <a:pt x="4378038" y="177959"/>
                  </a:lnTo>
                  <a:lnTo>
                    <a:pt x="4411205" y="177294"/>
                  </a:lnTo>
                  <a:lnTo>
                    <a:pt x="4444372" y="176576"/>
                  </a:lnTo>
                  <a:lnTo>
                    <a:pt x="4477539" y="175794"/>
                  </a:lnTo>
                  <a:lnTo>
                    <a:pt x="4510706" y="174940"/>
                  </a:lnTo>
                  <a:lnTo>
                    <a:pt x="4543873" y="174007"/>
                  </a:lnTo>
                  <a:lnTo>
                    <a:pt x="4577040" y="172990"/>
                  </a:lnTo>
                  <a:lnTo>
                    <a:pt x="4610207" y="171885"/>
                  </a:lnTo>
                  <a:lnTo>
                    <a:pt x="4643374" y="170692"/>
                  </a:lnTo>
                  <a:lnTo>
                    <a:pt x="4676541" y="169410"/>
                  </a:lnTo>
                  <a:lnTo>
                    <a:pt x="4709708" y="168041"/>
                  </a:lnTo>
                  <a:lnTo>
                    <a:pt x="4742875" y="166587"/>
                  </a:lnTo>
                  <a:lnTo>
                    <a:pt x="4776042" y="165050"/>
                  </a:lnTo>
                  <a:lnTo>
                    <a:pt x="4809209" y="163433"/>
                  </a:lnTo>
                  <a:lnTo>
                    <a:pt x="4842376" y="161738"/>
                  </a:lnTo>
                  <a:lnTo>
                    <a:pt x="4875543" y="159969"/>
                  </a:lnTo>
                  <a:lnTo>
                    <a:pt x="4908710" y="158125"/>
                  </a:lnTo>
                  <a:lnTo>
                    <a:pt x="4941876" y="156256"/>
                  </a:lnTo>
                  <a:lnTo>
                    <a:pt x="4975043" y="154395"/>
                  </a:lnTo>
                  <a:lnTo>
                    <a:pt x="5008210" y="152542"/>
                  </a:lnTo>
                  <a:lnTo>
                    <a:pt x="5041377" y="150697"/>
                  </a:lnTo>
                  <a:lnTo>
                    <a:pt x="5074544" y="148856"/>
                  </a:lnTo>
                  <a:lnTo>
                    <a:pt x="5107711" y="147017"/>
                  </a:lnTo>
                  <a:lnTo>
                    <a:pt x="5140878" y="145179"/>
                  </a:lnTo>
                  <a:lnTo>
                    <a:pt x="5174045" y="143336"/>
                  </a:lnTo>
                  <a:lnTo>
                    <a:pt x="5207212" y="141487"/>
                  </a:lnTo>
                  <a:lnTo>
                    <a:pt x="5240379" y="139627"/>
                  </a:lnTo>
                  <a:lnTo>
                    <a:pt x="5273546" y="137751"/>
                  </a:lnTo>
                  <a:lnTo>
                    <a:pt x="5306713" y="135855"/>
                  </a:lnTo>
                  <a:lnTo>
                    <a:pt x="5339880" y="133934"/>
                  </a:lnTo>
                  <a:lnTo>
                    <a:pt x="5373047" y="131983"/>
                  </a:lnTo>
                  <a:lnTo>
                    <a:pt x="5406214" y="129997"/>
                  </a:lnTo>
                  <a:lnTo>
                    <a:pt x="5439381" y="127971"/>
                  </a:lnTo>
                  <a:lnTo>
                    <a:pt x="5472548" y="125899"/>
                  </a:lnTo>
                  <a:lnTo>
                    <a:pt x="5505715" y="123776"/>
                  </a:lnTo>
                  <a:lnTo>
                    <a:pt x="5538882" y="121596"/>
                  </a:lnTo>
                  <a:lnTo>
                    <a:pt x="5572049" y="119354"/>
                  </a:lnTo>
                  <a:lnTo>
                    <a:pt x="5605216" y="117045"/>
                  </a:lnTo>
                  <a:lnTo>
                    <a:pt x="5638383" y="114664"/>
                  </a:lnTo>
                  <a:lnTo>
                    <a:pt x="5671550" y="112206"/>
                  </a:lnTo>
                  <a:lnTo>
                    <a:pt x="5704717" y="109667"/>
                  </a:lnTo>
                  <a:lnTo>
                    <a:pt x="5737884" y="107040"/>
                  </a:lnTo>
                  <a:lnTo>
                    <a:pt x="5771050" y="104324"/>
                  </a:lnTo>
                  <a:lnTo>
                    <a:pt x="5804217" y="101513"/>
                  </a:lnTo>
                  <a:lnTo>
                    <a:pt x="5837384" y="98604"/>
                  </a:lnTo>
                  <a:lnTo>
                    <a:pt x="5870551" y="95593"/>
                  </a:lnTo>
                  <a:lnTo>
                    <a:pt x="5903718" y="92478"/>
                  </a:lnTo>
                  <a:lnTo>
                    <a:pt x="5936885" y="89255"/>
                  </a:lnTo>
                  <a:lnTo>
                    <a:pt x="5970052" y="85922"/>
                  </a:lnTo>
                  <a:lnTo>
                    <a:pt x="6003219" y="82477"/>
                  </a:lnTo>
                  <a:lnTo>
                    <a:pt x="6036386" y="78917"/>
                  </a:lnTo>
                  <a:lnTo>
                    <a:pt x="6069553" y="75242"/>
                  </a:lnTo>
                  <a:lnTo>
                    <a:pt x="6102720" y="71449"/>
                  </a:lnTo>
                  <a:lnTo>
                    <a:pt x="6135887" y="67538"/>
                  </a:lnTo>
                  <a:lnTo>
                    <a:pt x="6169054" y="63506"/>
                  </a:lnTo>
                  <a:lnTo>
                    <a:pt x="6202221" y="59354"/>
                  </a:lnTo>
                  <a:lnTo>
                    <a:pt x="6235388" y="55081"/>
                  </a:lnTo>
                  <a:lnTo>
                    <a:pt x="6268555" y="50685"/>
                  </a:lnTo>
                  <a:lnTo>
                    <a:pt x="6301722" y="46168"/>
                  </a:lnTo>
                  <a:lnTo>
                    <a:pt x="6334889" y="41528"/>
                  </a:lnTo>
                  <a:lnTo>
                    <a:pt x="6368056" y="36765"/>
                  </a:lnTo>
                  <a:lnTo>
                    <a:pt x="6401223" y="31880"/>
                  </a:lnTo>
                  <a:lnTo>
                    <a:pt x="6434390" y="26872"/>
                  </a:lnTo>
                  <a:lnTo>
                    <a:pt x="6467557" y="21742"/>
                  </a:lnTo>
                  <a:lnTo>
                    <a:pt x="6500724" y="16489"/>
                  </a:lnTo>
                  <a:lnTo>
                    <a:pt x="6533891" y="11114"/>
                  </a:lnTo>
                  <a:lnTo>
                    <a:pt x="6567058" y="5618"/>
                  </a:lnTo>
                  <a:lnTo>
                    <a:pt x="66002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271887" y="5009063"/>
              <a:ext cx="6600224" cy="210239"/>
            </a:xfrm>
            <a:custGeom>
              <a:avLst/>
              <a:pathLst>
                <a:path w="6600224" h="210239">
                  <a:moveTo>
                    <a:pt x="6600224" y="113885"/>
                  </a:moveTo>
                  <a:lnTo>
                    <a:pt x="6567058" y="107987"/>
                  </a:lnTo>
                  <a:lnTo>
                    <a:pt x="6533891" y="102244"/>
                  </a:lnTo>
                  <a:lnTo>
                    <a:pt x="6500724" y="96657"/>
                  </a:lnTo>
                  <a:lnTo>
                    <a:pt x="6467557" y="91228"/>
                  </a:lnTo>
                  <a:lnTo>
                    <a:pt x="6434390" y="85957"/>
                  </a:lnTo>
                  <a:lnTo>
                    <a:pt x="6401223" y="80846"/>
                  </a:lnTo>
                  <a:lnTo>
                    <a:pt x="6368056" y="75896"/>
                  </a:lnTo>
                  <a:lnTo>
                    <a:pt x="6334889" y="71107"/>
                  </a:lnTo>
                  <a:lnTo>
                    <a:pt x="6301722" y="66481"/>
                  </a:lnTo>
                  <a:lnTo>
                    <a:pt x="6268555" y="62019"/>
                  </a:lnTo>
                  <a:lnTo>
                    <a:pt x="6235388" y="57720"/>
                  </a:lnTo>
                  <a:lnTo>
                    <a:pt x="6202221" y="53586"/>
                  </a:lnTo>
                  <a:lnTo>
                    <a:pt x="6169054" y="49617"/>
                  </a:lnTo>
                  <a:lnTo>
                    <a:pt x="6135887" y="45813"/>
                  </a:lnTo>
                  <a:lnTo>
                    <a:pt x="6102720" y="42174"/>
                  </a:lnTo>
                  <a:lnTo>
                    <a:pt x="6069553" y="38700"/>
                  </a:lnTo>
                  <a:lnTo>
                    <a:pt x="6036386" y="35391"/>
                  </a:lnTo>
                  <a:lnTo>
                    <a:pt x="6003219" y="32246"/>
                  </a:lnTo>
                  <a:lnTo>
                    <a:pt x="5970052" y="29264"/>
                  </a:lnTo>
                  <a:lnTo>
                    <a:pt x="5936885" y="26445"/>
                  </a:lnTo>
                  <a:lnTo>
                    <a:pt x="5903718" y="23787"/>
                  </a:lnTo>
                  <a:lnTo>
                    <a:pt x="5870551" y="21287"/>
                  </a:lnTo>
                  <a:lnTo>
                    <a:pt x="5837384" y="18946"/>
                  </a:lnTo>
                  <a:lnTo>
                    <a:pt x="5804217" y="16759"/>
                  </a:lnTo>
                  <a:lnTo>
                    <a:pt x="5771050" y="14725"/>
                  </a:lnTo>
                  <a:lnTo>
                    <a:pt x="5737884" y="12841"/>
                  </a:lnTo>
                  <a:lnTo>
                    <a:pt x="5704717" y="11104"/>
                  </a:lnTo>
                  <a:lnTo>
                    <a:pt x="5671550" y="9510"/>
                  </a:lnTo>
                  <a:lnTo>
                    <a:pt x="5638383" y="8056"/>
                  </a:lnTo>
                  <a:lnTo>
                    <a:pt x="5605216" y="6739"/>
                  </a:lnTo>
                  <a:lnTo>
                    <a:pt x="5572049" y="5554"/>
                  </a:lnTo>
                  <a:lnTo>
                    <a:pt x="5538882" y="4496"/>
                  </a:lnTo>
                  <a:lnTo>
                    <a:pt x="5505715" y="3562"/>
                  </a:lnTo>
                  <a:lnTo>
                    <a:pt x="5472548" y="2748"/>
                  </a:lnTo>
                  <a:lnTo>
                    <a:pt x="5439381" y="2049"/>
                  </a:lnTo>
                  <a:lnTo>
                    <a:pt x="5406214" y="1459"/>
                  </a:lnTo>
                  <a:lnTo>
                    <a:pt x="5373047" y="976"/>
                  </a:lnTo>
                  <a:lnTo>
                    <a:pt x="5339880" y="594"/>
                  </a:lnTo>
                  <a:lnTo>
                    <a:pt x="5306713" y="310"/>
                  </a:lnTo>
                  <a:lnTo>
                    <a:pt x="5273546" y="118"/>
                  </a:lnTo>
                  <a:lnTo>
                    <a:pt x="5240379" y="16"/>
                  </a:lnTo>
                  <a:lnTo>
                    <a:pt x="5207212" y="0"/>
                  </a:lnTo>
                  <a:lnTo>
                    <a:pt x="5174045" y="65"/>
                  </a:lnTo>
                  <a:lnTo>
                    <a:pt x="5140878" y="209"/>
                  </a:lnTo>
                  <a:lnTo>
                    <a:pt x="5107711" y="430"/>
                  </a:lnTo>
                  <a:lnTo>
                    <a:pt x="5074544" y="724"/>
                  </a:lnTo>
                  <a:lnTo>
                    <a:pt x="5041377" y="1091"/>
                  </a:lnTo>
                  <a:lnTo>
                    <a:pt x="5008210" y="1528"/>
                  </a:lnTo>
                  <a:lnTo>
                    <a:pt x="4975043" y="2035"/>
                  </a:lnTo>
                  <a:lnTo>
                    <a:pt x="4941876" y="2611"/>
                  </a:lnTo>
                  <a:lnTo>
                    <a:pt x="4908710" y="3257"/>
                  </a:lnTo>
                  <a:lnTo>
                    <a:pt x="4875543" y="3894"/>
                  </a:lnTo>
                  <a:lnTo>
                    <a:pt x="4842376" y="4425"/>
                  </a:lnTo>
                  <a:lnTo>
                    <a:pt x="4809209" y="4861"/>
                  </a:lnTo>
                  <a:lnTo>
                    <a:pt x="4776042" y="5216"/>
                  </a:lnTo>
                  <a:lnTo>
                    <a:pt x="4742875" y="5502"/>
                  </a:lnTo>
                  <a:lnTo>
                    <a:pt x="4709708" y="5733"/>
                  </a:lnTo>
                  <a:lnTo>
                    <a:pt x="4676541" y="5923"/>
                  </a:lnTo>
                  <a:lnTo>
                    <a:pt x="4643374" y="6086"/>
                  </a:lnTo>
                  <a:lnTo>
                    <a:pt x="4610207" y="6232"/>
                  </a:lnTo>
                  <a:lnTo>
                    <a:pt x="4577040" y="6374"/>
                  </a:lnTo>
                  <a:lnTo>
                    <a:pt x="4543873" y="6520"/>
                  </a:lnTo>
                  <a:lnTo>
                    <a:pt x="4510706" y="6679"/>
                  </a:lnTo>
                  <a:lnTo>
                    <a:pt x="4477539" y="6857"/>
                  </a:lnTo>
                  <a:lnTo>
                    <a:pt x="4444372" y="7057"/>
                  </a:lnTo>
                  <a:lnTo>
                    <a:pt x="4411205" y="7283"/>
                  </a:lnTo>
                  <a:lnTo>
                    <a:pt x="4378038" y="7533"/>
                  </a:lnTo>
                  <a:lnTo>
                    <a:pt x="4344871" y="7808"/>
                  </a:lnTo>
                  <a:lnTo>
                    <a:pt x="4311704" y="8104"/>
                  </a:lnTo>
                  <a:lnTo>
                    <a:pt x="4278537" y="8415"/>
                  </a:lnTo>
                  <a:lnTo>
                    <a:pt x="4245370" y="8737"/>
                  </a:lnTo>
                  <a:lnTo>
                    <a:pt x="4212203" y="9062"/>
                  </a:lnTo>
                  <a:lnTo>
                    <a:pt x="4179036" y="9247"/>
                  </a:lnTo>
                  <a:lnTo>
                    <a:pt x="4145869" y="9195"/>
                  </a:lnTo>
                  <a:lnTo>
                    <a:pt x="4112703" y="8972"/>
                  </a:lnTo>
                  <a:lnTo>
                    <a:pt x="4079536" y="8644"/>
                  </a:lnTo>
                  <a:lnTo>
                    <a:pt x="4046369" y="8277"/>
                  </a:lnTo>
                  <a:lnTo>
                    <a:pt x="4013202" y="7931"/>
                  </a:lnTo>
                  <a:lnTo>
                    <a:pt x="3980035" y="7659"/>
                  </a:lnTo>
                  <a:lnTo>
                    <a:pt x="3946868" y="7502"/>
                  </a:lnTo>
                  <a:lnTo>
                    <a:pt x="3913701" y="7490"/>
                  </a:lnTo>
                  <a:lnTo>
                    <a:pt x="3880534" y="7641"/>
                  </a:lnTo>
                  <a:lnTo>
                    <a:pt x="3847367" y="7960"/>
                  </a:lnTo>
                  <a:lnTo>
                    <a:pt x="3814200" y="8442"/>
                  </a:lnTo>
                  <a:lnTo>
                    <a:pt x="3781033" y="9074"/>
                  </a:lnTo>
                  <a:lnTo>
                    <a:pt x="3747866" y="9836"/>
                  </a:lnTo>
                  <a:lnTo>
                    <a:pt x="3714699" y="10686"/>
                  </a:lnTo>
                  <a:lnTo>
                    <a:pt x="3681532" y="11532"/>
                  </a:lnTo>
                  <a:lnTo>
                    <a:pt x="3648365" y="12425"/>
                  </a:lnTo>
                  <a:lnTo>
                    <a:pt x="3615198" y="13432"/>
                  </a:lnTo>
                  <a:lnTo>
                    <a:pt x="3582031" y="14607"/>
                  </a:lnTo>
                  <a:lnTo>
                    <a:pt x="3548864" y="15989"/>
                  </a:lnTo>
                  <a:lnTo>
                    <a:pt x="3515697" y="17587"/>
                  </a:lnTo>
                  <a:lnTo>
                    <a:pt x="3482530" y="19382"/>
                  </a:lnTo>
                  <a:lnTo>
                    <a:pt x="3449363" y="21325"/>
                  </a:lnTo>
                  <a:lnTo>
                    <a:pt x="3416196" y="23344"/>
                  </a:lnTo>
                  <a:lnTo>
                    <a:pt x="3383029" y="25348"/>
                  </a:lnTo>
                  <a:lnTo>
                    <a:pt x="3349862" y="27242"/>
                  </a:lnTo>
                  <a:lnTo>
                    <a:pt x="3316695" y="29247"/>
                  </a:lnTo>
                  <a:lnTo>
                    <a:pt x="3283529" y="31563"/>
                  </a:lnTo>
                  <a:lnTo>
                    <a:pt x="3250362" y="34187"/>
                  </a:lnTo>
                  <a:lnTo>
                    <a:pt x="3217195" y="37110"/>
                  </a:lnTo>
                  <a:lnTo>
                    <a:pt x="3184028" y="40311"/>
                  </a:lnTo>
                  <a:lnTo>
                    <a:pt x="3150861" y="43754"/>
                  </a:lnTo>
                  <a:lnTo>
                    <a:pt x="3117694" y="47379"/>
                  </a:lnTo>
                  <a:lnTo>
                    <a:pt x="3084527" y="51104"/>
                  </a:lnTo>
                  <a:lnTo>
                    <a:pt x="3051360" y="54826"/>
                  </a:lnTo>
                  <a:lnTo>
                    <a:pt x="3018193" y="58423"/>
                  </a:lnTo>
                  <a:lnTo>
                    <a:pt x="2985026" y="61761"/>
                  </a:lnTo>
                  <a:lnTo>
                    <a:pt x="2951859" y="64697"/>
                  </a:lnTo>
                  <a:lnTo>
                    <a:pt x="2918692" y="67213"/>
                  </a:lnTo>
                  <a:lnTo>
                    <a:pt x="2885525" y="69843"/>
                  </a:lnTo>
                  <a:lnTo>
                    <a:pt x="2852358" y="72667"/>
                  </a:lnTo>
                  <a:lnTo>
                    <a:pt x="2819191" y="75678"/>
                  </a:lnTo>
                  <a:lnTo>
                    <a:pt x="2786024" y="78860"/>
                  </a:lnTo>
                  <a:lnTo>
                    <a:pt x="2752857" y="82187"/>
                  </a:lnTo>
                  <a:lnTo>
                    <a:pt x="2719690" y="85618"/>
                  </a:lnTo>
                  <a:lnTo>
                    <a:pt x="2686523" y="89097"/>
                  </a:lnTo>
                  <a:lnTo>
                    <a:pt x="2653356" y="92553"/>
                  </a:lnTo>
                  <a:lnTo>
                    <a:pt x="2620189" y="95901"/>
                  </a:lnTo>
                  <a:lnTo>
                    <a:pt x="2587022" y="99048"/>
                  </a:lnTo>
                  <a:lnTo>
                    <a:pt x="2553855" y="101894"/>
                  </a:lnTo>
                  <a:lnTo>
                    <a:pt x="2520688" y="104339"/>
                  </a:lnTo>
                  <a:lnTo>
                    <a:pt x="2487521" y="106515"/>
                  </a:lnTo>
                  <a:lnTo>
                    <a:pt x="2454355" y="108687"/>
                  </a:lnTo>
                  <a:lnTo>
                    <a:pt x="2421188" y="110863"/>
                  </a:lnTo>
                  <a:lnTo>
                    <a:pt x="2388021" y="113047"/>
                  </a:lnTo>
                  <a:lnTo>
                    <a:pt x="2354854" y="115244"/>
                  </a:lnTo>
                  <a:lnTo>
                    <a:pt x="2321687" y="117457"/>
                  </a:lnTo>
                  <a:lnTo>
                    <a:pt x="2288520" y="119689"/>
                  </a:lnTo>
                  <a:lnTo>
                    <a:pt x="2255353" y="121941"/>
                  </a:lnTo>
                  <a:lnTo>
                    <a:pt x="2222186" y="124214"/>
                  </a:lnTo>
                  <a:lnTo>
                    <a:pt x="2189019" y="126508"/>
                  </a:lnTo>
                  <a:lnTo>
                    <a:pt x="2155852" y="128823"/>
                  </a:lnTo>
                  <a:lnTo>
                    <a:pt x="2122685" y="131156"/>
                  </a:lnTo>
                  <a:lnTo>
                    <a:pt x="2089518" y="133507"/>
                  </a:lnTo>
                  <a:lnTo>
                    <a:pt x="2056351" y="135874"/>
                  </a:lnTo>
                  <a:lnTo>
                    <a:pt x="2023184" y="138254"/>
                  </a:lnTo>
                  <a:lnTo>
                    <a:pt x="1990017" y="140648"/>
                  </a:lnTo>
                  <a:lnTo>
                    <a:pt x="1956850" y="143054"/>
                  </a:lnTo>
                  <a:lnTo>
                    <a:pt x="1923683" y="145472"/>
                  </a:lnTo>
                  <a:lnTo>
                    <a:pt x="1890516" y="147909"/>
                  </a:lnTo>
                  <a:lnTo>
                    <a:pt x="1857349" y="150406"/>
                  </a:lnTo>
                  <a:lnTo>
                    <a:pt x="1824182" y="152976"/>
                  </a:lnTo>
                  <a:lnTo>
                    <a:pt x="1791015" y="155627"/>
                  </a:lnTo>
                  <a:lnTo>
                    <a:pt x="1757848" y="158366"/>
                  </a:lnTo>
                  <a:lnTo>
                    <a:pt x="1724681" y="161202"/>
                  </a:lnTo>
                  <a:lnTo>
                    <a:pt x="1691514" y="164140"/>
                  </a:lnTo>
                  <a:lnTo>
                    <a:pt x="1658347" y="167190"/>
                  </a:lnTo>
                  <a:lnTo>
                    <a:pt x="1625181" y="170358"/>
                  </a:lnTo>
                  <a:lnTo>
                    <a:pt x="1592014" y="173651"/>
                  </a:lnTo>
                  <a:lnTo>
                    <a:pt x="1558847" y="177077"/>
                  </a:lnTo>
                  <a:lnTo>
                    <a:pt x="1525680" y="180641"/>
                  </a:lnTo>
                  <a:lnTo>
                    <a:pt x="1492513" y="184351"/>
                  </a:lnTo>
                  <a:lnTo>
                    <a:pt x="1459346" y="188210"/>
                  </a:lnTo>
                  <a:lnTo>
                    <a:pt x="1426179" y="192225"/>
                  </a:lnTo>
                  <a:lnTo>
                    <a:pt x="1393012" y="196399"/>
                  </a:lnTo>
                  <a:lnTo>
                    <a:pt x="1359845" y="200737"/>
                  </a:lnTo>
                  <a:lnTo>
                    <a:pt x="1326678" y="205240"/>
                  </a:lnTo>
                  <a:lnTo>
                    <a:pt x="1293511" y="209913"/>
                  </a:lnTo>
                  <a:lnTo>
                    <a:pt x="1260344" y="210239"/>
                  </a:lnTo>
                  <a:lnTo>
                    <a:pt x="1227177" y="210239"/>
                  </a:lnTo>
                  <a:lnTo>
                    <a:pt x="1194010" y="210239"/>
                  </a:lnTo>
                  <a:lnTo>
                    <a:pt x="1160843" y="210239"/>
                  </a:lnTo>
                  <a:lnTo>
                    <a:pt x="1127676" y="210239"/>
                  </a:lnTo>
                  <a:lnTo>
                    <a:pt x="1094509" y="210239"/>
                  </a:lnTo>
                  <a:lnTo>
                    <a:pt x="1061342" y="210239"/>
                  </a:lnTo>
                  <a:lnTo>
                    <a:pt x="1028175" y="210239"/>
                  </a:lnTo>
                  <a:lnTo>
                    <a:pt x="995008" y="210239"/>
                  </a:lnTo>
                  <a:lnTo>
                    <a:pt x="961841" y="210239"/>
                  </a:lnTo>
                  <a:lnTo>
                    <a:pt x="928674" y="210239"/>
                  </a:lnTo>
                  <a:lnTo>
                    <a:pt x="895507" y="210239"/>
                  </a:lnTo>
                  <a:lnTo>
                    <a:pt x="862340" y="210239"/>
                  </a:lnTo>
                  <a:lnTo>
                    <a:pt x="829173" y="210239"/>
                  </a:lnTo>
                  <a:lnTo>
                    <a:pt x="796007" y="210239"/>
                  </a:lnTo>
                  <a:lnTo>
                    <a:pt x="762840" y="210239"/>
                  </a:lnTo>
                  <a:lnTo>
                    <a:pt x="729673" y="210239"/>
                  </a:lnTo>
                  <a:lnTo>
                    <a:pt x="696506" y="210239"/>
                  </a:lnTo>
                  <a:lnTo>
                    <a:pt x="663339" y="210239"/>
                  </a:lnTo>
                  <a:lnTo>
                    <a:pt x="630172" y="210239"/>
                  </a:lnTo>
                  <a:lnTo>
                    <a:pt x="597005" y="210239"/>
                  </a:lnTo>
                  <a:lnTo>
                    <a:pt x="563838" y="210239"/>
                  </a:lnTo>
                  <a:lnTo>
                    <a:pt x="530671" y="210239"/>
                  </a:lnTo>
                  <a:lnTo>
                    <a:pt x="497504" y="210239"/>
                  </a:lnTo>
                  <a:lnTo>
                    <a:pt x="464337" y="210239"/>
                  </a:lnTo>
                  <a:lnTo>
                    <a:pt x="431170" y="210239"/>
                  </a:lnTo>
                  <a:lnTo>
                    <a:pt x="398003" y="210239"/>
                  </a:lnTo>
                  <a:lnTo>
                    <a:pt x="364836" y="210239"/>
                  </a:lnTo>
                  <a:lnTo>
                    <a:pt x="331669" y="210239"/>
                  </a:lnTo>
                  <a:lnTo>
                    <a:pt x="298502" y="210239"/>
                  </a:lnTo>
                  <a:lnTo>
                    <a:pt x="265335" y="210239"/>
                  </a:lnTo>
                  <a:lnTo>
                    <a:pt x="232168" y="210239"/>
                  </a:lnTo>
                  <a:lnTo>
                    <a:pt x="199001" y="210239"/>
                  </a:lnTo>
                  <a:lnTo>
                    <a:pt x="165834" y="210239"/>
                  </a:lnTo>
                  <a:lnTo>
                    <a:pt x="132667" y="210239"/>
                  </a:lnTo>
                  <a:lnTo>
                    <a:pt x="99500" y="210239"/>
                  </a:lnTo>
                  <a:lnTo>
                    <a:pt x="66333" y="210239"/>
                  </a:lnTo>
                  <a:lnTo>
                    <a:pt x="33166" y="210239"/>
                  </a:lnTo>
                  <a:lnTo>
                    <a:pt x="0" y="210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1271887" y="4899286"/>
              <a:ext cx="6600224" cy="253336"/>
            </a:xfrm>
            <a:custGeom>
              <a:avLst/>
              <a:pathLst>
                <a:path w="6600224" h="253336">
                  <a:moveTo>
                    <a:pt x="0" y="253336"/>
                  </a:moveTo>
                  <a:lnTo>
                    <a:pt x="33166" y="252300"/>
                  </a:lnTo>
                  <a:lnTo>
                    <a:pt x="66333" y="251248"/>
                  </a:lnTo>
                  <a:lnTo>
                    <a:pt x="99500" y="250179"/>
                  </a:lnTo>
                  <a:lnTo>
                    <a:pt x="132667" y="249095"/>
                  </a:lnTo>
                  <a:lnTo>
                    <a:pt x="165834" y="247996"/>
                  </a:lnTo>
                  <a:lnTo>
                    <a:pt x="199001" y="246880"/>
                  </a:lnTo>
                  <a:lnTo>
                    <a:pt x="232168" y="245750"/>
                  </a:lnTo>
                  <a:lnTo>
                    <a:pt x="265335" y="244605"/>
                  </a:lnTo>
                  <a:lnTo>
                    <a:pt x="298502" y="243444"/>
                  </a:lnTo>
                  <a:lnTo>
                    <a:pt x="331669" y="242269"/>
                  </a:lnTo>
                  <a:lnTo>
                    <a:pt x="364836" y="241079"/>
                  </a:lnTo>
                  <a:lnTo>
                    <a:pt x="398003" y="239875"/>
                  </a:lnTo>
                  <a:lnTo>
                    <a:pt x="431170" y="238657"/>
                  </a:lnTo>
                  <a:lnTo>
                    <a:pt x="464337" y="237424"/>
                  </a:lnTo>
                  <a:lnTo>
                    <a:pt x="497504" y="236178"/>
                  </a:lnTo>
                  <a:lnTo>
                    <a:pt x="530671" y="234917"/>
                  </a:lnTo>
                  <a:lnTo>
                    <a:pt x="563838" y="233643"/>
                  </a:lnTo>
                  <a:lnTo>
                    <a:pt x="597005" y="232356"/>
                  </a:lnTo>
                  <a:lnTo>
                    <a:pt x="630172" y="231055"/>
                  </a:lnTo>
                  <a:lnTo>
                    <a:pt x="663339" y="229741"/>
                  </a:lnTo>
                  <a:lnTo>
                    <a:pt x="696506" y="228414"/>
                  </a:lnTo>
                  <a:lnTo>
                    <a:pt x="729673" y="227074"/>
                  </a:lnTo>
                  <a:lnTo>
                    <a:pt x="762840" y="225722"/>
                  </a:lnTo>
                  <a:lnTo>
                    <a:pt x="796007" y="224357"/>
                  </a:lnTo>
                  <a:lnTo>
                    <a:pt x="829173" y="222980"/>
                  </a:lnTo>
                  <a:lnTo>
                    <a:pt x="862340" y="221590"/>
                  </a:lnTo>
                  <a:lnTo>
                    <a:pt x="895507" y="220189"/>
                  </a:lnTo>
                  <a:lnTo>
                    <a:pt x="928674" y="218775"/>
                  </a:lnTo>
                  <a:lnTo>
                    <a:pt x="961841" y="217350"/>
                  </a:lnTo>
                  <a:lnTo>
                    <a:pt x="995008" y="215914"/>
                  </a:lnTo>
                  <a:lnTo>
                    <a:pt x="1028175" y="214466"/>
                  </a:lnTo>
                  <a:lnTo>
                    <a:pt x="1061342" y="213007"/>
                  </a:lnTo>
                  <a:lnTo>
                    <a:pt x="1094509" y="211537"/>
                  </a:lnTo>
                  <a:lnTo>
                    <a:pt x="1127676" y="210056"/>
                  </a:lnTo>
                  <a:lnTo>
                    <a:pt x="1160843" y="208564"/>
                  </a:lnTo>
                  <a:lnTo>
                    <a:pt x="1194010" y="207062"/>
                  </a:lnTo>
                  <a:lnTo>
                    <a:pt x="1227177" y="205549"/>
                  </a:lnTo>
                  <a:lnTo>
                    <a:pt x="1260344" y="204026"/>
                  </a:lnTo>
                  <a:lnTo>
                    <a:pt x="1293511" y="202493"/>
                  </a:lnTo>
                  <a:lnTo>
                    <a:pt x="1326678" y="200950"/>
                  </a:lnTo>
                  <a:lnTo>
                    <a:pt x="1359845" y="199398"/>
                  </a:lnTo>
                  <a:lnTo>
                    <a:pt x="1393012" y="197835"/>
                  </a:lnTo>
                  <a:lnTo>
                    <a:pt x="1426179" y="196264"/>
                  </a:lnTo>
                  <a:lnTo>
                    <a:pt x="1459346" y="194683"/>
                  </a:lnTo>
                  <a:lnTo>
                    <a:pt x="1492513" y="193093"/>
                  </a:lnTo>
                  <a:lnTo>
                    <a:pt x="1525680" y="191494"/>
                  </a:lnTo>
                  <a:lnTo>
                    <a:pt x="1558847" y="189886"/>
                  </a:lnTo>
                  <a:lnTo>
                    <a:pt x="1592014" y="188270"/>
                  </a:lnTo>
                  <a:lnTo>
                    <a:pt x="1625181" y="186645"/>
                  </a:lnTo>
                  <a:lnTo>
                    <a:pt x="1658347" y="185012"/>
                  </a:lnTo>
                  <a:lnTo>
                    <a:pt x="1691514" y="183371"/>
                  </a:lnTo>
                  <a:lnTo>
                    <a:pt x="1724681" y="181722"/>
                  </a:lnTo>
                  <a:lnTo>
                    <a:pt x="1757848" y="180065"/>
                  </a:lnTo>
                  <a:lnTo>
                    <a:pt x="1791015" y="178400"/>
                  </a:lnTo>
                  <a:lnTo>
                    <a:pt x="1824182" y="176728"/>
                  </a:lnTo>
                  <a:lnTo>
                    <a:pt x="1857349" y="175049"/>
                  </a:lnTo>
                  <a:lnTo>
                    <a:pt x="1890516" y="173362"/>
                  </a:lnTo>
                  <a:lnTo>
                    <a:pt x="1923683" y="171666"/>
                  </a:lnTo>
                  <a:lnTo>
                    <a:pt x="1956850" y="169944"/>
                  </a:lnTo>
                  <a:lnTo>
                    <a:pt x="1990017" y="168196"/>
                  </a:lnTo>
                  <a:lnTo>
                    <a:pt x="2023184" y="166422"/>
                  </a:lnTo>
                  <a:lnTo>
                    <a:pt x="2056351" y="164625"/>
                  </a:lnTo>
                  <a:lnTo>
                    <a:pt x="2089518" y="162804"/>
                  </a:lnTo>
                  <a:lnTo>
                    <a:pt x="2122685" y="160961"/>
                  </a:lnTo>
                  <a:lnTo>
                    <a:pt x="2155852" y="159096"/>
                  </a:lnTo>
                  <a:lnTo>
                    <a:pt x="2189019" y="157211"/>
                  </a:lnTo>
                  <a:lnTo>
                    <a:pt x="2222186" y="155307"/>
                  </a:lnTo>
                  <a:lnTo>
                    <a:pt x="2255353" y="153384"/>
                  </a:lnTo>
                  <a:lnTo>
                    <a:pt x="2288520" y="151443"/>
                  </a:lnTo>
                  <a:lnTo>
                    <a:pt x="2321687" y="149486"/>
                  </a:lnTo>
                  <a:lnTo>
                    <a:pt x="2354854" y="147514"/>
                  </a:lnTo>
                  <a:lnTo>
                    <a:pt x="2388021" y="145526"/>
                  </a:lnTo>
                  <a:lnTo>
                    <a:pt x="2421188" y="143525"/>
                  </a:lnTo>
                  <a:lnTo>
                    <a:pt x="2454355" y="141511"/>
                  </a:lnTo>
                  <a:lnTo>
                    <a:pt x="2487521" y="139485"/>
                  </a:lnTo>
                  <a:lnTo>
                    <a:pt x="2520688" y="137447"/>
                  </a:lnTo>
                  <a:lnTo>
                    <a:pt x="2553855" y="135203"/>
                  </a:lnTo>
                  <a:lnTo>
                    <a:pt x="2587022" y="132642"/>
                  </a:lnTo>
                  <a:lnTo>
                    <a:pt x="2620189" y="129818"/>
                  </a:lnTo>
                  <a:lnTo>
                    <a:pt x="2653356" y="126788"/>
                  </a:lnTo>
                  <a:lnTo>
                    <a:pt x="2686523" y="123605"/>
                  </a:lnTo>
                  <a:lnTo>
                    <a:pt x="2719690" y="120326"/>
                  </a:lnTo>
                  <a:lnTo>
                    <a:pt x="2752857" y="117005"/>
                  </a:lnTo>
                  <a:lnTo>
                    <a:pt x="2786024" y="113698"/>
                  </a:lnTo>
                  <a:lnTo>
                    <a:pt x="2819191" y="110459"/>
                  </a:lnTo>
                  <a:lnTo>
                    <a:pt x="2852358" y="107344"/>
                  </a:lnTo>
                  <a:lnTo>
                    <a:pt x="2885525" y="104408"/>
                  </a:lnTo>
                  <a:lnTo>
                    <a:pt x="2918692" y="101705"/>
                  </a:lnTo>
                  <a:lnTo>
                    <a:pt x="2951859" y="99214"/>
                  </a:lnTo>
                  <a:lnTo>
                    <a:pt x="2985026" y="96447"/>
                  </a:lnTo>
                  <a:lnTo>
                    <a:pt x="3018193" y="93372"/>
                  </a:lnTo>
                  <a:lnTo>
                    <a:pt x="3051360" y="90062"/>
                  </a:lnTo>
                  <a:lnTo>
                    <a:pt x="3084527" y="86591"/>
                  </a:lnTo>
                  <a:lnTo>
                    <a:pt x="3117694" y="83033"/>
                  </a:lnTo>
                  <a:lnTo>
                    <a:pt x="3150861" y="79460"/>
                  </a:lnTo>
                  <a:lnTo>
                    <a:pt x="3184028" y="75947"/>
                  </a:lnTo>
                  <a:lnTo>
                    <a:pt x="3217195" y="72566"/>
                  </a:lnTo>
                  <a:lnTo>
                    <a:pt x="3250362" y="69393"/>
                  </a:lnTo>
                  <a:lnTo>
                    <a:pt x="3283529" y="66499"/>
                  </a:lnTo>
                  <a:lnTo>
                    <a:pt x="3316695" y="63959"/>
                  </a:lnTo>
                  <a:lnTo>
                    <a:pt x="3349862" y="61847"/>
                  </a:lnTo>
                  <a:lnTo>
                    <a:pt x="3383029" y="59995"/>
                  </a:lnTo>
                  <a:lnTo>
                    <a:pt x="3416196" y="58119"/>
                  </a:lnTo>
                  <a:lnTo>
                    <a:pt x="3449363" y="56240"/>
                  </a:lnTo>
                  <a:lnTo>
                    <a:pt x="3482530" y="54378"/>
                  </a:lnTo>
                  <a:lnTo>
                    <a:pt x="3515697" y="52555"/>
                  </a:lnTo>
                  <a:lnTo>
                    <a:pt x="3548864" y="50793"/>
                  </a:lnTo>
                  <a:lnTo>
                    <a:pt x="3582031" y="49111"/>
                  </a:lnTo>
                  <a:lnTo>
                    <a:pt x="3615198" y="47532"/>
                  </a:lnTo>
                  <a:lnTo>
                    <a:pt x="3648365" y="46078"/>
                  </a:lnTo>
                  <a:lnTo>
                    <a:pt x="3681532" y="44768"/>
                  </a:lnTo>
                  <a:lnTo>
                    <a:pt x="3714699" y="43625"/>
                  </a:lnTo>
                  <a:lnTo>
                    <a:pt x="3747866" y="42669"/>
                  </a:lnTo>
                  <a:lnTo>
                    <a:pt x="3781033" y="41904"/>
                  </a:lnTo>
                  <a:lnTo>
                    <a:pt x="3814200" y="41307"/>
                  </a:lnTo>
                  <a:lnTo>
                    <a:pt x="3847367" y="40855"/>
                  </a:lnTo>
                  <a:lnTo>
                    <a:pt x="3880534" y="40524"/>
                  </a:lnTo>
                  <a:lnTo>
                    <a:pt x="3913701" y="40291"/>
                  </a:lnTo>
                  <a:lnTo>
                    <a:pt x="3946868" y="40132"/>
                  </a:lnTo>
                  <a:lnTo>
                    <a:pt x="3980035" y="40023"/>
                  </a:lnTo>
                  <a:lnTo>
                    <a:pt x="4013202" y="39942"/>
                  </a:lnTo>
                  <a:lnTo>
                    <a:pt x="4046369" y="39864"/>
                  </a:lnTo>
                  <a:lnTo>
                    <a:pt x="4079536" y="39766"/>
                  </a:lnTo>
                  <a:lnTo>
                    <a:pt x="4112703" y="39624"/>
                  </a:lnTo>
                  <a:lnTo>
                    <a:pt x="4145869" y="39415"/>
                  </a:lnTo>
                  <a:lnTo>
                    <a:pt x="4179036" y="39115"/>
                  </a:lnTo>
                  <a:lnTo>
                    <a:pt x="4212203" y="38701"/>
                  </a:lnTo>
                  <a:lnTo>
                    <a:pt x="4245370" y="38230"/>
                  </a:lnTo>
                  <a:lnTo>
                    <a:pt x="4278537" y="37773"/>
                  </a:lnTo>
                  <a:lnTo>
                    <a:pt x="4311704" y="37324"/>
                  </a:lnTo>
                  <a:lnTo>
                    <a:pt x="4344871" y="36878"/>
                  </a:lnTo>
                  <a:lnTo>
                    <a:pt x="4378038" y="36428"/>
                  </a:lnTo>
                  <a:lnTo>
                    <a:pt x="4411205" y="35970"/>
                  </a:lnTo>
                  <a:lnTo>
                    <a:pt x="4444372" y="35498"/>
                  </a:lnTo>
                  <a:lnTo>
                    <a:pt x="4477539" y="35007"/>
                  </a:lnTo>
                  <a:lnTo>
                    <a:pt x="4510706" y="34492"/>
                  </a:lnTo>
                  <a:lnTo>
                    <a:pt x="4543873" y="33946"/>
                  </a:lnTo>
                  <a:lnTo>
                    <a:pt x="4577040" y="33364"/>
                  </a:lnTo>
                  <a:lnTo>
                    <a:pt x="4610207" y="32741"/>
                  </a:lnTo>
                  <a:lnTo>
                    <a:pt x="4643374" y="32071"/>
                  </a:lnTo>
                  <a:lnTo>
                    <a:pt x="4676541" y="31349"/>
                  </a:lnTo>
                  <a:lnTo>
                    <a:pt x="4709708" y="30569"/>
                  </a:lnTo>
                  <a:lnTo>
                    <a:pt x="4742875" y="29726"/>
                  </a:lnTo>
                  <a:lnTo>
                    <a:pt x="4776042" y="28814"/>
                  </a:lnTo>
                  <a:lnTo>
                    <a:pt x="4809209" y="27829"/>
                  </a:lnTo>
                  <a:lnTo>
                    <a:pt x="4842376" y="26764"/>
                  </a:lnTo>
                  <a:lnTo>
                    <a:pt x="4875543" y="25613"/>
                  </a:lnTo>
                  <a:lnTo>
                    <a:pt x="4908710" y="24373"/>
                  </a:lnTo>
                  <a:lnTo>
                    <a:pt x="4941876" y="23115"/>
                  </a:lnTo>
                  <a:lnTo>
                    <a:pt x="4975043" y="21897"/>
                  </a:lnTo>
                  <a:lnTo>
                    <a:pt x="5008210" y="20717"/>
                  </a:lnTo>
                  <a:lnTo>
                    <a:pt x="5041377" y="19576"/>
                  </a:lnTo>
                  <a:lnTo>
                    <a:pt x="5074544" y="18472"/>
                  </a:lnTo>
                  <a:lnTo>
                    <a:pt x="5107711" y="17405"/>
                  </a:lnTo>
                  <a:lnTo>
                    <a:pt x="5140878" y="16376"/>
                  </a:lnTo>
                  <a:lnTo>
                    <a:pt x="5174045" y="15383"/>
                  </a:lnTo>
                  <a:lnTo>
                    <a:pt x="5207212" y="14425"/>
                  </a:lnTo>
                  <a:lnTo>
                    <a:pt x="5240379" y="13503"/>
                  </a:lnTo>
                  <a:lnTo>
                    <a:pt x="5273546" y="12617"/>
                  </a:lnTo>
                  <a:lnTo>
                    <a:pt x="5306713" y="11764"/>
                  </a:lnTo>
                  <a:lnTo>
                    <a:pt x="5339880" y="10946"/>
                  </a:lnTo>
                  <a:lnTo>
                    <a:pt x="5373047" y="10162"/>
                  </a:lnTo>
                  <a:lnTo>
                    <a:pt x="5406214" y="9410"/>
                  </a:lnTo>
                  <a:lnTo>
                    <a:pt x="5439381" y="8692"/>
                  </a:lnTo>
                  <a:lnTo>
                    <a:pt x="5472548" y="8005"/>
                  </a:lnTo>
                  <a:lnTo>
                    <a:pt x="5505715" y="7351"/>
                  </a:lnTo>
                  <a:lnTo>
                    <a:pt x="5538882" y="6728"/>
                  </a:lnTo>
                  <a:lnTo>
                    <a:pt x="5572049" y="6136"/>
                  </a:lnTo>
                  <a:lnTo>
                    <a:pt x="5605216" y="5574"/>
                  </a:lnTo>
                  <a:lnTo>
                    <a:pt x="5638383" y="5042"/>
                  </a:lnTo>
                  <a:lnTo>
                    <a:pt x="5671550" y="4540"/>
                  </a:lnTo>
                  <a:lnTo>
                    <a:pt x="5704717" y="4067"/>
                  </a:lnTo>
                  <a:lnTo>
                    <a:pt x="5737884" y="3623"/>
                  </a:lnTo>
                  <a:lnTo>
                    <a:pt x="5771050" y="3206"/>
                  </a:lnTo>
                  <a:lnTo>
                    <a:pt x="5804217" y="2818"/>
                  </a:lnTo>
                  <a:lnTo>
                    <a:pt x="5837384" y="2457"/>
                  </a:lnTo>
                  <a:lnTo>
                    <a:pt x="5870551" y="2122"/>
                  </a:lnTo>
                  <a:lnTo>
                    <a:pt x="5903718" y="1814"/>
                  </a:lnTo>
                  <a:lnTo>
                    <a:pt x="5936885" y="1532"/>
                  </a:lnTo>
                  <a:lnTo>
                    <a:pt x="5970052" y="1275"/>
                  </a:lnTo>
                  <a:lnTo>
                    <a:pt x="6003219" y="1043"/>
                  </a:lnTo>
                  <a:lnTo>
                    <a:pt x="6036386" y="836"/>
                  </a:lnTo>
                  <a:lnTo>
                    <a:pt x="6069553" y="653"/>
                  </a:lnTo>
                  <a:lnTo>
                    <a:pt x="6102720" y="493"/>
                  </a:lnTo>
                  <a:lnTo>
                    <a:pt x="6135887" y="357"/>
                  </a:lnTo>
                  <a:lnTo>
                    <a:pt x="6169054" y="243"/>
                  </a:lnTo>
                  <a:lnTo>
                    <a:pt x="6202221" y="152"/>
                  </a:lnTo>
                  <a:lnTo>
                    <a:pt x="6235388" y="82"/>
                  </a:lnTo>
                  <a:lnTo>
                    <a:pt x="6268555" y="34"/>
                  </a:lnTo>
                  <a:lnTo>
                    <a:pt x="6301722" y="6"/>
                  </a:lnTo>
                  <a:lnTo>
                    <a:pt x="6334889" y="0"/>
                  </a:lnTo>
                  <a:lnTo>
                    <a:pt x="6368056" y="12"/>
                  </a:lnTo>
                  <a:lnTo>
                    <a:pt x="6401223" y="45"/>
                  </a:lnTo>
                  <a:lnTo>
                    <a:pt x="6434390" y="97"/>
                  </a:lnTo>
                  <a:lnTo>
                    <a:pt x="6467557" y="167"/>
                  </a:lnTo>
                  <a:lnTo>
                    <a:pt x="6500724" y="255"/>
                  </a:lnTo>
                  <a:lnTo>
                    <a:pt x="6533891" y="361"/>
                  </a:lnTo>
                  <a:lnTo>
                    <a:pt x="6567058" y="484"/>
                  </a:lnTo>
                  <a:lnTo>
                    <a:pt x="6600224" y="624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tx46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430439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4887" y="25546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2708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264753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64753" y="459601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264753" y="401277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264753" y="342953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264753" y="284629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264753" y="226305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125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264753" y="167980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114144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8748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60816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4152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07488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857937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5602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29356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2692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76028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1950323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455459" y="341947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70" name="tx70"/>
            <p:cNvSpPr/>
            <p:nvPr/>
          </p:nvSpPr>
          <p:spPr>
            <a:xfrm rot="5400000">
              <a:off x="7864385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41876" y="1367948"/>
              <a:ext cx="39409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distribution (right axis) · N = 1,200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2026-09-14T15:17:01Z</dcterms:modified>
  <cp:category/>
</cp:coreProperties>
</file>