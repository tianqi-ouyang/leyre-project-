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2169862"/>
              <a:ext cx="6600224" cy="3049440"/>
            </a:xfrm>
            <a:custGeom>
              <a:avLst/>
              <a:pathLst>
                <a:path w="6600224" h="3049440">
                  <a:moveTo>
                    <a:pt x="0" y="0"/>
                  </a:moveTo>
                  <a:lnTo>
                    <a:pt x="33166" y="32157"/>
                  </a:lnTo>
                  <a:lnTo>
                    <a:pt x="66333" y="64081"/>
                  </a:lnTo>
                  <a:lnTo>
                    <a:pt x="99500" y="95771"/>
                  </a:lnTo>
                  <a:lnTo>
                    <a:pt x="132667" y="127224"/>
                  </a:lnTo>
                  <a:lnTo>
                    <a:pt x="165834" y="158441"/>
                  </a:lnTo>
                  <a:lnTo>
                    <a:pt x="199001" y="189420"/>
                  </a:lnTo>
                  <a:lnTo>
                    <a:pt x="232168" y="220160"/>
                  </a:lnTo>
                  <a:lnTo>
                    <a:pt x="265335" y="250659"/>
                  </a:lnTo>
                  <a:lnTo>
                    <a:pt x="298502" y="280917"/>
                  </a:lnTo>
                  <a:lnTo>
                    <a:pt x="331669" y="310932"/>
                  </a:lnTo>
                  <a:lnTo>
                    <a:pt x="364836" y="340703"/>
                  </a:lnTo>
                  <a:lnTo>
                    <a:pt x="398003" y="370229"/>
                  </a:lnTo>
                  <a:lnTo>
                    <a:pt x="431170" y="399508"/>
                  </a:lnTo>
                  <a:lnTo>
                    <a:pt x="464337" y="428540"/>
                  </a:lnTo>
                  <a:lnTo>
                    <a:pt x="497504" y="457323"/>
                  </a:lnTo>
                  <a:lnTo>
                    <a:pt x="530671" y="485856"/>
                  </a:lnTo>
                  <a:lnTo>
                    <a:pt x="563838" y="514137"/>
                  </a:lnTo>
                  <a:lnTo>
                    <a:pt x="597005" y="542167"/>
                  </a:lnTo>
                  <a:lnTo>
                    <a:pt x="630172" y="569944"/>
                  </a:lnTo>
                  <a:lnTo>
                    <a:pt x="663339" y="597468"/>
                  </a:lnTo>
                  <a:lnTo>
                    <a:pt x="696506" y="624737"/>
                  </a:lnTo>
                  <a:lnTo>
                    <a:pt x="729673" y="651752"/>
                  </a:lnTo>
                  <a:lnTo>
                    <a:pt x="762840" y="678512"/>
                  </a:lnTo>
                  <a:lnTo>
                    <a:pt x="796007" y="705017"/>
                  </a:lnTo>
                  <a:lnTo>
                    <a:pt x="829173" y="731268"/>
                  </a:lnTo>
                  <a:lnTo>
                    <a:pt x="862340" y="757266"/>
                  </a:lnTo>
                  <a:lnTo>
                    <a:pt x="895507" y="783010"/>
                  </a:lnTo>
                  <a:lnTo>
                    <a:pt x="928674" y="808504"/>
                  </a:lnTo>
                  <a:lnTo>
                    <a:pt x="961841" y="833749"/>
                  </a:lnTo>
                  <a:lnTo>
                    <a:pt x="995008" y="858747"/>
                  </a:lnTo>
                  <a:lnTo>
                    <a:pt x="1028175" y="883501"/>
                  </a:lnTo>
                  <a:lnTo>
                    <a:pt x="1061342" y="908015"/>
                  </a:lnTo>
                  <a:lnTo>
                    <a:pt x="1094509" y="932293"/>
                  </a:lnTo>
                  <a:lnTo>
                    <a:pt x="1127676" y="956339"/>
                  </a:lnTo>
                  <a:lnTo>
                    <a:pt x="1160843" y="980160"/>
                  </a:lnTo>
                  <a:lnTo>
                    <a:pt x="1194010" y="1003761"/>
                  </a:lnTo>
                  <a:lnTo>
                    <a:pt x="1227177" y="1027149"/>
                  </a:lnTo>
                  <a:lnTo>
                    <a:pt x="1260344" y="1050331"/>
                  </a:lnTo>
                  <a:lnTo>
                    <a:pt x="1293511" y="1073316"/>
                  </a:lnTo>
                  <a:lnTo>
                    <a:pt x="1326678" y="1096111"/>
                  </a:lnTo>
                  <a:lnTo>
                    <a:pt x="1359845" y="1118726"/>
                  </a:lnTo>
                  <a:lnTo>
                    <a:pt x="1393012" y="1141170"/>
                  </a:lnTo>
                  <a:lnTo>
                    <a:pt x="1426179" y="1163452"/>
                  </a:lnTo>
                  <a:lnTo>
                    <a:pt x="1459346" y="1185583"/>
                  </a:lnTo>
                  <a:lnTo>
                    <a:pt x="1492513" y="1207572"/>
                  </a:lnTo>
                  <a:lnTo>
                    <a:pt x="1525680" y="1229429"/>
                  </a:lnTo>
                  <a:lnTo>
                    <a:pt x="1558847" y="1251163"/>
                  </a:lnTo>
                  <a:lnTo>
                    <a:pt x="1592014" y="1272784"/>
                  </a:lnTo>
                  <a:lnTo>
                    <a:pt x="1625181" y="1294301"/>
                  </a:lnTo>
                  <a:lnTo>
                    <a:pt x="1658347" y="1315722"/>
                  </a:lnTo>
                  <a:lnTo>
                    <a:pt x="1691514" y="1337054"/>
                  </a:lnTo>
                  <a:lnTo>
                    <a:pt x="1724681" y="1358304"/>
                  </a:lnTo>
                  <a:lnTo>
                    <a:pt x="1757848" y="1379477"/>
                  </a:lnTo>
                  <a:lnTo>
                    <a:pt x="1791015" y="1400583"/>
                  </a:lnTo>
                  <a:lnTo>
                    <a:pt x="1824182" y="1421751"/>
                  </a:lnTo>
                  <a:lnTo>
                    <a:pt x="1857349" y="1443016"/>
                  </a:lnTo>
                  <a:lnTo>
                    <a:pt x="1890516" y="1464347"/>
                  </a:lnTo>
                  <a:lnTo>
                    <a:pt x="1923683" y="1485712"/>
                  </a:lnTo>
                  <a:lnTo>
                    <a:pt x="1956850" y="1507080"/>
                  </a:lnTo>
                  <a:lnTo>
                    <a:pt x="1990017" y="1528417"/>
                  </a:lnTo>
                  <a:lnTo>
                    <a:pt x="2023184" y="1549693"/>
                  </a:lnTo>
                  <a:lnTo>
                    <a:pt x="2056351" y="1570877"/>
                  </a:lnTo>
                  <a:lnTo>
                    <a:pt x="2089518" y="1591941"/>
                  </a:lnTo>
                  <a:lnTo>
                    <a:pt x="2122685" y="1612860"/>
                  </a:lnTo>
                  <a:lnTo>
                    <a:pt x="2155852" y="1633609"/>
                  </a:lnTo>
                  <a:lnTo>
                    <a:pt x="2189019" y="1654168"/>
                  </a:lnTo>
                  <a:lnTo>
                    <a:pt x="2222186" y="1674518"/>
                  </a:lnTo>
                  <a:lnTo>
                    <a:pt x="2255353" y="1694643"/>
                  </a:lnTo>
                  <a:lnTo>
                    <a:pt x="2288520" y="1714529"/>
                  </a:lnTo>
                  <a:lnTo>
                    <a:pt x="2321687" y="1734165"/>
                  </a:lnTo>
                  <a:lnTo>
                    <a:pt x="2354854" y="1754086"/>
                  </a:lnTo>
                  <a:lnTo>
                    <a:pt x="2388021" y="1774748"/>
                  </a:lnTo>
                  <a:lnTo>
                    <a:pt x="2421188" y="1795949"/>
                  </a:lnTo>
                  <a:lnTo>
                    <a:pt x="2454355" y="1817484"/>
                  </a:lnTo>
                  <a:lnTo>
                    <a:pt x="2487521" y="1839158"/>
                  </a:lnTo>
                  <a:lnTo>
                    <a:pt x="2520688" y="1860789"/>
                  </a:lnTo>
                  <a:lnTo>
                    <a:pt x="2553855" y="1882215"/>
                  </a:lnTo>
                  <a:lnTo>
                    <a:pt x="2587022" y="1903296"/>
                  </a:lnTo>
                  <a:lnTo>
                    <a:pt x="2620189" y="1923919"/>
                  </a:lnTo>
                  <a:lnTo>
                    <a:pt x="2653356" y="1943992"/>
                  </a:lnTo>
                  <a:lnTo>
                    <a:pt x="2686523" y="1963443"/>
                  </a:lnTo>
                  <a:lnTo>
                    <a:pt x="2719690" y="1982219"/>
                  </a:lnTo>
                  <a:lnTo>
                    <a:pt x="2752857" y="2000273"/>
                  </a:lnTo>
                  <a:lnTo>
                    <a:pt x="2786024" y="2017659"/>
                  </a:lnTo>
                  <a:lnTo>
                    <a:pt x="2819191" y="2034611"/>
                  </a:lnTo>
                  <a:lnTo>
                    <a:pt x="2852358" y="2051097"/>
                  </a:lnTo>
                  <a:lnTo>
                    <a:pt x="2885525" y="2067062"/>
                  </a:lnTo>
                  <a:lnTo>
                    <a:pt x="2918692" y="2082460"/>
                  </a:lnTo>
                  <a:lnTo>
                    <a:pt x="2951859" y="2097265"/>
                  </a:lnTo>
                  <a:lnTo>
                    <a:pt x="2985026" y="2111482"/>
                  </a:lnTo>
                  <a:lnTo>
                    <a:pt x="3018193" y="2125152"/>
                  </a:lnTo>
                  <a:lnTo>
                    <a:pt x="3051360" y="2138356"/>
                  </a:lnTo>
                  <a:lnTo>
                    <a:pt x="3084527" y="2151214"/>
                  </a:lnTo>
                  <a:lnTo>
                    <a:pt x="3117694" y="2163880"/>
                  </a:lnTo>
                  <a:lnTo>
                    <a:pt x="3150861" y="2176533"/>
                  </a:lnTo>
                  <a:lnTo>
                    <a:pt x="3184028" y="2189369"/>
                  </a:lnTo>
                  <a:lnTo>
                    <a:pt x="3217195" y="2202589"/>
                  </a:lnTo>
                  <a:lnTo>
                    <a:pt x="3250362" y="2216020"/>
                  </a:lnTo>
                  <a:lnTo>
                    <a:pt x="3283529" y="2229011"/>
                  </a:lnTo>
                  <a:lnTo>
                    <a:pt x="3316695" y="2241527"/>
                  </a:lnTo>
                  <a:lnTo>
                    <a:pt x="3349862" y="2253552"/>
                  </a:lnTo>
                  <a:lnTo>
                    <a:pt x="3383029" y="2265074"/>
                  </a:lnTo>
                  <a:lnTo>
                    <a:pt x="3416196" y="2276098"/>
                  </a:lnTo>
                  <a:lnTo>
                    <a:pt x="3449363" y="2286650"/>
                  </a:lnTo>
                  <a:lnTo>
                    <a:pt x="3482530" y="2296783"/>
                  </a:lnTo>
                  <a:lnTo>
                    <a:pt x="3515697" y="2306582"/>
                  </a:lnTo>
                  <a:lnTo>
                    <a:pt x="3548864" y="2316163"/>
                  </a:lnTo>
                  <a:lnTo>
                    <a:pt x="3582031" y="2325668"/>
                  </a:lnTo>
                  <a:lnTo>
                    <a:pt x="3615198" y="2335266"/>
                  </a:lnTo>
                  <a:lnTo>
                    <a:pt x="3648365" y="2345143"/>
                  </a:lnTo>
                  <a:lnTo>
                    <a:pt x="3681532" y="2355494"/>
                  </a:lnTo>
                  <a:lnTo>
                    <a:pt x="3714699" y="2366513"/>
                  </a:lnTo>
                  <a:lnTo>
                    <a:pt x="3747866" y="2378063"/>
                  </a:lnTo>
                  <a:lnTo>
                    <a:pt x="3781033" y="2389420"/>
                  </a:lnTo>
                  <a:lnTo>
                    <a:pt x="3814200" y="2400521"/>
                  </a:lnTo>
                  <a:lnTo>
                    <a:pt x="3847367" y="2411347"/>
                  </a:lnTo>
                  <a:lnTo>
                    <a:pt x="3880534" y="2421889"/>
                  </a:lnTo>
                  <a:lnTo>
                    <a:pt x="3913701" y="2432154"/>
                  </a:lnTo>
                  <a:lnTo>
                    <a:pt x="3946868" y="2442165"/>
                  </a:lnTo>
                  <a:lnTo>
                    <a:pt x="3980035" y="2451967"/>
                  </a:lnTo>
                  <a:lnTo>
                    <a:pt x="4013202" y="2461623"/>
                  </a:lnTo>
                  <a:lnTo>
                    <a:pt x="4046369" y="2471215"/>
                  </a:lnTo>
                  <a:lnTo>
                    <a:pt x="4079536" y="2480839"/>
                  </a:lnTo>
                  <a:lnTo>
                    <a:pt x="4112703" y="2490600"/>
                  </a:lnTo>
                  <a:lnTo>
                    <a:pt x="4145869" y="2500604"/>
                  </a:lnTo>
                  <a:lnTo>
                    <a:pt x="4179036" y="2510869"/>
                  </a:lnTo>
                  <a:lnTo>
                    <a:pt x="4212203" y="2520988"/>
                  </a:lnTo>
                  <a:lnTo>
                    <a:pt x="4245370" y="2530880"/>
                  </a:lnTo>
                  <a:lnTo>
                    <a:pt x="4278537" y="2540535"/>
                  </a:lnTo>
                  <a:lnTo>
                    <a:pt x="4311704" y="2549944"/>
                  </a:lnTo>
                  <a:lnTo>
                    <a:pt x="4344871" y="2559099"/>
                  </a:lnTo>
                  <a:lnTo>
                    <a:pt x="4378038" y="2568001"/>
                  </a:lnTo>
                  <a:lnTo>
                    <a:pt x="4411205" y="2576649"/>
                  </a:lnTo>
                  <a:lnTo>
                    <a:pt x="4444372" y="2585048"/>
                  </a:lnTo>
                  <a:lnTo>
                    <a:pt x="4477539" y="2593206"/>
                  </a:lnTo>
                  <a:lnTo>
                    <a:pt x="4510706" y="2601133"/>
                  </a:lnTo>
                  <a:lnTo>
                    <a:pt x="4543873" y="2608842"/>
                  </a:lnTo>
                  <a:lnTo>
                    <a:pt x="4577040" y="2616347"/>
                  </a:lnTo>
                  <a:lnTo>
                    <a:pt x="4610207" y="2623664"/>
                  </a:lnTo>
                  <a:lnTo>
                    <a:pt x="4643374" y="2630807"/>
                  </a:lnTo>
                  <a:lnTo>
                    <a:pt x="4676541" y="2637791"/>
                  </a:lnTo>
                  <a:lnTo>
                    <a:pt x="4709708" y="2644611"/>
                  </a:lnTo>
                  <a:lnTo>
                    <a:pt x="4742875" y="2651198"/>
                  </a:lnTo>
                  <a:lnTo>
                    <a:pt x="4776042" y="2657556"/>
                  </a:lnTo>
                  <a:lnTo>
                    <a:pt x="4809209" y="2663695"/>
                  </a:lnTo>
                  <a:lnTo>
                    <a:pt x="4842376" y="2669625"/>
                  </a:lnTo>
                  <a:lnTo>
                    <a:pt x="4875543" y="2675356"/>
                  </a:lnTo>
                  <a:lnTo>
                    <a:pt x="4908710" y="2680897"/>
                  </a:lnTo>
                  <a:lnTo>
                    <a:pt x="4941876" y="2686254"/>
                  </a:lnTo>
                  <a:lnTo>
                    <a:pt x="4975043" y="2691436"/>
                  </a:lnTo>
                  <a:lnTo>
                    <a:pt x="5008210" y="2696449"/>
                  </a:lnTo>
                  <a:lnTo>
                    <a:pt x="5041377" y="2701297"/>
                  </a:lnTo>
                  <a:lnTo>
                    <a:pt x="5074544" y="2705986"/>
                  </a:lnTo>
                  <a:lnTo>
                    <a:pt x="5107711" y="2710521"/>
                  </a:lnTo>
                  <a:lnTo>
                    <a:pt x="5140878" y="2714903"/>
                  </a:lnTo>
                  <a:lnTo>
                    <a:pt x="5174045" y="2719137"/>
                  </a:lnTo>
                  <a:lnTo>
                    <a:pt x="5207212" y="2723225"/>
                  </a:lnTo>
                  <a:lnTo>
                    <a:pt x="5240379" y="2727169"/>
                  </a:lnTo>
                  <a:lnTo>
                    <a:pt x="5273546" y="2730969"/>
                  </a:lnTo>
                  <a:lnTo>
                    <a:pt x="5306713" y="2734626"/>
                  </a:lnTo>
                  <a:lnTo>
                    <a:pt x="5339880" y="2738142"/>
                  </a:lnTo>
                  <a:lnTo>
                    <a:pt x="5373047" y="2741516"/>
                  </a:lnTo>
                  <a:lnTo>
                    <a:pt x="5406214" y="2744748"/>
                  </a:lnTo>
                  <a:lnTo>
                    <a:pt x="5439381" y="2747838"/>
                  </a:lnTo>
                  <a:lnTo>
                    <a:pt x="5472548" y="2750783"/>
                  </a:lnTo>
                  <a:lnTo>
                    <a:pt x="5505715" y="2753584"/>
                  </a:lnTo>
                  <a:lnTo>
                    <a:pt x="5538882" y="2756239"/>
                  </a:lnTo>
                  <a:lnTo>
                    <a:pt x="5572049" y="2758745"/>
                  </a:lnTo>
                  <a:lnTo>
                    <a:pt x="5605216" y="2761101"/>
                  </a:lnTo>
                  <a:lnTo>
                    <a:pt x="5638383" y="2763305"/>
                  </a:lnTo>
                  <a:lnTo>
                    <a:pt x="5671550" y="2765355"/>
                  </a:lnTo>
                  <a:lnTo>
                    <a:pt x="5704717" y="2767249"/>
                  </a:lnTo>
                  <a:lnTo>
                    <a:pt x="5737884" y="2768983"/>
                  </a:lnTo>
                  <a:lnTo>
                    <a:pt x="5771050" y="2770555"/>
                  </a:lnTo>
                  <a:lnTo>
                    <a:pt x="5804217" y="2771962"/>
                  </a:lnTo>
                  <a:lnTo>
                    <a:pt x="5837384" y="2773202"/>
                  </a:lnTo>
                  <a:lnTo>
                    <a:pt x="5870551" y="2774271"/>
                  </a:lnTo>
                  <a:lnTo>
                    <a:pt x="5903718" y="2775167"/>
                  </a:lnTo>
                  <a:lnTo>
                    <a:pt x="5936885" y="2775887"/>
                  </a:lnTo>
                  <a:lnTo>
                    <a:pt x="5970052" y="2776428"/>
                  </a:lnTo>
                  <a:lnTo>
                    <a:pt x="6003219" y="2776786"/>
                  </a:lnTo>
                  <a:lnTo>
                    <a:pt x="6036386" y="2776958"/>
                  </a:lnTo>
                  <a:lnTo>
                    <a:pt x="6069553" y="2776943"/>
                  </a:lnTo>
                  <a:lnTo>
                    <a:pt x="6102720" y="2776736"/>
                  </a:lnTo>
                  <a:lnTo>
                    <a:pt x="6135887" y="2776335"/>
                  </a:lnTo>
                  <a:lnTo>
                    <a:pt x="6169054" y="2775737"/>
                  </a:lnTo>
                  <a:lnTo>
                    <a:pt x="6202221" y="2774939"/>
                  </a:lnTo>
                  <a:lnTo>
                    <a:pt x="6235388" y="2773938"/>
                  </a:lnTo>
                  <a:lnTo>
                    <a:pt x="6268555" y="2772732"/>
                  </a:lnTo>
                  <a:lnTo>
                    <a:pt x="6301722" y="2771318"/>
                  </a:lnTo>
                  <a:lnTo>
                    <a:pt x="6334889" y="2769693"/>
                  </a:lnTo>
                  <a:lnTo>
                    <a:pt x="6368056" y="2767855"/>
                  </a:lnTo>
                  <a:lnTo>
                    <a:pt x="6401223" y="2765801"/>
                  </a:lnTo>
                  <a:lnTo>
                    <a:pt x="6434390" y="2763530"/>
                  </a:lnTo>
                  <a:lnTo>
                    <a:pt x="6467557" y="2761039"/>
                  </a:lnTo>
                  <a:lnTo>
                    <a:pt x="6500724" y="2758326"/>
                  </a:lnTo>
                  <a:lnTo>
                    <a:pt x="6533891" y="2755389"/>
                  </a:lnTo>
                  <a:lnTo>
                    <a:pt x="6567058" y="2752225"/>
                  </a:lnTo>
                  <a:lnTo>
                    <a:pt x="6600224" y="2748834"/>
                  </a:lnTo>
                  <a:lnTo>
                    <a:pt x="6600224" y="3049440"/>
                  </a:lnTo>
                  <a:lnTo>
                    <a:pt x="6567058" y="3049440"/>
                  </a:lnTo>
                  <a:lnTo>
                    <a:pt x="6533891" y="3049440"/>
                  </a:lnTo>
                  <a:lnTo>
                    <a:pt x="6500724" y="3049440"/>
                  </a:lnTo>
                  <a:lnTo>
                    <a:pt x="6467557" y="3049440"/>
                  </a:lnTo>
                  <a:lnTo>
                    <a:pt x="6434390" y="3049440"/>
                  </a:lnTo>
                  <a:lnTo>
                    <a:pt x="6401223" y="3049440"/>
                  </a:lnTo>
                  <a:lnTo>
                    <a:pt x="6368056" y="3049440"/>
                  </a:lnTo>
                  <a:lnTo>
                    <a:pt x="6334889" y="3049440"/>
                  </a:lnTo>
                  <a:lnTo>
                    <a:pt x="6301722" y="3049440"/>
                  </a:lnTo>
                  <a:lnTo>
                    <a:pt x="6268555" y="3049440"/>
                  </a:lnTo>
                  <a:lnTo>
                    <a:pt x="6235388" y="3049440"/>
                  </a:lnTo>
                  <a:lnTo>
                    <a:pt x="6202221" y="3049440"/>
                  </a:lnTo>
                  <a:lnTo>
                    <a:pt x="6169054" y="3049440"/>
                  </a:lnTo>
                  <a:lnTo>
                    <a:pt x="6135887" y="3049440"/>
                  </a:lnTo>
                  <a:lnTo>
                    <a:pt x="6102720" y="3049440"/>
                  </a:lnTo>
                  <a:lnTo>
                    <a:pt x="6069553" y="3049440"/>
                  </a:lnTo>
                  <a:lnTo>
                    <a:pt x="6036386" y="3049440"/>
                  </a:lnTo>
                  <a:lnTo>
                    <a:pt x="6003219" y="3049440"/>
                  </a:lnTo>
                  <a:lnTo>
                    <a:pt x="5970052" y="3049440"/>
                  </a:lnTo>
                  <a:lnTo>
                    <a:pt x="5936885" y="3049440"/>
                  </a:lnTo>
                  <a:lnTo>
                    <a:pt x="5903718" y="3049440"/>
                  </a:lnTo>
                  <a:lnTo>
                    <a:pt x="5870551" y="3049440"/>
                  </a:lnTo>
                  <a:lnTo>
                    <a:pt x="5837384" y="3049440"/>
                  </a:lnTo>
                  <a:lnTo>
                    <a:pt x="5804217" y="3049440"/>
                  </a:lnTo>
                  <a:lnTo>
                    <a:pt x="5771050" y="3049440"/>
                  </a:lnTo>
                  <a:lnTo>
                    <a:pt x="5737884" y="3049440"/>
                  </a:lnTo>
                  <a:lnTo>
                    <a:pt x="5704717" y="3049440"/>
                  </a:lnTo>
                  <a:lnTo>
                    <a:pt x="5671550" y="3049440"/>
                  </a:lnTo>
                  <a:lnTo>
                    <a:pt x="5638383" y="3049440"/>
                  </a:lnTo>
                  <a:lnTo>
                    <a:pt x="5605216" y="3049440"/>
                  </a:lnTo>
                  <a:lnTo>
                    <a:pt x="5572049" y="3049440"/>
                  </a:lnTo>
                  <a:lnTo>
                    <a:pt x="5538882" y="3049440"/>
                  </a:lnTo>
                  <a:lnTo>
                    <a:pt x="5505715" y="3049440"/>
                  </a:lnTo>
                  <a:lnTo>
                    <a:pt x="5472548" y="3049440"/>
                  </a:lnTo>
                  <a:lnTo>
                    <a:pt x="5439381" y="3049440"/>
                  </a:lnTo>
                  <a:lnTo>
                    <a:pt x="5406214" y="3049440"/>
                  </a:lnTo>
                  <a:lnTo>
                    <a:pt x="5373047" y="3049440"/>
                  </a:lnTo>
                  <a:lnTo>
                    <a:pt x="5339880" y="3049440"/>
                  </a:lnTo>
                  <a:lnTo>
                    <a:pt x="5306713" y="3049440"/>
                  </a:lnTo>
                  <a:lnTo>
                    <a:pt x="5273546" y="3049440"/>
                  </a:lnTo>
                  <a:lnTo>
                    <a:pt x="5240379" y="3049440"/>
                  </a:lnTo>
                  <a:lnTo>
                    <a:pt x="5207212" y="3049440"/>
                  </a:lnTo>
                  <a:lnTo>
                    <a:pt x="5174045" y="3049440"/>
                  </a:lnTo>
                  <a:lnTo>
                    <a:pt x="5140878" y="3040472"/>
                  </a:lnTo>
                  <a:lnTo>
                    <a:pt x="5107711" y="3031294"/>
                  </a:lnTo>
                  <a:lnTo>
                    <a:pt x="5074544" y="3022058"/>
                  </a:lnTo>
                  <a:lnTo>
                    <a:pt x="5041377" y="3012765"/>
                  </a:lnTo>
                  <a:lnTo>
                    <a:pt x="5008210" y="3003420"/>
                  </a:lnTo>
                  <a:lnTo>
                    <a:pt x="4975043" y="2994029"/>
                  </a:lnTo>
                  <a:lnTo>
                    <a:pt x="4941876" y="2984594"/>
                  </a:lnTo>
                  <a:lnTo>
                    <a:pt x="4908710" y="2975124"/>
                  </a:lnTo>
                  <a:lnTo>
                    <a:pt x="4875543" y="2965624"/>
                  </a:lnTo>
                  <a:lnTo>
                    <a:pt x="4842376" y="2956103"/>
                  </a:lnTo>
                  <a:lnTo>
                    <a:pt x="4809209" y="2946568"/>
                  </a:lnTo>
                  <a:lnTo>
                    <a:pt x="4776042" y="2937029"/>
                  </a:lnTo>
                  <a:lnTo>
                    <a:pt x="4742875" y="2927496"/>
                  </a:lnTo>
                  <a:lnTo>
                    <a:pt x="4709708" y="2917979"/>
                  </a:lnTo>
                  <a:lnTo>
                    <a:pt x="4676541" y="2908482"/>
                  </a:lnTo>
                  <a:lnTo>
                    <a:pt x="4643374" y="2898946"/>
                  </a:lnTo>
                  <a:lnTo>
                    <a:pt x="4610207" y="2889359"/>
                  </a:lnTo>
                  <a:lnTo>
                    <a:pt x="4577040" y="2879729"/>
                  </a:lnTo>
                  <a:lnTo>
                    <a:pt x="4543873" y="2870060"/>
                  </a:lnTo>
                  <a:lnTo>
                    <a:pt x="4510706" y="2860361"/>
                  </a:lnTo>
                  <a:lnTo>
                    <a:pt x="4477539" y="2850635"/>
                  </a:lnTo>
                  <a:lnTo>
                    <a:pt x="4444372" y="2840889"/>
                  </a:lnTo>
                  <a:lnTo>
                    <a:pt x="4411205" y="2831122"/>
                  </a:lnTo>
                  <a:lnTo>
                    <a:pt x="4378038" y="2821335"/>
                  </a:lnTo>
                  <a:lnTo>
                    <a:pt x="4344871" y="2811523"/>
                  </a:lnTo>
                  <a:lnTo>
                    <a:pt x="4311704" y="2801680"/>
                  </a:lnTo>
                  <a:lnTo>
                    <a:pt x="4278537" y="2791793"/>
                  </a:lnTo>
                  <a:lnTo>
                    <a:pt x="4245370" y="2781848"/>
                  </a:lnTo>
                  <a:lnTo>
                    <a:pt x="4212203" y="2771829"/>
                  </a:lnTo>
                  <a:lnTo>
                    <a:pt x="4179036" y="2761715"/>
                  </a:lnTo>
                  <a:lnTo>
                    <a:pt x="4145869" y="2751507"/>
                  </a:lnTo>
                  <a:lnTo>
                    <a:pt x="4112703" y="2741353"/>
                  </a:lnTo>
                  <a:lnTo>
                    <a:pt x="4079536" y="2731288"/>
                  </a:lnTo>
                  <a:lnTo>
                    <a:pt x="4046369" y="2721322"/>
                  </a:lnTo>
                  <a:lnTo>
                    <a:pt x="4013202" y="2711462"/>
                  </a:lnTo>
                  <a:lnTo>
                    <a:pt x="3980035" y="2701707"/>
                  </a:lnTo>
                  <a:lnTo>
                    <a:pt x="3946868" y="2692041"/>
                  </a:lnTo>
                  <a:lnTo>
                    <a:pt x="3913701" y="2682430"/>
                  </a:lnTo>
                  <a:lnTo>
                    <a:pt x="3880534" y="2672822"/>
                  </a:lnTo>
                  <a:lnTo>
                    <a:pt x="3847367" y="2663143"/>
                  </a:lnTo>
                  <a:lnTo>
                    <a:pt x="3814200" y="2653302"/>
                  </a:lnTo>
                  <a:lnTo>
                    <a:pt x="3781033" y="2643194"/>
                  </a:lnTo>
                  <a:lnTo>
                    <a:pt x="3747866" y="2632700"/>
                  </a:lnTo>
                  <a:lnTo>
                    <a:pt x="3714699" y="2621726"/>
                  </a:lnTo>
                  <a:lnTo>
                    <a:pt x="3681532" y="2610768"/>
                  </a:lnTo>
                  <a:lnTo>
                    <a:pt x="3648365" y="2600044"/>
                  </a:lnTo>
                  <a:lnTo>
                    <a:pt x="3615198" y="2589555"/>
                  </a:lnTo>
                  <a:lnTo>
                    <a:pt x="3582031" y="2579304"/>
                  </a:lnTo>
                  <a:lnTo>
                    <a:pt x="3548864" y="2569287"/>
                  </a:lnTo>
                  <a:lnTo>
                    <a:pt x="3515697" y="2559479"/>
                  </a:lnTo>
                  <a:lnTo>
                    <a:pt x="3482530" y="2549833"/>
                  </a:lnTo>
                  <a:lnTo>
                    <a:pt x="3449363" y="2540272"/>
                  </a:lnTo>
                  <a:lnTo>
                    <a:pt x="3416196" y="2530689"/>
                  </a:lnTo>
                  <a:lnTo>
                    <a:pt x="3383029" y="2520945"/>
                  </a:lnTo>
                  <a:lnTo>
                    <a:pt x="3349862" y="2510876"/>
                  </a:lnTo>
                  <a:lnTo>
                    <a:pt x="3316695" y="2500294"/>
                  </a:lnTo>
                  <a:lnTo>
                    <a:pt x="3283529" y="2488996"/>
                  </a:lnTo>
                  <a:lnTo>
                    <a:pt x="3250362" y="2476774"/>
                  </a:lnTo>
                  <a:lnTo>
                    <a:pt x="3217195" y="2463439"/>
                  </a:lnTo>
                  <a:lnTo>
                    <a:pt x="3184028" y="2449526"/>
                  </a:lnTo>
                  <a:lnTo>
                    <a:pt x="3150861" y="2435405"/>
                  </a:lnTo>
                  <a:lnTo>
                    <a:pt x="3117694" y="2421143"/>
                  </a:lnTo>
                  <a:lnTo>
                    <a:pt x="3084527" y="2406806"/>
                  </a:lnTo>
                  <a:lnTo>
                    <a:pt x="3051360" y="2392441"/>
                  </a:lnTo>
                  <a:lnTo>
                    <a:pt x="3018193" y="2378071"/>
                  </a:lnTo>
                  <a:lnTo>
                    <a:pt x="2985026" y="2363684"/>
                  </a:lnTo>
                  <a:lnTo>
                    <a:pt x="2951859" y="2349230"/>
                  </a:lnTo>
                  <a:lnTo>
                    <a:pt x="2918692" y="2334619"/>
                  </a:lnTo>
                  <a:lnTo>
                    <a:pt x="2885525" y="2319723"/>
                  </a:lnTo>
                  <a:lnTo>
                    <a:pt x="2852358" y="2304386"/>
                  </a:lnTo>
                  <a:lnTo>
                    <a:pt x="2819191" y="2288429"/>
                  </a:lnTo>
                  <a:lnTo>
                    <a:pt x="2786024" y="2271666"/>
                  </a:lnTo>
                  <a:lnTo>
                    <a:pt x="2752857" y="2253915"/>
                  </a:lnTo>
                  <a:lnTo>
                    <a:pt x="2719690" y="2235045"/>
                  </a:lnTo>
                  <a:lnTo>
                    <a:pt x="2686523" y="2215222"/>
                  </a:lnTo>
                  <a:lnTo>
                    <a:pt x="2653356" y="2194664"/>
                  </a:lnTo>
                  <a:lnTo>
                    <a:pt x="2620189" y="2173580"/>
                  </a:lnTo>
                  <a:lnTo>
                    <a:pt x="2587022" y="2152162"/>
                  </a:lnTo>
                  <a:lnTo>
                    <a:pt x="2553855" y="2130583"/>
                  </a:lnTo>
                  <a:lnTo>
                    <a:pt x="2520688" y="2108993"/>
                  </a:lnTo>
                  <a:lnTo>
                    <a:pt x="2487521" y="2087517"/>
                  </a:lnTo>
                  <a:lnTo>
                    <a:pt x="2454355" y="2066257"/>
                  </a:lnTo>
                  <a:lnTo>
                    <a:pt x="2421188" y="2045294"/>
                  </a:lnTo>
                  <a:lnTo>
                    <a:pt x="2388021" y="2024696"/>
                  </a:lnTo>
                  <a:lnTo>
                    <a:pt x="2354854" y="2004525"/>
                  </a:lnTo>
                  <a:lnTo>
                    <a:pt x="2321687" y="1984839"/>
                  </a:lnTo>
                  <a:lnTo>
                    <a:pt x="2288520" y="1965303"/>
                  </a:lnTo>
                  <a:lnTo>
                    <a:pt x="2255353" y="1945589"/>
                  </a:lnTo>
                  <a:lnTo>
                    <a:pt x="2222186" y="1925740"/>
                  </a:lnTo>
                  <a:lnTo>
                    <a:pt x="2189019" y="1905793"/>
                  </a:lnTo>
                  <a:lnTo>
                    <a:pt x="2155852" y="1885787"/>
                  </a:lnTo>
                  <a:lnTo>
                    <a:pt x="2122685" y="1865754"/>
                  </a:lnTo>
                  <a:lnTo>
                    <a:pt x="2089518" y="1845727"/>
                  </a:lnTo>
                  <a:lnTo>
                    <a:pt x="2056351" y="1825735"/>
                  </a:lnTo>
                  <a:lnTo>
                    <a:pt x="2023184" y="1805805"/>
                  </a:lnTo>
                  <a:lnTo>
                    <a:pt x="1990017" y="1785962"/>
                  </a:lnTo>
                  <a:lnTo>
                    <a:pt x="1956850" y="1766228"/>
                  </a:lnTo>
                  <a:lnTo>
                    <a:pt x="1923683" y="1746625"/>
                  </a:lnTo>
                  <a:lnTo>
                    <a:pt x="1890516" y="1727174"/>
                  </a:lnTo>
                  <a:lnTo>
                    <a:pt x="1857349" y="1707895"/>
                  </a:lnTo>
                  <a:lnTo>
                    <a:pt x="1824182" y="1688809"/>
                  </a:lnTo>
                  <a:lnTo>
                    <a:pt x="1791015" y="1669938"/>
                  </a:lnTo>
                  <a:lnTo>
                    <a:pt x="1757848" y="1651275"/>
                  </a:lnTo>
                  <a:lnTo>
                    <a:pt x="1724681" y="1632767"/>
                  </a:lnTo>
                  <a:lnTo>
                    <a:pt x="1691514" y="1614416"/>
                  </a:lnTo>
                  <a:lnTo>
                    <a:pt x="1658347" y="1596225"/>
                  </a:lnTo>
                  <a:lnTo>
                    <a:pt x="1625181" y="1578201"/>
                  </a:lnTo>
                  <a:lnTo>
                    <a:pt x="1592014" y="1560349"/>
                  </a:lnTo>
                  <a:lnTo>
                    <a:pt x="1558847" y="1542676"/>
                  </a:lnTo>
                  <a:lnTo>
                    <a:pt x="1525680" y="1525191"/>
                  </a:lnTo>
                  <a:lnTo>
                    <a:pt x="1492513" y="1507901"/>
                  </a:lnTo>
                  <a:lnTo>
                    <a:pt x="1459346" y="1490814"/>
                  </a:lnTo>
                  <a:lnTo>
                    <a:pt x="1426179" y="1473941"/>
                  </a:lnTo>
                  <a:lnTo>
                    <a:pt x="1393012" y="1457288"/>
                  </a:lnTo>
                  <a:lnTo>
                    <a:pt x="1359845" y="1440865"/>
                  </a:lnTo>
                  <a:lnTo>
                    <a:pt x="1326678" y="1424681"/>
                  </a:lnTo>
                  <a:lnTo>
                    <a:pt x="1293511" y="1408743"/>
                  </a:lnTo>
                  <a:lnTo>
                    <a:pt x="1260344" y="1393059"/>
                  </a:lnTo>
                  <a:lnTo>
                    <a:pt x="1227177" y="1377637"/>
                  </a:lnTo>
                  <a:lnTo>
                    <a:pt x="1194010" y="1362483"/>
                  </a:lnTo>
                  <a:lnTo>
                    <a:pt x="1160843" y="1347604"/>
                  </a:lnTo>
                  <a:lnTo>
                    <a:pt x="1127676" y="1333005"/>
                  </a:lnTo>
                  <a:lnTo>
                    <a:pt x="1094509" y="1318691"/>
                  </a:lnTo>
                  <a:lnTo>
                    <a:pt x="1061342" y="1304667"/>
                  </a:lnTo>
                  <a:lnTo>
                    <a:pt x="1028175" y="1290936"/>
                  </a:lnTo>
                  <a:lnTo>
                    <a:pt x="995008" y="1277501"/>
                  </a:lnTo>
                  <a:lnTo>
                    <a:pt x="961841" y="1264364"/>
                  </a:lnTo>
                  <a:lnTo>
                    <a:pt x="928674" y="1251528"/>
                  </a:lnTo>
                  <a:lnTo>
                    <a:pt x="895507" y="1238993"/>
                  </a:lnTo>
                  <a:lnTo>
                    <a:pt x="862340" y="1226761"/>
                  </a:lnTo>
                  <a:lnTo>
                    <a:pt x="829173" y="1214832"/>
                  </a:lnTo>
                  <a:lnTo>
                    <a:pt x="796007" y="1203205"/>
                  </a:lnTo>
                  <a:lnTo>
                    <a:pt x="762840" y="1191881"/>
                  </a:lnTo>
                  <a:lnTo>
                    <a:pt x="729673" y="1180859"/>
                  </a:lnTo>
                  <a:lnTo>
                    <a:pt x="696506" y="1170136"/>
                  </a:lnTo>
                  <a:lnTo>
                    <a:pt x="663339" y="1159713"/>
                  </a:lnTo>
                  <a:lnTo>
                    <a:pt x="630172" y="1149588"/>
                  </a:lnTo>
                  <a:lnTo>
                    <a:pt x="597005" y="1139758"/>
                  </a:lnTo>
                  <a:lnTo>
                    <a:pt x="563838" y="1130223"/>
                  </a:lnTo>
                  <a:lnTo>
                    <a:pt x="530671" y="1120979"/>
                  </a:lnTo>
                  <a:lnTo>
                    <a:pt x="497504" y="1112026"/>
                  </a:lnTo>
                  <a:lnTo>
                    <a:pt x="464337" y="1103360"/>
                  </a:lnTo>
                  <a:lnTo>
                    <a:pt x="431170" y="1094980"/>
                  </a:lnTo>
                  <a:lnTo>
                    <a:pt x="398003" y="1086883"/>
                  </a:lnTo>
                  <a:lnTo>
                    <a:pt x="364836" y="1079066"/>
                  </a:lnTo>
                  <a:lnTo>
                    <a:pt x="331669" y="1071529"/>
                  </a:lnTo>
                  <a:lnTo>
                    <a:pt x="298502" y="1064267"/>
                  </a:lnTo>
                  <a:lnTo>
                    <a:pt x="265335" y="1057279"/>
                  </a:lnTo>
                  <a:lnTo>
                    <a:pt x="232168" y="1050563"/>
                  </a:lnTo>
                  <a:lnTo>
                    <a:pt x="199001" y="1044116"/>
                  </a:lnTo>
                  <a:lnTo>
                    <a:pt x="165834" y="1037936"/>
                  </a:lnTo>
                  <a:lnTo>
                    <a:pt x="132667" y="1032020"/>
                  </a:lnTo>
                  <a:lnTo>
                    <a:pt x="99500" y="1026366"/>
                  </a:lnTo>
                  <a:lnTo>
                    <a:pt x="66333" y="1020972"/>
                  </a:lnTo>
                  <a:lnTo>
                    <a:pt x="33166" y="1015836"/>
                  </a:lnTo>
                  <a:lnTo>
                    <a:pt x="0" y="1010955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2169862"/>
              <a:ext cx="6600224" cy="2776958"/>
            </a:xfrm>
            <a:custGeom>
              <a:avLst/>
              <a:pathLst>
                <a:path w="6600224" h="2776958">
                  <a:moveTo>
                    <a:pt x="0" y="0"/>
                  </a:moveTo>
                  <a:lnTo>
                    <a:pt x="33166" y="32157"/>
                  </a:lnTo>
                  <a:lnTo>
                    <a:pt x="66333" y="64081"/>
                  </a:lnTo>
                  <a:lnTo>
                    <a:pt x="99500" y="95771"/>
                  </a:lnTo>
                  <a:lnTo>
                    <a:pt x="132667" y="127224"/>
                  </a:lnTo>
                  <a:lnTo>
                    <a:pt x="165834" y="158441"/>
                  </a:lnTo>
                  <a:lnTo>
                    <a:pt x="199001" y="189420"/>
                  </a:lnTo>
                  <a:lnTo>
                    <a:pt x="232168" y="220160"/>
                  </a:lnTo>
                  <a:lnTo>
                    <a:pt x="265335" y="250659"/>
                  </a:lnTo>
                  <a:lnTo>
                    <a:pt x="298502" y="280917"/>
                  </a:lnTo>
                  <a:lnTo>
                    <a:pt x="331669" y="310932"/>
                  </a:lnTo>
                  <a:lnTo>
                    <a:pt x="364836" y="340703"/>
                  </a:lnTo>
                  <a:lnTo>
                    <a:pt x="398003" y="370229"/>
                  </a:lnTo>
                  <a:lnTo>
                    <a:pt x="431170" y="399508"/>
                  </a:lnTo>
                  <a:lnTo>
                    <a:pt x="464337" y="428540"/>
                  </a:lnTo>
                  <a:lnTo>
                    <a:pt x="497504" y="457323"/>
                  </a:lnTo>
                  <a:lnTo>
                    <a:pt x="530671" y="485856"/>
                  </a:lnTo>
                  <a:lnTo>
                    <a:pt x="563838" y="514137"/>
                  </a:lnTo>
                  <a:lnTo>
                    <a:pt x="597005" y="542167"/>
                  </a:lnTo>
                  <a:lnTo>
                    <a:pt x="630172" y="569944"/>
                  </a:lnTo>
                  <a:lnTo>
                    <a:pt x="663339" y="597468"/>
                  </a:lnTo>
                  <a:lnTo>
                    <a:pt x="696506" y="624737"/>
                  </a:lnTo>
                  <a:lnTo>
                    <a:pt x="729673" y="651752"/>
                  </a:lnTo>
                  <a:lnTo>
                    <a:pt x="762840" y="678512"/>
                  </a:lnTo>
                  <a:lnTo>
                    <a:pt x="796007" y="705017"/>
                  </a:lnTo>
                  <a:lnTo>
                    <a:pt x="829173" y="731268"/>
                  </a:lnTo>
                  <a:lnTo>
                    <a:pt x="862340" y="757266"/>
                  </a:lnTo>
                  <a:lnTo>
                    <a:pt x="895507" y="783010"/>
                  </a:lnTo>
                  <a:lnTo>
                    <a:pt x="928674" y="808504"/>
                  </a:lnTo>
                  <a:lnTo>
                    <a:pt x="961841" y="833749"/>
                  </a:lnTo>
                  <a:lnTo>
                    <a:pt x="995008" y="858747"/>
                  </a:lnTo>
                  <a:lnTo>
                    <a:pt x="1028175" y="883501"/>
                  </a:lnTo>
                  <a:lnTo>
                    <a:pt x="1061342" y="908015"/>
                  </a:lnTo>
                  <a:lnTo>
                    <a:pt x="1094509" y="932293"/>
                  </a:lnTo>
                  <a:lnTo>
                    <a:pt x="1127676" y="956339"/>
                  </a:lnTo>
                  <a:lnTo>
                    <a:pt x="1160843" y="980160"/>
                  </a:lnTo>
                  <a:lnTo>
                    <a:pt x="1194010" y="1003761"/>
                  </a:lnTo>
                  <a:lnTo>
                    <a:pt x="1227177" y="1027149"/>
                  </a:lnTo>
                  <a:lnTo>
                    <a:pt x="1260344" y="1050331"/>
                  </a:lnTo>
                  <a:lnTo>
                    <a:pt x="1293511" y="1073316"/>
                  </a:lnTo>
                  <a:lnTo>
                    <a:pt x="1326678" y="1096111"/>
                  </a:lnTo>
                  <a:lnTo>
                    <a:pt x="1359845" y="1118726"/>
                  </a:lnTo>
                  <a:lnTo>
                    <a:pt x="1393012" y="1141170"/>
                  </a:lnTo>
                  <a:lnTo>
                    <a:pt x="1426179" y="1163452"/>
                  </a:lnTo>
                  <a:lnTo>
                    <a:pt x="1459346" y="1185583"/>
                  </a:lnTo>
                  <a:lnTo>
                    <a:pt x="1492513" y="1207572"/>
                  </a:lnTo>
                  <a:lnTo>
                    <a:pt x="1525680" y="1229429"/>
                  </a:lnTo>
                  <a:lnTo>
                    <a:pt x="1558847" y="1251163"/>
                  </a:lnTo>
                  <a:lnTo>
                    <a:pt x="1592014" y="1272784"/>
                  </a:lnTo>
                  <a:lnTo>
                    <a:pt x="1625181" y="1294301"/>
                  </a:lnTo>
                  <a:lnTo>
                    <a:pt x="1658347" y="1315722"/>
                  </a:lnTo>
                  <a:lnTo>
                    <a:pt x="1691514" y="1337054"/>
                  </a:lnTo>
                  <a:lnTo>
                    <a:pt x="1724681" y="1358304"/>
                  </a:lnTo>
                  <a:lnTo>
                    <a:pt x="1757848" y="1379477"/>
                  </a:lnTo>
                  <a:lnTo>
                    <a:pt x="1791015" y="1400583"/>
                  </a:lnTo>
                  <a:lnTo>
                    <a:pt x="1824182" y="1421751"/>
                  </a:lnTo>
                  <a:lnTo>
                    <a:pt x="1857349" y="1443016"/>
                  </a:lnTo>
                  <a:lnTo>
                    <a:pt x="1890516" y="1464347"/>
                  </a:lnTo>
                  <a:lnTo>
                    <a:pt x="1923683" y="1485712"/>
                  </a:lnTo>
                  <a:lnTo>
                    <a:pt x="1956850" y="1507080"/>
                  </a:lnTo>
                  <a:lnTo>
                    <a:pt x="1990017" y="1528417"/>
                  </a:lnTo>
                  <a:lnTo>
                    <a:pt x="2023184" y="1549693"/>
                  </a:lnTo>
                  <a:lnTo>
                    <a:pt x="2056351" y="1570877"/>
                  </a:lnTo>
                  <a:lnTo>
                    <a:pt x="2089518" y="1591941"/>
                  </a:lnTo>
                  <a:lnTo>
                    <a:pt x="2122685" y="1612860"/>
                  </a:lnTo>
                  <a:lnTo>
                    <a:pt x="2155852" y="1633609"/>
                  </a:lnTo>
                  <a:lnTo>
                    <a:pt x="2189019" y="1654168"/>
                  </a:lnTo>
                  <a:lnTo>
                    <a:pt x="2222186" y="1674518"/>
                  </a:lnTo>
                  <a:lnTo>
                    <a:pt x="2255353" y="1694643"/>
                  </a:lnTo>
                  <a:lnTo>
                    <a:pt x="2288520" y="1714529"/>
                  </a:lnTo>
                  <a:lnTo>
                    <a:pt x="2321687" y="1734165"/>
                  </a:lnTo>
                  <a:lnTo>
                    <a:pt x="2354854" y="1754086"/>
                  </a:lnTo>
                  <a:lnTo>
                    <a:pt x="2388021" y="1774748"/>
                  </a:lnTo>
                  <a:lnTo>
                    <a:pt x="2421188" y="1795949"/>
                  </a:lnTo>
                  <a:lnTo>
                    <a:pt x="2454355" y="1817484"/>
                  </a:lnTo>
                  <a:lnTo>
                    <a:pt x="2487521" y="1839158"/>
                  </a:lnTo>
                  <a:lnTo>
                    <a:pt x="2520688" y="1860789"/>
                  </a:lnTo>
                  <a:lnTo>
                    <a:pt x="2553855" y="1882215"/>
                  </a:lnTo>
                  <a:lnTo>
                    <a:pt x="2587022" y="1903296"/>
                  </a:lnTo>
                  <a:lnTo>
                    <a:pt x="2620189" y="1923919"/>
                  </a:lnTo>
                  <a:lnTo>
                    <a:pt x="2653356" y="1943992"/>
                  </a:lnTo>
                  <a:lnTo>
                    <a:pt x="2686523" y="1963443"/>
                  </a:lnTo>
                  <a:lnTo>
                    <a:pt x="2719690" y="1982219"/>
                  </a:lnTo>
                  <a:lnTo>
                    <a:pt x="2752857" y="2000273"/>
                  </a:lnTo>
                  <a:lnTo>
                    <a:pt x="2786024" y="2017659"/>
                  </a:lnTo>
                  <a:lnTo>
                    <a:pt x="2819191" y="2034611"/>
                  </a:lnTo>
                  <a:lnTo>
                    <a:pt x="2852358" y="2051097"/>
                  </a:lnTo>
                  <a:lnTo>
                    <a:pt x="2885525" y="2067062"/>
                  </a:lnTo>
                  <a:lnTo>
                    <a:pt x="2918692" y="2082460"/>
                  </a:lnTo>
                  <a:lnTo>
                    <a:pt x="2951859" y="2097265"/>
                  </a:lnTo>
                  <a:lnTo>
                    <a:pt x="2985026" y="2111482"/>
                  </a:lnTo>
                  <a:lnTo>
                    <a:pt x="3018193" y="2125152"/>
                  </a:lnTo>
                  <a:lnTo>
                    <a:pt x="3051360" y="2138356"/>
                  </a:lnTo>
                  <a:lnTo>
                    <a:pt x="3084527" y="2151214"/>
                  </a:lnTo>
                  <a:lnTo>
                    <a:pt x="3117694" y="2163880"/>
                  </a:lnTo>
                  <a:lnTo>
                    <a:pt x="3150861" y="2176533"/>
                  </a:lnTo>
                  <a:lnTo>
                    <a:pt x="3184028" y="2189369"/>
                  </a:lnTo>
                  <a:lnTo>
                    <a:pt x="3217195" y="2202589"/>
                  </a:lnTo>
                  <a:lnTo>
                    <a:pt x="3250362" y="2216020"/>
                  </a:lnTo>
                  <a:lnTo>
                    <a:pt x="3283529" y="2229011"/>
                  </a:lnTo>
                  <a:lnTo>
                    <a:pt x="3316695" y="2241527"/>
                  </a:lnTo>
                  <a:lnTo>
                    <a:pt x="3349862" y="2253552"/>
                  </a:lnTo>
                  <a:lnTo>
                    <a:pt x="3383029" y="2265074"/>
                  </a:lnTo>
                  <a:lnTo>
                    <a:pt x="3416196" y="2276098"/>
                  </a:lnTo>
                  <a:lnTo>
                    <a:pt x="3449363" y="2286650"/>
                  </a:lnTo>
                  <a:lnTo>
                    <a:pt x="3482530" y="2296783"/>
                  </a:lnTo>
                  <a:lnTo>
                    <a:pt x="3515697" y="2306582"/>
                  </a:lnTo>
                  <a:lnTo>
                    <a:pt x="3548864" y="2316163"/>
                  </a:lnTo>
                  <a:lnTo>
                    <a:pt x="3582031" y="2325668"/>
                  </a:lnTo>
                  <a:lnTo>
                    <a:pt x="3615198" y="2335266"/>
                  </a:lnTo>
                  <a:lnTo>
                    <a:pt x="3648365" y="2345143"/>
                  </a:lnTo>
                  <a:lnTo>
                    <a:pt x="3681532" y="2355494"/>
                  </a:lnTo>
                  <a:lnTo>
                    <a:pt x="3714699" y="2366513"/>
                  </a:lnTo>
                  <a:lnTo>
                    <a:pt x="3747866" y="2378063"/>
                  </a:lnTo>
                  <a:lnTo>
                    <a:pt x="3781033" y="2389420"/>
                  </a:lnTo>
                  <a:lnTo>
                    <a:pt x="3814200" y="2400521"/>
                  </a:lnTo>
                  <a:lnTo>
                    <a:pt x="3847367" y="2411347"/>
                  </a:lnTo>
                  <a:lnTo>
                    <a:pt x="3880534" y="2421889"/>
                  </a:lnTo>
                  <a:lnTo>
                    <a:pt x="3913701" y="2432154"/>
                  </a:lnTo>
                  <a:lnTo>
                    <a:pt x="3946868" y="2442165"/>
                  </a:lnTo>
                  <a:lnTo>
                    <a:pt x="3980035" y="2451967"/>
                  </a:lnTo>
                  <a:lnTo>
                    <a:pt x="4013202" y="2461623"/>
                  </a:lnTo>
                  <a:lnTo>
                    <a:pt x="4046369" y="2471215"/>
                  </a:lnTo>
                  <a:lnTo>
                    <a:pt x="4079536" y="2480839"/>
                  </a:lnTo>
                  <a:lnTo>
                    <a:pt x="4112703" y="2490600"/>
                  </a:lnTo>
                  <a:lnTo>
                    <a:pt x="4145869" y="2500604"/>
                  </a:lnTo>
                  <a:lnTo>
                    <a:pt x="4179036" y="2510869"/>
                  </a:lnTo>
                  <a:lnTo>
                    <a:pt x="4212203" y="2520988"/>
                  </a:lnTo>
                  <a:lnTo>
                    <a:pt x="4245370" y="2530880"/>
                  </a:lnTo>
                  <a:lnTo>
                    <a:pt x="4278537" y="2540535"/>
                  </a:lnTo>
                  <a:lnTo>
                    <a:pt x="4311704" y="2549944"/>
                  </a:lnTo>
                  <a:lnTo>
                    <a:pt x="4344871" y="2559099"/>
                  </a:lnTo>
                  <a:lnTo>
                    <a:pt x="4378038" y="2568001"/>
                  </a:lnTo>
                  <a:lnTo>
                    <a:pt x="4411205" y="2576649"/>
                  </a:lnTo>
                  <a:lnTo>
                    <a:pt x="4444372" y="2585048"/>
                  </a:lnTo>
                  <a:lnTo>
                    <a:pt x="4477539" y="2593206"/>
                  </a:lnTo>
                  <a:lnTo>
                    <a:pt x="4510706" y="2601133"/>
                  </a:lnTo>
                  <a:lnTo>
                    <a:pt x="4543873" y="2608842"/>
                  </a:lnTo>
                  <a:lnTo>
                    <a:pt x="4577040" y="2616347"/>
                  </a:lnTo>
                  <a:lnTo>
                    <a:pt x="4610207" y="2623664"/>
                  </a:lnTo>
                  <a:lnTo>
                    <a:pt x="4643374" y="2630807"/>
                  </a:lnTo>
                  <a:lnTo>
                    <a:pt x="4676541" y="2637791"/>
                  </a:lnTo>
                  <a:lnTo>
                    <a:pt x="4709708" y="2644611"/>
                  </a:lnTo>
                  <a:lnTo>
                    <a:pt x="4742875" y="2651198"/>
                  </a:lnTo>
                  <a:lnTo>
                    <a:pt x="4776042" y="2657556"/>
                  </a:lnTo>
                  <a:lnTo>
                    <a:pt x="4809209" y="2663695"/>
                  </a:lnTo>
                  <a:lnTo>
                    <a:pt x="4842376" y="2669625"/>
                  </a:lnTo>
                  <a:lnTo>
                    <a:pt x="4875543" y="2675356"/>
                  </a:lnTo>
                  <a:lnTo>
                    <a:pt x="4908710" y="2680897"/>
                  </a:lnTo>
                  <a:lnTo>
                    <a:pt x="4941876" y="2686254"/>
                  </a:lnTo>
                  <a:lnTo>
                    <a:pt x="4975043" y="2691436"/>
                  </a:lnTo>
                  <a:lnTo>
                    <a:pt x="5008210" y="2696449"/>
                  </a:lnTo>
                  <a:lnTo>
                    <a:pt x="5041377" y="2701297"/>
                  </a:lnTo>
                  <a:lnTo>
                    <a:pt x="5074544" y="2705986"/>
                  </a:lnTo>
                  <a:lnTo>
                    <a:pt x="5107711" y="2710521"/>
                  </a:lnTo>
                  <a:lnTo>
                    <a:pt x="5140878" y="2714903"/>
                  </a:lnTo>
                  <a:lnTo>
                    <a:pt x="5174045" y="2719137"/>
                  </a:lnTo>
                  <a:lnTo>
                    <a:pt x="5207212" y="2723225"/>
                  </a:lnTo>
                  <a:lnTo>
                    <a:pt x="5240379" y="2727169"/>
                  </a:lnTo>
                  <a:lnTo>
                    <a:pt x="5273546" y="2730969"/>
                  </a:lnTo>
                  <a:lnTo>
                    <a:pt x="5306713" y="2734626"/>
                  </a:lnTo>
                  <a:lnTo>
                    <a:pt x="5339880" y="2738142"/>
                  </a:lnTo>
                  <a:lnTo>
                    <a:pt x="5373047" y="2741516"/>
                  </a:lnTo>
                  <a:lnTo>
                    <a:pt x="5406214" y="2744748"/>
                  </a:lnTo>
                  <a:lnTo>
                    <a:pt x="5439381" y="2747838"/>
                  </a:lnTo>
                  <a:lnTo>
                    <a:pt x="5472548" y="2750783"/>
                  </a:lnTo>
                  <a:lnTo>
                    <a:pt x="5505715" y="2753584"/>
                  </a:lnTo>
                  <a:lnTo>
                    <a:pt x="5538882" y="2756239"/>
                  </a:lnTo>
                  <a:lnTo>
                    <a:pt x="5572049" y="2758745"/>
                  </a:lnTo>
                  <a:lnTo>
                    <a:pt x="5605216" y="2761101"/>
                  </a:lnTo>
                  <a:lnTo>
                    <a:pt x="5638383" y="2763305"/>
                  </a:lnTo>
                  <a:lnTo>
                    <a:pt x="5671550" y="2765355"/>
                  </a:lnTo>
                  <a:lnTo>
                    <a:pt x="5704717" y="2767249"/>
                  </a:lnTo>
                  <a:lnTo>
                    <a:pt x="5737884" y="2768983"/>
                  </a:lnTo>
                  <a:lnTo>
                    <a:pt x="5771050" y="2770555"/>
                  </a:lnTo>
                  <a:lnTo>
                    <a:pt x="5804217" y="2771962"/>
                  </a:lnTo>
                  <a:lnTo>
                    <a:pt x="5837384" y="2773202"/>
                  </a:lnTo>
                  <a:lnTo>
                    <a:pt x="5870551" y="2774271"/>
                  </a:lnTo>
                  <a:lnTo>
                    <a:pt x="5903718" y="2775167"/>
                  </a:lnTo>
                  <a:lnTo>
                    <a:pt x="5936885" y="2775887"/>
                  </a:lnTo>
                  <a:lnTo>
                    <a:pt x="5970052" y="2776428"/>
                  </a:lnTo>
                  <a:lnTo>
                    <a:pt x="6003219" y="2776786"/>
                  </a:lnTo>
                  <a:lnTo>
                    <a:pt x="6036386" y="2776958"/>
                  </a:lnTo>
                  <a:lnTo>
                    <a:pt x="6069553" y="2776943"/>
                  </a:lnTo>
                  <a:lnTo>
                    <a:pt x="6102720" y="2776736"/>
                  </a:lnTo>
                  <a:lnTo>
                    <a:pt x="6135887" y="2776335"/>
                  </a:lnTo>
                  <a:lnTo>
                    <a:pt x="6169054" y="2775737"/>
                  </a:lnTo>
                  <a:lnTo>
                    <a:pt x="6202221" y="2774939"/>
                  </a:lnTo>
                  <a:lnTo>
                    <a:pt x="6235388" y="2773938"/>
                  </a:lnTo>
                  <a:lnTo>
                    <a:pt x="6268555" y="2772732"/>
                  </a:lnTo>
                  <a:lnTo>
                    <a:pt x="6301722" y="2771318"/>
                  </a:lnTo>
                  <a:lnTo>
                    <a:pt x="6334889" y="2769693"/>
                  </a:lnTo>
                  <a:lnTo>
                    <a:pt x="6368056" y="2767855"/>
                  </a:lnTo>
                  <a:lnTo>
                    <a:pt x="6401223" y="2765801"/>
                  </a:lnTo>
                  <a:lnTo>
                    <a:pt x="6434390" y="2763530"/>
                  </a:lnTo>
                  <a:lnTo>
                    <a:pt x="6467557" y="2761039"/>
                  </a:lnTo>
                  <a:lnTo>
                    <a:pt x="6500724" y="2758326"/>
                  </a:lnTo>
                  <a:lnTo>
                    <a:pt x="6533891" y="2755389"/>
                  </a:lnTo>
                  <a:lnTo>
                    <a:pt x="6567058" y="2752225"/>
                  </a:lnTo>
                  <a:lnTo>
                    <a:pt x="6600224" y="27488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3180818"/>
              <a:ext cx="6600224" cy="2038485"/>
            </a:xfrm>
            <a:custGeom>
              <a:avLst/>
              <a:pathLst>
                <a:path w="6600224" h="2038485">
                  <a:moveTo>
                    <a:pt x="6600224" y="2038485"/>
                  </a:moveTo>
                  <a:lnTo>
                    <a:pt x="6567058" y="2038485"/>
                  </a:lnTo>
                  <a:lnTo>
                    <a:pt x="6533891" y="2038485"/>
                  </a:lnTo>
                  <a:lnTo>
                    <a:pt x="6500724" y="2038485"/>
                  </a:lnTo>
                  <a:lnTo>
                    <a:pt x="6467557" y="2038485"/>
                  </a:lnTo>
                  <a:lnTo>
                    <a:pt x="6434390" y="2038485"/>
                  </a:lnTo>
                  <a:lnTo>
                    <a:pt x="6401223" y="2038485"/>
                  </a:lnTo>
                  <a:lnTo>
                    <a:pt x="6368056" y="2038485"/>
                  </a:lnTo>
                  <a:lnTo>
                    <a:pt x="6334889" y="2038485"/>
                  </a:lnTo>
                  <a:lnTo>
                    <a:pt x="6301722" y="2038485"/>
                  </a:lnTo>
                  <a:lnTo>
                    <a:pt x="6268555" y="2038485"/>
                  </a:lnTo>
                  <a:lnTo>
                    <a:pt x="6235388" y="2038485"/>
                  </a:lnTo>
                  <a:lnTo>
                    <a:pt x="6202221" y="2038485"/>
                  </a:lnTo>
                  <a:lnTo>
                    <a:pt x="6169054" y="2038485"/>
                  </a:lnTo>
                  <a:lnTo>
                    <a:pt x="6135887" y="2038485"/>
                  </a:lnTo>
                  <a:lnTo>
                    <a:pt x="6102720" y="2038485"/>
                  </a:lnTo>
                  <a:lnTo>
                    <a:pt x="6069553" y="2038485"/>
                  </a:lnTo>
                  <a:lnTo>
                    <a:pt x="6036386" y="2038485"/>
                  </a:lnTo>
                  <a:lnTo>
                    <a:pt x="6003219" y="2038485"/>
                  </a:lnTo>
                  <a:lnTo>
                    <a:pt x="5970052" y="2038485"/>
                  </a:lnTo>
                  <a:lnTo>
                    <a:pt x="5936885" y="2038485"/>
                  </a:lnTo>
                  <a:lnTo>
                    <a:pt x="5903718" y="2038485"/>
                  </a:lnTo>
                  <a:lnTo>
                    <a:pt x="5870551" y="2038485"/>
                  </a:lnTo>
                  <a:lnTo>
                    <a:pt x="5837384" y="2038485"/>
                  </a:lnTo>
                  <a:lnTo>
                    <a:pt x="5804217" y="2038485"/>
                  </a:lnTo>
                  <a:lnTo>
                    <a:pt x="5771050" y="2038485"/>
                  </a:lnTo>
                  <a:lnTo>
                    <a:pt x="5737884" y="2038485"/>
                  </a:lnTo>
                  <a:lnTo>
                    <a:pt x="5704717" y="2038485"/>
                  </a:lnTo>
                  <a:lnTo>
                    <a:pt x="5671550" y="2038485"/>
                  </a:lnTo>
                  <a:lnTo>
                    <a:pt x="5638383" y="2038485"/>
                  </a:lnTo>
                  <a:lnTo>
                    <a:pt x="5605216" y="2038485"/>
                  </a:lnTo>
                  <a:lnTo>
                    <a:pt x="5572049" y="2038485"/>
                  </a:lnTo>
                  <a:lnTo>
                    <a:pt x="5538882" y="2038485"/>
                  </a:lnTo>
                  <a:lnTo>
                    <a:pt x="5505715" y="2038485"/>
                  </a:lnTo>
                  <a:lnTo>
                    <a:pt x="5472548" y="2038485"/>
                  </a:lnTo>
                  <a:lnTo>
                    <a:pt x="5439381" y="2038485"/>
                  </a:lnTo>
                  <a:lnTo>
                    <a:pt x="5406214" y="2038485"/>
                  </a:lnTo>
                  <a:lnTo>
                    <a:pt x="5373047" y="2038485"/>
                  </a:lnTo>
                  <a:lnTo>
                    <a:pt x="5339880" y="2038485"/>
                  </a:lnTo>
                  <a:lnTo>
                    <a:pt x="5306713" y="2038485"/>
                  </a:lnTo>
                  <a:lnTo>
                    <a:pt x="5273546" y="2038485"/>
                  </a:lnTo>
                  <a:lnTo>
                    <a:pt x="5240379" y="2038485"/>
                  </a:lnTo>
                  <a:lnTo>
                    <a:pt x="5207212" y="2038485"/>
                  </a:lnTo>
                  <a:lnTo>
                    <a:pt x="5174045" y="2038485"/>
                  </a:lnTo>
                  <a:lnTo>
                    <a:pt x="5140878" y="2029516"/>
                  </a:lnTo>
                  <a:lnTo>
                    <a:pt x="5107711" y="2020339"/>
                  </a:lnTo>
                  <a:lnTo>
                    <a:pt x="5074544" y="2011102"/>
                  </a:lnTo>
                  <a:lnTo>
                    <a:pt x="5041377" y="2001810"/>
                  </a:lnTo>
                  <a:lnTo>
                    <a:pt x="5008210" y="1992465"/>
                  </a:lnTo>
                  <a:lnTo>
                    <a:pt x="4975043" y="1983073"/>
                  </a:lnTo>
                  <a:lnTo>
                    <a:pt x="4941876" y="1973639"/>
                  </a:lnTo>
                  <a:lnTo>
                    <a:pt x="4908710" y="1964169"/>
                  </a:lnTo>
                  <a:lnTo>
                    <a:pt x="4875543" y="1954669"/>
                  </a:lnTo>
                  <a:lnTo>
                    <a:pt x="4842376" y="1945148"/>
                  </a:lnTo>
                  <a:lnTo>
                    <a:pt x="4809209" y="1935613"/>
                  </a:lnTo>
                  <a:lnTo>
                    <a:pt x="4776042" y="1926074"/>
                  </a:lnTo>
                  <a:lnTo>
                    <a:pt x="4742875" y="1916540"/>
                  </a:lnTo>
                  <a:lnTo>
                    <a:pt x="4709708" y="1907024"/>
                  </a:lnTo>
                  <a:lnTo>
                    <a:pt x="4676541" y="1897527"/>
                  </a:lnTo>
                  <a:lnTo>
                    <a:pt x="4643374" y="1887991"/>
                  </a:lnTo>
                  <a:lnTo>
                    <a:pt x="4610207" y="1878404"/>
                  </a:lnTo>
                  <a:lnTo>
                    <a:pt x="4577040" y="1868773"/>
                  </a:lnTo>
                  <a:lnTo>
                    <a:pt x="4543873" y="1859105"/>
                  </a:lnTo>
                  <a:lnTo>
                    <a:pt x="4510706" y="1849405"/>
                  </a:lnTo>
                  <a:lnTo>
                    <a:pt x="4477539" y="1839680"/>
                  </a:lnTo>
                  <a:lnTo>
                    <a:pt x="4444372" y="1829933"/>
                  </a:lnTo>
                  <a:lnTo>
                    <a:pt x="4411205" y="1820167"/>
                  </a:lnTo>
                  <a:lnTo>
                    <a:pt x="4378038" y="1810380"/>
                  </a:lnTo>
                  <a:lnTo>
                    <a:pt x="4344871" y="1800568"/>
                  </a:lnTo>
                  <a:lnTo>
                    <a:pt x="4311704" y="1790724"/>
                  </a:lnTo>
                  <a:lnTo>
                    <a:pt x="4278537" y="1780837"/>
                  </a:lnTo>
                  <a:lnTo>
                    <a:pt x="4245370" y="1770893"/>
                  </a:lnTo>
                  <a:lnTo>
                    <a:pt x="4212203" y="1760874"/>
                  </a:lnTo>
                  <a:lnTo>
                    <a:pt x="4179036" y="1750760"/>
                  </a:lnTo>
                  <a:lnTo>
                    <a:pt x="4145869" y="1740552"/>
                  </a:lnTo>
                  <a:lnTo>
                    <a:pt x="4112703" y="1730398"/>
                  </a:lnTo>
                  <a:lnTo>
                    <a:pt x="4079536" y="1720333"/>
                  </a:lnTo>
                  <a:lnTo>
                    <a:pt x="4046369" y="1710367"/>
                  </a:lnTo>
                  <a:lnTo>
                    <a:pt x="4013202" y="1700507"/>
                  </a:lnTo>
                  <a:lnTo>
                    <a:pt x="3980035" y="1690752"/>
                  </a:lnTo>
                  <a:lnTo>
                    <a:pt x="3946868" y="1681085"/>
                  </a:lnTo>
                  <a:lnTo>
                    <a:pt x="3913701" y="1671475"/>
                  </a:lnTo>
                  <a:lnTo>
                    <a:pt x="3880534" y="1661866"/>
                  </a:lnTo>
                  <a:lnTo>
                    <a:pt x="3847367" y="1652188"/>
                  </a:lnTo>
                  <a:lnTo>
                    <a:pt x="3814200" y="1642347"/>
                  </a:lnTo>
                  <a:lnTo>
                    <a:pt x="3781033" y="1632238"/>
                  </a:lnTo>
                  <a:lnTo>
                    <a:pt x="3747866" y="1621744"/>
                  </a:lnTo>
                  <a:lnTo>
                    <a:pt x="3714699" y="1610771"/>
                  </a:lnTo>
                  <a:lnTo>
                    <a:pt x="3681532" y="1599813"/>
                  </a:lnTo>
                  <a:lnTo>
                    <a:pt x="3648365" y="1589088"/>
                  </a:lnTo>
                  <a:lnTo>
                    <a:pt x="3615198" y="1578599"/>
                  </a:lnTo>
                  <a:lnTo>
                    <a:pt x="3582031" y="1568349"/>
                  </a:lnTo>
                  <a:lnTo>
                    <a:pt x="3548864" y="1558331"/>
                  </a:lnTo>
                  <a:lnTo>
                    <a:pt x="3515697" y="1548523"/>
                  </a:lnTo>
                  <a:lnTo>
                    <a:pt x="3482530" y="1538877"/>
                  </a:lnTo>
                  <a:lnTo>
                    <a:pt x="3449363" y="1529317"/>
                  </a:lnTo>
                  <a:lnTo>
                    <a:pt x="3416196" y="1519733"/>
                  </a:lnTo>
                  <a:lnTo>
                    <a:pt x="3383029" y="1509990"/>
                  </a:lnTo>
                  <a:lnTo>
                    <a:pt x="3349862" y="1499921"/>
                  </a:lnTo>
                  <a:lnTo>
                    <a:pt x="3316695" y="1489338"/>
                  </a:lnTo>
                  <a:lnTo>
                    <a:pt x="3283529" y="1478041"/>
                  </a:lnTo>
                  <a:lnTo>
                    <a:pt x="3250362" y="1465819"/>
                  </a:lnTo>
                  <a:lnTo>
                    <a:pt x="3217195" y="1452484"/>
                  </a:lnTo>
                  <a:lnTo>
                    <a:pt x="3184028" y="1438571"/>
                  </a:lnTo>
                  <a:lnTo>
                    <a:pt x="3150861" y="1424450"/>
                  </a:lnTo>
                  <a:lnTo>
                    <a:pt x="3117694" y="1410188"/>
                  </a:lnTo>
                  <a:lnTo>
                    <a:pt x="3084527" y="1395851"/>
                  </a:lnTo>
                  <a:lnTo>
                    <a:pt x="3051360" y="1381486"/>
                  </a:lnTo>
                  <a:lnTo>
                    <a:pt x="3018193" y="1367116"/>
                  </a:lnTo>
                  <a:lnTo>
                    <a:pt x="2985026" y="1352729"/>
                  </a:lnTo>
                  <a:lnTo>
                    <a:pt x="2951859" y="1338275"/>
                  </a:lnTo>
                  <a:lnTo>
                    <a:pt x="2918692" y="1323664"/>
                  </a:lnTo>
                  <a:lnTo>
                    <a:pt x="2885525" y="1308768"/>
                  </a:lnTo>
                  <a:lnTo>
                    <a:pt x="2852358" y="1293430"/>
                  </a:lnTo>
                  <a:lnTo>
                    <a:pt x="2819191" y="1277473"/>
                  </a:lnTo>
                  <a:lnTo>
                    <a:pt x="2786024" y="1260711"/>
                  </a:lnTo>
                  <a:lnTo>
                    <a:pt x="2752857" y="1242959"/>
                  </a:lnTo>
                  <a:lnTo>
                    <a:pt x="2719690" y="1224090"/>
                  </a:lnTo>
                  <a:lnTo>
                    <a:pt x="2686523" y="1204267"/>
                  </a:lnTo>
                  <a:lnTo>
                    <a:pt x="2653356" y="1183709"/>
                  </a:lnTo>
                  <a:lnTo>
                    <a:pt x="2620189" y="1162624"/>
                  </a:lnTo>
                  <a:lnTo>
                    <a:pt x="2587022" y="1141206"/>
                  </a:lnTo>
                  <a:lnTo>
                    <a:pt x="2553855" y="1119628"/>
                  </a:lnTo>
                  <a:lnTo>
                    <a:pt x="2520688" y="1098038"/>
                  </a:lnTo>
                  <a:lnTo>
                    <a:pt x="2487521" y="1076562"/>
                  </a:lnTo>
                  <a:lnTo>
                    <a:pt x="2454355" y="1055301"/>
                  </a:lnTo>
                  <a:lnTo>
                    <a:pt x="2421188" y="1034338"/>
                  </a:lnTo>
                  <a:lnTo>
                    <a:pt x="2388021" y="1013741"/>
                  </a:lnTo>
                  <a:lnTo>
                    <a:pt x="2354854" y="993569"/>
                  </a:lnTo>
                  <a:lnTo>
                    <a:pt x="2321687" y="973884"/>
                  </a:lnTo>
                  <a:lnTo>
                    <a:pt x="2288520" y="954348"/>
                  </a:lnTo>
                  <a:lnTo>
                    <a:pt x="2255353" y="934634"/>
                  </a:lnTo>
                  <a:lnTo>
                    <a:pt x="2222186" y="914785"/>
                  </a:lnTo>
                  <a:lnTo>
                    <a:pt x="2189019" y="894838"/>
                  </a:lnTo>
                  <a:lnTo>
                    <a:pt x="2155852" y="874831"/>
                  </a:lnTo>
                  <a:lnTo>
                    <a:pt x="2122685" y="854799"/>
                  </a:lnTo>
                  <a:lnTo>
                    <a:pt x="2089518" y="834772"/>
                  </a:lnTo>
                  <a:lnTo>
                    <a:pt x="2056351" y="814780"/>
                  </a:lnTo>
                  <a:lnTo>
                    <a:pt x="2023184" y="794850"/>
                  </a:lnTo>
                  <a:lnTo>
                    <a:pt x="1990017" y="775006"/>
                  </a:lnTo>
                  <a:lnTo>
                    <a:pt x="1956850" y="755273"/>
                  </a:lnTo>
                  <a:lnTo>
                    <a:pt x="1923683" y="735670"/>
                  </a:lnTo>
                  <a:lnTo>
                    <a:pt x="1890516" y="716218"/>
                  </a:lnTo>
                  <a:lnTo>
                    <a:pt x="1857349" y="696939"/>
                  </a:lnTo>
                  <a:lnTo>
                    <a:pt x="1824182" y="677853"/>
                  </a:lnTo>
                  <a:lnTo>
                    <a:pt x="1791015" y="658982"/>
                  </a:lnTo>
                  <a:lnTo>
                    <a:pt x="1757848" y="640320"/>
                  </a:lnTo>
                  <a:lnTo>
                    <a:pt x="1724681" y="621812"/>
                  </a:lnTo>
                  <a:lnTo>
                    <a:pt x="1691514" y="603461"/>
                  </a:lnTo>
                  <a:lnTo>
                    <a:pt x="1658347" y="585270"/>
                  </a:lnTo>
                  <a:lnTo>
                    <a:pt x="1625181" y="567246"/>
                  </a:lnTo>
                  <a:lnTo>
                    <a:pt x="1592014" y="549393"/>
                  </a:lnTo>
                  <a:lnTo>
                    <a:pt x="1558847" y="531721"/>
                  </a:lnTo>
                  <a:lnTo>
                    <a:pt x="1525680" y="514235"/>
                  </a:lnTo>
                  <a:lnTo>
                    <a:pt x="1492513" y="496945"/>
                  </a:lnTo>
                  <a:lnTo>
                    <a:pt x="1459346" y="479859"/>
                  </a:lnTo>
                  <a:lnTo>
                    <a:pt x="1426179" y="462985"/>
                  </a:lnTo>
                  <a:lnTo>
                    <a:pt x="1393012" y="446333"/>
                  </a:lnTo>
                  <a:lnTo>
                    <a:pt x="1359845" y="429910"/>
                  </a:lnTo>
                  <a:lnTo>
                    <a:pt x="1326678" y="413725"/>
                  </a:lnTo>
                  <a:lnTo>
                    <a:pt x="1293511" y="397787"/>
                  </a:lnTo>
                  <a:lnTo>
                    <a:pt x="1260344" y="382104"/>
                  </a:lnTo>
                  <a:lnTo>
                    <a:pt x="1227177" y="366682"/>
                  </a:lnTo>
                  <a:lnTo>
                    <a:pt x="1194010" y="351528"/>
                  </a:lnTo>
                  <a:lnTo>
                    <a:pt x="1160843" y="336649"/>
                  </a:lnTo>
                  <a:lnTo>
                    <a:pt x="1127676" y="322050"/>
                  </a:lnTo>
                  <a:lnTo>
                    <a:pt x="1094509" y="307736"/>
                  </a:lnTo>
                  <a:lnTo>
                    <a:pt x="1061342" y="293712"/>
                  </a:lnTo>
                  <a:lnTo>
                    <a:pt x="1028175" y="279980"/>
                  </a:lnTo>
                  <a:lnTo>
                    <a:pt x="995008" y="266545"/>
                  </a:lnTo>
                  <a:lnTo>
                    <a:pt x="961841" y="253409"/>
                  </a:lnTo>
                  <a:lnTo>
                    <a:pt x="928674" y="240573"/>
                  </a:lnTo>
                  <a:lnTo>
                    <a:pt x="895507" y="228038"/>
                  </a:lnTo>
                  <a:lnTo>
                    <a:pt x="862340" y="215806"/>
                  </a:lnTo>
                  <a:lnTo>
                    <a:pt x="829173" y="203877"/>
                  </a:lnTo>
                  <a:lnTo>
                    <a:pt x="796007" y="192250"/>
                  </a:lnTo>
                  <a:lnTo>
                    <a:pt x="762840" y="180926"/>
                  </a:lnTo>
                  <a:lnTo>
                    <a:pt x="729673" y="169903"/>
                  </a:lnTo>
                  <a:lnTo>
                    <a:pt x="696506" y="159181"/>
                  </a:lnTo>
                  <a:lnTo>
                    <a:pt x="663339" y="148758"/>
                  </a:lnTo>
                  <a:lnTo>
                    <a:pt x="630172" y="138633"/>
                  </a:lnTo>
                  <a:lnTo>
                    <a:pt x="597005" y="128803"/>
                  </a:lnTo>
                  <a:lnTo>
                    <a:pt x="563838" y="119267"/>
                  </a:lnTo>
                  <a:lnTo>
                    <a:pt x="530671" y="110024"/>
                  </a:lnTo>
                  <a:lnTo>
                    <a:pt x="497504" y="101070"/>
                  </a:lnTo>
                  <a:lnTo>
                    <a:pt x="464337" y="92405"/>
                  </a:lnTo>
                  <a:lnTo>
                    <a:pt x="431170" y="84024"/>
                  </a:lnTo>
                  <a:lnTo>
                    <a:pt x="398003" y="75927"/>
                  </a:lnTo>
                  <a:lnTo>
                    <a:pt x="364836" y="68111"/>
                  </a:lnTo>
                  <a:lnTo>
                    <a:pt x="331669" y="60573"/>
                  </a:lnTo>
                  <a:lnTo>
                    <a:pt x="298502" y="53312"/>
                  </a:lnTo>
                  <a:lnTo>
                    <a:pt x="265335" y="46324"/>
                  </a:lnTo>
                  <a:lnTo>
                    <a:pt x="232168" y="39608"/>
                  </a:lnTo>
                  <a:lnTo>
                    <a:pt x="199001" y="33161"/>
                  </a:lnTo>
                  <a:lnTo>
                    <a:pt x="165834" y="26980"/>
                  </a:lnTo>
                  <a:lnTo>
                    <a:pt x="132667" y="21064"/>
                  </a:lnTo>
                  <a:lnTo>
                    <a:pt x="99500" y="15410"/>
                  </a:lnTo>
                  <a:lnTo>
                    <a:pt x="66333" y="10016"/>
                  </a:lnTo>
                  <a:lnTo>
                    <a:pt x="33166" y="488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2675340"/>
              <a:ext cx="6600224" cy="2543963"/>
            </a:xfrm>
            <a:custGeom>
              <a:avLst/>
              <a:pathLst>
                <a:path w="6600224" h="2543963">
                  <a:moveTo>
                    <a:pt x="0" y="0"/>
                  </a:moveTo>
                  <a:lnTo>
                    <a:pt x="33166" y="18519"/>
                  </a:lnTo>
                  <a:lnTo>
                    <a:pt x="66333" y="37049"/>
                  </a:lnTo>
                  <a:lnTo>
                    <a:pt x="99500" y="55590"/>
                  </a:lnTo>
                  <a:lnTo>
                    <a:pt x="132667" y="74144"/>
                  </a:lnTo>
                  <a:lnTo>
                    <a:pt x="165834" y="92711"/>
                  </a:lnTo>
                  <a:lnTo>
                    <a:pt x="199001" y="111290"/>
                  </a:lnTo>
                  <a:lnTo>
                    <a:pt x="232168" y="129884"/>
                  </a:lnTo>
                  <a:lnTo>
                    <a:pt x="265335" y="148492"/>
                  </a:lnTo>
                  <a:lnTo>
                    <a:pt x="298502" y="167114"/>
                  </a:lnTo>
                  <a:lnTo>
                    <a:pt x="331669" y="185753"/>
                  </a:lnTo>
                  <a:lnTo>
                    <a:pt x="364836" y="204407"/>
                  </a:lnTo>
                  <a:lnTo>
                    <a:pt x="398003" y="223078"/>
                  </a:lnTo>
                  <a:lnTo>
                    <a:pt x="431170" y="241766"/>
                  </a:lnTo>
                  <a:lnTo>
                    <a:pt x="464337" y="260472"/>
                  </a:lnTo>
                  <a:lnTo>
                    <a:pt x="497504" y="279197"/>
                  </a:lnTo>
                  <a:lnTo>
                    <a:pt x="530671" y="297940"/>
                  </a:lnTo>
                  <a:lnTo>
                    <a:pt x="563838" y="316702"/>
                  </a:lnTo>
                  <a:lnTo>
                    <a:pt x="597005" y="335485"/>
                  </a:lnTo>
                  <a:lnTo>
                    <a:pt x="630172" y="354288"/>
                  </a:lnTo>
                  <a:lnTo>
                    <a:pt x="663339" y="373113"/>
                  </a:lnTo>
                  <a:lnTo>
                    <a:pt x="696506" y="391959"/>
                  </a:lnTo>
                  <a:lnTo>
                    <a:pt x="729673" y="410828"/>
                  </a:lnTo>
                  <a:lnTo>
                    <a:pt x="762840" y="429719"/>
                  </a:lnTo>
                  <a:lnTo>
                    <a:pt x="796007" y="448634"/>
                  </a:lnTo>
                  <a:lnTo>
                    <a:pt x="829173" y="467572"/>
                  </a:lnTo>
                  <a:lnTo>
                    <a:pt x="862340" y="486536"/>
                  </a:lnTo>
                  <a:lnTo>
                    <a:pt x="895507" y="505524"/>
                  </a:lnTo>
                  <a:lnTo>
                    <a:pt x="928674" y="524538"/>
                  </a:lnTo>
                  <a:lnTo>
                    <a:pt x="961841" y="543579"/>
                  </a:lnTo>
                  <a:lnTo>
                    <a:pt x="995008" y="562646"/>
                  </a:lnTo>
                  <a:lnTo>
                    <a:pt x="1028175" y="581741"/>
                  </a:lnTo>
                  <a:lnTo>
                    <a:pt x="1061342" y="600863"/>
                  </a:lnTo>
                  <a:lnTo>
                    <a:pt x="1094509" y="620014"/>
                  </a:lnTo>
                  <a:lnTo>
                    <a:pt x="1127676" y="639195"/>
                  </a:lnTo>
                  <a:lnTo>
                    <a:pt x="1160843" y="658404"/>
                  </a:lnTo>
                  <a:lnTo>
                    <a:pt x="1194010" y="677644"/>
                  </a:lnTo>
                  <a:lnTo>
                    <a:pt x="1227177" y="696915"/>
                  </a:lnTo>
                  <a:lnTo>
                    <a:pt x="1260344" y="716218"/>
                  </a:lnTo>
                  <a:lnTo>
                    <a:pt x="1293511" y="735552"/>
                  </a:lnTo>
                  <a:lnTo>
                    <a:pt x="1326678" y="754918"/>
                  </a:lnTo>
                  <a:lnTo>
                    <a:pt x="1359845" y="774318"/>
                  </a:lnTo>
                  <a:lnTo>
                    <a:pt x="1393012" y="793751"/>
                  </a:lnTo>
                  <a:lnTo>
                    <a:pt x="1426179" y="813219"/>
                  </a:lnTo>
                  <a:lnTo>
                    <a:pt x="1459346" y="832721"/>
                  </a:lnTo>
                  <a:lnTo>
                    <a:pt x="1492513" y="852259"/>
                  </a:lnTo>
                  <a:lnTo>
                    <a:pt x="1525680" y="871832"/>
                  </a:lnTo>
                  <a:lnTo>
                    <a:pt x="1558847" y="891442"/>
                  </a:lnTo>
                  <a:lnTo>
                    <a:pt x="1592014" y="911089"/>
                  </a:lnTo>
                  <a:lnTo>
                    <a:pt x="1625181" y="930773"/>
                  </a:lnTo>
                  <a:lnTo>
                    <a:pt x="1658347" y="950496"/>
                  </a:lnTo>
                  <a:lnTo>
                    <a:pt x="1691514" y="970257"/>
                  </a:lnTo>
                  <a:lnTo>
                    <a:pt x="1724681" y="990058"/>
                  </a:lnTo>
                  <a:lnTo>
                    <a:pt x="1757848" y="1009898"/>
                  </a:lnTo>
                  <a:lnTo>
                    <a:pt x="1791015" y="1029783"/>
                  </a:lnTo>
                  <a:lnTo>
                    <a:pt x="1824182" y="1049802"/>
                  </a:lnTo>
                  <a:lnTo>
                    <a:pt x="1857349" y="1069978"/>
                  </a:lnTo>
                  <a:lnTo>
                    <a:pt x="1890516" y="1090283"/>
                  </a:lnTo>
                  <a:lnTo>
                    <a:pt x="1923683" y="1110691"/>
                  </a:lnTo>
                  <a:lnTo>
                    <a:pt x="1956850" y="1131176"/>
                  </a:lnTo>
                  <a:lnTo>
                    <a:pt x="1990017" y="1151712"/>
                  </a:lnTo>
                  <a:lnTo>
                    <a:pt x="2023184" y="1172271"/>
                  </a:lnTo>
                  <a:lnTo>
                    <a:pt x="2056351" y="1192828"/>
                  </a:lnTo>
                  <a:lnTo>
                    <a:pt x="2089518" y="1213356"/>
                  </a:lnTo>
                  <a:lnTo>
                    <a:pt x="2122685" y="1233829"/>
                  </a:lnTo>
                  <a:lnTo>
                    <a:pt x="2155852" y="1254220"/>
                  </a:lnTo>
                  <a:lnTo>
                    <a:pt x="2189019" y="1274503"/>
                  </a:lnTo>
                  <a:lnTo>
                    <a:pt x="2222186" y="1294651"/>
                  </a:lnTo>
                  <a:lnTo>
                    <a:pt x="2255353" y="1314639"/>
                  </a:lnTo>
                  <a:lnTo>
                    <a:pt x="2288520" y="1334438"/>
                  </a:lnTo>
                  <a:lnTo>
                    <a:pt x="2321687" y="1354024"/>
                  </a:lnTo>
                  <a:lnTo>
                    <a:pt x="2354854" y="1373828"/>
                  </a:lnTo>
                  <a:lnTo>
                    <a:pt x="2388021" y="1394245"/>
                  </a:lnTo>
                  <a:lnTo>
                    <a:pt x="2421188" y="1415144"/>
                  </a:lnTo>
                  <a:lnTo>
                    <a:pt x="2454355" y="1436393"/>
                  </a:lnTo>
                  <a:lnTo>
                    <a:pt x="2487521" y="1457860"/>
                  </a:lnTo>
                  <a:lnTo>
                    <a:pt x="2520688" y="1479414"/>
                  </a:lnTo>
                  <a:lnTo>
                    <a:pt x="2553855" y="1500921"/>
                  </a:lnTo>
                  <a:lnTo>
                    <a:pt x="2587022" y="1522251"/>
                  </a:lnTo>
                  <a:lnTo>
                    <a:pt x="2620189" y="1543272"/>
                  </a:lnTo>
                  <a:lnTo>
                    <a:pt x="2653356" y="1563850"/>
                  </a:lnTo>
                  <a:lnTo>
                    <a:pt x="2686523" y="1583855"/>
                  </a:lnTo>
                  <a:lnTo>
                    <a:pt x="2719690" y="1603154"/>
                  </a:lnTo>
                  <a:lnTo>
                    <a:pt x="2752857" y="1621616"/>
                  </a:lnTo>
                  <a:lnTo>
                    <a:pt x="2786024" y="1639185"/>
                  </a:lnTo>
                  <a:lnTo>
                    <a:pt x="2819191" y="1656042"/>
                  </a:lnTo>
                  <a:lnTo>
                    <a:pt x="2852358" y="1672264"/>
                  </a:lnTo>
                  <a:lnTo>
                    <a:pt x="2885525" y="1687915"/>
                  </a:lnTo>
                  <a:lnTo>
                    <a:pt x="2918692" y="1703062"/>
                  </a:lnTo>
                  <a:lnTo>
                    <a:pt x="2951859" y="1717770"/>
                  </a:lnTo>
                  <a:lnTo>
                    <a:pt x="2985026" y="1732106"/>
                  </a:lnTo>
                  <a:lnTo>
                    <a:pt x="3018193" y="1746134"/>
                  </a:lnTo>
                  <a:lnTo>
                    <a:pt x="3051360" y="1759921"/>
                  </a:lnTo>
                  <a:lnTo>
                    <a:pt x="3084527" y="1773532"/>
                  </a:lnTo>
                  <a:lnTo>
                    <a:pt x="3117694" y="1787034"/>
                  </a:lnTo>
                  <a:lnTo>
                    <a:pt x="3150861" y="1800491"/>
                  </a:lnTo>
                  <a:lnTo>
                    <a:pt x="3184028" y="1813970"/>
                  </a:lnTo>
                  <a:lnTo>
                    <a:pt x="3217195" y="1827536"/>
                  </a:lnTo>
                  <a:lnTo>
                    <a:pt x="3250362" y="1840919"/>
                  </a:lnTo>
                  <a:lnTo>
                    <a:pt x="3283529" y="1853526"/>
                  </a:lnTo>
                  <a:lnTo>
                    <a:pt x="3316695" y="1865433"/>
                  </a:lnTo>
                  <a:lnTo>
                    <a:pt x="3349862" y="1876736"/>
                  </a:lnTo>
                  <a:lnTo>
                    <a:pt x="3383029" y="1887532"/>
                  </a:lnTo>
                  <a:lnTo>
                    <a:pt x="3416196" y="1897916"/>
                  </a:lnTo>
                  <a:lnTo>
                    <a:pt x="3449363" y="1907983"/>
                  </a:lnTo>
                  <a:lnTo>
                    <a:pt x="3482530" y="1917830"/>
                  </a:lnTo>
                  <a:lnTo>
                    <a:pt x="3515697" y="1927553"/>
                  </a:lnTo>
                  <a:lnTo>
                    <a:pt x="3548864" y="1937247"/>
                  </a:lnTo>
                  <a:lnTo>
                    <a:pt x="3582031" y="1947008"/>
                  </a:lnTo>
                  <a:lnTo>
                    <a:pt x="3615198" y="1956933"/>
                  </a:lnTo>
                  <a:lnTo>
                    <a:pt x="3648365" y="1967116"/>
                  </a:lnTo>
                  <a:lnTo>
                    <a:pt x="3681532" y="1977654"/>
                  </a:lnTo>
                  <a:lnTo>
                    <a:pt x="3714699" y="1988642"/>
                  </a:lnTo>
                  <a:lnTo>
                    <a:pt x="3747866" y="1999904"/>
                  </a:lnTo>
                  <a:lnTo>
                    <a:pt x="3781033" y="2010829"/>
                  </a:lnTo>
                  <a:lnTo>
                    <a:pt x="3814200" y="2021434"/>
                  </a:lnTo>
                  <a:lnTo>
                    <a:pt x="3847367" y="2031767"/>
                  </a:lnTo>
                  <a:lnTo>
                    <a:pt x="3880534" y="2041878"/>
                  </a:lnTo>
                  <a:lnTo>
                    <a:pt x="3913701" y="2051814"/>
                  </a:lnTo>
                  <a:lnTo>
                    <a:pt x="3946868" y="2061625"/>
                  </a:lnTo>
                  <a:lnTo>
                    <a:pt x="3980035" y="2071359"/>
                  </a:lnTo>
                  <a:lnTo>
                    <a:pt x="4013202" y="2081065"/>
                  </a:lnTo>
                  <a:lnTo>
                    <a:pt x="4046369" y="2090791"/>
                  </a:lnTo>
                  <a:lnTo>
                    <a:pt x="4079536" y="2100586"/>
                  </a:lnTo>
                  <a:lnTo>
                    <a:pt x="4112703" y="2110499"/>
                  </a:lnTo>
                  <a:lnTo>
                    <a:pt x="4145869" y="2120578"/>
                  </a:lnTo>
                  <a:lnTo>
                    <a:pt x="4179036" y="2130814"/>
                  </a:lnTo>
                  <a:lnTo>
                    <a:pt x="4212203" y="2140931"/>
                  </a:lnTo>
                  <a:lnTo>
                    <a:pt x="4245370" y="2150887"/>
                  </a:lnTo>
                  <a:lnTo>
                    <a:pt x="4278537" y="2160686"/>
                  </a:lnTo>
                  <a:lnTo>
                    <a:pt x="4311704" y="2170334"/>
                  </a:lnTo>
                  <a:lnTo>
                    <a:pt x="4344871" y="2179834"/>
                  </a:lnTo>
                  <a:lnTo>
                    <a:pt x="4378038" y="2189190"/>
                  </a:lnTo>
                  <a:lnTo>
                    <a:pt x="4411205" y="2198408"/>
                  </a:lnTo>
                  <a:lnTo>
                    <a:pt x="4444372" y="2207491"/>
                  </a:lnTo>
                  <a:lnTo>
                    <a:pt x="4477539" y="2216443"/>
                  </a:lnTo>
                  <a:lnTo>
                    <a:pt x="4510706" y="2225269"/>
                  </a:lnTo>
                  <a:lnTo>
                    <a:pt x="4543873" y="2233973"/>
                  </a:lnTo>
                  <a:lnTo>
                    <a:pt x="4577040" y="2242560"/>
                  </a:lnTo>
                  <a:lnTo>
                    <a:pt x="4610207" y="2251034"/>
                  </a:lnTo>
                  <a:lnTo>
                    <a:pt x="4643374" y="2259399"/>
                  </a:lnTo>
                  <a:lnTo>
                    <a:pt x="4676541" y="2267659"/>
                  </a:lnTo>
                  <a:lnTo>
                    <a:pt x="4709708" y="2275817"/>
                  </a:lnTo>
                  <a:lnTo>
                    <a:pt x="4742875" y="2283869"/>
                  </a:lnTo>
                  <a:lnTo>
                    <a:pt x="4776042" y="2291815"/>
                  </a:lnTo>
                  <a:lnTo>
                    <a:pt x="4809209" y="2299654"/>
                  </a:lnTo>
                  <a:lnTo>
                    <a:pt x="4842376" y="2307386"/>
                  </a:lnTo>
                  <a:lnTo>
                    <a:pt x="4875543" y="2315013"/>
                  </a:lnTo>
                  <a:lnTo>
                    <a:pt x="4908710" y="2322533"/>
                  </a:lnTo>
                  <a:lnTo>
                    <a:pt x="4941876" y="2329947"/>
                  </a:lnTo>
                  <a:lnTo>
                    <a:pt x="4975043" y="2337255"/>
                  </a:lnTo>
                  <a:lnTo>
                    <a:pt x="5008210" y="2344457"/>
                  </a:lnTo>
                  <a:lnTo>
                    <a:pt x="5041377" y="2351553"/>
                  </a:lnTo>
                  <a:lnTo>
                    <a:pt x="5074544" y="2358544"/>
                  </a:lnTo>
                  <a:lnTo>
                    <a:pt x="5107711" y="2365430"/>
                  </a:lnTo>
                  <a:lnTo>
                    <a:pt x="5140878" y="2372210"/>
                  </a:lnTo>
                  <a:lnTo>
                    <a:pt x="5174045" y="2378885"/>
                  </a:lnTo>
                  <a:lnTo>
                    <a:pt x="5207212" y="2385454"/>
                  </a:lnTo>
                  <a:lnTo>
                    <a:pt x="5240379" y="2391919"/>
                  </a:lnTo>
                  <a:lnTo>
                    <a:pt x="5273546" y="2398279"/>
                  </a:lnTo>
                  <a:lnTo>
                    <a:pt x="5306713" y="2404534"/>
                  </a:lnTo>
                  <a:lnTo>
                    <a:pt x="5339880" y="2410685"/>
                  </a:lnTo>
                  <a:lnTo>
                    <a:pt x="5373047" y="2416731"/>
                  </a:lnTo>
                  <a:lnTo>
                    <a:pt x="5406214" y="2422673"/>
                  </a:lnTo>
                  <a:lnTo>
                    <a:pt x="5439381" y="2428510"/>
                  </a:lnTo>
                  <a:lnTo>
                    <a:pt x="5472548" y="2434244"/>
                  </a:lnTo>
                  <a:lnTo>
                    <a:pt x="5505715" y="2439873"/>
                  </a:lnTo>
                  <a:lnTo>
                    <a:pt x="5538882" y="2445398"/>
                  </a:lnTo>
                  <a:lnTo>
                    <a:pt x="5572049" y="2450820"/>
                  </a:lnTo>
                  <a:lnTo>
                    <a:pt x="5605216" y="2456138"/>
                  </a:lnTo>
                  <a:lnTo>
                    <a:pt x="5638383" y="2461353"/>
                  </a:lnTo>
                  <a:lnTo>
                    <a:pt x="5671550" y="2466464"/>
                  </a:lnTo>
                  <a:lnTo>
                    <a:pt x="5704717" y="2471472"/>
                  </a:lnTo>
                  <a:lnTo>
                    <a:pt x="5737884" y="2476377"/>
                  </a:lnTo>
                  <a:lnTo>
                    <a:pt x="5771050" y="2481178"/>
                  </a:lnTo>
                  <a:lnTo>
                    <a:pt x="5804217" y="2485877"/>
                  </a:lnTo>
                  <a:lnTo>
                    <a:pt x="5837384" y="2490473"/>
                  </a:lnTo>
                  <a:lnTo>
                    <a:pt x="5870551" y="2494966"/>
                  </a:lnTo>
                  <a:lnTo>
                    <a:pt x="5903718" y="2499357"/>
                  </a:lnTo>
                  <a:lnTo>
                    <a:pt x="5936885" y="2503645"/>
                  </a:lnTo>
                  <a:lnTo>
                    <a:pt x="5970052" y="2507831"/>
                  </a:lnTo>
                  <a:lnTo>
                    <a:pt x="6003219" y="2511915"/>
                  </a:lnTo>
                  <a:lnTo>
                    <a:pt x="6036386" y="2515897"/>
                  </a:lnTo>
                  <a:lnTo>
                    <a:pt x="6069553" y="2519777"/>
                  </a:lnTo>
                  <a:lnTo>
                    <a:pt x="6102720" y="2523555"/>
                  </a:lnTo>
                  <a:lnTo>
                    <a:pt x="6135887" y="2527231"/>
                  </a:lnTo>
                  <a:lnTo>
                    <a:pt x="6169054" y="2530806"/>
                  </a:lnTo>
                  <a:lnTo>
                    <a:pt x="6202221" y="2534279"/>
                  </a:lnTo>
                  <a:lnTo>
                    <a:pt x="6235388" y="2537651"/>
                  </a:lnTo>
                  <a:lnTo>
                    <a:pt x="6268555" y="2540922"/>
                  </a:lnTo>
                  <a:lnTo>
                    <a:pt x="6301722" y="2543963"/>
                  </a:lnTo>
                  <a:lnTo>
                    <a:pt x="6334889" y="2543963"/>
                  </a:lnTo>
                  <a:lnTo>
                    <a:pt x="6368056" y="2543963"/>
                  </a:lnTo>
                  <a:lnTo>
                    <a:pt x="6401223" y="2543963"/>
                  </a:lnTo>
                  <a:lnTo>
                    <a:pt x="6434390" y="2543963"/>
                  </a:lnTo>
                  <a:lnTo>
                    <a:pt x="6467557" y="2543963"/>
                  </a:lnTo>
                  <a:lnTo>
                    <a:pt x="6500724" y="2543963"/>
                  </a:lnTo>
                  <a:lnTo>
                    <a:pt x="6533891" y="2543963"/>
                  </a:lnTo>
                  <a:lnTo>
                    <a:pt x="6567058" y="2543963"/>
                  </a:lnTo>
                  <a:lnTo>
                    <a:pt x="6600224" y="2543963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3182427"/>
              <a:ext cx="6600224" cy="2036875"/>
            </a:xfrm>
            <a:custGeom>
              <a:avLst/>
              <a:pathLst>
                <a:path w="6600224" h="2036875">
                  <a:moveTo>
                    <a:pt x="0" y="0"/>
                  </a:moveTo>
                  <a:lnTo>
                    <a:pt x="33166" y="36161"/>
                  </a:lnTo>
                  <a:lnTo>
                    <a:pt x="66333" y="71912"/>
                  </a:lnTo>
                  <a:lnTo>
                    <a:pt x="99500" y="107251"/>
                  </a:lnTo>
                  <a:lnTo>
                    <a:pt x="132667" y="142178"/>
                  </a:lnTo>
                  <a:lnTo>
                    <a:pt x="165834" y="176691"/>
                  </a:lnTo>
                  <a:lnTo>
                    <a:pt x="199001" y="210789"/>
                  </a:lnTo>
                  <a:lnTo>
                    <a:pt x="232168" y="244471"/>
                  </a:lnTo>
                  <a:lnTo>
                    <a:pt x="265335" y="277736"/>
                  </a:lnTo>
                  <a:lnTo>
                    <a:pt x="298502" y="310583"/>
                  </a:lnTo>
                  <a:lnTo>
                    <a:pt x="331669" y="343010"/>
                  </a:lnTo>
                  <a:lnTo>
                    <a:pt x="364836" y="375017"/>
                  </a:lnTo>
                  <a:lnTo>
                    <a:pt x="398003" y="406601"/>
                  </a:lnTo>
                  <a:lnTo>
                    <a:pt x="431170" y="437763"/>
                  </a:lnTo>
                  <a:lnTo>
                    <a:pt x="464337" y="468500"/>
                  </a:lnTo>
                  <a:lnTo>
                    <a:pt x="497504" y="498812"/>
                  </a:lnTo>
                  <a:lnTo>
                    <a:pt x="530671" y="528698"/>
                  </a:lnTo>
                  <a:lnTo>
                    <a:pt x="563838" y="558156"/>
                  </a:lnTo>
                  <a:lnTo>
                    <a:pt x="597005" y="587186"/>
                  </a:lnTo>
                  <a:lnTo>
                    <a:pt x="630172" y="615786"/>
                  </a:lnTo>
                  <a:lnTo>
                    <a:pt x="663339" y="643956"/>
                  </a:lnTo>
                  <a:lnTo>
                    <a:pt x="696506" y="671695"/>
                  </a:lnTo>
                  <a:lnTo>
                    <a:pt x="729673" y="699003"/>
                  </a:lnTo>
                  <a:lnTo>
                    <a:pt x="762840" y="725878"/>
                  </a:lnTo>
                  <a:lnTo>
                    <a:pt x="796007" y="752322"/>
                  </a:lnTo>
                  <a:lnTo>
                    <a:pt x="829173" y="778333"/>
                  </a:lnTo>
                  <a:lnTo>
                    <a:pt x="862340" y="803912"/>
                  </a:lnTo>
                  <a:lnTo>
                    <a:pt x="895507" y="829059"/>
                  </a:lnTo>
                  <a:lnTo>
                    <a:pt x="928674" y="853775"/>
                  </a:lnTo>
                  <a:lnTo>
                    <a:pt x="961841" y="878061"/>
                  </a:lnTo>
                  <a:lnTo>
                    <a:pt x="995008" y="901919"/>
                  </a:lnTo>
                  <a:lnTo>
                    <a:pt x="1028175" y="925350"/>
                  </a:lnTo>
                  <a:lnTo>
                    <a:pt x="1061342" y="948357"/>
                  </a:lnTo>
                  <a:lnTo>
                    <a:pt x="1094509" y="970941"/>
                  </a:lnTo>
                  <a:lnTo>
                    <a:pt x="1127676" y="993107"/>
                  </a:lnTo>
                  <a:lnTo>
                    <a:pt x="1160843" y="1014858"/>
                  </a:lnTo>
                  <a:lnTo>
                    <a:pt x="1194010" y="1036197"/>
                  </a:lnTo>
                  <a:lnTo>
                    <a:pt x="1227177" y="1057129"/>
                  </a:lnTo>
                  <a:lnTo>
                    <a:pt x="1260344" y="1077659"/>
                  </a:lnTo>
                  <a:lnTo>
                    <a:pt x="1293511" y="1097792"/>
                  </a:lnTo>
                  <a:lnTo>
                    <a:pt x="1326678" y="1117534"/>
                  </a:lnTo>
                  <a:lnTo>
                    <a:pt x="1359845" y="1136892"/>
                  </a:lnTo>
                  <a:lnTo>
                    <a:pt x="1393012" y="1155870"/>
                  </a:lnTo>
                  <a:lnTo>
                    <a:pt x="1426179" y="1174475"/>
                  </a:lnTo>
                  <a:lnTo>
                    <a:pt x="1459346" y="1192715"/>
                  </a:lnTo>
                  <a:lnTo>
                    <a:pt x="1492513" y="1210596"/>
                  </a:lnTo>
                  <a:lnTo>
                    <a:pt x="1525680" y="1228124"/>
                  </a:lnTo>
                  <a:lnTo>
                    <a:pt x="1558847" y="1245306"/>
                  </a:lnTo>
                  <a:lnTo>
                    <a:pt x="1592014" y="1262148"/>
                  </a:lnTo>
                  <a:lnTo>
                    <a:pt x="1625181" y="1278656"/>
                  </a:lnTo>
                  <a:lnTo>
                    <a:pt x="1658347" y="1294836"/>
                  </a:lnTo>
                  <a:lnTo>
                    <a:pt x="1691514" y="1310691"/>
                  </a:lnTo>
                  <a:lnTo>
                    <a:pt x="1724681" y="1326228"/>
                  </a:lnTo>
                  <a:lnTo>
                    <a:pt x="1757848" y="1341449"/>
                  </a:lnTo>
                  <a:lnTo>
                    <a:pt x="1791015" y="1356357"/>
                  </a:lnTo>
                  <a:lnTo>
                    <a:pt x="1824182" y="1370961"/>
                  </a:lnTo>
                  <a:lnTo>
                    <a:pt x="1857349" y="1385265"/>
                  </a:lnTo>
                  <a:lnTo>
                    <a:pt x="1890516" y="1399269"/>
                  </a:lnTo>
                  <a:lnTo>
                    <a:pt x="1923683" y="1412974"/>
                  </a:lnTo>
                  <a:lnTo>
                    <a:pt x="1956850" y="1426380"/>
                  </a:lnTo>
                  <a:lnTo>
                    <a:pt x="1990017" y="1439487"/>
                  </a:lnTo>
                  <a:lnTo>
                    <a:pt x="2023184" y="1452294"/>
                  </a:lnTo>
                  <a:lnTo>
                    <a:pt x="2056351" y="1464805"/>
                  </a:lnTo>
                  <a:lnTo>
                    <a:pt x="2089518" y="1477021"/>
                  </a:lnTo>
                  <a:lnTo>
                    <a:pt x="2122685" y="1488946"/>
                  </a:lnTo>
                  <a:lnTo>
                    <a:pt x="2155852" y="1500588"/>
                  </a:lnTo>
                  <a:lnTo>
                    <a:pt x="2189019" y="1511953"/>
                  </a:lnTo>
                  <a:lnTo>
                    <a:pt x="2222186" y="1523051"/>
                  </a:lnTo>
                  <a:lnTo>
                    <a:pt x="2255353" y="1533894"/>
                  </a:lnTo>
                  <a:lnTo>
                    <a:pt x="2288520" y="1544494"/>
                  </a:lnTo>
                  <a:lnTo>
                    <a:pt x="2321687" y="1554866"/>
                  </a:lnTo>
                  <a:lnTo>
                    <a:pt x="2354854" y="1564937"/>
                  </a:lnTo>
                  <a:lnTo>
                    <a:pt x="2388021" y="1574614"/>
                  </a:lnTo>
                  <a:lnTo>
                    <a:pt x="2421188" y="1583886"/>
                  </a:lnTo>
                  <a:lnTo>
                    <a:pt x="2454355" y="1592740"/>
                  </a:lnTo>
                  <a:lnTo>
                    <a:pt x="2487521" y="1601169"/>
                  </a:lnTo>
                  <a:lnTo>
                    <a:pt x="2520688" y="1609176"/>
                  </a:lnTo>
                  <a:lnTo>
                    <a:pt x="2553855" y="1616780"/>
                  </a:lnTo>
                  <a:lnTo>
                    <a:pt x="2587022" y="1624012"/>
                  </a:lnTo>
                  <a:lnTo>
                    <a:pt x="2620189" y="1630925"/>
                  </a:lnTo>
                  <a:lnTo>
                    <a:pt x="2653356" y="1637585"/>
                  </a:lnTo>
                  <a:lnTo>
                    <a:pt x="2686523" y="1644074"/>
                  </a:lnTo>
                  <a:lnTo>
                    <a:pt x="2719690" y="1650484"/>
                  </a:lnTo>
                  <a:lnTo>
                    <a:pt x="2752857" y="1656915"/>
                  </a:lnTo>
                  <a:lnTo>
                    <a:pt x="2786024" y="1663209"/>
                  </a:lnTo>
                  <a:lnTo>
                    <a:pt x="2819191" y="1668718"/>
                  </a:lnTo>
                  <a:lnTo>
                    <a:pt x="2852358" y="1673453"/>
                  </a:lnTo>
                  <a:lnTo>
                    <a:pt x="2885525" y="1677461"/>
                  </a:lnTo>
                  <a:lnTo>
                    <a:pt x="2918692" y="1680799"/>
                  </a:lnTo>
                  <a:lnTo>
                    <a:pt x="2951859" y="1683534"/>
                  </a:lnTo>
                  <a:lnTo>
                    <a:pt x="2985026" y="1685758"/>
                  </a:lnTo>
                  <a:lnTo>
                    <a:pt x="3018193" y="1687586"/>
                  </a:lnTo>
                  <a:lnTo>
                    <a:pt x="3051360" y="1689164"/>
                  </a:lnTo>
                  <a:lnTo>
                    <a:pt x="3084527" y="1690663"/>
                  </a:lnTo>
                  <a:lnTo>
                    <a:pt x="3117694" y="1692280"/>
                  </a:lnTo>
                  <a:lnTo>
                    <a:pt x="3150861" y="1694228"/>
                  </a:lnTo>
                  <a:lnTo>
                    <a:pt x="3184028" y="1696733"/>
                  </a:lnTo>
                  <a:lnTo>
                    <a:pt x="3217195" y="1700023"/>
                  </a:lnTo>
                  <a:lnTo>
                    <a:pt x="3250362" y="1703946"/>
                  </a:lnTo>
                  <a:lnTo>
                    <a:pt x="3283529" y="1707826"/>
                  </a:lnTo>
                  <a:lnTo>
                    <a:pt x="3316695" y="1711602"/>
                  </a:lnTo>
                  <a:lnTo>
                    <a:pt x="3349862" y="1715230"/>
                  </a:lnTo>
                  <a:lnTo>
                    <a:pt x="3383029" y="1718671"/>
                  </a:lnTo>
                  <a:lnTo>
                    <a:pt x="3416196" y="1721896"/>
                  </a:lnTo>
                  <a:lnTo>
                    <a:pt x="3449363" y="1724892"/>
                  </a:lnTo>
                  <a:lnTo>
                    <a:pt x="3482530" y="1727665"/>
                  </a:lnTo>
                  <a:lnTo>
                    <a:pt x="3515697" y="1730244"/>
                  </a:lnTo>
                  <a:lnTo>
                    <a:pt x="3548864" y="1732677"/>
                  </a:lnTo>
                  <a:lnTo>
                    <a:pt x="3582031" y="1735035"/>
                  </a:lnTo>
                  <a:lnTo>
                    <a:pt x="3615198" y="1737405"/>
                  </a:lnTo>
                  <a:lnTo>
                    <a:pt x="3648365" y="1739886"/>
                  </a:lnTo>
                  <a:lnTo>
                    <a:pt x="3681532" y="1742585"/>
                  </a:lnTo>
                  <a:lnTo>
                    <a:pt x="3714699" y="1745606"/>
                  </a:lnTo>
                  <a:lnTo>
                    <a:pt x="3747866" y="1748920"/>
                  </a:lnTo>
                  <a:lnTo>
                    <a:pt x="3781033" y="1752236"/>
                  </a:lnTo>
                  <a:lnTo>
                    <a:pt x="3814200" y="1755503"/>
                  </a:lnTo>
                  <a:lnTo>
                    <a:pt x="3847367" y="1758687"/>
                  </a:lnTo>
                  <a:lnTo>
                    <a:pt x="3880534" y="1761761"/>
                  </a:lnTo>
                  <a:lnTo>
                    <a:pt x="3913701" y="1764711"/>
                  </a:lnTo>
                  <a:lnTo>
                    <a:pt x="3946868" y="1767532"/>
                  </a:lnTo>
                  <a:lnTo>
                    <a:pt x="3980035" y="1770237"/>
                  </a:lnTo>
                  <a:lnTo>
                    <a:pt x="4013202" y="1772851"/>
                  </a:lnTo>
                  <a:lnTo>
                    <a:pt x="4046369" y="1775411"/>
                  </a:lnTo>
                  <a:lnTo>
                    <a:pt x="4079536" y="1777965"/>
                  </a:lnTo>
                  <a:lnTo>
                    <a:pt x="4112703" y="1780567"/>
                  </a:lnTo>
                  <a:lnTo>
                    <a:pt x="4145869" y="1783273"/>
                  </a:lnTo>
                  <a:lnTo>
                    <a:pt x="4179036" y="1786106"/>
                  </a:lnTo>
                  <a:lnTo>
                    <a:pt x="4212203" y="1788928"/>
                  </a:lnTo>
                  <a:lnTo>
                    <a:pt x="4245370" y="1791699"/>
                  </a:lnTo>
                  <a:lnTo>
                    <a:pt x="4278537" y="1794398"/>
                  </a:lnTo>
                  <a:lnTo>
                    <a:pt x="4311704" y="1797008"/>
                  </a:lnTo>
                  <a:lnTo>
                    <a:pt x="4344871" y="1799512"/>
                  </a:lnTo>
                  <a:lnTo>
                    <a:pt x="4378038" y="1801900"/>
                  </a:lnTo>
                  <a:lnTo>
                    <a:pt x="4411205" y="1804159"/>
                  </a:lnTo>
                  <a:lnTo>
                    <a:pt x="4444372" y="1806282"/>
                  </a:lnTo>
                  <a:lnTo>
                    <a:pt x="4477539" y="1808263"/>
                  </a:lnTo>
                  <a:lnTo>
                    <a:pt x="4510706" y="1810098"/>
                  </a:lnTo>
                  <a:lnTo>
                    <a:pt x="4543873" y="1811785"/>
                  </a:lnTo>
                  <a:lnTo>
                    <a:pt x="4577040" y="1813322"/>
                  </a:lnTo>
                  <a:lnTo>
                    <a:pt x="4610207" y="1814710"/>
                  </a:lnTo>
                  <a:lnTo>
                    <a:pt x="4643374" y="1815946"/>
                  </a:lnTo>
                  <a:lnTo>
                    <a:pt x="4676541" y="1817031"/>
                  </a:lnTo>
                  <a:lnTo>
                    <a:pt x="4709708" y="1817966"/>
                  </a:lnTo>
                  <a:lnTo>
                    <a:pt x="4742875" y="1818777"/>
                  </a:lnTo>
                  <a:lnTo>
                    <a:pt x="4776042" y="1819473"/>
                  </a:lnTo>
                  <a:lnTo>
                    <a:pt x="4809209" y="1820062"/>
                  </a:lnTo>
                  <a:lnTo>
                    <a:pt x="4842376" y="1820551"/>
                  </a:lnTo>
                  <a:lnTo>
                    <a:pt x="4875543" y="1820947"/>
                  </a:lnTo>
                  <a:lnTo>
                    <a:pt x="4908710" y="1821256"/>
                  </a:lnTo>
                  <a:lnTo>
                    <a:pt x="4941876" y="1821484"/>
                  </a:lnTo>
                  <a:lnTo>
                    <a:pt x="4975043" y="1821635"/>
                  </a:lnTo>
                  <a:lnTo>
                    <a:pt x="5008210" y="1821714"/>
                  </a:lnTo>
                  <a:lnTo>
                    <a:pt x="5041377" y="1821725"/>
                  </a:lnTo>
                  <a:lnTo>
                    <a:pt x="5074544" y="1821670"/>
                  </a:lnTo>
                  <a:lnTo>
                    <a:pt x="5107711" y="1821554"/>
                  </a:lnTo>
                  <a:lnTo>
                    <a:pt x="5140878" y="1821377"/>
                  </a:lnTo>
                  <a:lnTo>
                    <a:pt x="5174045" y="1821144"/>
                  </a:lnTo>
                  <a:lnTo>
                    <a:pt x="5207212" y="1820854"/>
                  </a:lnTo>
                  <a:lnTo>
                    <a:pt x="5240379" y="1820509"/>
                  </a:lnTo>
                  <a:lnTo>
                    <a:pt x="5273546" y="1820111"/>
                  </a:lnTo>
                  <a:lnTo>
                    <a:pt x="5306713" y="1819659"/>
                  </a:lnTo>
                  <a:lnTo>
                    <a:pt x="5339880" y="1819154"/>
                  </a:lnTo>
                  <a:lnTo>
                    <a:pt x="5373047" y="1818597"/>
                  </a:lnTo>
                  <a:lnTo>
                    <a:pt x="5406214" y="1817986"/>
                  </a:lnTo>
                  <a:lnTo>
                    <a:pt x="5439381" y="1817321"/>
                  </a:lnTo>
                  <a:lnTo>
                    <a:pt x="5472548" y="1816602"/>
                  </a:lnTo>
                  <a:lnTo>
                    <a:pt x="5505715" y="1815828"/>
                  </a:lnTo>
                  <a:lnTo>
                    <a:pt x="5538882" y="1814997"/>
                  </a:lnTo>
                  <a:lnTo>
                    <a:pt x="5572049" y="1814109"/>
                  </a:lnTo>
                  <a:lnTo>
                    <a:pt x="5605216" y="1813162"/>
                  </a:lnTo>
                  <a:lnTo>
                    <a:pt x="5638383" y="1812155"/>
                  </a:lnTo>
                  <a:lnTo>
                    <a:pt x="5671550" y="1811085"/>
                  </a:lnTo>
                  <a:lnTo>
                    <a:pt x="5704717" y="1809952"/>
                  </a:lnTo>
                  <a:lnTo>
                    <a:pt x="5737884" y="1808753"/>
                  </a:lnTo>
                  <a:lnTo>
                    <a:pt x="5771050" y="1807486"/>
                  </a:lnTo>
                  <a:lnTo>
                    <a:pt x="5804217" y="1806150"/>
                  </a:lnTo>
                  <a:lnTo>
                    <a:pt x="5837384" y="1804743"/>
                  </a:lnTo>
                  <a:lnTo>
                    <a:pt x="5870551" y="1803262"/>
                  </a:lnTo>
                  <a:lnTo>
                    <a:pt x="5903718" y="1801705"/>
                  </a:lnTo>
                  <a:lnTo>
                    <a:pt x="5936885" y="1800071"/>
                  </a:lnTo>
                  <a:lnTo>
                    <a:pt x="5970052" y="1798356"/>
                  </a:lnTo>
                  <a:lnTo>
                    <a:pt x="6003219" y="1796560"/>
                  </a:lnTo>
                  <a:lnTo>
                    <a:pt x="6036386" y="1794679"/>
                  </a:lnTo>
                  <a:lnTo>
                    <a:pt x="6069553" y="1792712"/>
                  </a:lnTo>
                  <a:lnTo>
                    <a:pt x="6102720" y="1790656"/>
                  </a:lnTo>
                  <a:lnTo>
                    <a:pt x="6135887" y="1788510"/>
                  </a:lnTo>
                  <a:lnTo>
                    <a:pt x="6169054" y="1786271"/>
                  </a:lnTo>
                  <a:lnTo>
                    <a:pt x="6202221" y="1783938"/>
                  </a:lnTo>
                  <a:lnTo>
                    <a:pt x="6235388" y="1781507"/>
                  </a:lnTo>
                  <a:lnTo>
                    <a:pt x="6268555" y="1778979"/>
                  </a:lnTo>
                  <a:lnTo>
                    <a:pt x="6301722" y="1776349"/>
                  </a:lnTo>
                  <a:lnTo>
                    <a:pt x="6334889" y="1773618"/>
                  </a:lnTo>
                  <a:lnTo>
                    <a:pt x="6368056" y="1770782"/>
                  </a:lnTo>
                  <a:lnTo>
                    <a:pt x="6401223" y="1767841"/>
                  </a:lnTo>
                  <a:lnTo>
                    <a:pt x="6434390" y="1764792"/>
                  </a:lnTo>
                  <a:lnTo>
                    <a:pt x="6467557" y="1761634"/>
                  </a:lnTo>
                  <a:lnTo>
                    <a:pt x="6500724" y="1758366"/>
                  </a:lnTo>
                  <a:lnTo>
                    <a:pt x="6533891" y="1754985"/>
                  </a:lnTo>
                  <a:lnTo>
                    <a:pt x="6567058" y="1751491"/>
                  </a:lnTo>
                  <a:lnTo>
                    <a:pt x="6600224" y="1747883"/>
                  </a:lnTo>
                  <a:lnTo>
                    <a:pt x="6600224" y="2036875"/>
                  </a:lnTo>
                  <a:lnTo>
                    <a:pt x="6567058" y="2036875"/>
                  </a:lnTo>
                  <a:lnTo>
                    <a:pt x="6533891" y="2036875"/>
                  </a:lnTo>
                  <a:lnTo>
                    <a:pt x="6500724" y="2036875"/>
                  </a:lnTo>
                  <a:lnTo>
                    <a:pt x="6467557" y="2036875"/>
                  </a:lnTo>
                  <a:lnTo>
                    <a:pt x="6434390" y="2036875"/>
                  </a:lnTo>
                  <a:lnTo>
                    <a:pt x="6401223" y="2036875"/>
                  </a:lnTo>
                  <a:lnTo>
                    <a:pt x="6368056" y="2036875"/>
                  </a:lnTo>
                  <a:lnTo>
                    <a:pt x="6334889" y="2036875"/>
                  </a:lnTo>
                  <a:lnTo>
                    <a:pt x="6301722" y="2036875"/>
                  </a:lnTo>
                  <a:lnTo>
                    <a:pt x="6268555" y="2036875"/>
                  </a:lnTo>
                  <a:lnTo>
                    <a:pt x="6235388" y="2036875"/>
                  </a:lnTo>
                  <a:lnTo>
                    <a:pt x="6202221" y="2036875"/>
                  </a:lnTo>
                  <a:lnTo>
                    <a:pt x="6169054" y="2036875"/>
                  </a:lnTo>
                  <a:lnTo>
                    <a:pt x="6135887" y="2036875"/>
                  </a:lnTo>
                  <a:lnTo>
                    <a:pt x="6102720" y="2036875"/>
                  </a:lnTo>
                  <a:lnTo>
                    <a:pt x="6069553" y="2036875"/>
                  </a:lnTo>
                  <a:lnTo>
                    <a:pt x="6036386" y="2036875"/>
                  </a:lnTo>
                  <a:lnTo>
                    <a:pt x="6003219" y="2036875"/>
                  </a:lnTo>
                  <a:lnTo>
                    <a:pt x="5970052" y="2036875"/>
                  </a:lnTo>
                  <a:lnTo>
                    <a:pt x="5936885" y="2036875"/>
                  </a:lnTo>
                  <a:lnTo>
                    <a:pt x="5903718" y="2036875"/>
                  </a:lnTo>
                  <a:lnTo>
                    <a:pt x="5870551" y="2036875"/>
                  </a:lnTo>
                  <a:lnTo>
                    <a:pt x="5837384" y="2036875"/>
                  </a:lnTo>
                  <a:lnTo>
                    <a:pt x="5804217" y="2036875"/>
                  </a:lnTo>
                  <a:lnTo>
                    <a:pt x="5771050" y="2036875"/>
                  </a:lnTo>
                  <a:lnTo>
                    <a:pt x="5737884" y="2036875"/>
                  </a:lnTo>
                  <a:lnTo>
                    <a:pt x="5704717" y="2036875"/>
                  </a:lnTo>
                  <a:lnTo>
                    <a:pt x="5671550" y="2036875"/>
                  </a:lnTo>
                  <a:lnTo>
                    <a:pt x="5638383" y="2036875"/>
                  </a:lnTo>
                  <a:lnTo>
                    <a:pt x="5605216" y="2036875"/>
                  </a:lnTo>
                  <a:lnTo>
                    <a:pt x="5572049" y="2036875"/>
                  </a:lnTo>
                  <a:lnTo>
                    <a:pt x="5538882" y="2036875"/>
                  </a:lnTo>
                  <a:lnTo>
                    <a:pt x="5505715" y="2036875"/>
                  </a:lnTo>
                  <a:lnTo>
                    <a:pt x="5472548" y="2036875"/>
                  </a:lnTo>
                  <a:lnTo>
                    <a:pt x="5439381" y="2036875"/>
                  </a:lnTo>
                  <a:lnTo>
                    <a:pt x="5406214" y="2036875"/>
                  </a:lnTo>
                  <a:lnTo>
                    <a:pt x="5373047" y="2036875"/>
                  </a:lnTo>
                  <a:lnTo>
                    <a:pt x="5339880" y="2036875"/>
                  </a:lnTo>
                  <a:lnTo>
                    <a:pt x="5306713" y="2036875"/>
                  </a:lnTo>
                  <a:lnTo>
                    <a:pt x="5273546" y="2036875"/>
                  </a:lnTo>
                  <a:lnTo>
                    <a:pt x="5240379" y="2036875"/>
                  </a:lnTo>
                  <a:lnTo>
                    <a:pt x="5207212" y="2036875"/>
                  </a:lnTo>
                  <a:lnTo>
                    <a:pt x="5174045" y="2036875"/>
                  </a:lnTo>
                  <a:lnTo>
                    <a:pt x="5140878" y="2036875"/>
                  </a:lnTo>
                  <a:lnTo>
                    <a:pt x="5107711" y="2036875"/>
                  </a:lnTo>
                  <a:lnTo>
                    <a:pt x="5074544" y="2036875"/>
                  </a:lnTo>
                  <a:lnTo>
                    <a:pt x="5041377" y="2036875"/>
                  </a:lnTo>
                  <a:lnTo>
                    <a:pt x="5008210" y="2036875"/>
                  </a:lnTo>
                  <a:lnTo>
                    <a:pt x="4975043" y="2035066"/>
                  </a:lnTo>
                  <a:lnTo>
                    <a:pt x="4941876" y="2031916"/>
                  </a:lnTo>
                  <a:lnTo>
                    <a:pt x="4908710" y="2028787"/>
                  </a:lnTo>
                  <a:lnTo>
                    <a:pt x="4875543" y="2025685"/>
                  </a:lnTo>
                  <a:lnTo>
                    <a:pt x="4842376" y="2022616"/>
                  </a:lnTo>
                  <a:lnTo>
                    <a:pt x="4809209" y="2019584"/>
                  </a:lnTo>
                  <a:lnTo>
                    <a:pt x="4776042" y="2016597"/>
                  </a:lnTo>
                  <a:lnTo>
                    <a:pt x="4742875" y="2013661"/>
                  </a:lnTo>
                  <a:lnTo>
                    <a:pt x="4709708" y="2010784"/>
                  </a:lnTo>
                  <a:lnTo>
                    <a:pt x="4676541" y="2007961"/>
                  </a:lnTo>
                  <a:lnTo>
                    <a:pt x="4643374" y="2005076"/>
                  </a:lnTo>
                  <a:lnTo>
                    <a:pt x="4610207" y="2002116"/>
                  </a:lnTo>
                  <a:lnTo>
                    <a:pt x="4577040" y="1999097"/>
                  </a:lnTo>
                  <a:lnTo>
                    <a:pt x="4543873" y="1996033"/>
                  </a:lnTo>
                  <a:lnTo>
                    <a:pt x="4510706" y="1992943"/>
                  </a:lnTo>
                  <a:lnTo>
                    <a:pt x="4477539" y="1989839"/>
                  </a:lnTo>
                  <a:lnTo>
                    <a:pt x="4444372" y="1986737"/>
                  </a:lnTo>
                  <a:lnTo>
                    <a:pt x="4411205" y="1983650"/>
                  </a:lnTo>
                  <a:lnTo>
                    <a:pt x="4378038" y="1980587"/>
                  </a:lnTo>
                  <a:lnTo>
                    <a:pt x="4344871" y="1977558"/>
                  </a:lnTo>
                  <a:lnTo>
                    <a:pt x="4311704" y="1974568"/>
                  </a:lnTo>
                  <a:lnTo>
                    <a:pt x="4278537" y="1971620"/>
                  </a:lnTo>
                  <a:lnTo>
                    <a:pt x="4245370" y="1968717"/>
                  </a:lnTo>
                  <a:lnTo>
                    <a:pt x="4212203" y="1965857"/>
                  </a:lnTo>
                  <a:lnTo>
                    <a:pt x="4179036" y="1963038"/>
                  </a:lnTo>
                  <a:lnTo>
                    <a:pt x="4145869" y="1960245"/>
                  </a:lnTo>
                  <a:lnTo>
                    <a:pt x="4112703" y="1957434"/>
                  </a:lnTo>
                  <a:lnTo>
                    <a:pt x="4079536" y="1954618"/>
                  </a:lnTo>
                  <a:lnTo>
                    <a:pt x="4046369" y="1951822"/>
                  </a:lnTo>
                  <a:lnTo>
                    <a:pt x="4013202" y="1949073"/>
                  </a:lnTo>
                  <a:lnTo>
                    <a:pt x="3980035" y="1946390"/>
                  </a:lnTo>
                  <a:lnTo>
                    <a:pt x="3946868" y="1943780"/>
                  </a:lnTo>
                  <a:lnTo>
                    <a:pt x="3913701" y="1941241"/>
                  </a:lnTo>
                  <a:lnTo>
                    <a:pt x="3880534" y="1938754"/>
                  </a:lnTo>
                  <a:lnTo>
                    <a:pt x="3847367" y="1936289"/>
                  </a:lnTo>
                  <a:lnTo>
                    <a:pt x="3814200" y="1933801"/>
                  </a:lnTo>
                  <a:lnTo>
                    <a:pt x="3781033" y="1931234"/>
                  </a:lnTo>
                  <a:lnTo>
                    <a:pt x="3747866" y="1928526"/>
                  </a:lnTo>
                  <a:lnTo>
                    <a:pt x="3714699" y="1925619"/>
                  </a:lnTo>
                  <a:lnTo>
                    <a:pt x="3681532" y="1922641"/>
                  </a:lnTo>
                  <a:lnTo>
                    <a:pt x="3648365" y="1919679"/>
                  </a:lnTo>
                  <a:lnTo>
                    <a:pt x="3615198" y="1916766"/>
                  </a:lnTo>
                  <a:lnTo>
                    <a:pt x="3582031" y="1913936"/>
                  </a:lnTo>
                  <a:lnTo>
                    <a:pt x="3548864" y="1911216"/>
                  </a:lnTo>
                  <a:lnTo>
                    <a:pt x="3515697" y="1908622"/>
                  </a:lnTo>
                  <a:lnTo>
                    <a:pt x="3482530" y="1906151"/>
                  </a:lnTo>
                  <a:lnTo>
                    <a:pt x="3449363" y="1903782"/>
                  </a:lnTo>
                  <a:lnTo>
                    <a:pt x="3416196" y="1901469"/>
                  </a:lnTo>
                  <a:lnTo>
                    <a:pt x="3383029" y="1899148"/>
                  </a:lnTo>
                  <a:lnTo>
                    <a:pt x="3349862" y="1896732"/>
                  </a:lnTo>
                  <a:lnTo>
                    <a:pt x="3316695" y="1894121"/>
                  </a:lnTo>
                  <a:lnTo>
                    <a:pt x="3283529" y="1891205"/>
                  </a:lnTo>
                  <a:lnTo>
                    <a:pt x="3250362" y="1887867"/>
                  </a:lnTo>
                  <a:lnTo>
                    <a:pt x="3217195" y="1884012"/>
                  </a:lnTo>
                  <a:lnTo>
                    <a:pt x="3184028" y="1880233"/>
                  </a:lnTo>
                  <a:lnTo>
                    <a:pt x="3150861" y="1876822"/>
                  </a:lnTo>
                  <a:lnTo>
                    <a:pt x="3117694" y="1873739"/>
                  </a:lnTo>
                  <a:lnTo>
                    <a:pt x="3084527" y="1870943"/>
                  </a:lnTo>
                  <a:lnTo>
                    <a:pt x="3051360" y="1868381"/>
                  </a:lnTo>
                  <a:lnTo>
                    <a:pt x="3018193" y="1865980"/>
                  </a:lnTo>
                  <a:lnTo>
                    <a:pt x="2985026" y="1863646"/>
                  </a:lnTo>
                  <a:lnTo>
                    <a:pt x="2951859" y="1861255"/>
                  </a:lnTo>
                  <a:lnTo>
                    <a:pt x="2918692" y="1858657"/>
                  </a:lnTo>
                  <a:lnTo>
                    <a:pt x="2885525" y="1855674"/>
                  </a:lnTo>
                  <a:lnTo>
                    <a:pt x="2852358" y="1852108"/>
                  </a:lnTo>
                  <a:lnTo>
                    <a:pt x="2819191" y="1847746"/>
                  </a:lnTo>
                  <a:lnTo>
                    <a:pt x="2786024" y="1842371"/>
                  </a:lnTo>
                  <a:lnTo>
                    <a:pt x="2752857" y="1835819"/>
                  </a:lnTo>
                  <a:lnTo>
                    <a:pt x="2719690" y="1828813"/>
                  </a:lnTo>
                  <a:lnTo>
                    <a:pt x="2686523" y="1821664"/>
                  </a:lnTo>
                  <a:lnTo>
                    <a:pt x="2653356" y="1814395"/>
                  </a:lnTo>
                  <a:lnTo>
                    <a:pt x="2620189" y="1807021"/>
                  </a:lnTo>
                  <a:lnTo>
                    <a:pt x="2587022" y="1799548"/>
                  </a:lnTo>
                  <a:lnTo>
                    <a:pt x="2553855" y="1791964"/>
                  </a:lnTo>
                  <a:lnTo>
                    <a:pt x="2520688" y="1784245"/>
                  </a:lnTo>
                  <a:lnTo>
                    <a:pt x="2487521" y="1776347"/>
                  </a:lnTo>
                  <a:lnTo>
                    <a:pt x="2454355" y="1768209"/>
                  </a:lnTo>
                  <a:lnTo>
                    <a:pt x="2421188" y="1759760"/>
                  </a:lnTo>
                  <a:lnTo>
                    <a:pt x="2388021" y="1750914"/>
                  </a:lnTo>
                  <a:lnTo>
                    <a:pt x="2354854" y="1741582"/>
                  </a:lnTo>
                  <a:lnTo>
                    <a:pt x="2321687" y="1731677"/>
                  </a:lnTo>
                  <a:lnTo>
                    <a:pt x="2288520" y="1721375"/>
                  </a:lnTo>
                  <a:lnTo>
                    <a:pt x="2255353" y="1710897"/>
                  </a:lnTo>
                  <a:lnTo>
                    <a:pt x="2222186" y="1700249"/>
                  </a:lnTo>
                  <a:lnTo>
                    <a:pt x="2189019" y="1689435"/>
                  </a:lnTo>
                  <a:lnTo>
                    <a:pt x="2155852" y="1678459"/>
                  </a:lnTo>
                  <a:lnTo>
                    <a:pt x="2122685" y="1667323"/>
                  </a:lnTo>
                  <a:lnTo>
                    <a:pt x="2089518" y="1656026"/>
                  </a:lnTo>
                  <a:lnTo>
                    <a:pt x="2056351" y="1644567"/>
                  </a:lnTo>
                  <a:lnTo>
                    <a:pt x="2023184" y="1632941"/>
                  </a:lnTo>
                  <a:lnTo>
                    <a:pt x="1990017" y="1621144"/>
                  </a:lnTo>
                  <a:lnTo>
                    <a:pt x="1956850" y="1609168"/>
                  </a:lnTo>
                  <a:lnTo>
                    <a:pt x="1923683" y="1597007"/>
                  </a:lnTo>
                  <a:lnTo>
                    <a:pt x="1890516" y="1584652"/>
                  </a:lnTo>
                  <a:lnTo>
                    <a:pt x="1857349" y="1572095"/>
                  </a:lnTo>
                  <a:lnTo>
                    <a:pt x="1824182" y="1559328"/>
                  </a:lnTo>
                  <a:lnTo>
                    <a:pt x="1791015" y="1546344"/>
                  </a:lnTo>
                  <a:lnTo>
                    <a:pt x="1757848" y="1533159"/>
                  </a:lnTo>
                  <a:lnTo>
                    <a:pt x="1724681" y="1519819"/>
                  </a:lnTo>
                  <a:lnTo>
                    <a:pt x="1691514" y="1506327"/>
                  </a:lnTo>
                  <a:lnTo>
                    <a:pt x="1658347" y="1492686"/>
                  </a:lnTo>
                  <a:lnTo>
                    <a:pt x="1625181" y="1478902"/>
                  </a:lnTo>
                  <a:lnTo>
                    <a:pt x="1592014" y="1464979"/>
                  </a:lnTo>
                  <a:lnTo>
                    <a:pt x="1558847" y="1450922"/>
                  </a:lnTo>
                  <a:lnTo>
                    <a:pt x="1525680" y="1436738"/>
                  </a:lnTo>
                  <a:lnTo>
                    <a:pt x="1492513" y="1422431"/>
                  </a:lnTo>
                  <a:lnTo>
                    <a:pt x="1459346" y="1408008"/>
                  </a:lnTo>
                  <a:lnTo>
                    <a:pt x="1426179" y="1393476"/>
                  </a:lnTo>
                  <a:lnTo>
                    <a:pt x="1393012" y="1378841"/>
                  </a:lnTo>
                  <a:lnTo>
                    <a:pt x="1359845" y="1364110"/>
                  </a:lnTo>
                  <a:lnTo>
                    <a:pt x="1326678" y="1349288"/>
                  </a:lnTo>
                  <a:lnTo>
                    <a:pt x="1293511" y="1334383"/>
                  </a:lnTo>
                  <a:lnTo>
                    <a:pt x="1260344" y="1319399"/>
                  </a:lnTo>
                  <a:lnTo>
                    <a:pt x="1227177" y="1304343"/>
                  </a:lnTo>
                  <a:lnTo>
                    <a:pt x="1194010" y="1289218"/>
                  </a:lnTo>
                  <a:lnTo>
                    <a:pt x="1160843" y="1274031"/>
                  </a:lnTo>
                  <a:lnTo>
                    <a:pt x="1127676" y="1258785"/>
                  </a:lnTo>
                  <a:lnTo>
                    <a:pt x="1094509" y="1243485"/>
                  </a:lnTo>
                  <a:lnTo>
                    <a:pt x="1061342" y="1228132"/>
                  </a:lnTo>
                  <a:lnTo>
                    <a:pt x="1028175" y="1212731"/>
                  </a:lnTo>
                  <a:lnTo>
                    <a:pt x="995008" y="1197284"/>
                  </a:lnTo>
                  <a:lnTo>
                    <a:pt x="961841" y="1181792"/>
                  </a:lnTo>
                  <a:lnTo>
                    <a:pt x="928674" y="1166258"/>
                  </a:lnTo>
                  <a:lnTo>
                    <a:pt x="895507" y="1150683"/>
                  </a:lnTo>
                  <a:lnTo>
                    <a:pt x="862340" y="1135067"/>
                  </a:lnTo>
                  <a:lnTo>
                    <a:pt x="829173" y="1119411"/>
                  </a:lnTo>
                  <a:lnTo>
                    <a:pt x="796007" y="1103715"/>
                  </a:lnTo>
                  <a:lnTo>
                    <a:pt x="762840" y="1087979"/>
                  </a:lnTo>
                  <a:lnTo>
                    <a:pt x="729673" y="1072204"/>
                  </a:lnTo>
                  <a:lnTo>
                    <a:pt x="696506" y="1056388"/>
                  </a:lnTo>
                  <a:lnTo>
                    <a:pt x="663339" y="1040532"/>
                  </a:lnTo>
                  <a:lnTo>
                    <a:pt x="630172" y="1024633"/>
                  </a:lnTo>
                  <a:lnTo>
                    <a:pt x="597005" y="1008692"/>
                  </a:lnTo>
                  <a:lnTo>
                    <a:pt x="563838" y="992707"/>
                  </a:lnTo>
                  <a:lnTo>
                    <a:pt x="530671" y="976677"/>
                  </a:lnTo>
                  <a:lnTo>
                    <a:pt x="497504" y="960602"/>
                  </a:lnTo>
                  <a:lnTo>
                    <a:pt x="464337" y="944479"/>
                  </a:lnTo>
                  <a:lnTo>
                    <a:pt x="431170" y="928308"/>
                  </a:lnTo>
                  <a:lnTo>
                    <a:pt x="398003" y="912087"/>
                  </a:lnTo>
                  <a:lnTo>
                    <a:pt x="364836" y="895815"/>
                  </a:lnTo>
                  <a:lnTo>
                    <a:pt x="331669" y="879491"/>
                  </a:lnTo>
                  <a:lnTo>
                    <a:pt x="298502" y="863113"/>
                  </a:lnTo>
                  <a:lnTo>
                    <a:pt x="265335" y="846679"/>
                  </a:lnTo>
                  <a:lnTo>
                    <a:pt x="232168" y="830190"/>
                  </a:lnTo>
                  <a:lnTo>
                    <a:pt x="199001" y="813642"/>
                  </a:lnTo>
                  <a:lnTo>
                    <a:pt x="165834" y="797035"/>
                  </a:lnTo>
                  <a:lnTo>
                    <a:pt x="132667" y="780368"/>
                  </a:lnTo>
                  <a:lnTo>
                    <a:pt x="99500" y="763639"/>
                  </a:lnTo>
                  <a:lnTo>
                    <a:pt x="66333" y="746847"/>
                  </a:lnTo>
                  <a:lnTo>
                    <a:pt x="33166" y="729991"/>
                  </a:lnTo>
                  <a:lnTo>
                    <a:pt x="0" y="713069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3182427"/>
              <a:ext cx="6600224" cy="1821725"/>
            </a:xfrm>
            <a:custGeom>
              <a:avLst/>
              <a:pathLst>
                <a:path w="6600224" h="1821725">
                  <a:moveTo>
                    <a:pt x="0" y="0"/>
                  </a:moveTo>
                  <a:lnTo>
                    <a:pt x="33166" y="36161"/>
                  </a:lnTo>
                  <a:lnTo>
                    <a:pt x="66333" y="71912"/>
                  </a:lnTo>
                  <a:lnTo>
                    <a:pt x="99500" y="107251"/>
                  </a:lnTo>
                  <a:lnTo>
                    <a:pt x="132667" y="142178"/>
                  </a:lnTo>
                  <a:lnTo>
                    <a:pt x="165834" y="176691"/>
                  </a:lnTo>
                  <a:lnTo>
                    <a:pt x="199001" y="210789"/>
                  </a:lnTo>
                  <a:lnTo>
                    <a:pt x="232168" y="244471"/>
                  </a:lnTo>
                  <a:lnTo>
                    <a:pt x="265335" y="277736"/>
                  </a:lnTo>
                  <a:lnTo>
                    <a:pt x="298502" y="310583"/>
                  </a:lnTo>
                  <a:lnTo>
                    <a:pt x="331669" y="343010"/>
                  </a:lnTo>
                  <a:lnTo>
                    <a:pt x="364836" y="375017"/>
                  </a:lnTo>
                  <a:lnTo>
                    <a:pt x="398003" y="406601"/>
                  </a:lnTo>
                  <a:lnTo>
                    <a:pt x="431170" y="437763"/>
                  </a:lnTo>
                  <a:lnTo>
                    <a:pt x="464337" y="468500"/>
                  </a:lnTo>
                  <a:lnTo>
                    <a:pt x="497504" y="498812"/>
                  </a:lnTo>
                  <a:lnTo>
                    <a:pt x="530671" y="528698"/>
                  </a:lnTo>
                  <a:lnTo>
                    <a:pt x="563838" y="558156"/>
                  </a:lnTo>
                  <a:lnTo>
                    <a:pt x="597005" y="587186"/>
                  </a:lnTo>
                  <a:lnTo>
                    <a:pt x="630172" y="615786"/>
                  </a:lnTo>
                  <a:lnTo>
                    <a:pt x="663339" y="643956"/>
                  </a:lnTo>
                  <a:lnTo>
                    <a:pt x="696506" y="671695"/>
                  </a:lnTo>
                  <a:lnTo>
                    <a:pt x="729673" y="699003"/>
                  </a:lnTo>
                  <a:lnTo>
                    <a:pt x="762840" y="725878"/>
                  </a:lnTo>
                  <a:lnTo>
                    <a:pt x="796007" y="752322"/>
                  </a:lnTo>
                  <a:lnTo>
                    <a:pt x="829173" y="778333"/>
                  </a:lnTo>
                  <a:lnTo>
                    <a:pt x="862340" y="803912"/>
                  </a:lnTo>
                  <a:lnTo>
                    <a:pt x="895507" y="829059"/>
                  </a:lnTo>
                  <a:lnTo>
                    <a:pt x="928674" y="853775"/>
                  </a:lnTo>
                  <a:lnTo>
                    <a:pt x="961841" y="878061"/>
                  </a:lnTo>
                  <a:lnTo>
                    <a:pt x="995008" y="901919"/>
                  </a:lnTo>
                  <a:lnTo>
                    <a:pt x="1028175" y="925350"/>
                  </a:lnTo>
                  <a:lnTo>
                    <a:pt x="1061342" y="948357"/>
                  </a:lnTo>
                  <a:lnTo>
                    <a:pt x="1094509" y="970941"/>
                  </a:lnTo>
                  <a:lnTo>
                    <a:pt x="1127676" y="993107"/>
                  </a:lnTo>
                  <a:lnTo>
                    <a:pt x="1160843" y="1014858"/>
                  </a:lnTo>
                  <a:lnTo>
                    <a:pt x="1194010" y="1036197"/>
                  </a:lnTo>
                  <a:lnTo>
                    <a:pt x="1227177" y="1057129"/>
                  </a:lnTo>
                  <a:lnTo>
                    <a:pt x="1260344" y="1077659"/>
                  </a:lnTo>
                  <a:lnTo>
                    <a:pt x="1293511" y="1097792"/>
                  </a:lnTo>
                  <a:lnTo>
                    <a:pt x="1326678" y="1117534"/>
                  </a:lnTo>
                  <a:lnTo>
                    <a:pt x="1359845" y="1136892"/>
                  </a:lnTo>
                  <a:lnTo>
                    <a:pt x="1393012" y="1155870"/>
                  </a:lnTo>
                  <a:lnTo>
                    <a:pt x="1426179" y="1174475"/>
                  </a:lnTo>
                  <a:lnTo>
                    <a:pt x="1459346" y="1192715"/>
                  </a:lnTo>
                  <a:lnTo>
                    <a:pt x="1492513" y="1210596"/>
                  </a:lnTo>
                  <a:lnTo>
                    <a:pt x="1525680" y="1228124"/>
                  </a:lnTo>
                  <a:lnTo>
                    <a:pt x="1558847" y="1245306"/>
                  </a:lnTo>
                  <a:lnTo>
                    <a:pt x="1592014" y="1262148"/>
                  </a:lnTo>
                  <a:lnTo>
                    <a:pt x="1625181" y="1278656"/>
                  </a:lnTo>
                  <a:lnTo>
                    <a:pt x="1658347" y="1294836"/>
                  </a:lnTo>
                  <a:lnTo>
                    <a:pt x="1691514" y="1310691"/>
                  </a:lnTo>
                  <a:lnTo>
                    <a:pt x="1724681" y="1326228"/>
                  </a:lnTo>
                  <a:lnTo>
                    <a:pt x="1757848" y="1341449"/>
                  </a:lnTo>
                  <a:lnTo>
                    <a:pt x="1791015" y="1356357"/>
                  </a:lnTo>
                  <a:lnTo>
                    <a:pt x="1824182" y="1370961"/>
                  </a:lnTo>
                  <a:lnTo>
                    <a:pt x="1857349" y="1385265"/>
                  </a:lnTo>
                  <a:lnTo>
                    <a:pt x="1890516" y="1399269"/>
                  </a:lnTo>
                  <a:lnTo>
                    <a:pt x="1923683" y="1412974"/>
                  </a:lnTo>
                  <a:lnTo>
                    <a:pt x="1956850" y="1426380"/>
                  </a:lnTo>
                  <a:lnTo>
                    <a:pt x="1990017" y="1439487"/>
                  </a:lnTo>
                  <a:lnTo>
                    <a:pt x="2023184" y="1452294"/>
                  </a:lnTo>
                  <a:lnTo>
                    <a:pt x="2056351" y="1464805"/>
                  </a:lnTo>
                  <a:lnTo>
                    <a:pt x="2089518" y="1477021"/>
                  </a:lnTo>
                  <a:lnTo>
                    <a:pt x="2122685" y="1488946"/>
                  </a:lnTo>
                  <a:lnTo>
                    <a:pt x="2155852" y="1500588"/>
                  </a:lnTo>
                  <a:lnTo>
                    <a:pt x="2189019" y="1511953"/>
                  </a:lnTo>
                  <a:lnTo>
                    <a:pt x="2222186" y="1523051"/>
                  </a:lnTo>
                  <a:lnTo>
                    <a:pt x="2255353" y="1533894"/>
                  </a:lnTo>
                  <a:lnTo>
                    <a:pt x="2288520" y="1544494"/>
                  </a:lnTo>
                  <a:lnTo>
                    <a:pt x="2321687" y="1554866"/>
                  </a:lnTo>
                  <a:lnTo>
                    <a:pt x="2354854" y="1564937"/>
                  </a:lnTo>
                  <a:lnTo>
                    <a:pt x="2388021" y="1574614"/>
                  </a:lnTo>
                  <a:lnTo>
                    <a:pt x="2421188" y="1583886"/>
                  </a:lnTo>
                  <a:lnTo>
                    <a:pt x="2454355" y="1592740"/>
                  </a:lnTo>
                  <a:lnTo>
                    <a:pt x="2487521" y="1601169"/>
                  </a:lnTo>
                  <a:lnTo>
                    <a:pt x="2520688" y="1609176"/>
                  </a:lnTo>
                  <a:lnTo>
                    <a:pt x="2553855" y="1616780"/>
                  </a:lnTo>
                  <a:lnTo>
                    <a:pt x="2587022" y="1624012"/>
                  </a:lnTo>
                  <a:lnTo>
                    <a:pt x="2620189" y="1630925"/>
                  </a:lnTo>
                  <a:lnTo>
                    <a:pt x="2653356" y="1637585"/>
                  </a:lnTo>
                  <a:lnTo>
                    <a:pt x="2686523" y="1644074"/>
                  </a:lnTo>
                  <a:lnTo>
                    <a:pt x="2719690" y="1650484"/>
                  </a:lnTo>
                  <a:lnTo>
                    <a:pt x="2752857" y="1656915"/>
                  </a:lnTo>
                  <a:lnTo>
                    <a:pt x="2786024" y="1663209"/>
                  </a:lnTo>
                  <a:lnTo>
                    <a:pt x="2819191" y="1668718"/>
                  </a:lnTo>
                  <a:lnTo>
                    <a:pt x="2852358" y="1673453"/>
                  </a:lnTo>
                  <a:lnTo>
                    <a:pt x="2885525" y="1677461"/>
                  </a:lnTo>
                  <a:lnTo>
                    <a:pt x="2918692" y="1680799"/>
                  </a:lnTo>
                  <a:lnTo>
                    <a:pt x="2951859" y="1683534"/>
                  </a:lnTo>
                  <a:lnTo>
                    <a:pt x="2985026" y="1685758"/>
                  </a:lnTo>
                  <a:lnTo>
                    <a:pt x="3018193" y="1687586"/>
                  </a:lnTo>
                  <a:lnTo>
                    <a:pt x="3051360" y="1689164"/>
                  </a:lnTo>
                  <a:lnTo>
                    <a:pt x="3084527" y="1690663"/>
                  </a:lnTo>
                  <a:lnTo>
                    <a:pt x="3117694" y="1692280"/>
                  </a:lnTo>
                  <a:lnTo>
                    <a:pt x="3150861" y="1694228"/>
                  </a:lnTo>
                  <a:lnTo>
                    <a:pt x="3184028" y="1696733"/>
                  </a:lnTo>
                  <a:lnTo>
                    <a:pt x="3217195" y="1700023"/>
                  </a:lnTo>
                  <a:lnTo>
                    <a:pt x="3250362" y="1703946"/>
                  </a:lnTo>
                  <a:lnTo>
                    <a:pt x="3283529" y="1707826"/>
                  </a:lnTo>
                  <a:lnTo>
                    <a:pt x="3316695" y="1711602"/>
                  </a:lnTo>
                  <a:lnTo>
                    <a:pt x="3349862" y="1715230"/>
                  </a:lnTo>
                  <a:lnTo>
                    <a:pt x="3383029" y="1718671"/>
                  </a:lnTo>
                  <a:lnTo>
                    <a:pt x="3416196" y="1721896"/>
                  </a:lnTo>
                  <a:lnTo>
                    <a:pt x="3449363" y="1724892"/>
                  </a:lnTo>
                  <a:lnTo>
                    <a:pt x="3482530" y="1727665"/>
                  </a:lnTo>
                  <a:lnTo>
                    <a:pt x="3515697" y="1730244"/>
                  </a:lnTo>
                  <a:lnTo>
                    <a:pt x="3548864" y="1732677"/>
                  </a:lnTo>
                  <a:lnTo>
                    <a:pt x="3582031" y="1735035"/>
                  </a:lnTo>
                  <a:lnTo>
                    <a:pt x="3615198" y="1737405"/>
                  </a:lnTo>
                  <a:lnTo>
                    <a:pt x="3648365" y="1739886"/>
                  </a:lnTo>
                  <a:lnTo>
                    <a:pt x="3681532" y="1742585"/>
                  </a:lnTo>
                  <a:lnTo>
                    <a:pt x="3714699" y="1745606"/>
                  </a:lnTo>
                  <a:lnTo>
                    <a:pt x="3747866" y="1748920"/>
                  </a:lnTo>
                  <a:lnTo>
                    <a:pt x="3781033" y="1752236"/>
                  </a:lnTo>
                  <a:lnTo>
                    <a:pt x="3814200" y="1755503"/>
                  </a:lnTo>
                  <a:lnTo>
                    <a:pt x="3847367" y="1758687"/>
                  </a:lnTo>
                  <a:lnTo>
                    <a:pt x="3880534" y="1761761"/>
                  </a:lnTo>
                  <a:lnTo>
                    <a:pt x="3913701" y="1764711"/>
                  </a:lnTo>
                  <a:lnTo>
                    <a:pt x="3946868" y="1767532"/>
                  </a:lnTo>
                  <a:lnTo>
                    <a:pt x="3980035" y="1770237"/>
                  </a:lnTo>
                  <a:lnTo>
                    <a:pt x="4013202" y="1772851"/>
                  </a:lnTo>
                  <a:lnTo>
                    <a:pt x="4046369" y="1775411"/>
                  </a:lnTo>
                  <a:lnTo>
                    <a:pt x="4079536" y="1777965"/>
                  </a:lnTo>
                  <a:lnTo>
                    <a:pt x="4112703" y="1780567"/>
                  </a:lnTo>
                  <a:lnTo>
                    <a:pt x="4145869" y="1783273"/>
                  </a:lnTo>
                  <a:lnTo>
                    <a:pt x="4179036" y="1786106"/>
                  </a:lnTo>
                  <a:lnTo>
                    <a:pt x="4212203" y="1788928"/>
                  </a:lnTo>
                  <a:lnTo>
                    <a:pt x="4245370" y="1791699"/>
                  </a:lnTo>
                  <a:lnTo>
                    <a:pt x="4278537" y="1794398"/>
                  </a:lnTo>
                  <a:lnTo>
                    <a:pt x="4311704" y="1797008"/>
                  </a:lnTo>
                  <a:lnTo>
                    <a:pt x="4344871" y="1799512"/>
                  </a:lnTo>
                  <a:lnTo>
                    <a:pt x="4378038" y="1801900"/>
                  </a:lnTo>
                  <a:lnTo>
                    <a:pt x="4411205" y="1804159"/>
                  </a:lnTo>
                  <a:lnTo>
                    <a:pt x="4444372" y="1806282"/>
                  </a:lnTo>
                  <a:lnTo>
                    <a:pt x="4477539" y="1808263"/>
                  </a:lnTo>
                  <a:lnTo>
                    <a:pt x="4510706" y="1810098"/>
                  </a:lnTo>
                  <a:lnTo>
                    <a:pt x="4543873" y="1811785"/>
                  </a:lnTo>
                  <a:lnTo>
                    <a:pt x="4577040" y="1813322"/>
                  </a:lnTo>
                  <a:lnTo>
                    <a:pt x="4610207" y="1814710"/>
                  </a:lnTo>
                  <a:lnTo>
                    <a:pt x="4643374" y="1815946"/>
                  </a:lnTo>
                  <a:lnTo>
                    <a:pt x="4676541" y="1817031"/>
                  </a:lnTo>
                  <a:lnTo>
                    <a:pt x="4709708" y="1817966"/>
                  </a:lnTo>
                  <a:lnTo>
                    <a:pt x="4742875" y="1818777"/>
                  </a:lnTo>
                  <a:lnTo>
                    <a:pt x="4776042" y="1819473"/>
                  </a:lnTo>
                  <a:lnTo>
                    <a:pt x="4809209" y="1820062"/>
                  </a:lnTo>
                  <a:lnTo>
                    <a:pt x="4842376" y="1820551"/>
                  </a:lnTo>
                  <a:lnTo>
                    <a:pt x="4875543" y="1820947"/>
                  </a:lnTo>
                  <a:lnTo>
                    <a:pt x="4908710" y="1821256"/>
                  </a:lnTo>
                  <a:lnTo>
                    <a:pt x="4941876" y="1821484"/>
                  </a:lnTo>
                  <a:lnTo>
                    <a:pt x="4975043" y="1821635"/>
                  </a:lnTo>
                  <a:lnTo>
                    <a:pt x="5008210" y="1821714"/>
                  </a:lnTo>
                  <a:lnTo>
                    <a:pt x="5041377" y="1821725"/>
                  </a:lnTo>
                  <a:lnTo>
                    <a:pt x="5074544" y="1821670"/>
                  </a:lnTo>
                  <a:lnTo>
                    <a:pt x="5107711" y="1821554"/>
                  </a:lnTo>
                  <a:lnTo>
                    <a:pt x="5140878" y="1821377"/>
                  </a:lnTo>
                  <a:lnTo>
                    <a:pt x="5174045" y="1821144"/>
                  </a:lnTo>
                  <a:lnTo>
                    <a:pt x="5207212" y="1820854"/>
                  </a:lnTo>
                  <a:lnTo>
                    <a:pt x="5240379" y="1820509"/>
                  </a:lnTo>
                  <a:lnTo>
                    <a:pt x="5273546" y="1820111"/>
                  </a:lnTo>
                  <a:lnTo>
                    <a:pt x="5306713" y="1819659"/>
                  </a:lnTo>
                  <a:lnTo>
                    <a:pt x="5339880" y="1819154"/>
                  </a:lnTo>
                  <a:lnTo>
                    <a:pt x="5373047" y="1818597"/>
                  </a:lnTo>
                  <a:lnTo>
                    <a:pt x="5406214" y="1817986"/>
                  </a:lnTo>
                  <a:lnTo>
                    <a:pt x="5439381" y="1817321"/>
                  </a:lnTo>
                  <a:lnTo>
                    <a:pt x="5472548" y="1816602"/>
                  </a:lnTo>
                  <a:lnTo>
                    <a:pt x="5505715" y="1815828"/>
                  </a:lnTo>
                  <a:lnTo>
                    <a:pt x="5538882" y="1814997"/>
                  </a:lnTo>
                  <a:lnTo>
                    <a:pt x="5572049" y="1814109"/>
                  </a:lnTo>
                  <a:lnTo>
                    <a:pt x="5605216" y="1813162"/>
                  </a:lnTo>
                  <a:lnTo>
                    <a:pt x="5638383" y="1812155"/>
                  </a:lnTo>
                  <a:lnTo>
                    <a:pt x="5671550" y="1811085"/>
                  </a:lnTo>
                  <a:lnTo>
                    <a:pt x="5704717" y="1809952"/>
                  </a:lnTo>
                  <a:lnTo>
                    <a:pt x="5737884" y="1808753"/>
                  </a:lnTo>
                  <a:lnTo>
                    <a:pt x="5771050" y="1807486"/>
                  </a:lnTo>
                  <a:lnTo>
                    <a:pt x="5804217" y="1806150"/>
                  </a:lnTo>
                  <a:lnTo>
                    <a:pt x="5837384" y="1804743"/>
                  </a:lnTo>
                  <a:lnTo>
                    <a:pt x="5870551" y="1803262"/>
                  </a:lnTo>
                  <a:lnTo>
                    <a:pt x="5903718" y="1801705"/>
                  </a:lnTo>
                  <a:lnTo>
                    <a:pt x="5936885" y="1800071"/>
                  </a:lnTo>
                  <a:lnTo>
                    <a:pt x="5970052" y="1798356"/>
                  </a:lnTo>
                  <a:lnTo>
                    <a:pt x="6003219" y="1796560"/>
                  </a:lnTo>
                  <a:lnTo>
                    <a:pt x="6036386" y="1794679"/>
                  </a:lnTo>
                  <a:lnTo>
                    <a:pt x="6069553" y="1792712"/>
                  </a:lnTo>
                  <a:lnTo>
                    <a:pt x="6102720" y="1790656"/>
                  </a:lnTo>
                  <a:lnTo>
                    <a:pt x="6135887" y="1788510"/>
                  </a:lnTo>
                  <a:lnTo>
                    <a:pt x="6169054" y="1786271"/>
                  </a:lnTo>
                  <a:lnTo>
                    <a:pt x="6202221" y="1783938"/>
                  </a:lnTo>
                  <a:lnTo>
                    <a:pt x="6235388" y="1781507"/>
                  </a:lnTo>
                  <a:lnTo>
                    <a:pt x="6268555" y="1778979"/>
                  </a:lnTo>
                  <a:lnTo>
                    <a:pt x="6301722" y="1776349"/>
                  </a:lnTo>
                  <a:lnTo>
                    <a:pt x="6334889" y="1773618"/>
                  </a:lnTo>
                  <a:lnTo>
                    <a:pt x="6368056" y="1770782"/>
                  </a:lnTo>
                  <a:lnTo>
                    <a:pt x="6401223" y="1767841"/>
                  </a:lnTo>
                  <a:lnTo>
                    <a:pt x="6434390" y="1764792"/>
                  </a:lnTo>
                  <a:lnTo>
                    <a:pt x="6467557" y="1761634"/>
                  </a:lnTo>
                  <a:lnTo>
                    <a:pt x="6500724" y="1758366"/>
                  </a:lnTo>
                  <a:lnTo>
                    <a:pt x="6533891" y="1754985"/>
                  </a:lnTo>
                  <a:lnTo>
                    <a:pt x="6567058" y="1751491"/>
                  </a:lnTo>
                  <a:lnTo>
                    <a:pt x="6600224" y="17478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3895497"/>
              <a:ext cx="6600224" cy="1323806"/>
            </a:xfrm>
            <a:custGeom>
              <a:avLst/>
              <a:pathLst>
                <a:path w="6600224" h="1323806">
                  <a:moveTo>
                    <a:pt x="6600224" y="1323806"/>
                  </a:moveTo>
                  <a:lnTo>
                    <a:pt x="6567058" y="1323806"/>
                  </a:lnTo>
                  <a:lnTo>
                    <a:pt x="6533891" y="1323806"/>
                  </a:lnTo>
                  <a:lnTo>
                    <a:pt x="6500724" y="1323806"/>
                  </a:lnTo>
                  <a:lnTo>
                    <a:pt x="6467557" y="1323806"/>
                  </a:lnTo>
                  <a:lnTo>
                    <a:pt x="6434390" y="1323806"/>
                  </a:lnTo>
                  <a:lnTo>
                    <a:pt x="6401223" y="1323806"/>
                  </a:lnTo>
                  <a:lnTo>
                    <a:pt x="6368056" y="1323806"/>
                  </a:lnTo>
                  <a:lnTo>
                    <a:pt x="6334889" y="1323806"/>
                  </a:lnTo>
                  <a:lnTo>
                    <a:pt x="6301722" y="1323806"/>
                  </a:lnTo>
                  <a:lnTo>
                    <a:pt x="6268555" y="1323806"/>
                  </a:lnTo>
                  <a:lnTo>
                    <a:pt x="6235388" y="1323806"/>
                  </a:lnTo>
                  <a:lnTo>
                    <a:pt x="6202221" y="1323806"/>
                  </a:lnTo>
                  <a:lnTo>
                    <a:pt x="6169054" y="1323806"/>
                  </a:lnTo>
                  <a:lnTo>
                    <a:pt x="6135887" y="1323806"/>
                  </a:lnTo>
                  <a:lnTo>
                    <a:pt x="6102720" y="1323806"/>
                  </a:lnTo>
                  <a:lnTo>
                    <a:pt x="6069553" y="1323806"/>
                  </a:lnTo>
                  <a:lnTo>
                    <a:pt x="6036386" y="1323806"/>
                  </a:lnTo>
                  <a:lnTo>
                    <a:pt x="6003219" y="1323806"/>
                  </a:lnTo>
                  <a:lnTo>
                    <a:pt x="5970052" y="1323806"/>
                  </a:lnTo>
                  <a:lnTo>
                    <a:pt x="5936885" y="1323806"/>
                  </a:lnTo>
                  <a:lnTo>
                    <a:pt x="5903718" y="1323806"/>
                  </a:lnTo>
                  <a:lnTo>
                    <a:pt x="5870551" y="1323806"/>
                  </a:lnTo>
                  <a:lnTo>
                    <a:pt x="5837384" y="1323806"/>
                  </a:lnTo>
                  <a:lnTo>
                    <a:pt x="5804217" y="1323806"/>
                  </a:lnTo>
                  <a:lnTo>
                    <a:pt x="5771050" y="1323806"/>
                  </a:lnTo>
                  <a:lnTo>
                    <a:pt x="5737884" y="1323806"/>
                  </a:lnTo>
                  <a:lnTo>
                    <a:pt x="5704717" y="1323806"/>
                  </a:lnTo>
                  <a:lnTo>
                    <a:pt x="5671550" y="1323806"/>
                  </a:lnTo>
                  <a:lnTo>
                    <a:pt x="5638383" y="1323806"/>
                  </a:lnTo>
                  <a:lnTo>
                    <a:pt x="5605216" y="1323806"/>
                  </a:lnTo>
                  <a:lnTo>
                    <a:pt x="5572049" y="1323806"/>
                  </a:lnTo>
                  <a:lnTo>
                    <a:pt x="5538882" y="1323806"/>
                  </a:lnTo>
                  <a:lnTo>
                    <a:pt x="5505715" y="1323806"/>
                  </a:lnTo>
                  <a:lnTo>
                    <a:pt x="5472548" y="1323806"/>
                  </a:lnTo>
                  <a:lnTo>
                    <a:pt x="5439381" y="1323806"/>
                  </a:lnTo>
                  <a:lnTo>
                    <a:pt x="5406214" y="1323806"/>
                  </a:lnTo>
                  <a:lnTo>
                    <a:pt x="5373047" y="1323806"/>
                  </a:lnTo>
                  <a:lnTo>
                    <a:pt x="5339880" y="1323806"/>
                  </a:lnTo>
                  <a:lnTo>
                    <a:pt x="5306713" y="1323806"/>
                  </a:lnTo>
                  <a:lnTo>
                    <a:pt x="5273546" y="1323806"/>
                  </a:lnTo>
                  <a:lnTo>
                    <a:pt x="5240379" y="1323806"/>
                  </a:lnTo>
                  <a:lnTo>
                    <a:pt x="5207212" y="1323806"/>
                  </a:lnTo>
                  <a:lnTo>
                    <a:pt x="5174045" y="1323806"/>
                  </a:lnTo>
                  <a:lnTo>
                    <a:pt x="5140878" y="1323806"/>
                  </a:lnTo>
                  <a:lnTo>
                    <a:pt x="5107711" y="1323806"/>
                  </a:lnTo>
                  <a:lnTo>
                    <a:pt x="5074544" y="1323806"/>
                  </a:lnTo>
                  <a:lnTo>
                    <a:pt x="5041377" y="1323806"/>
                  </a:lnTo>
                  <a:lnTo>
                    <a:pt x="5008210" y="1323806"/>
                  </a:lnTo>
                  <a:lnTo>
                    <a:pt x="4975043" y="1321997"/>
                  </a:lnTo>
                  <a:lnTo>
                    <a:pt x="4941876" y="1318846"/>
                  </a:lnTo>
                  <a:lnTo>
                    <a:pt x="4908710" y="1315718"/>
                  </a:lnTo>
                  <a:lnTo>
                    <a:pt x="4875543" y="1312616"/>
                  </a:lnTo>
                  <a:lnTo>
                    <a:pt x="4842376" y="1309546"/>
                  </a:lnTo>
                  <a:lnTo>
                    <a:pt x="4809209" y="1306515"/>
                  </a:lnTo>
                  <a:lnTo>
                    <a:pt x="4776042" y="1303527"/>
                  </a:lnTo>
                  <a:lnTo>
                    <a:pt x="4742875" y="1300592"/>
                  </a:lnTo>
                  <a:lnTo>
                    <a:pt x="4709708" y="1297715"/>
                  </a:lnTo>
                  <a:lnTo>
                    <a:pt x="4676541" y="1294891"/>
                  </a:lnTo>
                  <a:lnTo>
                    <a:pt x="4643374" y="1292007"/>
                  </a:lnTo>
                  <a:lnTo>
                    <a:pt x="4610207" y="1289047"/>
                  </a:lnTo>
                  <a:lnTo>
                    <a:pt x="4577040" y="1286027"/>
                  </a:lnTo>
                  <a:lnTo>
                    <a:pt x="4543873" y="1282964"/>
                  </a:lnTo>
                  <a:lnTo>
                    <a:pt x="4510706" y="1279873"/>
                  </a:lnTo>
                  <a:lnTo>
                    <a:pt x="4477539" y="1276770"/>
                  </a:lnTo>
                  <a:lnTo>
                    <a:pt x="4444372" y="1273668"/>
                  </a:lnTo>
                  <a:lnTo>
                    <a:pt x="4411205" y="1270580"/>
                  </a:lnTo>
                  <a:lnTo>
                    <a:pt x="4378038" y="1267518"/>
                  </a:lnTo>
                  <a:lnTo>
                    <a:pt x="4344871" y="1264488"/>
                  </a:lnTo>
                  <a:lnTo>
                    <a:pt x="4311704" y="1261498"/>
                  </a:lnTo>
                  <a:lnTo>
                    <a:pt x="4278537" y="1258551"/>
                  </a:lnTo>
                  <a:lnTo>
                    <a:pt x="4245370" y="1255648"/>
                  </a:lnTo>
                  <a:lnTo>
                    <a:pt x="4212203" y="1252788"/>
                  </a:lnTo>
                  <a:lnTo>
                    <a:pt x="4179036" y="1249968"/>
                  </a:lnTo>
                  <a:lnTo>
                    <a:pt x="4145869" y="1247176"/>
                  </a:lnTo>
                  <a:lnTo>
                    <a:pt x="4112703" y="1244365"/>
                  </a:lnTo>
                  <a:lnTo>
                    <a:pt x="4079536" y="1241548"/>
                  </a:lnTo>
                  <a:lnTo>
                    <a:pt x="4046369" y="1238753"/>
                  </a:lnTo>
                  <a:lnTo>
                    <a:pt x="4013202" y="1236004"/>
                  </a:lnTo>
                  <a:lnTo>
                    <a:pt x="3980035" y="1233320"/>
                  </a:lnTo>
                  <a:lnTo>
                    <a:pt x="3946868" y="1230711"/>
                  </a:lnTo>
                  <a:lnTo>
                    <a:pt x="3913701" y="1228171"/>
                  </a:lnTo>
                  <a:lnTo>
                    <a:pt x="3880534" y="1225685"/>
                  </a:lnTo>
                  <a:lnTo>
                    <a:pt x="3847367" y="1223220"/>
                  </a:lnTo>
                  <a:lnTo>
                    <a:pt x="3814200" y="1220731"/>
                  </a:lnTo>
                  <a:lnTo>
                    <a:pt x="3781033" y="1218164"/>
                  </a:lnTo>
                  <a:lnTo>
                    <a:pt x="3747866" y="1215456"/>
                  </a:lnTo>
                  <a:lnTo>
                    <a:pt x="3714699" y="1212549"/>
                  </a:lnTo>
                  <a:lnTo>
                    <a:pt x="3681532" y="1209571"/>
                  </a:lnTo>
                  <a:lnTo>
                    <a:pt x="3648365" y="1206609"/>
                  </a:lnTo>
                  <a:lnTo>
                    <a:pt x="3615198" y="1203696"/>
                  </a:lnTo>
                  <a:lnTo>
                    <a:pt x="3582031" y="1200866"/>
                  </a:lnTo>
                  <a:lnTo>
                    <a:pt x="3548864" y="1198147"/>
                  </a:lnTo>
                  <a:lnTo>
                    <a:pt x="3515697" y="1195553"/>
                  </a:lnTo>
                  <a:lnTo>
                    <a:pt x="3482530" y="1193082"/>
                  </a:lnTo>
                  <a:lnTo>
                    <a:pt x="3449363" y="1190713"/>
                  </a:lnTo>
                  <a:lnTo>
                    <a:pt x="3416196" y="1188400"/>
                  </a:lnTo>
                  <a:lnTo>
                    <a:pt x="3383029" y="1186078"/>
                  </a:lnTo>
                  <a:lnTo>
                    <a:pt x="3349862" y="1183662"/>
                  </a:lnTo>
                  <a:lnTo>
                    <a:pt x="3316695" y="1181052"/>
                  </a:lnTo>
                  <a:lnTo>
                    <a:pt x="3283529" y="1178135"/>
                  </a:lnTo>
                  <a:lnTo>
                    <a:pt x="3250362" y="1174798"/>
                  </a:lnTo>
                  <a:lnTo>
                    <a:pt x="3217195" y="1170943"/>
                  </a:lnTo>
                  <a:lnTo>
                    <a:pt x="3184028" y="1167163"/>
                  </a:lnTo>
                  <a:lnTo>
                    <a:pt x="3150861" y="1163752"/>
                  </a:lnTo>
                  <a:lnTo>
                    <a:pt x="3117694" y="1160670"/>
                  </a:lnTo>
                  <a:lnTo>
                    <a:pt x="3084527" y="1157874"/>
                  </a:lnTo>
                  <a:lnTo>
                    <a:pt x="3051360" y="1155312"/>
                  </a:lnTo>
                  <a:lnTo>
                    <a:pt x="3018193" y="1152911"/>
                  </a:lnTo>
                  <a:lnTo>
                    <a:pt x="2985026" y="1150577"/>
                  </a:lnTo>
                  <a:lnTo>
                    <a:pt x="2951859" y="1148186"/>
                  </a:lnTo>
                  <a:lnTo>
                    <a:pt x="2918692" y="1145588"/>
                  </a:lnTo>
                  <a:lnTo>
                    <a:pt x="2885525" y="1142605"/>
                  </a:lnTo>
                  <a:lnTo>
                    <a:pt x="2852358" y="1139039"/>
                  </a:lnTo>
                  <a:lnTo>
                    <a:pt x="2819191" y="1134677"/>
                  </a:lnTo>
                  <a:lnTo>
                    <a:pt x="2786024" y="1129301"/>
                  </a:lnTo>
                  <a:lnTo>
                    <a:pt x="2752857" y="1122750"/>
                  </a:lnTo>
                  <a:lnTo>
                    <a:pt x="2719690" y="1115744"/>
                  </a:lnTo>
                  <a:lnTo>
                    <a:pt x="2686523" y="1108595"/>
                  </a:lnTo>
                  <a:lnTo>
                    <a:pt x="2653356" y="1101326"/>
                  </a:lnTo>
                  <a:lnTo>
                    <a:pt x="2620189" y="1093952"/>
                  </a:lnTo>
                  <a:lnTo>
                    <a:pt x="2587022" y="1086478"/>
                  </a:lnTo>
                  <a:lnTo>
                    <a:pt x="2553855" y="1078895"/>
                  </a:lnTo>
                  <a:lnTo>
                    <a:pt x="2520688" y="1071176"/>
                  </a:lnTo>
                  <a:lnTo>
                    <a:pt x="2487521" y="1063277"/>
                  </a:lnTo>
                  <a:lnTo>
                    <a:pt x="2454355" y="1055140"/>
                  </a:lnTo>
                  <a:lnTo>
                    <a:pt x="2421188" y="1046690"/>
                  </a:lnTo>
                  <a:lnTo>
                    <a:pt x="2388021" y="1037844"/>
                  </a:lnTo>
                  <a:lnTo>
                    <a:pt x="2354854" y="1028513"/>
                  </a:lnTo>
                  <a:lnTo>
                    <a:pt x="2321687" y="1018608"/>
                  </a:lnTo>
                  <a:lnTo>
                    <a:pt x="2288520" y="1008306"/>
                  </a:lnTo>
                  <a:lnTo>
                    <a:pt x="2255353" y="997828"/>
                  </a:lnTo>
                  <a:lnTo>
                    <a:pt x="2222186" y="987179"/>
                  </a:lnTo>
                  <a:lnTo>
                    <a:pt x="2189019" y="976366"/>
                  </a:lnTo>
                  <a:lnTo>
                    <a:pt x="2155852" y="965390"/>
                  </a:lnTo>
                  <a:lnTo>
                    <a:pt x="2122685" y="954254"/>
                  </a:lnTo>
                  <a:lnTo>
                    <a:pt x="2089518" y="942957"/>
                  </a:lnTo>
                  <a:lnTo>
                    <a:pt x="2056351" y="931498"/>
                  </a:lnTo>
                  <a:lnTo>
                    <a:pt x="2023184" y="919872"/>
                  </a:lnTo>
                  <a:lnTo>
                    <a:pt x="1990017" y="908074"/>
                  </a:lnTo>
                  <a:lnTo>
                    <a:pt x="1956850" y="896099"/>
                  </a:lnTo>
                  <a:lnTo>
                    <a:pt x="1923683" y="883937"/>
                  </a:lnTo>
                  <a:lnTo>
                    <a:pt x="1890516" y="871582"/>
                  </a:lnTo>
                  <a:lnTo>
                    <a:pt x="1857349" y="859026"/>
                  </a:lnTo>
                  <a:lnTo>
                    <a:pt x="1824182" y="846259"/>
                  </a:lnTo>
                  <a:lnTo>
                    <a:pt x="1791015" y="833275"/>
                  </a:lnTo>
                  <a:lnTo>
                    <a:pt x="1757848" y="820090"/>
                  </a:lnTo>
                  <a:lnTo>
                    <a:pt x="1724681" y="806749"/>
                  </a:lnTo>
                  <a:lnTo>
                    <a:pt x="1691514" y="793257"/>
                  </a:lnTo>
                  <a:lnTo>
                    <a:pt x="1658347" y="779617"/>
                  </a:lnTo>
                  <a:lnTo>
                    <a:pt x="1625181" y="765833"/>
                  </a:lnTo>
                  <a:lnTo>
                    <a:pt x="1592014" y="751910"/>
                  </a:lnTo>
                  <a:lnTo>
                    <a:pt x="1558847" y="737853"/>
                  </a:lnTo>
                  <a:lnTo>
                    <a:pt x="1525680" y="723668"/>
                  </a:lnTo>
                  <a:lnTo>
                    <a:pt x="1492513" y="709361"/>
                  </a:lnTo>
                  <a:lnTo>
                    <a:pt x="1459346" y="694938"/>
                  </a:lnTo>
                  <a:lnTo>
                    <a:pt x="1426179" y="680406"/>
                  </a:lnTo>
                  <a:lnTo>
                    <a:pt x="1393012" y="665772"/>
                  </a:lnTo>
                  <a:lnTo>
                    <a:pt x="1359845" y="651040"/>
                  </a:lnTo>
                  <a:lnTo>
                    <a:pt x="1326678" y="636219"/>
                  </a:lnTo>
                  <a:lnTo>
                    <a:pt x="1293511" y="621313"/>
                  </a:lnTo>
                  <a:lnTo>
                    <a:pt x="1260344" y="606330"/>
                  </a:lnTo>
                  <a:lnTo>
                    <a:pt x="1227177" y="591273"/>
                  </a:lnTo>
                  <a:lnTo>
                    <a:pt x="1194010" y="576149"/>
                  </a:lnTo>
                  <a:lnTo>
                    <a:pt x="1160843" y="560962"/>
                  </a:lnTo>
                  <a:lnTo>
                    <a:pt x="1127676" y="545716"/>
                  </a:lnTo>
                  <a:lnTo>
                    <a:pt x="1094509" y="530415"/>
                  </a:lnTo>
                  <a:lnTo>
                    <a:pt x="1061342" y="515063"/>
                  </a:lnTo>
                  <a:lnTo>
                    <a:pt x="1028175" y="499662"/>
                  </a:lnTo>
                  <a:lnTo>
                    <a:pt x="995008" y="484215"/>
                  </a:lnTo>
                  <a:lnTo>
                    <a:pt x="961841" y="468723"/>
                  </a:lnTo>
                  <a:lnTo>
                    <a:pt x="928674" y="453189"/>
                  </a:lnTo>
                  <a:lnTo>
                    <a:pt x="895507" y="437613"/>
                  </a:lnTo>
                  <a:lnTo>
                    <a:pt x="862340" y="421997"/>
                  </a:lnTo>
                  <a:lnTo>
                    <a:pt x="829173" y="406341"/>
                  </a:lnTo>
                  <a:lnTo>
                    <a:pt x="796007" y="390645"/>
                  </a:lnTo>
                  <a:lnTo>
                    <a:pt x="762840" y="374910"/>
                  </a:lnTo>
                  <a:lnTo>
                    <a:pt x="729673" y="359135"/>
                  </a:lnTo>
                  <a:lnTo>
                    <a:pt x="696506" y="343319"/>
                  </a:lnTo>
                  <a:lnTo>
                    <a:pt x="663339" y="327462"/>
                  </a:lnTo>
                  <a:lnTo>
                    <a:pt x="630172" y="311564"/>
                  </a:lnTo>
                  <a:lnTo>
                    <a:pt x="597005" y="295623"/>
                  </a:lnTo>
                  <a:lnTo>
                    <a:pt x="563838" y="279638"/>
                  </a:lnTo>
                  <a:lnTo>
                    <a:pt x="530671" y="263608"/>
                  </a:lnTo>
                  <a:lnTo>
                    <a:pt x="497504" y="247533"/>
                  </a:lnTo>
                  <a:lnTo>
                    <a:pt x="464337" y="231410"/>
                  </a:lnTo>
                  <a:lnTo>
                    <a:pt x="431170" y="215239"/>
                  </a:lnTo>
                  <a:lnTo>
                    <a:pt x="398003" y="199018"/>
                  </a:lnTo>
                  <a:lnTo>
                    <a:pt x="364836" y="182746"/>
                  </a:lnTo>
                  <a:lnTo>
                    <a:pt x="331669" y="166422"/>
                  </a:lnTo>
                  <a:lnTo>
                    <a:pt x="298502" y="150043"/>
                  </a:lnTo>
                  <a:lnTo>
                    <a:pt x="265335" y="133610"/>
                  </a:lnTo>
                  <a:lnTo>
                    <a:pt x="232168" y="117120"/>
                  </a:lnTo>
                  <a:lnTo>
                    <a:pt x="199001" y="100573"/>
                  </a:lnTo>
                  <a:lnTo>
                    <a:pt x="165834" y="83966"/>
                  </a:lnTo>
                  <a:lnTo>
                    <a:pt x="132667" y="67299"/>
                  </a:lnTo>
                  <a:lnTo>
                    <a:pt x="99500" y="50570"/>
                  </a:lnTo>
                  <a:lnTo>
                    <a:pt x="66333" y="33778"/>
                  </a:lnTo>
                  <a:lnTo>
                    <a:pt x="33166" y="1692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3538962"/>
              <a:ext cx="6600224" cy="1620397"/>
            </a:xfrm>
            <a:custGeom>
              <a:avLst/>
              <a:pathLst>
                <a:path w="6600224" h="1620397">
                  <a:moveTo>
                    <a:pt x="0" y="0"/>
                  </a:moveTo>
                  <a:lnTo>
                    <a:pt x="33166" y="26541"/>
                  </a:lnTo>
                  <a:lnTo>
                    <a:pt x="66333" y="52845"/>
                  </a:lnTo>
                  <a:lnTo>
                    <a:pt x="99500" y="78911"/>
                  </a:lnTo>
                  <a:lnTo>
                    <a:pt x="132667" y="104738"/>
                  </a:lnTo>
                  <a:lnTo>
                    <a:pt x="165834" y="130329"/>
                  </a:lnTo>
                  <a:lnTo>
                    <a:pt x="199001" y="155681"/>
                  </a:lnTo>
                  <a:lnTo>
                    <a:pt x="232168" y="180796"/>
                  </a:lnTo>
                  <a:lnTo>
                    <a:pt x="265335" y="205673"/>
                  </a:lnTo>
                  <a:lnTo>
                    <a:pt x="298502" y="230313"/>
                  </a:lnTo>
                  <a:lnTo>
                    <a:pt x="331669" y="254716"/>
                  </a:lnTo>
                  <a:lnTo>
                    <a:pt x="364836" y="278881"/>
                  </a:lnTo>
                  <a:lnTo>
                    <a:pt x="398003" y="302810"/>
                  </a:lnTo>
                  <a:lnTo>
                    <a:pt x="431170" y="326501"/>
                  </a:lnTo>
                  <a:lnTo>
                    <a:pt x="464337" y="349955"/>
                  </a:lnTo>
                  <a:lnTo>
                    <a:pt x="497504" y="373172"/>
                  </a:lnTo>
                  <a:lnTo>
                    <a:pt x="530671" y="396153"/>
                  </a:lnTo>
                  <a:lnTo>
                    <a:pt x="563838" y="418897"/>
                  </a:lnTo>
                  <a:lnTo>
                    <a:pt x="597005" y="441404"/>
                  </a:lnTo>
                  <a:lnTo>
                    <a:pt x="630172" y="463675"/>
                  </a:lnTo>
                  <a:lnTo>
                    <a:pt x="663339" y="485709"/>
                  </a:lnTo>
                  <a:lnTo>
                    <a:pt x="696506" y="507507"/>
                  </a:lnTo>
                  <a:lnTo>
                    <a:pt x="729673" y="529069"/>
                  </a:lnTo>
                  <a:lnTo>
                    <a:pt x="762840" y="550394"/>
                  </a:lnTo>
                  <a:lnTo>
                    <a:pt x="796007" y="571484"/>
                  </a:lnTo>
                  <a:lnTo>
                    <a:pt x="829173" y="592337"/>
                  </a:lnTo>
                  <a:lnTo>
                    <a:pt x="862340" y="612954"/>
                  </a:lnTo>
                  <a:lnTo>
                    <a:pt x="895507" y="633336"/>
                  </a:lnTo>
                  <a:lnTo>
                    <a:pt x="928674" y="653482"/>
                  </a:lnTo>
                  <a:lnTo>
                    <a:pt x="961841" y="673392"/>
                  </a:lnTo>
                  <a:lnTo>
                    <a:pt x="995008" y="693067"/>
                  </a:lnTo>
                  <a:lnTo>
                    <a:pt x="1028175" y="712506"/>
                  </a:lnTo>
                  <a:lnTo>
                    <a:pt x="1061342" y="731710"/>
                  </a:lnTo>
                  <a:lnTo>
                    <a:pt x="1094509" y="750678"/>
                  </a:lnTo>
                  <a:lnTo>
                    <a:pt x="1127676" y="769412"/>
                  </a:lnTo>
                  <a:lnTo>
                    <a:pt x="1160843" y="787910"/>
                  </a:lnTo>
                  <a:lnTo>
                    <a:pt x="1194010" y="806173"/>
                  </a:lnTo>
                  <a:lnTo>
                    <a:pt x="1227177" y="824201"/>
                  </a:lnTo>
                  <a:lnTo>
                    <a:pt x="1260344" y="841994"/>
                  </a:lnTo>
                  <a:lnTo>
                    <a:pt x="1293511" y="859553"/>
                  </a:lnTo>
                  <a:lnTo>
                    <a:pt x="1326678" y="876877"/>
                  </a:lnTo>
                  <a:lnTo>
                    <a:pt x="1359845" y="893966"/>
                  </a:lnTo>
                  <a:lnTo>
                    <a:pt x="1393012" y="910821"/>
                  </a:lnTo>
                  <a:lnTo>
                    <a:pt x="1426179" y="927441"/>
                  </a:lnTo>
                  <a:lnTo>
                    <a:pt x="1459346" y="943827"/>
                  </a:lnTo>
                  <a:lnTo>
                    <a:pt x="1492513" y="959979"/>
                  </a:lnTo>
                  <a:lnTo>
                    <a:pt x="1525680" y="975896"/>
                  </a:lnTo>
                  <a:lnTo>
                    <a:pt x="1558847" y="991580"/>
                  </a:lnTo>
                  <a:lnTo>
                    <a:pt x="1592014" y="1007029"/>
                  </a:lnTo>
                  <a:lnTo>
                    <a:pt x="1625181" y="1022245"/>
                  </a:lnTo>
                  <a:lnTo>
                    <a:pt x="1658347" y="1037226"/>
                  </a:lnTo>
                  <a:lnTo>
                    <a:pt x="1691514" y="1051974"/>
                  </a:lnTo>
                  <a:lnTo>
                    <a:pt x="1724681" y="1066489"/>
                  </a:lnTo>
                  <a:lnTo>
                    <a:pt x="1757848" y="1080770"/>
                  </a:lnTo>
                  <a:lnTo>
                    <a:pt x="1791015" y="1094816"/>
                  </a:lnTo>
                  <a:lnTo>
                    <a:pt x="1824182" y="1108610"/>
                  </a:lnTo>
                  <a:lnTo>
                    <a:pt x="1857349" y="1122145"/>
                  </a:lnTo>
                  <a:lnTo>
                    <a:pt x="1890516" y="1135426"/>
                  </a:lnTo>
                  <a:lnTo>
                    <a:pt x="1923683" y="1148456"/>
                  </a:lnTo>
                  <a:lnTo>
                    <a:pt x="1956850" y="1161239"/>
                  </a:lnTo>
                  <a:lnTo>
                    <a:pt x="1990017" y="1173780"/>
                  </a:lnTo>
                  <a:lnTo>
                    <a:pt x="2023184" y="1186083"/>
                  </a:lnTo>
                  <a:lnTo>
                    <a:pt x="2056351" y="1198151"/>
                  </a:lnTo>
                  <a:lnTo>
                    <a:pt x="2089518" y="1209989"/>
                  </a:lnTo>
                  <a:lnTo>
                    <a:pt x="2122685" y="1221600"/>
                  </a:lnTo>
                  <a:lnTo>
                    <a:pt x="2155852" y="1232989"/>
                  </a:lnTo>
                  <a:lnTo>
                    <a:pt x="2189019" y="1244159"/>
                  </a:lnTo>
                  <a:lnTo>
                    <a:pt x="2222186" y="1255115"/>
                  </a:lnTo>
                  <a:lnTo>
                    <a:pt x="2255353" y="1265861"/>
                  </a:lnTo>
                  <a:lnTo>
                    <a:pt x="2288520" y="1276400"/>
                  </a:lnTo>
                  <a:lnTo>
                    <a:pt x="2321687" y="1286737"/>
                  </a:lnTo>
                  <a:lnTo>
                    <a:pt x="2354854" y="1296725"/>
                  </a:lnTo>
                  <a:lnTo>
                    <a:pt x="2388021" y="1306229"/>
                  </a:lnTo>
                  <a:lnTo>
                    <a:pt x="2421188" y="1315288"/>
                  </a:lnTo>
                  <a:lnTo>
                    <a:pt x="2454355" y="1323940"/>
                  </a:lnTo>
                  <a:lnTo>
                    <a:pt x="2487521" y="1332223"/>
                  </a:lnTo>
                  <a:lnTo>
                    <a:pt x="2520688" y="1340176"/>
                  </a:lnTo>
                  <a:lnTo>
                    <a:pt x="2553855" y="1347837"/>
                  </a:lnTo>
                  <a:lnTo>
                    <a:pt x="2587022" y="1355245"/>
                  </a:lnTo>
                  <a:lnTo>
                    <a:pt x="2620189" y="1362439"/>
                  </a:lnTo>
                  <a:lnTo>
                    <a:pt x="2653356" y="1369456"/>
                  </a:lnTo>
                  <a:lnTo>
                    <a:pt x="2686523" y="1376334"/>
                  </a:lnTo>
                  <a:lnTo>
                    <a:pt x="2719690" y="1383114"/>
                  </a:lnTo>
                  <a:lnTo>
                    <a:pt x="2752857" y="1389832"/>
                  </a:lnTo>
                  <a:lnTo>
                    <a:pt x="2786024" y="1396255"/>
                  </a:lnTo>
                  <a:lnTo>
                    <a:pt x="2819191" y="1401698"/>
                  </a:lnTo>
                  <a:lnTo>
                    <a:pt x="2852358" y="1406246"/>
                  </a:lnTo>
                  <a:lnTo>
                    <a:pt x="2885525" y="1410033"/>
                  </a:lnTo>
                  <a:lnTo>
                    <a:pt x="2918692" y="1413193"/>
                  </a:lnTo>
                  <a:lnTo>
                    <a:pt x="2951859" y="1415860"/>
                  </a:lnTo>
                  <a:lnTo>
                    <a:pt x="2985026" y="1418167"/>
                  </a:lnTo>
                  <a:lnTo>
                    <a:pt x="3018193" y="1420249"/>
                  </a:lnTo>
                  <a:lnTo>
                    <a:pt x="3051360" y="1422238"/>
                  </a:lnTo>
                  <a:lnTo>
                    <a:pt x="3084527" y="1424269"/>
                  </a:lnTo>
                  <a:lnTo>
                    <a:pt x="3117694" y="1426475"/>
                  </a:lnTo>
                  <a:lnTo>
                    <a:pt x="3150861" y="1428990"/>
                  </a:lnTo>
                  <a:lnTo>
                    <a:pt x="3184028" y="1431948"/>
                  </a:lnTo>
                  <a:lnTo>
                    <a:pt x="3217195" y="1435483"/>
                  </a:lnTo>
                  <a:lnTo>
                    <a:pt x="3250362" y="1439372"/>
                  </a:lnTo>
                  <a:lnTo>
                    <a:pt x="3283529" y="1442981"/>
                  </a:lnTo>
                  <a:lnTo>
                    <a:pt x="3316695" y="1446327"/>
                  </a:lnTo>
                  <a:lnTo>
                    <a:pt x="3349862" y="1449446"/>
                  </a:lnTo>
                  <a:lnTo>
                    <a:pt x="3383029" y="1452374"/>
                  </a:lnTo>
                  <a:lnTo>
                    <a:pt x="3416196" y="1455148"/>
                  </a:lnTo>
                  <a:lnTo>
                    <a:pt x="3449363" y="1457802"/>
                  </a:lnTo>
                  <a:lnTo>
                    <a:pt x="3482530" y="1460374"/>
                  </a:lnTo>
                  <a:lnTo>
                    <a:pt x="3515697" y="1462898"/>
                  </a:lnTo>
                  <a:lnTo>
                    <a:pt x="3548864" y="1465412"/>
                  </a:lnTo>
                  <a:lnTo>
                    <a:pt x="3582031" y="1467951"/>
                  </a:lnTo>
                  <a:lnTo>
                    <a:pt x="3615198" y="1470551"/>
                  </a:lnTo>
                  <a:lnTo>
                    <a:pt x="3648365" y="1473248"/>
                  </a:lnTo>
                  <a:lnTo>
                    <a:pt x="3681532" y="1476078"/>
                  </a:lnTo>
                  <a:lnTo>
                    <a:pt x="3714699" y="1479078"/>
                  </a:lnTo>
                  <a:lnTo>
                    <a:pt x="3747866" y="1482188"/>
                  </a:lnTo>
                  <a:lnTo>
                    <a:pt x="3781033" y="1485200"/>
                  </a:lnTo>
                  <a:lnTo>
                    <a:pt x="3814200" y="1488117"/>
                  </a:lnTo>
                  <a:lnTo>
                    <a:pt x="3847367" y="1490953"/>
                  </a:lnTo>
                  <a:lnTo>
                    <a:pt x="3880534" y="1493723"/>
                  </a:lnTo>
                  <a:lnTo>
                    <a:pt x="3913701" y="1496441"/>
                  </a:lnTo>
                  <a:lnTo>
                    <a:pt x="3946868" y="1499121"/>
                  </a:lnTo>
                  <a:lnTo>
                    <a:pt x="3980035" y="1501779"/>
                  </a:lnTo>
                  <a:lnTo>
                    <a:pt x="4013202" y="1504427"/>
                  </a:lnTo>
                  <a:lnTo>
                    <a:pt x="4046369" y="1507082"/>
                  </a:lnTo>
                  <a:lnTo>
                    <a:pt x="4079536" y="1509757"/>
                  </a:lnTo>
                  <a:lnTo>
                    <a:pt x="4112703" y="1512466"/>
                  </a:lnTo>
                  <a:lnTo>
                    <a:pt x="4145869" y="1515224"/>
                  </a:lnTo>
                  <a:lnTo>
                    <a:pt x="4179036" y="1518037"/>
                  </a:lnTo>
                  <a:lnTo>
                    <a:pt x="4212203" y="1520858"/>
                  </a:lnTo>
                  <a:lnTo>
                    <a:pt x="4245370" y="1523674"/>
                  </a:lnTo>
                  <a:lnTo>
                    <a:pt x="4278537" y="1526475"/>
                  </a:lnTo>
                  <a:lnTo>
                    <a:pt x="4311704" y="1529253"/>
                  </a:lnTo>
                  <a:lnTo>
                    <a:pt x="4344871" y="1532000"/>
                  </a:lnTo>
                  <a:lnTo>
                    <a:pt x="4378038" y="1534709"/>
                  </a:lnTo>
                  <a:lnTo>
                    <a:pt x="4411205" y="1537370"/>
                  </a:lnTo>
                  <a:lnTo>
                    <a:pt x="4444372" y="1539975"/>
                  </a:lnTo>
                  <a:lnTo>
                    <a:pt x="4477539" y="1542516"/>
                  </a:lnTo>
                  <a:lnTo>
                    <a:pt x="4510706" y="1544986"/>
                  </a:lnTo>
                  <a:lnTo>
                    <a:pt x="4543873" y="1547375"/>
                  </a:lnTo>
                  <a:lnTo>
                    <a:pt x="4577040" y="1549675"/>
                  </a:lnTo>
                  <a:lnTo>
                    <a:pt x="4610207" y="1551878"/>
                  </a:lnTo>
                  <a:lnTo>
                    <a:pt x="4643374" y="1553976"/>
                  </a:lnTo>
                  <a:lnTo>
                    <a:pt x="4676541" y="1555961"/>
                  </a:lnTo>
                  <a:lnTo>
                    <a:pt x="4709708" y="1557841"/>
                  </a:lnTo>
                  <a:lnTo>
                    <a:pt x="4742875" y="1559684"/>
                  </a:lnTo>
                  <a:lnTo>
                    <a:pt x="4776042" y="1561500"/>
                  </a:lnTo>
                  <a:lnTo>
                    <a:pt x="4809209" y="1563288"/>
                  </a:lnTo>
                  <a:lnTo>
                    <a:pt x="4842376" y="1565049"/>
                  </a:lnTo>
                  <a:lnTo>
                    <a:pt x="4875543" y="1566782"/>
                  </a:lnTo>
                  <a:lnTo>
                    <a:pt x="4908710" y="1568487"/>
                  </a:lnTo>
                  <a:lnTo>
                    <a:pt x="4941876" y="1570165"/>
                  </a:lnTo>
                  <a:lnTo>
                    <a:pt x="4975043" y="1571816"/>
                  </a:lnTo>
                  <a:lnTo>
                    <a:pt x="5008210" y="1573439"/>
                  </a:lnTo>
                  <a:lnTo>
                    <a:pt x="5041377" y="1575036"/>
                  </a:lnTo>
                  <a:lnTo>
                    <a:pt x="5074544" y="1576605"/>
                  </a:lnTo>
                  <a:lnTo>
                    <a:pt x="5107711" y="1578146"/>
                  </a:lnTo>
                  <a:lnTo>
                    <a:pt x="5140878" y="1579661"/>
                  </a:lnTo>
                  <a:lnTo>
                    <a:pt x="5174045" y="1581149"/>
                  </a:lnTo>
                  <a:lnTo>
                    <a:pt x="5207212" y="1582610"/>
                  </a:lnTo>
                  <a:lnTo>
                    <a:pt x="5240379" y="1584044"/>
                  </a:lnTo>
                  <a:lnTo>
                    <a:pt x="5273546" y="1585451"/>
                  </a:lnTo>
                  <a:lnTo>
                    <a:pt x="5306713" y="1586831"/>
                  </a:lnTo>
                  <a:lnTo>
                    <a:pt x="5339880" y="1588185"/>
                  </a:lnTo>
                  <a:lnTo>
                    <a:pt x="5373047" y="1589512"/>
                  </a:lnTo>
                  <a:lnTo>
                    <a:pt x="5406214" y="1590812"/>
                  </a:lnTo>
                  <a:lnTo>
                    <a:pt x="5439381" y="1592086"/>
                  </a:lnTo>
                  <a:lnTo>
                    <a:pt x="5472548" y="1593333"/>
                  </a:lnTo>
                  <a:lnTo>
                    <a:pt x="5505715" y="1594554"/>
                  </a:lnTo>
                  <a:lnTo>
                    <a:pt x="5538882" y="1595749"/>
                  </a:lnTo>
                  <a:lnTo>
                    <a:pt x="5572049" y="1596917"/>
                  </a:lnTo>
                  <a:lnTo>
                    <a:pt x="5605216" y="1598059"/>
                  </a:lnTo>
                  <a:lnTo>
                    <a:pt x="5638383" y="1599175"/>
                  </a:lnTo>
                  <a:lnTo>
                    <a:pt x="5671550" y="1600264"/>
                  </a:lnTo>
                  <a:lnTo>
                    <a:pt x="5704717" y="1601328"/>
                  </a:lnTo>
                  <a:lnTo>
                    <a:pt x="5737884" y="1602365"/>
                  </a:lnTo>
                  <a:lnTo>
                    <a:pt x="5771050" y="1603377"/>
                  </a:lnTo>
                  <a:lnTo>
                    <a:pt x="5804217" y="1604362"/>
                  </a:lnTo>
                  <a:lnTo>
                    <a:pt x="5837384" y="1605322"/>
                  </a:lnTo>
                  <a:lnTo>
                    <a:pt x="5870551" y="1606256"/>
                  </a:lnTo>
                  <a:lnTo>
                    <a:pt x="5903718" y="1607164"/>
                  </a:lnTo>
                  <a:lnTo>
                    <a:pt x="5936885" y="1608047"/>
                  </a:lnTo>
                  <a:lnTo>
                    <a:pt x="5970052" y="1608904"/>
                  </a:lnTo>
                  <a:lnTo>
                    <a:pt x="6003219" y="1609735"/>
                  </a:lnTo>
                  <a:lnTo>
                    <a:pt x="6036386" y="1610541"/>
                  </a:lnTo>
                  <a:lnTo>
                    <a:pt x="6069553" y="1611322"/>
                  </a:lnTo>
                  <a:lnTo>
                    <a:pt x="6102720" y="1612077"/>
                  </a:lnTo>
                  <a:lnTo>
                    <a:pt x="6135887" y="1612807"/>
                  </a:lnTo>
                  <a:lnTo>
                    <a:pt x="6169054" y="1613511"/>
                  </a:lnTo>
                  <a:lnTo>
                    <a:pt x="6202221" y="1614190"/>
                  </a:lnTo>
                  <a:lnTo>
                    <a:pt x="6235388" y="1614845"/>
                  </a:lnTo>
                  <a:lnTo>
                    <a:pt x="6268555" y="1615474"/>
                  </a:lnTo>
                  <a:lnTo>
                    <a:pt x="6301722" y="1616078"/>
                  </a:lnTo>
                  <a:lnTo>
                    <a:pt x="6334889" y="1616657"/>
                  </a:lnTo>
                  <a:lnTo>
                    <a:pt x="6368056" y="1617211"/>
                  </a:lnTo>
                  <a:lnTo>
                    <a:pt x="6401223" y="1617740"/>
                  </a:lnTo>
                  <a:lnTo>
                    <a:pt x="6434390" y="1618244"/>
                  </a:lnTo>
                  <a:lnTo>
                    <a:pt x="6467557" y="1618724"/>
                  </a:lnTo>
                  <a:lnTo>
                    <a:pt x="6500724" y="1619179"/>
                  </a:lnTo>
                  <a:lnTo>
                    <a:pt x="6533891" y="1619610"/>
                  </a:lnTo>
                  <a:lnTo>
                    <a:pt x="6567058" y="1620015"/>
                  </a:lnTo>
                  <a:lnTo>
                    <a:pt x="6600224" y="1620397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3856149"/>
              <a:ext cx="6600224" cy="1363154"/>
            </a:xfrm>
            <a:custGeom>
              <a:avLst/>
              <a:pathLst>
                <a:path w="6600224" h="1363154">
                  <a:moveTo>
                    <a:pt x="0" y="1068715"/>
                  </a:moveTo>
                  <a:lnTo>
                    <a:pt x="33166" y="1077905"/>
                  </a:lnTo>
                  <a:lnTo>
                    <a:pt x="66333" y="1086905"/>
                  </a:lnTo>
                  <a:lnTo>
                    <a:pt x="99500" y="1095714"/>
                  </a:lnTo>
                  <a:lnTo>
                    <a:pt x="132667" y="1104331"/>
                  </a:lnTo>
                  <a:lnTo>
                    <a:pt x="165834" y="1112755"/>
                  </a:lnTo>
                  <a:lnTo>
                    <a:pt x="199001" y="1120987"/>
                  </a:lnTo>
                  <a:lnTo>
                    <a:pt x="232168" y="1129023"/>
                  </a:lnTo>
                  <a:lnTo>
                    <a:pt x="265335" y="1136865"/>
                  </a:lnTo>
                  <a:lnTo>
                    <a:pt x="298502" y="1144511"/>
                  </a:lnTo>
                  <a:lnTo>
                    <a:pt x="331669" y="1151960"/>
                  </a:lnTo>
                  <a:lnTo>
                    <a:pt x="364836" y="1159212"/>
                  </a:lnTo>
                  <a:lnTo>
                    <a:pt x="398003" y="1166265"/>
                  </a:lnTo>
                  <a:lnTo>
                    <a:pt x="431170" y="1173119"/>
                  </a:lnTo>
                  <a:lnTo>
                    <a:pt x="464337" y="1179772"/>
                  </a:lnTo>
                  <a:lnTo>
                    <a:pt x="497504" y="1186225"/>
                  </a:lnTo>
                  <a:lnTo>
                    <a:pt x="530671" y="1192476"/>
                  </a:lnTo>
                  <a:lnTo>
                    <a:pt x="563838" y="1198524"/>
                  </a:lnTo>
                  <a:lnTo>
                    <a:pt x="597005" y="1204370"/>
                  </a:lnTo>
                  <a:lnTo>
                    <a:pt x="630172" y="1210011"/>
                  </a:lnTo>
                  <a:lnTo>
                    <a:pt x="663339" y="1215449"/>
                  </a:lnTo>
                  <a:lnTo>
                    <a:pt x="696506" y="1220681"/>
                  </a:lnTo>
                  <a:lnTo>
                    <a:pt x="729673" y="1225708"/>
                  </a:lnTo>
                  <a:lnTo>
                    <a:pt x="762840" y="1230529"/>
                  </a:lnTo>
                  <a:lnTo>
                    <a:pt x="796007" y="1235145"/>
                  </a:lnTo>
                  <a:lnTo>
                    <a:pt x="829173" y="1239555"/>
                  </a:lnTo>
                  <a:lnTo>
                    <a:pt x="862340" y="1243759"/>
                  </a:lnTo>
                  <a:lnTo>
                    <a:pt x="895507" y="1247759"/>
                  </a:lnTo>
                  <a:lnTo>
                    <a:pt x="928674" y="1251554"/>
                  </a:lnTo>
                  <a:lnTo>
                    <a:pt x="961841" y="1255146"/>
                  </a:lnTo>
                  <a:lnTo>
                    <a:pt x="995008" y="1258535"/>
                  </a:lnTo>
                  <a:lnTo>
                    <a:pt x="1028175" y="1261724"/>
                  </a:lnTo>
                  <a:lnTo>
                    <a:pt x="1061342" y="1264713"/>
                  </a:lnTo>
                  <a:lnTo>
                    <a:pt x="1094509" y="1267506"/>
                  </a:lnTo>
                  <a:lnTo>
                    <a:pt x="1127676" y="1270104"/>
                  </a:lnTo>
                  <a:lnTo>
                    <a:pt x="1160843" y="1272511"/>
                  </a:lnTo>
                  <a:lnTo>
                    <a:pt x="1194010" y="1274729"/>
                  </a:lnTo>
                  <a:lnTo>
                    <a:pt x="1227177" y="1276762"/>
                  </a:lnTo>
                  <a:lnTo>
                    <a:pt x="1260344" y="1278614"/>
                  </a:lnTo>
                  <a:lnTo>
                    <a:pt x="1293511" y="1280290"/>
                  </a:lnTo>
                  <a:lnTo>
                    <a:pt x="1326678" y="1281793"/>
                  </a:lnTo>
                  <a:lnTo>
                    <a:pt x="1359845" y="1283129"/>
                  </a:lnTo>
                  <a:lnTo>
                    <a:pt x="1393012" y="1284302"/>
                  </a:lnTo>
                  <a:lnTo>
                    <a:pt x="1426179" y="1285318"/>
                  </a:lnTo>
                  <a:lnTo>
                    <a:pt x="1459346" y="1286182"/>
                  </a:lnTo>
                  <a:lnTo>
                    <a:pt x="1492513" y="1286899"/>
                  </a:lnTo>
                  <a:lnTo>
                    <a:pt x="1525680" y="1287475"/>
                  </a:lnTo>
                  <a:lnTo>
                    <a:pt x="1558847" y="1287914"/>
                  </a:lnTo>
                  <a:lnTo>
                    <a:pt x="1592014" y="1288221"/>
                  </a:lnTo>
                  <a:lnTo>
                    <a:pt x="1625181" y="1288402"/>
                  </a:lnTo>
                  <a:lnTo>
                    <a:pt x="1658347" y="1288460"/>
                  </a:lnTo>
                  <a:lnTo>
                    <a:pt x="1691514" y="1288400"/>
                  </a:lnTo>
                  <a:lnTo>
                    <a:pt x="1724681" y="1288225"/>
                  </a:lnTo>
                  <a:lnTo>
                    <a:pt x="1757848" y="1287937"/>
                  </a:lnTo>
                  <a:lnTo>
                    <a:pt x="1791015" y="1287541"/>
                  </a:lnTo>
                  <a:lnTo>
                    <a:pt x="1824182" y="1287073"/>
                  </a:lnTo>
                  <a:lnTo>
                    <a:pt x="1857349" y="1286543"/>
                  </a:lnTo>
                  <a:lnTo>
                    <a:pt x="1890516" y="1285944"/>
                  </a:lnTo>
                  <a:lnTo>
                    <a:pt x="1923683" y="1285267"/>
                  </a:lnTo>
                  <a:lnTo>
                    <a:pt x="1956850" y="1284505"/>
                  </a:lnTo>
                  <a:lnTo>
                    <a:pt x="1990017" y="1283649"/>
                  </a:lnTo>
                  <a:lnTo>
                    <a:pt x="2023184" y="1282690"/>
                  </a:lnTo>
                  <a:lnTo>
                    <a:pt x="2056351" y="1281623"/>
                  </a:lnTo>
                  <a:lnTo>
                    <a:pt x="2089518" y="1280441"/>
                  </a:lnTo>
                  <a:lnTo>
                    <a:pt x="2122685" y="1279138"/>
                  </a:lnTo>
                  <a:lnTo>
                    <a:pt x="2155852" y="1277712"/>
                  </a:lnTo>
                  <a:lnTo>
                    <a:pt x="2189019" y="1276161"/>
                  </a:lnTo>
                  <a:lnTo>
                    <a:pt x="2222186" y="1274483"/>
                  </a:lnTo>
                  <a:lnTo>
                    <a:pt x="2255353" y="1272679"/>
                  </a:lnTo>
                  <a:lnTo>
                    <a:pt x="2288520" y="1270751"/>
                  </a:lnTo>
                  <a:lnTo>
                    <a:pt x="2321687" y="1268702"/>
                  </a:lnTo>
                  <a:lnTo>
                    <a:pt x="2354854" y="1266646"/>
                  </a:lnTo>
                  <a:lnTo>
                    <a:pt x="2388021" y="1264668"/>
                  </a:lnTo>
                  <a:lnTo>
                    <a:pt x="2421188" y="1262714"/>
                  </a:lnTo>
                  <a:lnTo>
                    <a:pt x="2454355" y="1260728"/>
                  </a:lnTo>
                  <a:lnTo>
                    <a:pt x="2487521" y="1258659"/>
                  </a:lnTo>
                  <a:lnTo>
                    <a:pt x="2520688" y="1256463"/>
                  </a:lnTo>
                  <a:lnTo>
                    <a:pt x="2553855" y="1254107"/>
                  </a:lnTo>
                  <a:lnTo>
                    <a:pt x="2587022" y="1251573"/>
                  </a:lnTo>
                  <a:lnTo>
                    <a:pt x="2620189" y="1248853"/>
                  </a:lnTo>
                  <a:lnTo>
                    <a:pt x="2653356" y="1245955"/>
                  </a:lnTo>
                  <a:lnTo>
                    <a:pt x="2686523" y="1242897"/>
                  </a:lnTo>
                  <a:lnTo>
                    <a:pt x="2719690" y="1239704"/>
                  </a:lnTo>
                  <a:lnTo>
                    <a:pt x="2752857" y="1236410"/>
                  </a:lnTo>
                  <a:lnTo>
                    <a:pt x="2786024" y="1233103"/>
                  </a:lnTo>
                  <a:lnTo>
                    <a:pt x="2819191" y="1229923"/>
                  </a:lnTo>
                  <a:lnTo>
                    <a:pt x="2852358" y="1226805"/>
                  </a:lnTo>
                  <a:lnTo>
                    <a:pt x="2885525" y="1223669"/>
                  </a:lnTo>
                  <a:lnTo>
                    <a:pt x="2918692" y="1220438"/>
                  </a:lnTo>
                  <a:lnTo>
                    <a:pt x="2951859" y="1217051"/>
                  </a:lnTo>
                  <a:lnTo>
                    <a:pt x="2985026" y="1213457"/>
                  </a:lnTo>
                  <a:lnTo>
                    <a:pt x="3018193" y="1209631"/>
                  </a:lnTo>
                  <a:lnTo>
                    <a:pt x="3051360" y="1205568"/>
                  </a:lnTo>
                  <a:lnTo>
                    <a:pt x="3084527" y="1201283"/>
                  </a:lnTo>
                  <a:lnTo>
                    <a:pt x="3117694" y="1196813"/>
                  </a:lnTo>
                  <a:lnTo>
                    <a:pt x="3150861" y="1192206"/>
                  </a:lnTo>
                  <a:lnTo>
                    <a:pt x="3184028" y="1187521"/>
                  </a:lnTo>
                  <a:lnTo>
                    <a:pt x="3217195" y="1182818"/>
                  </a:lnTo>
                  <a:lnTo>
                    <a:pt x="3250362" y="1178206"/>
                  </a:lnTo>
                  <a:lnTo>
                    <a:pt x="3283529" y="1173768"/>
                  </a:lnTo>
                  <a:lnTo>
                    <a:pt x="3316695" y="1169427"/>
                  </a:lnTo>
                  <a:lnTo>
                    <a:pt x="3349862" y="1165100"/>
                  </a:lnTo>
                  <a:lnTo>
                    <a:pt x="3383029" y="1160708"/>
                  </a:lnTo>
                  <a:lnTo>
                    <a:pt x="3416196" y="1156179"/>
                  </a:lnTo>
                  <a:lnTo>
                    <a:pt x="3449363" y="1151456"/>
                  </a:lnTo>
                  <a:lnTo>
                    <a:pt x="3482530" y="1146495"/>
                  </a:lnTo>
                  <a:lnTo>
                    <a:pt x="3515697" y="1141270"/>
                  </a:lnTo>
                  <a:lnTo>
                    <a:pt x="3548864" y="1135770"/>
                  </a:lnTo>
                  <a:lnTo>
                    <a:pt x="3582031" y="1130002"/>
                  </a:lnTo>
                  <a:lnTo>
                    <a:pt x="3615198" y="1123987"/>
                  </a:lnTo>
                  <a:lnTo>
                    <a:pt x="3648365" y="1117753"/>
                  </a:lnTo>
                  <a:lnTo>
                    <a:pt x="3681532" y="1111336"/>
                  </a:lnTo>
                  <a:lnTo>
                    <a:pt x="3714699" y="1104770"/>
                  </a:lnTo>
                  <a:lnTo>
                    <a:pt x="3747866" y="1098025"/>
                  </a:lnTo>
                  <a:lnTo>
                    <a:pt x="3781033" y="1090976"/>
                  </a:lnTo>
                  <a:lnTo>
                    <a:pt x="3814200" y="1083631"/>
                  </a:lnTo>
                  <a:lnTo>
                    <a:pt x="3847367" y="1076004"/>
                  </a:lnTo>
                  <a:lnTo>
                    <a:pt x="3880534" y="1068119"/>
                  </a:lnTo>
                  <a:lnTo>
                    <a:pt x="3913701" y="1060006"/>
                  </a:lnTo>
                  <a:lnTo>
                    <a:pt x="3946868" y="1051705"/>
                  </a:lnTo>
                  <a:lnTo>
                    <a:pt x="3980035" y="1043268"/>
                  </a:lnTo>
                  <a:lnTo>
                    <a:pt x="4013202" y="1034758"/>
                  </a:lnTo>
                  <a:lnTo>
                    <a:pt x="4046369" y="1026247"/>
                  </a:lnTo>
                  <a:lnTo>
                    <a:pt x="4079536" y="1017814"/>
                  </a:lnTo>
                  <a:lnTo>
                    <a:pt x="4112703" y="1009546"/>
                  </a:lnTo>
                  <a:lnTo>
                    <a:pt x="4145869" y="1001529"/>
                  </a:lnTo>
                  <a:lnTo>
                    <a:pt x="4179036" y="993791"/>
                  </a:lnTo>
                  <a:lnTo>
                    <a:pt x="4212203" y="986071"/>
                  </a:lnTo>
                  <a:lnTo>
                    <a:pt x="4245370" y="978297"/>
                  </a:lnTo>
                  <a:lnTo>
                    <a:pt x="4278537" y="970440"/>
                  </a:lnTo>
                  <a:lnTo>
                    <a:pt x="4311704" y="962473"/>
                  </a:lnTo>
                  <a:lnTo>
                    <a:pt x="4344871" y="954369"/>
                  </a:lnTo>
                  <a:lnTo>
                    <a:pt x="4378038" y="946103"/>
                  </a:lnTo>
                  <a:lnTo>
                    <a:pt x="4411205" y="937655"/>
                  </a:lnTo>
                  <a:lnTo>
                    <a:pt x="4444372" y="929002"/>
                  </a:lnTo>
                  <a:lnTo>
                    <a:pt x="4477539" y="920127"/>
                  </a:lnTo>
                  <a:lnTo>
                    <a:pt x="4510706" y="911013"/>
                  </a:lnTo>
                  <a:lnTo>
                    <a:pt x="4543873" y="901643"/>
                  </a:lnTo>
                  <a:lnTo>
                    <a:pt x="4577040" y="892002"/>
                  </a:lnTo>
                  <a:lnTo>
                    <a:pt x="4610207" y="882077"/>
                  </a:lnTo>
                  <a:lnTo>
                    <a:pt x="4643374" y="871852"/>
                  </a:lnTo>
                  <a:lnTo>
                    <a:pt x="4676541" y="861312"/>
                  </a:lnTo>
                  <a:lnTo>
                    <a:pt x="4709708" y="850467"/>
                  </a:lnTo>
                  <a:lnTo>
                    <a:pt x="4742875" y="839425"/>
                  </a:lnTo>
                  <a:lnTo>
                    <a:pt x="4776042" y="828204"/>
                  </a:lnTo>
                  <a:lnTo>
                    <a:pt x="4809209" y="816811"/>
                  </a:lnTo>
                  <a:lnTo>
                    <a:pt x="4842376" y="805252"/>
                  </a:lnTo>
                  <a:lnTo>
                    <a:pt x="4875543" y="793532"/>
                  </a:lnTo>
                  <a:lnTo>
                    <a:pt x="4908710" y="781658"/>
                  </a:lnTo>
                  <a:lnTo>
                    <a:pt x="4941876" y="769632"/>
                  </a:lnTo>
                  <a:lnTo>
                    <a:pt x="4975043" y="757461"/>
                  </a:lnTo>
                  <a:lnTo>
                    <a:pt x="5008210" y="745147"/>
                  </a:lnTo>
                  <a:lnTo>
                    <a:pt x="5041377" y="732694"/>
                  </a:lnTo>
                  <a:lnTo>
                    <a:pt x="5074544" y="720105"/>
                  </a:lnTo>
                  <a:lnTo>
                    <a:pt x="5107711" y="707382"/>
                  </a:lnTo>
                  <a:lnTo>
                    <a:pt x="5140878" y="694529"/>
                  </a:lnTo>
                  <a:lnTo>
                    <a:pt x="5174045" y="681546"/>
                  </a:lnTo>
                  <a:lnTo>
                    <a:pt x="5207212" y="668436"/>
                  </a:lnTo>
                  <a:lnTo>
                    <a:pt x="5240379" y="655200"/>
                  </a:lnTo>
                  <a:lnTo>
                    <a:pt x="5273546" y="641839"/>
                  </a:lnTo>
                  <a:lnTo>
                    <a:pt x="5306713" y="628354"/>
                  </a:lnTo>
                  <a:lnTo>
                    <a:pt x="5339880" y="614745"/>
                  </a:lnTo>
                  <a:lnTo>
                    <a:pt x="5373047" y="601014"/>
                  </a:lnTo>
                  <a:lnTo>
                    <a:pt x="5406214" y="587159"/>
                  </a:lnTo>
                  <a:lnTo>
                    <a:pt x="5439381" y="573182"/>
                  </a:lnTo>
                  <a:lnTo>
                    <a:pt x="5472548" y="559082"/>
                  </a:lnTo>
                  <a:lnTo>
                    <a:pt x="5505715" y="544859"/>
                  </a:lnTo>
                  <a:lnTo>
                    <a:pt x="5538882" y="530512"/>
                  </a:lnTo>
                  <a:lnTo>
                    <a:pt x="5572049" y="516040"/>
                  </a:lnTo>
                  <a:lnTo>
                    <a:pt x="5605216" y="501444"/>
                  </a:lnTo>
                  <a:lnTo>
                    <a:pt x="5638383" y="486722"/>
                  </a:lnTo>
                  <a:lnTo>
                    <a:pt x="5671550" y="471873"/>
                  </a:lnTo>
                  <a:lnTo>
                    <a:pt x="5704717" y="456897"/>
                  </a:lnTo>
                  <a:lnTo>
                    <a:pt x="5737884" y="441792"/>
                  </a:lnTo>
                  <a:lnTo>
                    <a:pt x="5771050" y="426558"/>
                  </a:lnTo>
                  <a:lnTo>
                    <a:pt x="5804217" y="411192"/>
                  </a:lnTo>
                  <a:lnTo>
                    <a:pt x="5837384" y="395695"/>
                  </a:lnTo>
                  <a:lnTo>
                    <a:pt x="5870551" y="380064"/>
                  </a:lnTo>
                  <a:lnTo>
                    <a:pt x="5903718" y="364299"/>
                  </a:lnTo>
                  <a:lnTo>
                    <a:pt x="5936885" y="348398"/>
                  </a:lnTo>
                  <a:lnTo>
                    <a:pt x="5970052" y="332360"/>
                  </a:lnTo>
                  <a:lnTo>
                    <a:pt x="6003219" y="316184"/>
                  </a:lnTo>
                  <a:lnTo>
                    <a:pt x="6036386" y="299868"/>
                  </a:lnTo>
                  <a:lnTo>
                    <a:pt x="6069553" y="283411"/>
                  </a:lnTo>
                  <a:lnTo>
                    <a:pt x="6102720" y="266812"/>
                  </a:lnTo>
                  <a:lnTo>
                    <a:pt x="6135887" y="250070"/>
                  </a:lnTo>
                  <a:lnTo>
                    <a:pt x="6169054" y="233183"/>
                  </a:lnTo>
                  <a:lnTo>
                    <a:pt x="6202221" y="216150"/>
                  </a:lnTo>
                  <a:lnTo>
                    <a:pt x="6235388" y="198970"/>
                  </a:lnTo>
                  <a:lnTo>
                    <a:pt x="6268555" y="181642"/>
                  </a:lnTo>
                  <a:lnTo>
                    <a:pt x="6301722" y="164165"/>
                  </a:lnTo>
                  <a:lnTo>
                    <a:pt x="6334889" y="146537"/>
                  </a:lnTo>
                  <a:lnTo>
                    <a:pt x="6368056" y="128758"/>
                  </a:lnTo>
                  <a:lnTo>
                    <a:pt x="6401223" y="110828"/>
                  </a:lnTo>
                  <a:lnTo>
                    <a:pt x="6434390" y="92744"/>
                  </a:lnTo>
                  <a:lnTo>
                    <a:pt x="6467557" y="74506"/>
                  </a:lnTo>
                  <a:lnTo>
                    <a:pt x="6500724" y="56113"/>
                  </a:lnTo>
                  <a:lnTo>
                    <a:pt x="6533891" y="37565"/>
                  </a:lnTo>
                  <a:lnTo>
                    <a:pt x="6567058" y="18861"/>
                  </a:lnTo>
                  <a:lnTo>
                    <a:pt x="6600224" y="0"/>
                  </a:lnTo>
                  <a:lnTo>
                    <a:pt x="6600224" y="359171"/>
                  </a:lnTo>
                  <a:lnTo>
                    <a:pt x="6567058" y="371775"/>
                  </a:lnTo>
                  <a:lnTo>
                    <a:pt x="6533891" y="384365"/>
                  </a:lnTo>
                  <a:lnTo>
                    <a:pt x="6500724" y="396937"/>
                  </a:lnTo>
                  <a:lnTo>
                    <a:pt x="6467557" y="409491"/>
                  </a:lnTo>
                  <a:lnTo>
                    <a:pt x="6434390" y="422025"/>
                  </a:lnTo>
                  <a:lnTo>
                    <a:pt x="6401223" y="434537"/>
                  </a:lnTo>
                  <a:lnTo>
                    <a:pt x="6368056" y="447025"/>
                  </a:lnTo>
                  <a:lnTo>
                    <a:pt x="6334889" y="459488"/>
                  </a:lnTo>
                  <a:lnTo>
                    <a:pt x="6301722" y="471925"/>
                  </a:lnTo>
                  <a:lnTo>
                    <a:pt x="6268555" y="484332"/>
                  </a:lnTo>
                  <a:lnTo>
                    <a:pt x="6235388" y="496708"/>
                  </a:lnTo>
                  <a:lnTo>
                    <a:pt x="6202221" y="509052"/>
                  </a:lnTo>
                  <a:lnTo>
                    <a:pt x="6169054" y="521360"/>
                  </a:lnTo>
                  <a:lnTo>
                    <a:pt x="6135887" y="533632"/>
                  </a:lnTo>
                  <a:lnTo>
                    <a:pt x="6102720" y="545864"/>
                  </a:lnTo>
                  <a:lnTo>
                    <a:pt x="6069553" y="558056"/>
                  </a:lnTo>
                  <a:lnTo>
                    <a:pt x="6036386" y="570204"/>
                  </a:lnTo>
                  <a:lnTo>
                    <a:pt x="6003219" y="582307"/>
                  </a:lnTo>
                  <a:lnTo>
                    <a:pt x="5970052" y="594363"/>
                  </a:lnTo>
                  <a:lnTo>
                    <a:pt x="5936885" y="606369"/>
                  </a:lnTo>
                  <a:lnTo>
                    <a:pt x="5903718" y="618322"/>
                  </a:lnTo>
                  <a:lnTo>
                    <a:pt x="5870551" y="630222"/>
                  </a:lnTo>
                  <a:lnTo>
                    <a:pt x="5837384" y="642066"/>
                  </a:lnTo>
                  <a:lnTo>
                    <a:pt x="5804217" y="653851"/>
                  </a:lnTo>
                  <a:lnTo>
                    <a:pt x="5771050" y="665576"/>
                  </a:lnTo>
                  <a:lnTo>
                    <a:pt x="5737884" y="677238"/>
                  </a:lnTo>
                  <a:lnTo>
                    <a:pt x="5704717" y="688836"/>
                  </a:lnTo>
                  <a:lnTo>
                    <a:pt x="5671550" y="700367"/>
                  </a:lnTo>
                  <a:lnTo>
                    <a:pt x="5638383" y="711830"/>
                  </a:lnTo>
                  <a:lnTo>
                    <a:pt x="5605216" y="723223"/>
                  </a:lnTo>
                  <a:lnTo>
                    <a:pt x="5572049" y="734543"/>
                  </a:lnTo>
                  <a:lnTo>
                    <a:pt x="5538882" y="745790"/>
                  </a:lnTo>
                  <a:lnTo>
                    <a:pt x="5505715" y="756962"/>
                  </a:lnTo>
                  <a:lnTo>
                    <a:pt x="5472548" y="768056"/>
                  </a:lnTo>
                  <a:lnTo>
                    <a:pt x="5439381" y="779073"/>
                  </a:lnTo>
                  <a:lnTo>
                    <a:pt x="5406214" y="790011"/>
                  </a:lnTo>
                  <a:lnTo>
                    <a:pt x="5373047" y="800868"/>
                  </a:lnTo>
                  <a:lnTo>
                    <a:pt x="5339880" y="811644"/>
                  </a:lnTo>
                  <a:lnTo>
                    <a:pt x="5306713" y="822339"/>
                  </a:lnTo>
                  <a:lnTo>
                    <a:pt x="5273546" y="832951"/>
                  </a:lnTo>
                  <a:lnTo>
                    <a:pt x="5240379" y="843481"/>
                  </a:lnTo>
                  <a:lnTo>
                    <a:pt x="5207212" y="853928"/>
                  </a:lnTo>
                  <a:lnTo>
                    <a:pt x="5174045" y="864293"/>
                  </a:lnTo>
                  <a:lnTo>
                    <a:pt x="5140878" y="874576"/>
                  </a:lnTo>
                  <a:lnTo>
                    <a:pt x="5107711" y="884777"/>
                  </a:lnTo>
                  <a:lnTo>
                    <a:pt x="5074544" y="894899"/>
                  </a:lnTo>
                  <a:lnTo>
                    <a:pt x="5041377" y="904943"/>
                  </a:lnTo>
                  <a:lnTo>
                    <a:pt x="5008210" y="914909"/>
                  </a:lnTo>
                  <a:lnTo>
                    <a:pt x="4975043" y="924802"/>
                  </a:lnTo>
                  <a:lnTo>
                    <a:pt x="4941876" y="934622"/>
                  </a:lnTo>
                  <a:lnTo>
                    <a:pt x="4908710" y="944372"/>
                  </a:lnTo>
                  <a:lnTo>
                    <a:pt x="4875543" y="954058"/>
                  </a:lnTo>
                  <a:lnTo>
                    <a:pt x="4842376" y="963681"/>
                  </a:lnTo>
                  <a:lnTo>
                    <a:pt x="4809209" y="973246"/>
                  </a:lnTo>
                  <a:lnTo>
                    <a:pt x="4776042" y="982759"/>
                  </a:lnTo>
                  <a:lnTo>
                    <a:pt x="4742875" y="992224"/>
                  </a:lnTo>
                  <a:lnTo>
                    <a:pt x="4709708" y="1001647"/>
                  </a:lnTo>
                  <a:lnTo>
                    <a:pt x="4676541" y="1011011"/>
                  </a:lnTo>
                  <a:lnTo>
                    <a:pt x="4643374" y="1020139"/>
                  </a:lnTo>
                  <a:lnTo>
                    <a:pt x="4610207" y="1029013"/>
                  </a:lnTo>
                  <a:lnTo>
                    <a:pt x="4577040" y="1037659"/>
                  </a:lnTo>
                  <a:lnTo>
                    <a:pt x="4543873" y="1046103"/>
                  </a:lnTo>
                  <a:lnTo>
                    <a:pt x="4510706" y="1054372"/>
                  </a:lnTo>
                  <a:lnTo>
                    <a:pt x="4477539" y="1062492"/>
                  </a:lnTo>
                  <a:lnTo>
                    <a:pt x="4444372" y="1070488"/>
                  </a:lnTo>
                  <a:lnTo>
                    <a:pt x="4411205" y="1078385"/>
                  </a:lnTo>
                  <a:lnTo>
                    <a:pt x="4378038" y="1086203"/>
                  </a:lnTo>
                  <a:lnTo>
                    <a:pt x="4344871" y="1093965"/>
                  </a:lnTo>
                  <a:lnTo>
                    <a:pt x="4311704" y="1101689"/>
                  </a:lnTo>
                  <a:lnTo>
                    <a:pt x="4278537" y="1109392"/>
                  </a:lnTo>
                  <a:lnTo>
                    <a:pt x="4245370" y="1117088"/>
                  </a:lnTo>
                  <a:lnTo>
                    <a:pt x="4212203" y="1124792"/>
                  </a:lnTo>
                  <a:lnTo>
                    <a:pt x="4179036" y="1132514"/>
                  </a:lnTo>
                  <a:lnTo>
                    <a:pt x="4145869" y="1140284"/>
                  </a:lnTo>
                  <a:lnTo>
                    <a:pt x="4112703" y="1148219"/>
                  </a:lnTo>
                  <a:lnTo>
                    <a:pt x="4079536" y="1156319"/>
                  </a:lnTo>
                  <a:lnTo>
                    <a:pt x="4046369" y="1164562"/>
                  </a:lnTo>
                  <a:lnTo>
                    <a:pt x="4013202" y="1172925"/>
                  </a:lnTo>
                  <a:lnTo>
                    <a:pt x="3980035" y="1181380"/>
                  </a:lnTo>
                  <a:lnTo>
                    <a:pt x="3946868" y="1189892"/>
                  </a:lnTo>
                  <a:lnTo>
                    <a:pt x="3913701" y="1198414"/>
                  </a:lnTo>
                  <a:lnTo>
                    <a:pt x="3880534" y="1206890"/>
                  </a:lnTo>
                  <a:lnTo>
                    <a:pt x="3847367" y="1215253"/>
                  </a:lnTo>
                  <a:lnTo>
                    <a:pt x="3814200" y="1223425"/>
                  </a:lnTo>
                  <a:lnTo>
                    <a:pt x="3781033" y="1231319"/>
                  </a:lnTo>
                  <a:lnTo>
                    <a:pt x="3747866" y="1238845"/>
                  </a:lnTo>
                  <a:lnTo>
                    <a:pt x="3714699" y="1245909"/>
                  </a:lnTo>
                  <a:lnTo>
                    <a:pt x="3681532" y="1252509"/>
                  </a:lnTo>
                  <a:lnTo>
                    <a:pt x="3648365" y="1258719"/>
                  </a:lnTo>
                  <a:lnTo>
                    <a:pt x="3615198" y="1264615"/>
                  </a:lnTo>
                  <a:lnTo>
                    <a:pt x="3582031" y="1270269"/>
                  </a:lnTo>
                  <a:lnTo>
                    <a:pt x="3548864" y="1275753"/>
                  </a:lnTo>
                  <a:lnTo>
                    <a:pt x="3515697" y="1281127"/>
                  </a:lnTo>
                  <a:lnTo>
                    <a:pt x="3482530" y="1286438"/>
                  </a:lnTo>
                  <a:lnTo>
                    <a:pt x="3449363" y="1291715"/>
                  </a:lnTo>
                  <a:lnTo>
                    <a:pt x="3416196" y="1296974"/>
                  </a:lnTo>
                  <a:lnTo>
                    <a:pt x="3383029" y="1302211"/>
                  </a:lnTo>
                  <a:lnTo>
                    <a:pt x="3349862" y="1307407"/>
                  </a:lnTo>
                  <a:lnTo>
                    <a:pt x="3316695" y="1312531"/>
                  </a:lnTo>
                  <a:lnTo>
                    <a:pt x="3283529" y="1317547"/>
                  </a:lnTo>
                  <a:lnTo>
                    <a:pt x="3250362" y="1322410"/>
                  </a:lnTo>
                  <a:lnTo>
                    <a:pt x="3217195" y="1327075"/>
                  </a:lnTo>
                  <a:lnTo>
                    <a:pt x="3184028" y="1331394"/>
                  </a:lnTo>
                  <a:lnTo>
                    <a:pt x="3150861" y="1335368"/>
                  </a:lnTo>
                  <a:lnTo>
                    <a:pt x="3117694" y="1339086"/>
                  </a:lnTo>
                  <a:lnTo>
                    <a:pt x="3084527" y="1342632"/>
                  </a:lnTo>
                  <a:lnTo>
                    <a:pt x="3051360" y="1346083"/>
                  </a:lnTo>
                  <a:lnTo>
                    <a:pt x="3018193" y="1349501"/>
                  </a:lnTo>
                  <a:lnTo>
                    <a:pt x="2985026" y="1352931"/>
                  </a:lnTo>
                  <a:lnTo>
                    <a:pt x="2951859" y="1356393"/>
                  </a:lnTo>
                  <a:lnTo>
                    <a:pt x="2918692" y="1359888"/>
                  </a:lnTo>
                  <a:lnTo>
                    <a:pt x="2885525" y="1363154"/>
                  </a:lnTo>
                  <a:lnTo>
                    <a:pt x="2852358" y="1363154"/>
                  </a:lnTo>
                  <a:lnTo>
                    <a:pt x="2819191" y="1363154"/>
                  </a:lnTo>
                  <a:lnTo>
                    <a:pt x="2786024" y="1363154"/>
                  </a:lnTo>
                  <a:lnTo>
                    <a:pt x="2752857" y="1363154"/>
                  </a:lnTo>
                  <a:lnTo>
                    <a:pt x="2719690" y="1363154"/>
                  </a:lnTo>
                  <a:lnTo>
                    <a:pt x="2686523" y="1363154"/>
                  </a:lnTo>
                  <a:lnTo>
                    <a:pt x="2653356" y="1363154"/>
                  </a:lnTo>
                  <a:lnTo>
                    <a:pt x="2620189" y="1363154"/>
                  </a:lnTo>
                  <a:lnTo>
                    <a:pt x="2587022" y="1363154"/>
                  </a:lnTo>
                  <a:lnTo>
                    <a:pt x="2553855" y="1363154"/>
                  </a:lnTo>
                  <a:lnTo>
                    <a:pt x="2520688" y="1363154"/>
                  </a:lnTo>
                  <a:lnTo>
                    <a:pt x="2487521" y="1363154"/>
                  </a:lnTo>
                  <a:lnTo>
                    <a:pt x="2454355" y="1363154"/>
                  </a:lnTo>
                  <a:lnTo>
                    <a:pt x="2421188" y="1363154"/>
                  </a:lnTo>
                  <a:lnTo>
                    <a:pt x="2388021" y="1363154"/>
                  </a:lnTo>
                  <a:lnTo>
                    <a:pt x="2354854" y="1363154"/>
                  </a:lnTo>
                  <a:lnTo>
                    <a:pt x="2321687" y="1363154"/>
                  </a:lnTo>
                  <a:lnTo>
                    <a:pt x="2288520" y="1363154"/>
                  </a:lnTo>
                  <a:lnTo>
                    <a:pt x="2255353" y="1363154"/>
                  </a:lnTo>
                  <a:lnTo>
                    <a:pt x="2222186" y="1363154"/>
                  </a:lnTo>
                  <a:lnTo>
                    <a:pt x="2189019" y="1363154"/>
                  </a:lnTo>
                  <a:lnTo>
                    <a:pt x="2155852" y="1363154"/>
                  </a:lnTo>
                  <a:lnTo>
                    <a:pt x="2122685" y="1363154"/>
                  </a:lnTo>
                  <a:lnTo>
                    <a:pt x="2089518" y="1363154"/>
                  </a:lnTo>
                  <a:lnTo>
                    <a:pt x="2056351" y="1363154"/>
                  </a:lnTo>
                  <a:lnTo>
                    <a:pt x="2023184" y="1363154"/>
                  </a:lnTo>
                  <a:lnTo>
                    <a:pt x="1990017" y="1363154"/>
                  </a:lnTo>
                  <a:lnTo>
                    <a:pt x="1956850" y="1363154"/>
                  </a:lnTo>
                  <a:lnTo>
                    <a:pt x="1923683" y="1363154"/>
                  </a:lnTo>
                  <a:lnTo>
                    <a:pt x="1890516" y="1363154"/>
                  </a:lnTo>
                  <a:lnTo>
                    <a:pt x="1857349" y="1363154"/>
                  </a:lnTo>
                  <a:lnTo>
                    <a:pt x="1824182" y="1363154"/>
                  </a:lnTo>
                  <a:lnTo>
                    <a:pt x="1791015" y="1363154"/>
                  </a:lnTo>
                  <a:lnTo>
                    <a:pt x="1757848" y="1363154"/>
                  </a:lnTo>
                  <a:lnTo>
                    <a:pt x="1724681" y="1363154"/>
                  </a:lnTo>
                  <a:lnTo>
                    <a:pt x="1691514" y="1363154"/>
                  </a:lnTo>
                  <a:lnTo>
                    <a:pt x="1658347" y="1363154"/>
                  </a:lnTo>
                  <a:lnTo>
                    <a:pt x="1625181" y="1363154"/>
                  </a:lnTo>
                  <a:lnTo>
                    <a:pt x="1592014" y="1363154"/>
                  </a:lnTo>
                  <a:lnTo>
                    <a:pt x="1558847" y="1363154"/>
                  </a:lnTo>
                  <a:lnTo>
                    <a:pt x="1525680" y="1363154"/>
                  </a:lnTo>
                  <a:lnTo>
                    <a:pt x="1492513" y="1363154"/>
                  </a:lnTo>
                  <a:lnTo>
                    <a:pt x="1459346" y="1363154"/>
                  </a:lnTo>
                  <a:lnTo>
                    <a:pt x="1426179" y="1363154"/>
                  </a:lnTo>
                  <a:lnTo>
                    <a:pt x="1393012" y="1363154"/>
                  </a:lnTo>
                  <a:lnTo>
                    <a:pt x="1359845" y="1363154"/>
                  </a:lnTo>
                  <a:lnTo>
                    <a:pt x="1326678" y="1363154"/>
                  </a:lnTo>
                  <a:lnTo>
                    <a:pt x="1293511" y="1363154"/>
                  </a:lnTo>
                  <a:lnTo>
                    <a:pt x="1260344" y="1363154"/>
                  </a:lnTo>
                  <a:lnTo>
                    <a:pt x="1227177" y="1363154"/>
                  </a:lnTo>
                  <a:lnTo>
                    <a:pt x="1194010" y="1363154"/>
                  </a:lnTo>
                  <a:lnTo>
                    <a:pt x="1160843" y="1363154"/>
                  </a:lnTo>
                  <a:lnTo>
                    <a:pt x="1127676" y="1363154"/>
                  </a:lnTo>
                  <a:lnTo>
                    <a:pt x="1094509" y="1363154"/>
                  </a:lnTo>
                  <a:lnTo>
                    <a:pt x="1061342" y="1363154"/>
                  </a:lnTo>
                  <a:lnTo>
                    <a:pt x="1028175" y="1363154"/>
                  </a:lnTo>
                  <a:lnTo>
                    <a:pt x="995008" y="1363154"/>
                  </a:lnTo>
                  <a:lnTo>
                    <a:pt x="961841" y="1363154"/>
                  </a:lnTo>
                  <a:lnTo>
                    <a:pt x="928674" y="1363154"/>
                  </a:lnTo>
                  <a:lnTo>
                    <a:pt x="895507" y="1363154"/>
                  </a:lnTo>
                  <a:lnTo>
                    <a:pt x="862340" y="1363154"/>
                  </a:lnTo>
                  <a:lnTo>
                    <a:pt x="829173" y="1363154"/>
                  </a:lnTo>
                  <a:lnTo>
                    <a:pt x="796007" y="1363154"/>
                  </a:lnTo>
                  <a:lnTo>
                    <a:pt x="762840" y="1363154"/>
                  </a:lnTo>
                  <a:lnTo>
                    <a:pt x="729673" y="1363154"/>
                  </a:lnTo>
                  <a:lnTo>
                    <a:pt x="696506" y="1363154"/>
                  </a:lnTo>
                  <a:lnTo>
                    <a:pt x="663339" y="1363154"/>
                  </a:lnTo>
                  <a:lnTo>
                    <a:pt x="630172" y="1363154"/>
                  </a:lnTo>
                  <a:lnTo>
                    <a:pt x="597005" y="1363154"/>
                  </a:lnTo>
                  <a:lnTo>
                    <a:pt x="563838" y="1363154"/>
                  </a:lnTo>
                  <a:lnTo>
                    <a:pt x="530671" y="1363154"/>
                  </a:lnTo>
                  <a:lnTo>
                    <a:pt x="497504" y="1363154"/>
                  </a:lnTo>
                  <a:lnTo>
                    <a:pt x="464337" y="1363154"/>
                  </a:lnTo>
                  <a:lnTo>
                    <a:pt x="431170" y="1363154"/>
                  </a:lnTo>
                  <a:lnTo>
                    <a:pt x="398003" y="1363154"/>
                  </a:lnTo>
                  <a:lnTo>
                    <a:pt x="364836" y="1363154"/>
                  </a:lnTo>
                  <a:lnTo>
                    <a:pt x="331669" y="1363154"/>
                  </a:lnTo>
                  <a:lnTo>
                    <a:pt x="298502" y="1363154"/>
                  </a:lnTo>
                  <a:lnTo>
                    <a:pt x="265335" y="1363154"/>
                  </a:lnTo>
                  <a:lnTo>
                    <a:pt x="232168" y="1363154"/>
                  </a:lnTo>
                  <a:lnTo>
                    <a:pt x="199001" y="1363154"/>
                  </a:lnTo>
                  <a:lnTo>
                    <a:pt x="165834" y="1363154"/>
                  </a:lnTo>
                  <a:lnTo>
                    <a:pt x="132667" y="1363154"/>
                  </a:lnTo>
                  <a:lnTo>
                    <a:pt x="99500" y="1363154"/>
                  </a:lnTo>
                  <a:lnTo>
                    <a:pt x="66333" y="1363154"/>
                  </a:lnTo>
                  <a:lnTo>
                    <a:pt x="33166" y="1363154"/>
                  </a:lnTo>
                  <a:lnTo>
                    <a:pt x="0" y="1363154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3856149"/>
              <a:ext cx="6600224" cy="1288460"/>
            </a:xfrm>
            <a:custGeom>
              <a:avLst/>
              <a:pathLst>
                <a:path w="6600224" h="1288460">
                  <a:moveTo>
                    <a:pt x="0" y="1068715"/>
                  </a:moveTo>
                  <a:lnTo>
                    <a:pt x="33166" y="1077905"/>
                  </a:lnTo>
                  <a:lnTo>
                    <a:pt x="66333" y="1086905"/>
                  </a:lnTo>
                  <a:lnTo>
                    <a:pt x="99500" y="1095714"/>
                  </a:lnTo>
                  <a:lnTo>
                    <a:pt x="132667" y="1104331"/>
                  </a:lnTo>
                  <a:lnTo>
                    <a:pt x="165834" y="1112755"/>
                  </a:lnTo>
                  <a:lnTo>
                    <a:pt x="199001" y="1120987"/>
                  </a:lnTo>
                  <a:lnTo>
                    <a:pt x="232168" y="1129023"/>
                  </a:lnTo>
                  <a:lnTo>
                    <a:pt x="265335" y="1136865"/>
                  </a:lnTo>
                  <a:lnTo>
                    <a:pt x="298502" y="1144511"/>
                  </a:lnTo>
                  <a:lnTo>
                    <a:pt x="331669" y="1151960"/>
                  </a:lnTo>
                  <a:lnTo>
                    <a:pt x="364836" y="1159212"/>
                  </a:lnTo>
                  <a:lnTo>
                    <a:pt x="398003" y="1166265"/>
                  </a:lnTo>
                  <a:lnTo>
                    <a:pt x="431170" y="1173119"/>
                  </a:lnTo>
                  <a:lnTo>
                    <a:pt x="464337" y="1179772"/>
                  </a:lnTo>
                  <a:lnTo>
                    <a:pt x="497504" y="1186225"/>
                  </a:lnTo>
                  <a:lnTo>
                    <a:pt x="530671" y="1192476"/>
                  </a:lnTo>
                  <a:lnTo>
                    <a:pt x="563838" y="1198524"/>
                  </a:lnTo>
                  <a:lnTo>
                    <a:pt x="597005" y="1204370"/>
                  </a:lnTo>
                  <a:lnTo>
                    <a:pt x="630172" y="1210011"/>
                  </a:lnTo>
                  <a:lnTo>
                    <a:pt x="663339" y="1215449"/>
                  </a:lnTo>
                  <a:lnTo>
                    <a:pt x="696506" y="1220681"/>
                  </a:lnTo>
                  <a:lnTo>
                    <a:pt x="729673" y="1225708"/>
                  </a:lnTo>
                  <a:lnTo>
                    <a:pt x="762840" y="1230529"/>
                  </a:lnTo>
                  <a:lnTo>
                    <a:pt x="796007" y="1235145"/>
                  </a:lnTo>
                  <a:lnTo>
                    <a:pt x="829173" y="1239555"/>
                  </a:lnTo>
                  <a:lnTo>
                    <a:pt x="862340" y="1243759"/>
                  </a:lnTo>
                  <a:lnTo>
                    <a:pt x="895507" y="1247759"/>
                  </a:lnTo>
                  <a:lnTo>
                    <a:pt x="928674" y="1251554"/>
                  </a:lnTo>
                  <a:lnTo>
                    <a:pt x="961841" y="1255146"/>
                  </a:lnTo>
                  <a:lnTo>
                    <a:pt x="995008" y="1258535"/>
                  </a:lnTo>
                  <a:lnTo>
                    <a:pt x="1028175" y="1261724"/>
                  </a:lnTo>
                  <a:lnTo>
                    <a:pt x="1061342" y="1264713"/>
                  </a:lnTo>
                  <a:lnTo>
                    <a:pt x="1094509" y="1267506"/>
                  </a:lnTo>
                  <a:lnTo>
                    <a:pt x="1127676" y="1270104"/>
                  </a:lnTo>
                  <a:lnTo>
                    <a:pt x="1160843" y="1272511"/>
                  </a:lnTo>
                  <a:lnTo>
                    <a:pt x="1194010" y="1274729"/>
                  </a:lnTo>
                  <a:lnTo>
                    <a:pt x="1227177" y="1276762"/>
                  </a:lnTo>
                  <a:lnTo>
                    <a:pt x="1260344" y="1278614"/>
                  </a:lnTo>
                  <a:lnTo>
                    <a:pt x="1293511" y="1280290"/>
                  </a:lnTo>
                  <a:lnTo>
                    <a:pt x="1326678" y="1281793"/>
                  </a:lnTo>
                  <a:lnTo>
                    <a:pt x="1359845" y="1283129"/>
                  </a:lnTo>
                  <a:lnTo>
                    <a:pt x="1393012" y="1284302"/>
                  </a:lnTo>
                  <a:lnTo>
                    <a:pt x="1426179" y="1285318"/>
                  </a:lnTo>
                  <a:lnTo>
                    <a:pt x="1459346" y="1286182"/>
                  </a:lnTo>
                  <a:lnTo>
                    <a:pt x="1492513" y="1286899"/>
                  </a:lnTo>
                  <a:lnTo>
                    <a:pt x="1525680" y="1287475"/>
                  </a:lnTo>
                  <a:lnTo>
                    <a:pt x="1558847" y="1287914"/>
                  </a:lnTo>
                  <a:lnTo>
                    <a:pt x="1592014" y="1288221"/>
                  </a:lnTo>
                  <a:lnTo>
                    <a:pt x="1625181" y="1288402"/>
                  </a:lnTo>
                  <a:lnTo>
                    <a:pt x="1658347" y="1288460"/>
                  </a:lnTo>
                  <a:lnTo>
                    <a:pt x="1691514" y="1288400"/>
                  </a:lnTo>
                  <a:lnTo>
                    <a:pt x="1724681" y="1288225"/>
                  </a:lnTo>
                  <a:lnTo>
                    <a:pt x="1757848" y="1287937"/>
                  </a:lnTo>
                  <a:lnTo>
                    <a:pt x="1791015" y="1287541"/>
                  </a:lnTo>
                  <a:lnTo>
                    <a:pt x="1824182" y="1287073"/>
                  </a:lnTo>
                  <a:lnTo>
                    <a:pt x="1857349" y="1286543"/>
                  </a:lnTo>
                  <a:lnTo>
                    <a:pt x="1890516" y="1285944"/>
                  </a:lnTo>
                  <a:lnTo>
                    <a:pt x="1923683" y="1285267"/>
                  </a:lnTo>
                  <a:lnTo>
                    <a:pt x="1956850" y="1284505"/>
                  </a:lnTo>
                  <a:lnTo>
                    <a:pt x="1990017" y="1283649"/>
                  </a:lnTo>
                  <a:lnTo>
                    <a:pt x="2023184" y="1282690"/>
                  </a:lnTo>
                  <a:lnTo>
                    <a:pt x="2056351" y="1281623"/>
                  </a:lnTo>
                  <a:lnTo>
                    <a:pt x="2089518" y="1280441"/>
                  </a:lnTo>
                  <a:lnTo>
                    <a:pt x="2122685" y="1279138"/>
                  </a:lnTo>
                  <a:lnTo>
                    <a:pt x="2155852" y="1277712"/>
                  </a:lnTo>
                  <a:lnTo>
                    <a:pt x="2189019" y="1276161"/>
                  </a:lnTo>
                  <a:lnTo>
                    <a:pt x="2222186" y="1274483"/>
                  </a:lnTo>
                  <a:lnTo>
                    <a:pt x="2255353" y="1272679"/>
                  </a:lnTo>
                  <a:lnTo>
                    <a:pt x="2288520" y="1270751"/>
                  </a:lnTo>
                  <a:lnTo>
                    <a:pt x="2321687" y="1268702"/>
                  </a:lnTo>
                  <a:lnTo>
                    <a:pt x="2354854" y="1266646"/>
                  </a:lnTo>
                  <a:lnTo>
                    <a:pt x="2388021" y="1264668"/>
                  </a:lnTo>
                  <a:lnTo>
                    <a:pt x="2421188" y="1262714"/>
                  </a:lnTo>
                  <a:lnTo>
                    <a:pt x="2454355" y="1260728"/>
                  </a:lnTo>
                  <a:lnTo>
                    <a:pt x="2487521" y="1258659"/>
                  </a:lnTo>
                  <a:lnTo>
                    <a:pt x="2520688" y="1256463"/>
                  </a:lnTo>
                  <a:lnTo>
                    <a:pt x="2553855" y="1254107"/>
                  </a:lnTo>
                  <a:lnTo>
                    <a:pt x="2587022" y="1251573"/>
                  </a:lnTo>
                  <a:lnTo>
                    <a:pt x="2620189" y="1248853"/>
                  </a:lnTo>
                  <a:lnTo>
                    <a:pt x="2653356" y="1245955"/>
                  </a:lnTo>
                  <a:lnTo>
                    <a:pt x="2686523" y="1242897"/>
                  </a:lnTo>
                  <a:lnTo>
                    <a:pt x="2719690" y="1239704"/>
                  </a:lnTo>
                  <a:lnTo>
                    <a:pt x="2752857" y="1236410"/>
                  </a:lnTo>
                  <a:lnTo>
                    <a:pt x="2786024" y="1233103"/>
                  </a:lnTo>
                  <a:lnTo>
                    <a:pt x="2819191" y="1229923"/>
                  </a:lnTo>
                  <a:lnTo>
                    <a:pt x="2852358" y="1226805"/>
                  </a:lnTo>
                  <a:lnTo>
                    <a:pt x="2885525" y="1223669"/>
                  </a:lnTo>
                  <a:lnTo>
                    <a:pt x="2918692" y="1220438"/>
                  </a:lnTo>
                  <a:lnTo>
                    <a:pt x="2951859" y="1217051"/>
                  </a:lnTo>
                  <a:lnTo>
                    <a:pt x="2985026" y="1213457"/>
                  </a:lnTo>
                  <a:lnTo>
                    <a:pt x="3018193" y="1209631"/>
                  </a:lnTo>
                  <a:lnTo>
                    <a:pt x="3051360" y="1205568"/>
                  </a:lnTo>
                  <a:lnTo>
                    <a:pt x="3084527" y="1201283"/>
                  </a:lnTo>
                  <a:lnTo>
                    <a:pt x="3117694" y="1196813"/>
                  </a:lnTo>
                  <a:lnTo>
                    <a:pt x="3150861" y="1192206"/>
                  </a:lnTo>
                  <a:lnTo>
                    <a:pt x="3184028" y="1187521"/>
                  </a:lnTo>
                  <a:lnTo>
                    <a:pt x="3217195" y="1182818"/>
                  </a:lnTo>
                  <a:lnTo>
                    <a:pt x="3250362" y="1178206"/>
                  </a:lnTo>
                  <a:lnTo>
                    <a:pt x="3283529" y="1173768"/>
                  </a:lnTo>
                  <a:lnTo>
                    <a:pt x="3316695" y="1169427"/>
                  </a:lnTo>
                  <a:lnTo>
                    <a:pt x="3349862" y="1165100"/>
                  </a:lnTo>
                  <a:lnTo>
                    <a:pt x="3383029" y="1160708"/>
                  </a:lnTo>
                  <a:lnTo>
                    <a:pt x="3416196" y="1156179"/>
                  </a:lnTo>
                  <a:lnTo>
                    <a:pt x="3449363" y="1151456"/>
                  </a:lnTo>
                  <a:lnTo>
                    <a:pt x="3482530" y="1146495"/>
                  </a:lnTo>
                  <a:lnTo>
                    <a:pt x="3515697" y="1141270"/>
                  </a:lnTo>
                  <a:lnTo>
                    <a:pt x="3548864" y="1135770"/>
                  </a:lnTo>
                  <a:lnTo>
                    <a:pt x="3582031" y="1130002"/>
                  </a:lnTo>
                  <a:lnTo>
                    <a:pt x="3615198" y="1123987"/>
                  </a:lnTo>
                  <a:lnTo>
                    <a:pt x="3648365" y="1117753"/>
                  </a:lnTo>
                  <a:lnTo>
                    <a:pt x="3681532" y="1111336"/>
                  </a:lnTo>
                  <a:lnTo>
                    <a:pt x="3714699" y="1104770"/>
                  </a:lnTo>
                  <a:lnTo>
                    <a:pt x="3747866" y="1098025"/>
                  </a:lnTo>
                  <a:lnTo>
                    <a:pt x="3781033" y="1090976"/>
                  </a:lnTo>
                  <a:lnTo>
                    <a:pt x="3814200" y="1083631"/>
                  </a:lnTo>
                  <a:lnTo>
                    <a:pt x="3847367" y="1076004"/>
                  </a:lnTo>
                  <a:lnTo>
                    <a:pt x="3880534" y="1068119"/>
                  </a:lnTo>
                  <a:lnTo>
                    <a:pt x="3913701" y="1060006"/>
                  </a:lnTo>
                  <a:lnTo>
                    <a:pt x="3946868" y="1051705"/>
                  </a:lnTo>
                  <a:lnTo>
                    <a:pt x="3980035" y="1043268"/>
                  </a:lnTo>
                  <a:lnTo>
                    <a:pt x="4013202" y="1034758"/>
                  </a:lnTo>
                  <a:lnTo>
                    <a:pt x="4046369" y="1026247"/>
                  </a:lnTo>
                  <a:lnTo>
                    <a:pt x="4079536" y="1017814"/>
                  </a:lnTo>
                  <a:lnTo>
                    <a:pt x="4112703" y="1009546"/>
                  </a:lnTo>
                  <a:lnTo>
                    <a:pt x="4145869" y="1001529"/>
                  </a:lnTo>
                  <a:lnTo>
                    <a:pt x="4179036" y="993791"/>
                  </a:lnTo>
                  <a:lnTo>
                    <a:pt x="4212203" y="986071"/>
                  </a:lnTo>
                  <a:lnTo>
                    <a:pt x="4245370" y="978297"/>
                  </a:lnTo>
                  <a:lnTo>
                    <a:pt x="4278537" y="970440"/>
                  </a:lnTo>
                  <a:lnTo>
                    <a:pt x="4311704" y="962473"/>
                  </a:lnTo>
                  <a:lnTo>
                    <a:pt x="4344871" y="954369"/>
                  </a:lnTo>
                  <a:lnTo>
                    <a:pt x="4378038" y="946103"/>
                  </a:lnTo>
                  <a:lnTo>
                    <a:pt x="4411205" y="937655"/>
                  </a:lnTo>
                  <a:lnTo>
                    <a:pt x="4444372" y="929002"/>
                  </a:lnTo>
                  <a:lnTo>
                    <a:pt x="4477539" y="920127"/>
                  </a:lnTo>
                  <a:lnTo>
                    <a:pt x="4510706" y="911013"/>
                  </a:lnTo>
                  <a:lnTo>
                    <a:pt x="4543873" y="901643"/>
                  </a:lnTo>
                  <a:lnTo>
                    <a:pt x="4577040" y="892002"/>
                  </a:lnTo>
                  <a:lnTo>
                    <a:pt x="4610207" y="882077"/>
                  </a:lnTo>
                  <a:lnTo>
                    <a:pt x="4643374" y="871852"/>
                  </a:lnTo>
                  <a:lnTo>
                    <a:pt x="4676541" y="861312"/>
                  </a:lnTo>
                  <a:lnTo>
                    <a:pt x="4709708" y="850467"/>
                  </a:lnTo>
                  <a:lnTo>
                    <a:pt x="4742875" y="839425"/>
                  </a:lnTo>
                  <a:lnTo>
                    <a:pt x="4776042" y="828204"/>
                  </a:lnTo>
                  <a:lnTo>
                    <a:pt x="4809209" y="816811"/>
                  </a:lnTo>
                  <a:lnTo>
                    <a:pt x="4842376" y="805252"/>
                  </a:lnTo>
                  <a:lnTo>
                    <a:pt x="4875543" y="793532"/>
                  </a:lnTo>
                  <a:lnTo>
                    <a:pt x="4908710" y="781658"/>
                  </a:lnTo>
                  <a:lnTo>
                    <a:pt x="4941876" y="769632"/>
                  </a:lnTo>
                  <a:lnTo>
                    <a:pt x="4975043" y="757461"/>
                  </a:lnTo>
                  <a:lnTo>
                    <a:pt x="5008210" y="745147"/>
                  </a:lnTo>
                  <a:lnTo>
                    <a:pt x="5041377" y="732694"/>
                  </a:lnTo>
                  <a:lnTo>
                    <a:pt x="5074544" y="720105"/>
                  </a:lnTo>
                  <a:lnTo>
                    <a:pt x="5107711" y="707382"/>
                  </a:lnTo>
                  <a:lnTo>
                    <a:pt x="5140878" y="694529"/>
                  </a:lnTo>
                  <a:lnTo>
                    <a:pt x="5174045" y="681546"/>
                  </a:lnTo>
                  <a:lnTo>
                    <a:pt x="5207212" y="668436"/>
                  </a:lnTo>
                  <a:lnTo>
                    <a:pt x="5240379" y="655200"/>
                  </a:lnTo>
                  <a:lnTo>
                    <a:pt x="5273546" y="641839"/>
                  </a:lnTo>
                  <a:lnTo>
                    <a:pt x="5306713" y="628354"/>
                  </a:lnTo>
                  <a:lnTo>
                    <a:pt x="5339880" y="614745"/>
                  </a:lnTo>
                  <a:lnTo>
                    <a:pt x="5373047" y="601014"/>
                  </a:lnTo>
                  <a:lnTo>
                    <a:pt x="5406214" y="587159"/>
                  </a:lnTo>
                  <a:lnTo>
                    <a:pt x="5439381" y="573182"/>
                  </a:lnTo>
                  <a:lnTo>
                    <a:pt x="5472548" y="559082"/>
                  </a:lnTo>
                  <a:lnTo>
                    <a:pt x="5505715" y="544859"/>
                  </a:lnTo>
                  <a:lnTo>
                    <a:pt x="5538882" y="530512"/>
                  </a:lnTo>
                  <a:lnTo>
                    <a:pt x="5572049" y="516040"/>
                  </a:lnTo>
                  <a:lnTo>
                    <a:pt x="5605216" y="501444"/>
                  </a:lnTo>
                  <a:lnTo>
                    <a:pt x="5638383" y="486722"/>
                  </a:lnTo>
                  <a:lnTo>
                    <a:pt x="5671550" y="471873"/>
                  </a:lnTo>
                  <a:lnTo>
                    <a:pt x="5704717" y="456897"/>
                  </a:lnTo>
                  <a:lnTo>
                    <a:pt x="5737884" y="441792"/>
                  </a:lnTo>
                  <a:lnTo>
                    <a:pt x="5771050" y="426558"/>
                  </a:lnTo>
                  <a:lnTo>
                    <a:pt x="5804217" y="411192"/>
                  </a:lnTo>
                  <a:lnTo>
                    <a:pt x="5837384" y="395695"/>
                  </a:lnTo>
                  <a:lnTo>
                    <a:pt x="5870551" y="380064"/>
                  </a:lnTo>
                  <a:lnTo>
                    <a:pt x="5903718" y="364299"/>
                  </a:lnTo>
                  <a:lnTo>
                    <a:pt x="5936885" y="348398"/>
                  </a:lnTo>
                  <a:lnTo>
                    <a:pt x="5970052" y="332360"/>
                  </a:lnTo>
                  <a:lnTo>
                    <a:pt x="6003219" y="316184"/>
                  </a:lnTo>
                  <a:lnTo>
                    <a:pt x="6036386" y="299868"/>
                  </a:lnTo>
                  <a:lnTo>
                    <a:pt x="6069553" y="283411"/>
                  </a:lnTo>
                  <a:lnTo>
                    <a:pt x="6102720" y="266812"/>
                  </a:lnTo>
                  <a:lnTo>
                    <a:pt x="6135887" y="250070"/>
                  </a:lnTo>
                  <a:lnTo>
                    <a:pt x="6169054" y="233183"/>
                  </a:lnTo>
                  <a:lnTo>
                    <a:pt x="6202221" y="216150"/>
                  </a:lnTo>
                  <a:lnTo>
                    <a:pt x="6235388" y="198970"/>
                  </a:lnTo>
                  <a:lnTo>
                    <a:pt x="6268555" y="181642"/>
                  </a:lnTo>
                  <a:lnTo>
                    <a:pt x="6301722" y="164165"/>
                  </a:lnTo>
                  <a:lnTo>
                    <a:pt x="6334889" y="146537"/>
                  </a:lnTo>
                  <a:lnTo>
                    <a:pt x="6368056" y="128758"/>
                  </a:lnTo>
                  <a:lnTo>
                    <a:pt x="6401223" y="110828"/>
                  </a:lnTo>
                  <a:lnTo>
                    <a:pt x="6434390" y="92744"/>
                  </a:lnTo>
                  <a:lnTo>
                    <a:pt x="6467557" y="74506"/>
                  </a:lnTo>
                  <a:lnTo>
                    <a:pt x="6500724" y="56113"/>
                  </a:lnTo>
                  <a:lnTo>
                    <a:pt x="6533891" y="37565"/>
                  </a:lnTo>
                  <a:lnTo>
                    <a:pt x="6567058" y="18861"/>
                  </a:lnTo>
                  <a:lnTo>
                    <a:pt x="66002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4215320"/>
              <a:ext cx="6600224" cy="1003983"/>
            </a:xfrm>
            <a:custGeom>
              <a:avLst/>
              <a:pathLst>
                <a:path w="6600224" h="1003983">
                  <a:moveTo>
                    <a:pt x="6600224" y="0"/>
                  </a:moveTo>
                  <a:lnTo>
                    <a:pt x="6567058" y="12604"/>
                  </a:lnTo>
                  <a:lnTo>
                    <a:pt x="6533891" y="25193"/>
                  </a:lnTo>
                  <a:lnTo>
                    <a:pt x="6500724" y="37766"/>
                  </a:lnTo>
                  <a:lnTo>
                    <a:pt x="6467557" y="50320"/>
                  </a:lnTo>
                  <a:lnTo>
                    <a:pt x="6434390" y="62853"/>
                  </a:lnTo>
                  <a:lnTo>
                    <a:pt x="6401223" y="75366"/>
                  </a:lnTo>
                  <a:lnTo>
                    <a:pt x="6368056" y="87854"/>
                  </a:lnTo>
                  <a:lnTo>
                    <a:pt x="6334889" y="100317"/>
                  </a:lnTo>
                  <a:lnTo>
                    <a:pt x="6301722" y="112754"/>
                  </a:lnTo>
                  <a:lnTo>
                    <a:pt x="6268555" y="125161"/>
                  </a:lnTo>
                  <a:lnTo>
                    <a:pt x="6235388" y="137537"/>
                  </a:lnTo>
                  <a:lnTo>
                    <a:pt x="6202221" y="149880"/>
                  </a:lnTo>
                  <a:lnTo>
                    <a:pt x="6169054" y="162189"/>
                  </a:lnTo>
                  <a:lnTo>
                    <a:pt x="6135887" y="174461"/>
                  </a:lnTo>
                  <a:lnTo>
                    <a:pt x="6102720" y="186693"/>
                  </a:lnTo>
                  <a:lnTo>
                    <a:pt x="6069553" y="198885"/>
                  </a:lnTo>
                  <a:lnTo>
                    <a:pt x="6036386" y="211033"/>
                  </a:lnTo>
                  <a:lnTo>
                    <a:pt x="6003219" y="223136"/>
                  </a:lnTo>
                  <a:lnTo>
                    <a:pt x="5970052" y="235192"/>
                  </a:lnTo>
                  <a:lnTo>
                    <a:pt x="5936885" y="247197"/>
                  </a:lnTo>
                  <a:lnTo>
                    <a:pt x="5903718" y="259151"/>
                  </a:lnTo>
                  <a:lnTo>
                    <a:pt x="5870551" y="271051"/>
                  </a:lnTo>
                  <a:lnTo>
                    <a:pt x="5837384" y="282895"/>
                  </a:lnTo>
                  <a:lnTo>
                    <a:pt x="5804217" y="294680"/>
                  </a:lnTo>
                  <a:lnTo>
                    <a:pt x="5771050" y="306405"/>
                  </a:lnTo>
                  <a:lnTo>
                    <a:pt x="5737884" y="318067"/>
                  </a:lnTo>
                  <a:lnTo>
                    <a:pt x="5704717" y="329665"/>
                  </a:lnTo>
                  <a:lnTo>
                    <a:pt x="5671550" y="341196"/>
                  </a:lnTo>
                  <a:lnTo>
                    <a:pt x="5638383" y="352659"/>
                  </a:lnTo>
                  <a:lnTo>
                    <a:pt x="5605216" y="364052"/>
                  </a:lnTo>
                  <a:lnTo>
                    <a:pt x="5572049" y="375372"/>
                  </a:lnTo>
                  <a:lnTo>
                    <a:pt x="5538882" y="386619"/>
                  </a:lnTo>
                  <a:lnTo>
                    <a:pt x="5505715" y="397790"/>
                  </a:lnTo>
                  <a:lnTo>
                    <a:pt x="5472548" y="408885"/>
                  </a:lnTo>
                  <a:lnTo>
                    <a:pt x="5439381" y="419902"/>
                  </a:lnTo>
                  <a:lnTo>
                    <a:pt x="5406214" y="430840"/>
                  </a:lnTo>
                  <a:lnTo>
                    <a:pt x="5373047" y="441697"/>
                  </a:lnTo>
                  <a:lnTo>
                    <a:pt x="5339880" y="452473"/>
                  </a:lnTo>
                  <a:lnTo>
                    <a:pt x="5306713" y="463168"/>
                  </a:lnTo>
                  <a:lnTo>
                    <a:pt x="5273546" y="473780"/>
                  </a:lnTo>
                  <a:lnTo>
                    <a:pt x="5240379" y="484310"/>
                  </a:lnTo>
                  <a:lnTo>
                    <a:pt x="5207212" y="494757"/>
                  </a:lnTo>
                  <a:lnTo>
                    <a:pt x="5174045" y="505121"/>
                  </a:lnTo>
                  <a:lnTo>
                    <a:pt x="5140878" y="515404"/>
                  </a:lnTo>
                  <a:lnTo>
                    <a:pt x="5107711" y="525606"/>
                  </a:lnTo>
                  <a:lnTo>
                    <a:pt x="5074544" y="535728"/>
                  </a:lnTo>
                  <a:lnTo>
                    <a:pt x="5041377" y="545772"/>
                  </a:lnTo>
                  <a:lnTo>
                    <a:pt x="5008210" y="555738"/>
                  </a:lnTo>
                  <a:lnTo>
                    <a:pt x="4975043" y="565630"/>
                  </a:lnTo>
                  <a:lnTo>
                    <a:pt x="4941876" y="575450"/>
                  </a:lnTo>
                  <a:lnTo>
                    <a:pt x="4908710" y="585201"/>
                  </a:lnTo>
                  <a:lnTo>
                    <a:pt x="4875543" y="594886"/>
                  </a:lnTo>
                  <a:lnTo>
                    <a:pt x="4842376" y="604510"/>
                  </a:lnTo>
                  <a:lnTo>
                    <a:pt x="4809209" y="614075"/>
                  </a:lnTo>
                  <a:lnTo>
                    <a:pt x="4776042" y="623588"/>
                  </a:lnTo>
                  <a:lnTo>
                    <a:pt x="4742875" y="633053"/>
                  </a:lnTo>
                  <a:lnTo>
                    <a:pt x="4709708" y="642475"/>
                  </a:lnTo>
                  <a:lnTo>
                    <a:pt x="4676541" y="651839"/>
                  </a:lnTo>
                  <a:lnTo>
                    <a:pt x="4643374" y="660968"/>
                  </a:lnTo>
                  <a:lnTo>
                    <a:pt x="4610207" y="669842"/>
                  </a:lnTo>
                  <a:lnTo>
                    <a:pt x="4577040" y="678488"/>
                  </a:lnTo>
                  <a:lnTo>
                    <a:pt x="4543873" y="686932"/>
                  </a:lnTo>
                  <a:lnTo>
                    <a:pt x="4510706" y="695201"/>
                  </a:lnTo>
                  <a:lnTo>
                    <a:pt x="4477539" y="703321"/>
                  </a:lnTo>
                  <a:lnTo>
                    <a:pt x="4444372" y="711317"/>
                  </a:lnTo>
                  <a:lnTo>
                    <a:pt x="4411205" y="719213"/>
                  </a:lnTo>
                  <a:lnTo>
                    <a:pt x="4378038" y="727032"/>
                  </a:lnTo>
                  <a:lnTo>
                    <a:pt x="4344871" y="734794"/>
                  </a:lnTo>
                  <a:lnTo>
                    <a:pt x="4311704" y="742518"/>
                  </a:lnTo>
                  <a:lnTo>
                    <a:pt x="4278537" y="750220"/>
                  </a:lnTo>
                  <a:lnTo>
                    <a:pt x="4245370" y="757917"/>
                  </a:lnTo>
                  <a:lnTo>
                    <a:pt x="4212203" y="765621"/>
                  </a:lnTo>
                  <a:lnTo>
                    <a:pt x="4179036" y="773343"/>
                  </a:lnTo>
                  <a:lnTo>
                    <a:pt x="4145869" y="781113"/>
                  </a:lnTo>
                  <a:lnTo>
                    <a:pt x="4112703" y="789048"/>
                  </a:lnTo>
                  <a:lnTo>
                    <a:pt x="4079536" y="797147"/>
                  </a:lnTo>
                  <a:lnTo>
                    <a:pt x="4046369" y="805390"/>
                  </a:lnTo>
                  <a:lnTo>
                    <a:pt x="4013202" y="813754"/>
                  </a:lnTo>
                  <a:lnTo>
                    <a:pt x="3980035" y="822209"/>
                  </a:lnTo>
                  <a:lnTo>
                    <a:pt x="3946868" y="830721"/>
                  </a:lnTo>
                  <a:lnTo>
                    <a:pt x="3913701" y="839243"/>
                  </a:lnTo>
                  <a:lnTo>
                    <a:pt x="3880534" y="847719"/>
                  </a:lnTo>
                  <a:lnTo>
                    <a:pt x="3847367" y="856082"/>
                  </a:lnTo>
                  <a:lnTo>
                    <a:pt x="3814200" y="864254"/>
                  </a:lnTo>
                  <a:lnTo>
                    <a:pt x="3781033" y="872148"/>
                  </a:lnTo>
                  <a:lnTo>
                    <a:pt x="3747866" y="879674"/>
                  </a:lnTo>
                  <a:lnTo>
                    <a:pt x="3714699" y="886738"/>
                  </a:lnTo>
                  <a:lnTo>
                    <a:pt x="3681532" y="893338"/>
                  </a:lnTo>
                  <a:lnTo>
                    <a:pt x="3648365" y="899548"/>
                  </a:lnTo>
                  <a:lnTo>
                    <a:pt x="3615198" y="905443"/>
                  </a:lnTo>
                  <a:lnTo>
                    <a:pt x="3582031" y="911098"/>
                  </a:lnTo>
                  <a:lnTo>
                    <a:pt x="3548864" y="916582"/>
                  </a:lnTo>
                  <a:lnTo>
                    <a:pt x="3515697" y="921956"/>
                  </a:lnTo>
                  <a:lnTo>
                    <a:pt x="3482530" y="927267"/>
                  </a:lnTo>
                  <a:lnTo>
                    <a:pt x="3449363" y="932544"/>
                  </a:lnTo>
                  <a:lnTo>
                    <a:pt x="3416196" y="937803"/>
                  </a:lnTo>
                  <a:lnTo>
                    <a:pt x="3383029" y="943040"/>
                  </a:lnTo>
                  <a:lnTo>
                    <a:pt x="3349862" y="948235"/>
                  </a:lnTo>
                  <a:lnTo>
                    <a:pt x="3316695" y="953360"/>
                  </a:lnTo>
                  <a:lnTo>
                    <a:pt x="3283529" y="958375"/>
                  </a:lnTo>
                  <a:lnTo>
                    <a:pt x="3250362" y="963238"/>
                  </a:lnTo>
                  <a:lnTo>
                    <a:pt x="3217195" y="967904"/>
                  </a:lnTo>
                  <a:lnTo>
                    <a:pt x="3184028" y="972223"/>
                  </a:lnTo>
                  <a:lnTo>
                    <a:pt x="3150861" y="976197"/>
                  </a:lnTo>
                  <a:lnTo>
                    <a:pt x="3117694" y="979915"/>
                  </a:lnTo>
                  <a:lnTo>
                    <a:pt x="3084527" y="983461"/>
                  </a:lnTo>
                  <a:lnTo>
                    <a:pt x="3051360" y="986912"/>
                  </a:lnTo>
                  <a:lnTo>
                    <a:pt x="3018193" y="990330"/>
                  </a:lnTo>
                  <a:lnTo>
                    <a:pt x="2985026" y="993760"/>
                  </a:lnTo>
                  <a:lnTo>
                    <a:pt x="2951859" y="997222"/>
                  </a:lnTo>
                  <a:lnTo>
                    <a:pt x="2918692" y="1000717"/>
                  </a:lnTo>
                  <a:lnTo>
                    <a:pt x="2885525" y="1003983"/>
                  </a:lnTo>
                  <a:lnTo>
                    <a:pt x="2852358" y="1003983"/>
                  </a:lnTo>
                  <a:lnTo>
                    <a:pt x="2819191" y="1003983"/>
                  </a:lnTo>
                  <a:lnTo>
                    <a:pt x="2786024" y="1003983"/>
                  </a:lnTo>
                  <a:lnTo>
                    <a:pt x="2752857" y="1003983"/>
                  </a:lnTo>
                  <a:lnTo>
                    <a:pt x="2719690" y="1003983"/>
                  </a:lnTo>
                  <a:lnTo>
                    <a:pt x="2686523" y="1003983"/>
                  </a:lnTo>
                  <a:lnTo>
                    <a:pt x="2653356" y="1003983"/>
                  </a:lnTo>
                  <a:lnTo>
                    <a:pt x="2620189" y="1003983"/>
                  </a:lnTo>
                  <a:lnTo>
                    <a:pt x="2587022" y="1003983"/>
                  </a:lnTo>
                  <a:lnTo>
                    <a:pt x="2553855" y="1003983"/>
                  </a:lnTo>
                  <a:lnTo>
                    <a:pt x="2520688" y="1003983"/>
                  </a:lnTo>
                  <a:lnTo>
                    <a:pt x="2487521" y="1003983"/>
                  </a:lnTo>
                  <a:lnTo>
                    <a:pt x="2454355" y="1003983"/>
                  </a:lnTo>
                  <a:lnTo>
                    <a:pt x="2421188" y="1003983"/>
                  </a:lnTo>
                  <a:lnTo>
                    <a:pt x="2388021" y="1003983"/>
                  </a:lnTo>
                  <a:lnTo>
                    <a:pt x="2354854" y="1003983"/>
                  </a:lnTo>
                  <a:lnTo>
                    <a:pt x="2321687" y="1003983"/>
                  </a:lnTo>
                  <a:lnTo>
                    <a:pt x="2288520" y="1003983"/>
                  </a:lnTo>
                  <a:lnTo>
                    <a:pt x="2255353" y="1003983"/>
                  </a:lnTo>
                  <a:lnTo>
                    <a:pt x="2222186" y="1003983"/>
                  </a:lnTo>
                  <a:lnTo>
                    <a:pt x="2189019" y="1003983"/>
                  </a:lnTo>
                  <a:lnTo>
                    <a:pt x="2155852" y="1003983"/>
                  </a:lnTo>
                  <a:lnTo>
                    <a:pt x="2122685" y="1003983"/>
                  </a:lnTo>
                  <a:lnTo>
                    <a:pt x="2089518" y="1003983"/>
                  </a:lnTo>
                  <a:lnTo>
                    <a:pt x="2056351" y="1003983"/>
                  </a:lnTo>
                  <a:lnTo>
                    <a:pt x="2023184" y="1003983"/>
                  </a:lnTo>
                  <a:lnTo>
                    <a:pt x="1990017" y="1003983"/>
                  </a:lnTo>
                  <a:lnTo>
                    <a:pt x="1956850" y="1003983"/>
                  </a:lnTo>
                  <a:lnTo>
                    <a:pt x="1923683" y="1003983"/>
                  </a:lnTo>
                  <a:lnTo>
                    <a:pt x="1890516" y="1003983"/>
                  </a:lnTo>
                  <a:lnTo>
                    <a:pt x="1857349" y="1003983"/>
                  </a:lnTo>
                  <a:lnTo>
                    <a:pt x="1824182" y="1003983"/>
                  </a:lnTo>
                  <a:lnTo>
                    <a:pt x="1791015" y="1003983"/>
                  </a:lnTo>
                  <a:lnTo>
                    <a:pt x="1757848" y="1003983"/>
                  </a:lnTo>
                  <a:lnTo>
                    <a:pt x="1724681" y="1003983"/>
                  </a:lnTo>
                  <a:lnTo>
                    <a:pt x="1691514" y="1003983"/>
                  </a:lnTo>
                  <a:lnTo>
                    <a:pt x="1658347" y="1003983"/>
                  </a:lnTo>
                  <a:lnTo>
                    <a:pt x="1625181" y="1003983"/>
                  </a:lnTo>
                  <a:lnTo>
                    <a:pt x="1592014" y="1003983"/>
                  </a:lnTo>
                  <a:lnTo>
                    <a:pt x="1558847" y="1003983"/>
                  </a:lnTo>
                  <a:lnTo>
                    <a:pt x="1525680" y="1003983"/>
                  </a:lnTo>
                  <a:lnTo>
                    <a:pt x="1492513" y="1003983"/>
                  </a:lnTo>
                  <a:lnTo>
                    <a:pt x="1459346" y="1003983"/>
                  </a:lnTo>
                  <a:lnTo>
                    <a:pt x="1426179" y="1003983"/>
                  </a:lnTo>
                  <a:lnTo>
                    <a:pt x="1393012" y="1003983"/>
                  </a:lnTo>
                  <a:lnTo>
                    <a:pt x="1359845" y="1003983"/>
                  </a:lnTo>
                  <a:lnTo>
                    <a:pt x="1326678" y="1003983"/>
                  </a:lnTo>
                  <a:lnTo>
                    <a:pt x="1293511" y="1003983"/>
                  </a:lnTo>
                  <a:lnTo>
                    <a:pt x="1260344" y="1003983"/>
                  </a:lnTo>
                  <a:lnTo>
                    <a:pt x="1227177" y="1003983"/>
                  </a:lnTo>
                  <a:lnTo>
                    <a:pt x="1194010" y="1003983"/>
                  </a:lnTo>
                  <a:lnTo>
                    <a:pt x="1160843" y="1003983"/>
                  </a:lnTo>
                  <a:lnTo>
                    <a:pt x="1127676" y="1003983"/>
                  </a:lnTo>
                  <a:lnTo>
                    <a:pt x="1094509" y="1003983"/>
                  </a:lnTo>
                  <a:lnTo>
                    <a:pt x="1061342" y="1003983"/>
                  </a:lnTo>
                  <a:lnTo>
                    <a:pt x="1028175" y="1003983"/>
                  </a:lnTo>
                  <a:lnTo>
                    <a:pt x="995008" y="1003983"/>
                  </a:lnTo>
                  <a:lnTo>
                    <a:pt x="961841" y="1003983"/>
                  </a:lnTo>
                  <a:lnTo>
                    <a:pt x="928674" y="1003983"/>
                  </a:lnTo>
                  <a:lnTo>
                    <a:pt x="895507" y="1003983"/>
                  </a:lnTo>
                  <a:lnTo>
                    <a:pt x="862340" y="1003983"/>
                  </a:lnTo>
                  <a:lnTo>
                    <a:pt x="829173" y="1003983"/>
                  </a:lnTo>
                  <a:lnTo>
                    <a:pt x="796007" y="1003983"/>
                  </a:lnTo>
                  <a:lnTo>
                    <a:pt x="762840" y="1003983"/>
                  </a:lnTo>
                  <a:lnTo>
                    <a:pt x="729673" y="1003983"/>
                  </a:lnTo>
                  <a:lnTo>
                    <a:pt x="696506" y="1003983"/>
                  </a:lnTo>
                  <a:lnTo>
                    <a:pt x="663339" y="1003983"/>
                  </a:lnTo>
                  <a:lnTo>
                    <a:pt x="630172" y="1003983"/>
                  </a:lnTo>
                  <a:lnTo>
                    <a:pt x="597005" y="1003983"/>
                  </a:lnTo>
                  <a:lnTo>
                    <a:pt x="563838" y="1003983"/>
                  </a:lnTo>
                  <a:lnTo>
                    <a:pt x="530671" y="1003983"/>
                  </a:lnTo>
                  <a:lnTo>
                    <a:pt x="497504" y="1003983"/>
                  </a:lnTo>
                  <a:lnTo>
                    <a:pt x="464337" y="1003983"/>
                  </a:lnTo>
                  <a:lnTo>
                    <a:pt x="431170" y="1003983"/>
                  </a:lnTo>
                  <a:lnTo>
                    <a:pt x="398003" y="1003983"/>
                  </a:lnTo>
                  <a:lnTo>
                    <a:pt x="364836" y="1003983"/>
                  </a:lnTo>
                  <a:lnTo>
                    <a:pt x="331669" y="1003983"/>
                  </a:lnTo>
                  <a:lnTo>
                    <a:pt x="298502" y="1003983"/>
                  </a:lnTo>
                  <a:lnTo>
                    <a:pt x="265335" y="1003983"/>
                  </a:lnTo>
                  <a:lnTo>
                    <a:pt x="232168" y="1003983"/>
                  </a:lnTo>
                  <a:lnTo>
                    <a:pt x="199001" y="1003983"/>
                  </a:lnTo>
                  <a:lnTo>
                    <a:pt x="165834" y="1003983"/>
                  </a:lnTo>
                  <a:lnTo>
                    <a:pt x="132667" y="1003983"/>
                  </a:lnTo>
                  <a:lnTo>
                    <a:pt x="99500" y="1003983"/>
                  </a:lnTo>
                  <a:lnTo>
                    <a:pt x="66333" y="1003983"/>
                  </a:lnTo>
                  <a:lnTo>
                    <a:pt x="33166" y="1003983"/>
                  </a:lnTo>
                  <a:lnTo>
                    <a:pt x="0" y="10039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035734"/>
              <a:ext cx="6600224" cy="1183568"/>
            </a:xfrm>
            <a:custGeom>
              <a:avLst/>
              <a:pathLst>
                <a:path w="6600224" h="1183568">
                  <a:moveTo>
                    <a:pt x="0" y="1168670"/>
                  </a:moveTo>
                  <a:lnTo>
                    <a:pt x="33166" y="1170318"/>
                  </a:lnTo>
                  <a:lnTo>
                    <a:pt x="66333" y="1171911"/>
                  </a:lnTo>
                  <a:lnTo>
                    <a:pt x="99500" y="1173449"/>
                  </a:lnTo>
                  <a:lnTo>
                    <a:pt x="132667" y="1174932"/>
                  </a:lnTo>
                  <a:lnTo>
                    <a:pt x="165834" y="1176360"/>
                  </a:lnTo>
                  <a:lnTo>
                    <a:pt x="199001" y="1177734"/>
                  </a:lnTo>
                  <a:lnTo>
                    <a:pt x="232168" y="1179054"/>
                  </a:lnTo>
                  <a:lnTo>
                    <a:pt x="265335" y="1180320"/>
                  </a:lnTo>
                  <a:lnTo>
                    <a:pt x="298502" y="1181531"/>
                  </a:lnTo>
                  <a:lnTo>
                    <a:pt x="331669" y="1182689"/>
                  </a:lnTo>
                  <a:lnTo>
                    <a:pt x="364836" y="1183568"/>
                  </a:lnTo>
                  <a:lnTo>
                    <a:pt x="398003" y="1183568"/>
                  </a:lnTo>
                  <a:lnTo>
                    <a:pt x="431170" y="1183568"/>
                  </a:lnTo>
                  <a:lnTo>
                    <a:pt x="464337" y="1183568"/>
                  </a:lnTo>
                  <a:lnTo>
                    <a:pt x="497504" y="1183568"/>
                  </a:lnTo>
                  <a:lnTo>
                    <a:pt x="530671" y="1183568"/>
                  </a:lnTo>
                  <a:lnTo>
                    <a:pt x="563838" y="1183568"/>
                  </a:lnTo>
                  <a:lnTo>
                    <a:pt x="597005" y="1183568"/>
                  </a:lnTo>
                  <a:lnTo>
                    <a:pt x="630172" y="1183568"/>
                  </a:lnTo>
                  <a:lnTo>
                    <a:pt x="663339" y="1183568"/>
                  </a:lnTo>
                  <a:lnTo>
                    <a:pt x="696506" y="1183568"/>
                  </a:lnTo>
                  <a:lnTo>
                    <a:pt x="729673" y="1183568"/>
                  </a:lnTo>
                  <a:lnTo>
                    <a:pt x="762840" y="1183568"/>
                  </a:lnTo>
                  <a:lnTo>
                    <a:pt x="796007" y="1183568"/>
                  </a:lnTo>
                  <a:lnTo>
                    <a:pt x="829173" y="1183568"/>
                  </a:lnTo>
                  <a:lnTo>
                    <a:pt x="862340" y="1183568"/>
                  </a:lnTo>
                  <a:lnTo>
                    <a:pt x="895507" y="1183568"/>
                  </a:lnTo>
                  <a:lnTo>
                    <a:pt x="928674" y="1183568"/>
                  </a:lnTo>
                  <a:lnTo>
                    <a:pt x="961841" y="1183568"/>
                  </a:lnTo>
                  <a:lnTo>
                    <a:pt x="995008" y="1183568"/>
                  </a:lnTo>
                  <a:lnTo>
                    <a:pt x="1028175" y="1183568"/>
                  </a:lnTo>
                  <a:lnTo>
                    <a:pt x="1061342" y="1183568"/>
                  </a:lnTo>
                  <a:lnTo>
                    <a:pt x="1094509" y="1183568"/>
                  </a:lnTo>
                  <a:lnTo>
                    <a:pt x="1127676" y="1183568"/>
                  </a:lnTo>
                  <a:lnTo>
                    <a:pt x="1160843" y="1183568"/>
                  </a:lnTo>
                  <a:lnTo>
                    <a:pt x="1194010" y="1183568"/>
                  </a:lnTo>
                  <a:lnTo>
                    <a:pt x="1227177" y="1183568"/>
                  </a:lnTo>
                  <a:lnTo>
                    <a:pt x="1260344" y="1183568"/>
                  </a:lnTo>
                  <a:lnTo>
                    <a:pt x="1293511" y="1183568"/>
                  </a:lnTo>
                  <a:lnTo>
                    <a:pt x="1326678" y="1183568"/>
                  </a:lnTo>
                  <a:lnTo>
                    <a:pt x="1359845" y="1183568"/>
                  </a:lnTo>
                  <a:lnTo>
                    <a:pt x="1393012" y="1183568"/>
                  </a:lnTo>
                  <a:lnTo>
                    <a:pt x="1426179" y="1183568"/>
                  </a:lnTo>
                  <a:lnTo>
                    <a:pt x="1459346" y="1183568"/>
                  </a:lnTo>
                  <a:lnTo>
                    <a:pt x="1492513" y="1183568"/>
                  </a:lnTo>
                  <a:lnTo>
                    <a:pt x="1525680" y="1183568"/>
                  </a:lnTo>
                  <a:lnTo>
                    <a:pt x="1558847" y="1183568"/>
                  </a:lnTo>
                  <a:lnTo>
                    <a:pt x="1592014" y="1183568"/>
                  </a:lnTo>
                  <a:lnTo>
                    <a:pt x="1625181" y="1183568"/>
                  </a:lnTo>
                  <a:lnTo>
                    <a:pt x="1658347" y="1183568"/>
                  </a:lnTo>
                  <a:lnTo>
                    <a:pt x="1691514" y="1183568"/>
                  </a:lnTo>
                  <a:lnTo>
                    <a:pt x="1724681" y="1183568"/>
                  </a:lnTo>
                  <a:lnTo>
                    <a:pt x="1757848" y="1183507"/>
                  </a:lnTo>
                  <a:lnTo>
                    <a:pt x="1791015" y="1182436"/>
                  </a:lnTo>
                  <a:lnTo>
                    <a:pt x="1824182" y="1181332"/>
                  </a:lnTo>
                  <a:lnTo>
                    <a:pt x="1857349" y="1180200"/>
                  </a:lnTo>
                  <a:lnTo>
                    <a:pt x="1890516" y="1179033"/>
                  </a:lnTo>
                  <a:lnTo>
                    <a:pt x="1923683" y="1177827"/>
                  </a:lnTo>
                  <a:lnTo>
                    <a:pt x="1956850" y="1176577"/>
                  </a:lnTo>
                  <a:lnTo>
                    <a:pt x="1990017" y="1175277"/>
                  </a:lnTo>
                  <a:lnTo>
                    <a:pt x="2023184" y="1173923"/>
                  </a:lnTo>
                  <a:lnTo>
                    <a:pt x="2056351" y="1172509"/>
                  </a:lnTo>
                  <a:lnTo>
                    <a:pt x="2089518" y="1171030"/>
                  </a:lnTo>
                  <a:lnTo>
                    <a:pt x="2122685" y="1169481"/>
                  </a:lnTo>
                  <a:lnTo>
                    <a:pt x="2155852" y="1167857"/>
                  </a:lnTo>
                  <a:lnTo>
                    <a:pt x="2189019" y="1166153"/>
                  </a:lnTo>
                  <a:lnTo>
                    <a:pt x="2222186" y="1164363"/>
                  </a:lnTo>
                  <a:lnTo>
                    <a:pt x="2255353" y="1162483"/>
                  </a:lnTo>
                  <a:lnTo>
                    <a:pt x="2288520" y="1160507"/>
                  </a:lnTo>
                  <a:lnTo>
                    <a:pt x="2321687" y="1158431"/>
                  </a:lnTo>
                  <a:lnTo>
                    <a:pt x="2354854" y="1156310"/>
                  </a:lnTo>
                  <a:lnTo>
                    <a:pt x="2388021" y="1154197"/>
                  </a:lnTo>
                  <a:lnTo>
                    <a:pt x="2421188" y="1152076"/>
                  </a:lnTo>
                  <a:lnTo>
                    <a:pt x="2454355" y="1149931"/>
                  </a:lnTo>
                  <a:lnTo>
                    <a:pt x="2487521" y="1147747"/>
                  </a:lnTo>
                  <a:lnTo>
                    <a:pt x="2520688" y="1145508"/>
                  </a:lnTo>
                  <a:lnTo>
                    <a:pt x="2553855" y="1143198"/>
                  </a:lnTo>
                  <a:lnTo>
                    <a:pt x="2587022" y="1140801"/>
                  </a:lnTo>
                  <a:lnTo>
                    <a:pt x="2620189" y="1138302"/>
                  </a:lnTo>
                  <a:lnTo>
                    <a:pt x="2653356" y="1135684"/>
                  </a:lnTo>
                  <a:lnTo>
                    <a:pt x="2686523" y="1132931"/>
                  </a:lnTo>
                  <a:lnTo>
                    <a:pt x="2719690" y="1130028"/>
                  </a:lnTo>
                  <a:lnTo>
                    <a:pt x="2752857" y="1126959"/>
                  </a:lnTo>
                  <a:lnTo>
                    <a:pt x="2786024" y="1123753"/>
                  </a:lnTo>
                  <a:lnTo>
                    <a:pt x="2819191" y="1120521"/>
                  </a:lnTo>
                  <a:lnTo>
                    <a:pt x="2852358" y="1117257"/>
                  </a:lnTo>
                  <a:lnTo>
                    <a:pt x="2885525" y="1113947"/>
                  </a:lnTo>
                  <a:lnTo>
                    <a:pt x="2918692" y="1110578"/>
                  </a:lnTo>
                  <a:lnTo>
                    <a:pt x="2951859" y="1107136"/>
                  </a:lnTo>
                  <a:lnTo>
                    <a:pt x="2985026" y="1103608"/>
                  </a:lnTo>
                  <a:lnTo>
                    <a:pt x="3018193" y="1099981"/>
                  </a:lnTo>
                  <a:lnTo>
                    <a:pt x="3051360" y="1096240"/>
                  </a:lnTo>
                  <a:lnTo>
                    <a:pt x="3084527" y="1092372"/>
                  </a:lnTo>
                  <a:lnTo>
                    <a:pt x="3117694" y="1088364"/>
                  </a:lnTo>
                  <a:lnTo>
                    <a:pt x="3150861" y="1084202"/>
                  </a:lnTo>
                  <a:lnTo>
                    <a:pt x="3184028" y="1079872"/>
                  </a:lnTo>
                  <a:lnTo>
                    <a:pt x="3217195" y="1075361"/>
                  </a:lnTo>
                  <a:lnTo>
                    <a:pt x="3250362" y="1070722"/>
                  </a:lnTo>
                  <a:lnTo>
                    <a:pt x="3283529" y="1066072"/>
                  </a:lnTo>
                  <a:lnTo>
                    <a:pt x="3316695" y="1061394"/>
                  </a:lnTo>
                  <a:lnTo>
                    <a:pt x="3349862" y="1056668"/>
                  </a:lnTo>
                  <a:lnTo>
                    <a:pt x="3383029" y="1051874"/>
                  </a:lnTo>
                  <a:lnTo>
                    <a:pt x="3416196" y="1046991"/>
                  </a:lnTo>
                  <a:lnTo>
                    <a:pt x="3449363" y="1042000"/>
                  </a:lnTo>
                  <a:lnTo>
                    <a:pt x="3482530" y="1036881"/>
                  </a:lnTo>
                  <a:lnTo>
                    <a:pt x="3515697" y="1031613"/>
                  </a:lnTo>
                  <a:lnTo>
                    <a:pt x="3548864" y="1026176"/>
                  </a:lnTo>
                  <a:lnTo>
                    <a:pt x="3582031" y="1020550"/>
                  </a:lnTo>
                  <a:lnTo>
                    <a:pt x="3615198" y="1014715"/>
                  </a:lnTo>
                  <a:lnTo>
                    <a:pt x="3648365" y="1008651"/>
                  </a:lnTo>
                  <a:lnTo>
                    <a:pt x="3681532" y="1002337"/>
                  </a:lnTo>
                  <a:lnTo>
                    <a:pt x="3714699" y="995754"/>
                  </a:lnTo>
                  <a:lnTo>
                    <a:pt x="3747866" y="988849"/>
                  </a:lnTo>
                  <a:lnTo>
                    <a:pt x="3781033" y="981562"/>
                  </a:lnTo>
                  <a:lnTo>
                    <a:pt x="3814200" y="973942"/>
                  </a:lnTo>
                  <a:lnTo>
                    <a:pt x="3847367" y="966043"/>
                  </a:lnTo>
                  <a:lnTo>
                    <a:pt x="3880534" y="957919"/>
                  </a:lnTo>
                  <a:lnTo>
                    <a:pt x="3913701" y="949624"/>
                  </a:lnTo>
                  <a:lnTo>
                    <a:pt x="3946868" y="941213"/>
                  </a:lnTo>
                  <a:lnTo>
                    <a:pt x="3980035" y="932738"/>
                  </a:lnTo>
                  <a:lnTo>
                    <a:pt x="4013202" y="924256"/>
                  </a:lnTo>
                  <a:lnTo>
                    <a:pt x="4046369" y="915818"/>
                  </a:lnTo>
                  <a:lnTo>
                    <a:pt x="4079536" y="907481"/>
                  </a:lnTo>
                  <a:lnTo>
                    <a:pt x="4112703" y="899297"/>
                  </a:lnTo>
                  <a:lnTo>
                    <a:pt x="4145869" y="891321"/>
                  </a:lnTo>
                  <a:lnTo>
                    <a:pt x="4179036" y="883567"/>
                  </a:lnTo>
                  <a:lnTo>
                    <a:pt x="4212203" y="875846"/>
                  </a:lnTo>
                  <a:lnTo>
                    <a:pt x="4245370" y="868107"/>
                  </a:lnTo>
                  <a:lnTo>
                    <a:pt x="4278537" y="860330"/>
                  </a:lnTo>
                  <a:lnTo>
                    <a:pt x="4311704" y="852495"/>
                  </a:lnTo>
                  <a:lnTo>
                    <a:pt x="4344871" y="844581"/>
                  </a:lnTo>
                  <a:lnTo>
                    <a:pt x="4378038" y="836568"/>
                  </a:lnTo>
                  <a:lnTo>
                    <a:pt x="4411205" y="828434"/>
                  </a:lnTo>
                  <a:lnTo>
                    <a:pt x="4444372" y="820160"/>
                  </a:lnTo>
                  <a:lnTo>
                    <a:pt x="4477539" y="811724"/>
                  </a:lnTo>
                  <a:lnTo>
                    <a:pt x="4510706" y="803107"/>
                  </a:lnTo>
                  <a:lnTo>
                    <a:pt x="4543873" y="794287"/>
                  </a:lnTo>
                  <a:lnTo>
                    <a:pt x="4577040" y="785245"/>
                  </a:lnTo>
                  <a:lnTo>
                    <a:pt x="4610207" y="775959"/>
                  </a:lnTo>
                  <a:lnTo>
                    <a:pt x="4643374" y="766410"/>
                  </a:lnTo>
                  <a:lnTo>
                    <a:pt x="4676541" y="756576"/>
                  </a:lnTo>
                  <a:lnTo>
                    <a:pt x="4709708" y="746471"/>
                  </a:lnTo>
                  <a:lnTo>
                    <a:pt x="4742875" y="736239"/>
                  </a:lnTo>
                  <a:lnTo>
                    <a:pt x="4776042" y="725896"/>
                  </a:lnTo>
                  <a:lnTo>
                    <a:pt x="4809209" y="715443"/>
                  </a:lnTo>
                  <a:lnTo>
                    <a:pt x="4842376" y="704881"/>
                  </a:lnTo>
                  <a:lnTo>
                    <a:pt x="4875543" y="694209"/>
                  </a:lnTo>
                  <a:lnTo>
                    <a:pt x="4908710" y="683430"/>
                  </a:lnTo>
                  <a:lnTo>
                    <a:pt x="4941876" y="672541"/>
                  </a:lnTo>
                  <a:lnTo>
                    <a:pt x="4975043" y="661546"/>
                  </a:lnTo>
                  <a:lnTo>
                    <a:pt x="5008210" y="650443"/>
                  </a:lnTo>
                  <a:lnTo>
                    <a:pt x="5041377" y="639233"/>
                  </a:lnTo>
                  <a:lnTo>
                    <a:pt x="5074544" y="627916"/>
                  </a:lnTo>
                  <a:lnTo>
                    <a:pt x="5107711" y="616494"/>
                  </a:lnTo>
                  <a:lnTo>
                    <a:pt x="5140878" y="604966"/>
                  </a:lnTo>
                  <a:lnTo>
                    <a:pt x="5174045" y="593334"/>
                  </a:lnTo>
                  <a:lnTo>
                    <a:pt x="5207212" y="581596"/>
                  </a:lnTo>
                  <a:lnTo>
                    <a:pt x="5240379" y="569755"/>
                  </a:lnTo>
                  <a:lnTo>
                    <a:pt x="5273546" y="557809"/>
                  </a:lnTo>
                  <a:lnTo>
                    <a:pt x="5306713" y="545761"/>
                  </a:lnTo>
                  <a:lnTo>
                    <a:pt x="5339880" y="533609"/>
                  </a:lnTo>
                  <a:lnTo>
                    <a:pt x="5373047" y="521355"/>
                  </a:lnTo>
                  <a:lnTo>
                    <a:pt x="5406214" y="509000"/>
                  </a:lnTo>
                  <a:lnTo>
                    <a:pt x="5439381" y="496542"/>
                  </a:lnTo>
                  <a:lnTo>
                    <a:pt x="5472548" y="483984"/>
                  </a:lnTo>
                  <a:lnTo>
                    <a:pt x="5505715" y="471325"/>
                  </a:lnTo>
                  <a:lnTo>
                    <a:pt x="5538882" y="458565"/>
                  </a:lnTo>
                  <a:lnTo>
                    <a:pt x="5572049" y="445706"/>
                  </a:lnTo>
                  <a:lnTo>
                    <a:pt x="5605216" y="432748"/>
                  </a:lnTo>
                  <a:lnTo>
                    <a:pt x="5638383" y="419690"/>
                  </a:lnTo>
                  <a:lnTo>
                    <a:pt x="5671550" y="406535"/>
                  </a:lnTo>
                  <a:lnTo>
                    <a:pt x="5704717" y="393281"/>
                  </a:lnTo>
                  <a:lnTo>
                    <a:pt x="5737884" y="379930"/>
                  </a:lnTo>
                  <a:lnTo>
                    <a:pt x="5771050" y="366481"/>
                  </a:lnTo>
                  <a:lnTo>
                    <a:pt x="5804217" y="352936"/>
                  </a:lnTo>
                  <a:lnTo>
                    <a:pt x="5837384" y="339295"/>
                  </a:lnTo>
                  <a:lnTo>
                    <a:pt x="5870551" y="325558"/>
                  </a:lnTo>
                  <a:lnTo>
                    <a:pt x="5903718" y="311725"/>
                  </a:lnTo>
                  <a:lnTo>
                    <a:pt x="5936885" y="297798"/>
                  </a:lnTo>
                  <a:lnTo>
                    <a:pt x="5970052" y="283776"/>
                  </a:lnTo>
                  <a:lnTo>
                    <a:pt x="6003219" y="269660"/>
                  </a:lnTo>
                  <a:lnTo>
                    <a:pt x="6036386" y="255451"/>
                  </a:lnTo>
                  <a:lnTo>
                    <a:pt x="6069553" y="241148"/>
                  </a:lnTo>
                  <a:lnTo>
                    <a:pt x="6102720" y="226753"/>
                  </a:lnTo>
                  <a:lnTo>
                    <a:pt x="6135887" y="212265"/>
                  </a:lnTo>
                  <a:lnTo>
                    <a:pt x="6169054" y="197686"/>
                  </a:lnTo>
                  <a:lnTo>
                    <a:pt x="6202221" y="183015"/>
                  </a:lnTo>
                  <a:lnTo>
                    <a:pt x="6235388" y="168254"/>
                  </a:lnTo>
                  <a:lnTo>
                    <a:pt x="6268555" y="153401"/>
                  </a:lnTo>
                  <a:lnTo>
                    <a:pt x="6301722" y="138459"/>
                  </a:lnTo>
                  <a:lnTo>
                    <a:pt x="6334889" y="123427"/>
                  </a:lnTo>
                  <a:lnTo>
                    <a:pt x="6368056" y="108306"/>
                  </a:lnTo>
                  <a:lnTo>
                    <a:pt x="6401223" y="93097"/>
                  </a:lnTo>
                  <a:lnTo>
                    <a:pt x="6434390" y="77799"/>
                  </a:lnTo>
                  <a:lnTo>
                    <a:pt x="6467557" y="62413"/>
                  </a:lnTo>
                  <a:lnTo>
                    <a:pt x="6500724" y="46939"/>
                  </a:lnTo>
                  <a:lnTo>
                    <a:pt x="6533891" y="31379"/>
                  </a:lnTo>
                  <a:lnTo>
                    <a:pt x="6567058" y="15732"/>
                  </a:lnTo>
                  <a:lnTo>
                    <a:pt x="6600224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4204996"/>
              <a:ext cx="6600224" cy="1014307"/>
            </a:xfrm>
            <a:custGeom>
              <a:avLst/>
              <a:pathLst>
                <a:path w="6600224" h="1014307">
                  <a:moveTo>
                    <a:pt x="0" y="761102"/>
                  </a:moveTo>
                  <a:lnTo>
                    <a:pt x="33166" y="769002"/>
                  </a:lnTo>
                  <a:lnTo>
                    <a:pt x="66333" y="776728"/>
                  </a:lnTo>
                  <a:lnTo>
                    <a:pt x="99500" y="784280"/>
                  </a:lnTo>
                  <a:lnTo>
                    <a:pt x="132667" y="791658"/>
                  </a:lnTo>
                  <a:lnTo>
                    <a:pt x="165834" y="798859"/>
                  </a:lnTo>
                  <a:lnTo>
                    <a:pt x="199001" y="805884"/>
                  </a:lnTo>
                  <a:lnTo>
                    <a:pt x="232168" y="812731"/>
                  </a:lnTo>
                  <a:lnTo>
                    <a:pt x="265335" y="819400"/>
                  </a:lnTo>
                  <a:lnTo>
                    <a:pt x="298502" y="825889"/>
                  </a:lnTo>
                  <a:lnTo>
                    <a:pt x="331669" y="832197"/>
                  </a:lnTo>
                  <a:lnTo>
                    <a:pt x="364836" y="838324"/>
                  </a:lnTo>
                  <a:lnTo>
                    <a:pt x="398003" y="844269"/>
                  </a:lnTo>
                  <a:lnTo>
                    <a:pt x="431170" y="850031"/>
                  </a:lnTo>
                  <a:lnTo>
                    <a:pt x="464337" y="855609"/>
                  </a:lnTo>
                  <a:lnTo>
                    <a:pt x="497504" y="861002"/>
                  </a:lnTo>
                  <a:lnTo>
                    <a:pt x="530671" y="866208"/>
                  </a:lnTo>
                  <a:lnTo>
                    <a:pt x="563838" y="871228"/>
                  </a:lnTo>
                  <a:lnTo>
                    <a:pt x="597005" y="876061"/>
                  </a:lnTo>
                  <a:lnTo>
                    <a:pt x="630172" y="880705"/>
                  </a:lnTo>
                  <a:lnTo>
                    <a:pt x="663339" y="885161"/>
                  </a:lnTo>
                  <a:lnTo>
                    <a:pt x="696506" y="889427"/>
                  </a:lnTo>
                  <a:lnTo>
                    <a:pt x="729673" y="893502"/>
                  </a:lnTo>
                  <a:lnTo>
                    <a:pt x="762840" y="897388"/>
                  </a:lnTo>
                  <a:lnTo>
                    <a:pt x="796007" y="901082"/>
                  </a:lnTo>
                  <a:lnTo>
                    <a:pt x="829173" y="904586"/>
                  </a:lnTo>
                  <a:lnTo>
                    <a:pt x="862340" y="907899"/>
                  </a:lnTo>
                  <a:lnTo>
                    <a:pt x="895507" y="911021"/>
                  </a:lnTo>
                  <a:lnTo>
                    <a:pt x="928674" y="913953"/>
                  </a:lnTo>
                  <a:lnTo>
                    <a:pt x="961841" y="916695"/>
                  </a:lnTo>
                  <a:lnTo>
                    <a:pt x="995008" y="919249"/>
                  </a:lnTo>
                  <a:lnTo>
                    <a:pt x="1028175" y="921615"/>
                  </a:lnTo>
                  <a:lnTo>
                    <a:pt x="1061342" y="923795"/>
                  </a:lnTo>
                  <a:lnTo>
                    <a:pt x="1094509" y="925792"/>
                  </a:lnTo>
                  <a:lnTo>
                    <a:pt x="1127676" y="927605"/>
                  </a:lnTo>
                  <a:lnTo>
                    <a:pt x="1160843" y="929240"/>
                  </a:lnTo>
                  <a:lnTo>
                    <a:pt x="1194010" y="930697"/>
                  </a:lnTo>
                  <a:lnTo>
                    <a:pt x="1227177" y="931980"/>
                  </a:lnTo>
                  <a:lnTo>
                    <a:pt x="1260344" y="933092"/>
                  </a:lnTo>
                  <a:lnTo>
                    <a:pt x="1293511" y="934038"/>
                  </a:lnTo>
                  <a:lnTo>
                    <a:pt x="1326678" y="934820"/>
                  </a:lnTo>
                  <a:lnTo>
                    <a:pt x="1359845" y="935444"/>
                  </a:lnTo>
                  <a:lnTo>
                    <a:pt x="1393012" y="935913"/>
                  </a:lnTo>
                  <a:lnTo>
                    <a:pt x="1426179" y="936232"/>
                  </a:lnTo>
                  <a:lnTo>
                    <a:pt x="1459346" y="936406"/>
                  </a:lnTo>
                  <a:lnTo>
                    <a:pt x="1492513" y="936438"/>
                  </a:lnTo>
                  <a:lnTo>
                    <a:pt x="1525680" y="936335"/>
                  </a:lnTo>
                  <a:lnTo>
                    <a:pt x="1558847" y="936100"/>
                  </a:lnTo>
                  <a:lnTo>
                    <a:pt x="1592014" y="935737"/>
                  </a:lnTo>
                  <a:lnTo>
                    <a:pt x="1625181" y="935251"/>
                  </a:lnTo>
                  <a:lnTo>
                    <a:pt x="1658347" y="934645"/>
                  </a:lnTo>
                  <a:lnTo>
                    <a:pt x="1691514" y="933924"/>
                  </a:lnTo>
                  <a:lnTo>
                    <a:pt x="1724681" y="933089"/>
                  </a:lnTo>
                  <a:lnTo>
                    <a:pt x="1757848" y="932143"/>
                  </a:lnTo>
                  <a:lnTo>
                    <a:pt x="1791015" y="931089"/>
                  </a:lnTo>
                  <a:lnTo>
                    <a:pt x="1824182" y="929910"/>
                  </a:lnTo>
                  <a:lnTo>
                    <a:pt x="1857349" y="928606"/>
                  </a:lnTo>
                  <a:lnTo>
                    <a:pt x="1890516" y="927181"/>
                  </a:lnTo>
                  <a:lnTo>
                    <a:pt x="1923683" y="925638"/>
                  </a:lnTo>
                  <a:lnTo>
                    <a:pt x="1956850" y="923981"/>
                  </a:lnTo>
                  <a:lnTo>
                    <a:pt x="1990017" y="922216"/>
                  </a:lnTo>
                  <a:lnTo>
                    <a:pt x="2023184" y="920345"/>
                  </a:lnTo>
                  <a:lnTo>
                    <a:pt x="2056351" y="918374"/>
                  </a:lnTo>
                  <a:lnTo>
                    <a:pt x="2089518" y="916309"/>
                  </a:lnTo>
                  <a:lnTo>
                    <a:pt x="2122685" y="914157"/>
                  </a:lnTo>
                  <a:lnTo>
                    <a:pt x="2155852" y="911926"/>
                  </a:lnTo>
                  <a:lnTo>
                    <a:pt x="2189019" y="909626"/>
                  </a:lnTo>
                  <a:lnTo>
                    <a:pt x="2222186" y="907267"/>
                  </a:lnTo>
                  <a:lnTo>
                    <a:pt x="2255353" y="904862"/>
                  </a:lnTo>
                  <a:lnTo>
                    <a:pt x="2288520" y="902424"/>
                  </a:lnTo>
                  <a:lnTo>
                    <a:pt x="2321687" y="899966"/>
                  </a:lnTo>
                  <a:lnTo>
                    <a:pt x="2354854" y="897426"/>
                  </a:lnTo>
                  <a:lnTo>
                    <a:pt x="2388021" y="894724"/>
                  </a:lnTo>
                  <a:lnTo>
                    <a:pt x="2421188" y="891860"/>
                  </a:lnTo>
                  <a:lnTo>
                    <a:pt x="2454355" y="888831"/>
                  </a:lnTo>
                  <a:lnTo>
                    <a:pt x="2487521" y="885639"/>
                  </a:lnTo>
                  <a:lnTo>
                    <a:pt x="2520688" y="882293"/>
                  </a:lnTo>
                  <a:lnTo>
                    <a:pt x="2553855" y="878813"/>
                  </a:lnTo>
                  <a:lnTo>
                    <a:pt x="2587022" y="875228"/>
                  </a:lnTo>
                  <a:lnTo>
                    <a:pt x="2620189" y="871581"/>
                  </a:lnTo>
                  <a:lnTo>
                    <a:pt x="2653356" y="867928"/>
                  </a:lnTo>
                  <a:lnTo>
                    <a:pt x="2686523" y="864332"/>
                  </a:lnTo>
                  <a:lnTo>
                    <a:pt x="2719690" y="860866"/>
                  </a:lnTo>
                  <a:lnTo>
                    <a:pt x="2752857" y="857607"/>
                  </a:lnTo>
                  <a:lnTo>
                    <a:pt x="2786024" y="854563"/>
                  </a:lnTo>
                  <a:lnTo>
                    <a:pt x="2819191" y="851560"/>
                  </a:lnTo>
                  <a:lnTo>
                    <a:pt x="2852358" y="848548"/>
                  </a:lnTo>
                  <a:lnTo>
                    <a:pt x="2885525" y="845488"/>
                  </a:lnTo>
                  <a:lnTo>
                    <a:pt x="2918692" y="842343"/>
                  </a:lnTo>
                  <a:lnTo>
                    <a:pt x="2951859" y="839084"/>
                  </a:lnTo>
                  <a:lnTo>
                    <a:pt x="2985026" y="835702"/>
                  </a:lnTo>
                  <a:lnTo>
                    <a:pt x="3018193" y="832203"/>
                  </a:lnTo>
                  <a:lnTo>
                    <a:pt x="3051360" y="828614"/>
                  </a:lnTo>
                  <a:lnTo>
                    <a:pt x="3084527" y="824980"/>
                  </a:lnTo>
                  <a:lnTo>
                    <a:pt x="3117694" y="821367"/>
                  </a:lnTo>
                  <a:lnTo>
                    <a:pt x="3150861" y="817849"/>
                  </a:lnTo>
                  <a:lnTo>
                    <a:pt x="3184028" y="814511"/>
                  </a:lnTo>
                  <a:lnTo>
                    <a:pt x="3217195" y="811439"/>
                  </a:lnTo>
                  <a:lnTo>
                    <a:pt x="3250362" y="808734"/>
                  </a:lnTo>
                  <a:lnTo>
                    <a:pt x="3283529" y="806417"/>
                  </a:lnTo>
                  <a:lnTo>
                    <a:pt x="3316695" y="804400"/>
                  </a:lnTo>
                  <a:lnTo>
                    <a:pt x="3349862" y="802591"/>
                  </a:lnTo>
                  <a:lnTo>
                    <a:pt x="3383029" y="800902"/>
                  </a:lnTo>
                  <a:lnTo>
                    <a:pt x="3416196" y="799251"/>
                  </a:lnTo>
                  <a:lnTo>
                    <a:pt x="3449363" y="797568"/>
                  </a:lnTo>
                  <a:lnTo>
                    <a:pt x="3482530" y="795797"/>
                  </a:lnTo>
                  <a:lnTo>
                    <a:pt x="3515697" y="793897"/>
                  </a:lnTo>
                  <a:lnTo>
                    <a:pt x="3548864" y="791843"/>
                  </a:lnTo>
                  <a:lnTo>
                    <a:pt x="3582031" y="789622"/>
                  </a:lnTo>
                  <a:lnTo>
                    <a:pt x="3615198" y="787238"/>
                  </a:lnTo>
                  <a:lnTo>
                    <a:pt x="3648365" y="784698"/>
                  </a:lnTo>
                  <a:lnTo>
                    <a:pt x="3681532" y="782018"/>
                  </a:lnTo>
                  <a:lnTo>
                    <a:pt x="3714699" y="779211"/>
                  </a:lnTo>
                  <a:lnTo>
                    <a:pt x="3747866" y="776357"/>
                  </a:lnTo>
                  <a:lnTo>
                    <a:pt x="3781033" y="773609"/>
                  </a:lnTo>
                  <a:lnTo>
                    <a:pt x="3814200" y="770924"/>
                  </a:lnTo>
                  <a:lnTo>
                    <a:pt x="3847367" y="768254"/>
                  </a:lnTo>
                  <a:lnTo>
                    <a:pt x="3880534" y="765555"/>
                  </a:lnTo>
                  <a:lnTo>
                    <a:pt x="3913701" y="762793"/>
                  </a:lnTo>
                  <a:lnTo>
                    <a:pt x="3946868" y="759940"/>
                  </a:lnTo>
                  <a:lnTo>
                    <a:pt x="3980035" y="756980"/>
                  </a:lnTo>
                  <a:lnTo>
                    <a:pt x="4013202" y="753906"/>
                  </a:lnTo>
                  <a:lnTo>
                    <a:pt x="4046369" y="750720"/>
                  </a:lnTo>
                  <a:lnTo>
                    <a:pt x="4079536" y="747432"/>
                  </a:lnTo>
                  <a:lnTo>
                    <a:pt x="4112703" y="744055"/>
                  </a:lnTo>
                  <a:lnTo>
                    <a:pt x="4145869" y="740605"/>
                  </a:lnTo>
                  <a:lnTo>
                    <a:pt x="4179036" y="737108"/>
                  </a:lnTo>
                  <a:lnTo>
                    <a:pt x="4212203" y="733631"/>
                  </a:lnTo>
                  <a:lnTo>
                    <a:pt x="4245370" y="730152"/>
                  </a:lnTo>
                  <a:lnTo>
                    <a:pt x="4278537" y="726637"/>
                  </a:lnTo>
                  <a:lnTo>
                    <a:pt x="4311704" y="723053"/>
                  </a:lnTo>
                  <a:lnTo>
                    <a:pt x="4344871" y="719369"/>
                  </a:lnTo>
                  <a:lnTo>
                    <a:pt x="4378038" y="715554"/>
                  </a:lnTo>
                  <a:lnTo>
                    <a:pt x="4411205" y="711582"/>
                  </a:lnTo>
                  <a:lnTo>
                    <a:pt x="4444372" y="707425"/>
                  </a:lnTo>
                  <a:lnTo>
                    <a:pt x="4477539" y="703060"/>
                  </a:lnTo>
                  <a:lnTo>
                    <a:pt x="4510706" y="698463"/>
                  </a:lnTo>
                  <a:lnTo>
                    <a:pt x="4543873" y="693612"/>
                  </a:lnTo>
                  <a:lnTo>
                    <a:pt x="4577040" y="688486"/>
                  </a:lnTo>
                  <a:lnTo>
                    <a:pt x="4610207" y="683063"/>
                  </a:lnTo>
                  <a:lnTo>
                    <a:pt x="4643374" y="677324"/>
                  </a:lnTo>
                  <a:lnTo>
                    <a:pt x="4676541" y="671246"/>
                  </a:lnTo>
                  <a:lnTo>
                    <a:pt x="4709708" y="664833"/>
                  </a:lnTo>
                  <a:lnTo>
                    <a:pt x="4742875" y="658188"/>
                  </a:lnTo>
                  <a:lnTo>
                    <a:pt x="4776042" y="651327"/>
                  </a:lnTo>
                  <a:lnTo>
                    <a:pt x="4809209" y="644258"/>
                  </a:lnTo>
                  <a:lnTo>
                    <a:pt x="4842376" y="636984"/>
                  </a:lnTo>
                  <a:lnTo>
                    <a:pt x="4875543" y="629513"/>
                  </a:lnTo>
                  <a:lnTo>
                    <a:pt x="4908710" y="621847"/>
                  </a:lnTo>
                  <a:lnTo>
                    <a:pt x="4941876" y="613992"/>
                  </a:lnTo>
                  <a:lnTo>
                    <a:pt x="4975043" y="605951"/>
                  </a:lnTo>
                  <a:lnTo>
                    <a:pt x="5008210" y="597728"/>
                  </a:lnTo>
                  <a:lnTo>
                    <a:pt x="5041377" y="589325"/>
                  </a:lnTo>
                  <a:lnTo>
                    <a:pt x="5074544" y="580745"/>
                  </a:lnTo>
                  <a:lnTo>
                    <a:pt x="5107711" y="571992"/>
                  </a:lnTo>
                  <a:lnTo>
                    <a:pt x="5140878" y="563066"/>
                  </a:lnTo>
                  <a:lnTo>
                    <a:pt x="5174045" y="553969"/>
                  </a:lnTo>
                  <a:lnTo>
                    <a:pt x="5207212" y="544704"/>
                  </a:lnTo>
                  <a:lnTo>
                    <a:pt x="5240379" y="535271"/>
                  </a:lnTo>
                  <a:lnTo>
                    <a:pt x="5273546" y="525671"/>
                  </a:lnTo>
                  <a:lnTo>
                    <a:pt x="5306713" y="515905"/>
                  </a:lnTo>
                  <a:lnTo>
                    <a:pt x="5339880" y="505974"/>
                  </a:lnTo>
                  <a:lnTo>
                    <a:pt x="5373047" y="495877"/>
                  </a:lnTo>
                  <a:lnTo>
                    <a:pt x="5406214" y="485615"/>
                  </a:lnTo>
                  <a:lnTo>
                    <a:pt x="5439381" y="475188"/>
                  </a:lnTo>
                  <a:lnTo>
                    <a:pt x="5472548" y="464596"/>
                  </a:lnTo>
                  <a:lnTo>
                    <a:pt x="5505715" y="453838"/>
                  </a:lnTo>
                  <a:lnTo>
                    <a:pt x="5538882" y="442915"/>
                  </a:lnTo>
                  <a:lnTo>
                    <a:pt x="5572049" y="431825"/>
                  </a:lnTo>
                  <a:lnTo>
                    <a:pt x="5605216" y="420567"/>
                  </a:lnTo>
                  <a:lnTo>
                    <a:pt x="5638383" y="409142"/>
                  </a:lnTo>
                  <a:lnTo>
                    <a:pt x="5671550" y="397548"/>
                  </a:lnTo>
                  <a:lnTo>
                    <a:pt x="5704717" y="385784"/>
                  </a:lnTo>
                  <a:lnTo>
                    <a:pt x="5737884" y="373850"/>
                  </a:lnTo>
                  <a:lnTo>
                    <a:pt x="5771050" y="361744"/>
                  </a:lnTo>
                  <a:lnTo>
                    <a:pt x="5804217" y="349466"/>
                  </a:lnTo>
                  <a:lnTo>
                    <a:pt x="5837384" y="337013"/>
                  </a:lnTo>
                  <a:lnTo>
                    <a:pt x="5870551" y="324386"/>
                  </a:lnTo>
                  <a:lnTo>
                    <a:pt x="5903718" y="311582"/>
                  </a:lnTo>
                  <a:lnTo>
                    <a:pt x="5936885" y="298601"/>
                  </a:lnTo>
                  <a:lnTo>
                    <a:pt x="5970052" y="285442"/>
                  </a:lnTo>
                  <a:lnTo>
                    <a:pt x="6003219" y="272103"/>
                  </a:lnTo>
                  <a:lnTo>
                    <a:pt x="6036386" y="258583"/>
                  </a:lnTo>
                  <a:lnTo>
                    <a:pt x="6069553" y="244881"/>
                  </a:lnTo>
                  <a:lnTo>
                    <a:pt x="6102720" y="230995"/>
                  </a:lnTo>
                  <a:lnTo>
                    <a:pt x="6135887" y="216925"/>
                  </a:lnTo>
                  <a:lnTo>
                    <a:pt x="6169054" y="202670"/>
                  </a:lnTo>
                  <a:lnTo>
                    <a:pt x="6202221" y="188227"/>
                  </a:lnTo>
                  <a:lnTo>
                    <a:pt x="6235388" y="173597"/>
                  </a:lnTo>
                  <a:lnTo>
                    <a:pt x="6268555" y="158778"/>
                  </a:lnTo>
                  <a:lnTo>
                    <a:pt x="6301722" y="143770"/>
                  </a:lnTo>
                  <a:lnTo>
                    <a:pt x="6334889" y="128570"/>
                  </a:lnTo>
                  <a:lnTo>
                    <a:pt x="6368056" y="113178"/>
                  </a:lnTo>
                  <a:lnTo>
                    <a:pt x="6401223" y="97594"/>
                  </a:lnTo>
                  <a:lnTo>
                    <a:pt x="6434390" y="81817"/>
                  </a:lnTo>
                  <a:lnTo>
                    <a:pt x="6467557" y="65845"/>
                  </a:lnTo>
                  <a:lnTo>
                    <a:pt x="6500724" y="49678"/>
                  </a:lnTo>
                  <a:lnTo>
                    <a:pt x="6533891" y="33315"/>
                  </a:lnTo>
                  <a:lnTo>
                    <a:pt x="6567058" y="16756"/>
                  </a:lnTo>
                  <a:lnTo>
                    <a:pt x="6600224" y="0"/>
                  </a:lnTo>
                  <a:lnTo>
                    <a:pt x="6600224" y="325131"/>
                  </a:lnTo>
                  <a:lnTo>
                    <a:pt x="6567058" y="336223"/>
                  </a:lnTo>
                  <a:lnTo>
                    <a:pt x="6533891" y="347247"/>
                  </a:lnTo>
                  <a:lnTo>
                    <a:pt x="6500724" y="358201"/>
                  </a:lnTo>
                  <a:lnTo>
                    <a:pt x="6467557" y="369082"/>
                  </a:lnTo>
                  <a:lnTo>
                    <a:pt x="6434390" y="379891"/>
                  </a:lnTo>
                  <a:lnTo>
                    <a:pt x="6401223" y="390624"/>
                  </a:lnTo>
                  <a:lnTo>
                    <a:pt x="6368056" y="401282"/>
                  </a:lnTo>
                  <a:lnTo>
                    <a:pt x="6334889" y="411862"/>
                  </a:lnTo>
                  <a:lnTo>
                    <a:pt x="6301722" y="422362"/>
                  </a:lnTo>
                  <a:lnTo>
                    <a:pt x="6268555" y="432781"/>
                  </a:lnTo>
                  <a:lnTo>
                    <a:pt x="6235388" y="443118"/>
                  </a:lnTo>
                  <a:lnTo>
                    <a:pt x="6202221" y="453370"/>
                  </a:lnTo>
                  <a:lnTo>
                    <a:pt x="6169054" y="463535"/>
                  </a:lnTo>
                  <a:lnTo>
                    <a:pt x="6135887" y="473613"/>
                  </a:lnTo>
                  <a:lnTo>
                    <a:pt x="6102720" y="483600"/>
                  </a:lnTo>
                  <a:lnTo>
                    <a:pt x="6069553" y="493496"/>
                  </a:lnTo>
                  <a:lnTo>
                    <a:pt x="6036386" y="503298"/>
                  </a:lnTo>
                  <a:lnTo>
                    <a:pt x="6003219" y="513004"/>
                  </a:lnTo>
                  <a:lnTo>
                    <a:pt x="5970052" y="522613"/>
                  </a:lnTo>
                  <a:lnTo>
                    <a:pt x="5936885" y="532123"/>
                  </a:lnTo>
                  <a:lnTo>
                    <a:pt x="5903718" y="541531"/>
                  </a:lnTo>
                  <a:lnTo>
                    <a:pt x="5870551" y="550835"/>
                  </a:lnTo>
                  <a:lnTo>
                    <a:pt x="5837384" y="560034"/>
                  </a:lnTo>
                  <a:lnTo>
                    <a:pt x="5804217" y="569127"/>
                  </a:lnTo>
                  <a:lnTo>
                    <a:pt x="5771050" y="578110"/>
                  </a:lnTo>
                  <a:lnTo>
                    <a:pt x="5737884" y="586982"/>
                  </a:lnTo>
                  <a:lnTo>
                    <a:pt x="5704717" y="595742"/>
                  </a:lnTo>
                  <a:lnTo>
                    <a:pt x="5671550" y="604387"/>
                  </a:lnTo>
                  <a:lnTo>
                    <a:pt x="5638383" y="612916"/>
                  </a:lnTo>
                  <a:lnTo>
                    <a:pt x="5605216" y="621327"/>
                  </a:lnTo>
                  <a:lnTo>
                    <a:pt x="5572049" y="629619"/>
                  </a:lnTo>
                  <a:lnTo>
                    <a:pt x="5538882" y="637790"/>
                  </a:lnTo>
                  <a:lnTo>
                    <a:pt x="5505715" y="645839"/>
                  </a:lnTo>
                  <a:lnTo>
                    <a:pt x="5472548" y="653765"/>
                  </a:lnTo>
                  <a:lnTo>
                    <a:pt x="5439381" y="661566"/>
                  </a:lnTo>
                  <a:lnTo>
                    <a:pt x="5406214" y="669241"/>
                  </a:lnTo>
                  <a:lnTo>
                    <a:pt x="5373047" y="676790"/>
                  </a:lnTo>
                  <a:lnTo>
                    <a:pt x="5339880" y="684212"/>
                  </a:lnTo>
                  <a:lnTo>
                    <a:pt x="5306713" y="691505"/>
                  </a:lnTo>
                  <a:lnTo>
                    <a:pt x="5273546" y="698671"/>
                  </a:lnTo>
                  <a:lnTo>
                    <a:pt x="5240379" y="705708"/>
                  </a:lnTo>
                  <a:lnTo>
                    <a:pt x="5207212" y="712616"/>
                  </a:lnTo>
                  <a:lnTo>
                    <a:pt x="5174045" y="719396"/>
                  </a:lnTo>
                  <a:lnTo>
                    <a:pt x="5140878" y="726049"/>
                  </a:lnTo>
                  <a:lnTo>
                    <a:pt x="5107711" y="732575"/>
                  </a:lnTo>
                  <a:lnTo>
                    <a:pt x="5074544" y="738974"/>
                  </a:lnTo>
                  <a:lnTo>
                    <a:pt x="5041377" y="745249"/>
                  </a:lnTo>
                  <a:lnTo>
                    <a:pt x="5008210" y="751401"/>
                  </a:lnTo>
                  <a:lnTo>
                    <a:pt x="4975043" y="757432"/>
                  </a:lnTo>
                  <a:lnTo>
                    <a:pt x="4941876" y="763345"/>
                  </a:lnTo>
                  <a:lnTo>
                    <a:pt x="4908710" y="769141"/>
                  </a:lnTo>
                  <a:lnTo>
                    <a:pt x="4875543" y="774824"/>
                  </a:lnTo>
                  <a:lnTo>
                    <a:pt x="4842376" y="780398"/>
                  </a:lnTo>
                  <a:lnTo>
                    <a:pt x="4809209" y="785867"/>
                  </a:lnTo>
                  <a:lnTo>
                    <a:pt x="4776042" y="791234"/>
                  </a:lnTo>
                  <a:lnTo>
                    <a:pt x="4742875" y="796505"/>
                  </a:lnTo>
                  <a:lnTo>
                    <a:pt x="4709708" y="801685"/>
                  </a:lnTo>
                  <a:lnTo>
                    <a:pt x="4676541" y="806757"/>
                  </a:lnTo>
                  <a:lnTo>
                    <a:pt x="4643374" y="811557"/>
                  </a:lnTo>
                  <a:lnTo>
                    <a:pt x="4610207" y="816074"/>
                  </a:lnTo>
                  <a:lnTo>
                    <a:pt x="4577040" y="820338"/>
                  </a:lnTo>
                  <a:lnTo>
                    <a:pt x="4543873" y="824381"/>
                  </a:lnTo>
                  <a:lnTo>
                    <a:pt x="4510706" y="828236"/>
                  </a:lnTo>
                  <a:lnTo>
                    <a:pt x="4477539" y="831933"/>
                  </a:lnTo>
                  <a:lnTo>
                    <a:pt x="4444372" y="835502"/>
                  </a:lnTo>
                  <a:lnTo>
                    <a:pt x="4411205" y="838974"/>
                  </a:lnTo>
                  <a:lnTo>
                    <a:pt x="4378038" y="842376"/>
                  </a:lnTo>
                  <a:lnTo>
                    <a:pt x="4344871" y="845735"/>
                  </a:lnTo>
                  <a:lnTo>
                    <a:pt x="4311704" y="849075"/>
                  </a:lnTo>
                  <a:lnTo>
                    <a:pt x="4278537" y="852420"/>
                  </a:lnTo>
                  <a:lnTo>
                    <a:pt x="4245370" y="855790"/>
                  </a:lnTo>
                  <a:lnTo>
                    <a:pt x="4212203" y="859205"/>
                  </a:lnTo>
                  <a:lnTo>
                    <a:pt x="4179036" y="862684"/>
                  </a:lnTo>
                  <a:lnTo>
                    <a:pt x="4145869" y="866210"/>
                  </a:lnTo>
                  <a:lnTo>
                    <a:pt x="4112703" y="869586"/>
                  </a:lnTo>
                  <a:lnTo>
                    <a:pt x="4079536" y="872810"/>
                  </a:lnTo>
                  <a:lnTo>
                    <a:pt x="4046369" y="875927"/>
                  </a:lnTo>
                  <a:lnTo>
                    <a:pt x="4013202" y="878978"/>
                  </a:lnTo>
                  <a:lnTo>
                    <a:pt x="3980035" y="882003"/>
                  </a:lnTo>
                  <a:lnTo>
                    <a:pt x="3946868" y="885030"/>
                  </a:lnTo>
                  <a:lnTo>
                    <a:pt x="3913701" y="888084"/>
                  </a:lnTo>
                  <a:lnTo>
                    <a:pt x="3880534" y="891175"/>
                  </a:lnTo>
                  <a:lnTo>
                    <a:pt x="3847367" y="894306"/>
                  </a:lnTo>
                  <a:lnTo>
                    <a:pt x="3814200" y="897469"/>
                  </a:lnTo>
                  <a:lnTo>
                    <a:pt x="3781033" y="900651"/>
                  </a:lnTo>
                  <a:lnTo>
                    <a:pt x="3747866" y="903831"/>
                  </a:lnTo>
                  <a:lnTo>
                    <a:pt x="3714699" y="906974"/>
                  </a:lnTo>
                  <a:lnTo>
                    <a:pt x="3681532" y="909811"/>
                  </a:lnTo>
                  <a:lnTo>
                    <a:pt x="3648365" y="912304"/>
                  </a:lnTo>
                  <a:lnTo>
                    <a:pt x="3615198" y="914538"/>
                  </a:lnTo>
                  <a:lnTo>
                    <a:pt x="3582031" y="916596"/>
                  </a:lnTo>
                  <a:lnTo>
                    <a:pt x="3548864" y="918560"/>
                  </a:lnTo>
                  <a:lnTo>
                    <a:pt x="3515697" y="920500"/>
                  </a:lnTo>
                  <a:lnTo>
                    <a:pt x="3482530" y="922477"/>
                  </a:lnTo>
                  <a:lnTo>
                    <a:pt x="3449363" y="924534"/>
                  </a:lnTo>
                  <a:lnTo>
                    <a:pt x="3416196" y="926702"/>
                  </a:lnTo>
                  <a:lnTo>
                    <a:pt x="3383029" y="928994"/>
                  </a:lnTo>
                  <a:lnTo>
                    <a:pt x="3349862" y="931411"/>
                  </a:lnTo>
                  <a:lnTo>
                    <a:pt x="3316695" y="933942"/>
                  </a:lnTo>
                  <a:lnTo>
                    <a:pt x="3283529" y="936569"/>
                  </a:lnTo>
                  <a:lnTo>
                    <a:pt x="3250362" y="939271"/>
                  </a:lnTo>
                  <a:lnTo>
                    <a:pt x="3217195" y="942024"/>
                  </a:lnTo>
                  <a:lnTo>
                    <a:pt x="3184028" y="944749"/>
                  </a:lnTo>
                  <a:lnTo>
                    <a:pt x="3150861" y="947443"/>
                  </a:lnTo>
                  <a:lnTo>
                    <a:pt x="3117694" y="950156"/>
                  </a:lnTo>
                  <a:lnTo>
                    <a:pt x="3084527" y="952933"/>
                  </a:lnTo>
                  <a:lnTo>
                    <a:pt x="3051360" y="955811"/>
                  </a:lnTo>
                  <a:lnTo>
                    <a:pt x="3018193" y="958817"/>
                  </a:lnTo>
                  <a:lnTo>
                    <a:pt x="2985026" y="961957"/>
                  </a:lnTo>
                  <a:lnTo>
                    <a:pt x="2951859" y="965221"/>
                  </a:lnTo>
                  <a:lnTo>
                    <a:pt x="2918692" y="968576"/>
                  </a:lnTo>
                  <a:lnTo>
                    <a:pt x="2885525" y="971974"/>
                  </a:lnTo>
                  <a:lnTo>
                    <a:pt x="2852358" y="975348"/>
                  </a:lnTo>
                  <a:lnTo>
                    <a:pt x="2819191" y="978624"/>
                  </a:lnTo>
                  <a:lnTo>
                    <a:pt x="2786024" y="981722"/>
                  </a:lnTo>
                  <a:lnTo>
                    <a:pt x="2752857" y="984583"/>
                  </a:lnTo>
                  <a:lnTo>
                    <a:pt x="2719690" y="987433"/>
                  </a:lnTo>
                  <a:lnTo>
                    <a:pt x="2686523" y="990375"/>
                  </a:lnTo>
                  <a:lnTo>
                    <a:pt x="2653356" y="993418"/>
                  </a:lnTo>
                  <a:lnTo>
                    <a:pt x="2620189" y="996564"/>
                  </a:lnTo>
                  <a:lnTo>
                    <a:pt x="2587022" y="999813"/>
                  </a:lnTo>
                  <a:lnTo>
                    <a:pt x="2553855" y="1003149"/>
                  </a:lnTo>
                  <a:lnTo>
                    <a:pt x="2520688" y="1006547"/>
                  </a:lnTo>
                  <a:lnTo>
                    <a:pt x="2487521" y="1009970"/>
                  </a:lnTo>
                  <a:lnTo>
                    <a:pt x="2454355" y="1013369"/>
                  </a:lnTo>
                  <a:lnTo>
                    <a:pt x="2421188" y="1014307"/>
                  </a:lnTo>
                  <a:lnTo>
                    <a:pt x="2388021" y="1014307"/>
                  </a:lnTo>
                  <a:lnTo>
                    <a:pt x="2354854" y="1014307"/>
                  </a:lnTo>
                  <a:lnTo>
                    <a:pt x="2321687" y="1014307"/>
                  </a:lnTo>
                  <a:lnTo>
                    <a:pt x="2288520" y="1014307"/>
                  </a:lnTo>
                  <a:lnTo>
                    <a:pt x="2255353" y="1014307"/>
                  </a:lnTo>
                  <a:lnTo>
                    <a:pt x="2222186" y="1014307"/>
                  </a:lnTo>
                  <a:lnTo>
                    <a:pt x="2189019" y="1014307"/>
                  </a:lnTo>
                  <a:lnTo>
                    <a:pt x="2155852" y="1014307"/>
                  </a:lnTo>
                  <a:lnTo>
                    <a:pt x="2122685" y="1014307"/>
                  </a:lnTo>
                  <a:lnTo>
                    <a:pt x="2089518" y="1014307"/>
                  </a:lnTo>
                  <a:lnTo>
                    <a:pt x="2056351" y="1014307"/>
                  </a:lnTo>
                  <a:lnTo>
                    <a:pt x="2023184" y="1014307"/>
                  </a:lnTo>
                  <a:lnTo>
                    <a:pt x="1990017" y="1014307"/>
                  </a:lnTo>
                  <a:lnTo>
                    <a:pt x="1956850" y="1014307"/>
                  </a:lnTo>
                  <a:lnTo>
                    <a:pt x="1923683" y="1014307"/>
                  </a:lnTo>
                  <a:lnTo>
                    <a:pt x="1890516" y="1014307"/>
                  </a:lnTo>
                  <a:lnTo>
                    <a:pt x="1857349" y="1014307"/>
                  </a:lnTo>
                  <a:lnTo>
                    <a:pt x="1824182" y="1014307"/>
                  </a:lnTo>
                  <a:lnTo>
                    <a:pt x="1791015" y="1014307"/>
                  </a:lnTo>
                  <a:lnTo>
                    <a:pt x="1757848" y="1014307"/>
                  </a:lnTo>
                  <a:lnTo>
                    <a:pt x="1724681" y="1014307"/>
                  </a:lnTo>
                  <a:lnTo>
                    <a:pt x="1691514" y="1014307"/>
                  </a:lnTo>
                  <a:lnTo>
                    <a:pt x="1658347" y="1014307"/>
                  </a:lnTo>
                  <a:lnTo>
                    <a:pt x="1625181" y="1014307"/>
                  </a:lnTo>
                  <a:lnTo>
                    <a:pt x="1592014" y="1014307"/>
                  </a:lnTo>
                  <a:lnTo>
                    <a:pt x="1558847" y="1014307"/>
                  </a:lnTo>
                  <a:lnTo>
                    <a:pt x="1525680" y="1014307"/>
                  </a:lnTo>
                  <a:lnTo>
                    <a:pt x="1492513" y="1014307"/>
                  </a:lnTo>
                  <a:lnTo>
                    <a:pt x="1459346" y="1014307"/>
                  </a:lnTo>
                  <a:lnTo>
                    <a:pt x="1426179" y="1014307"/>
                  </a:lnTo>
                  <a:lnTo>
                    <a:pt x="1393012" y="1014307"/>
                  </a:lnTo>
                  <a:lnTo>
                    <a:pt x="1359845" y="1014307"/>
                  </a:lnTo>
                  <a:lnTo>
                    <a:pt x="1326678" y="1014307"/>
                  </a:lnTo>
                  <a:lnTo>
                    <a:pt x="1293511" y="1014307"/>
                  </a:lnTo>
                  <a:lnTo>
                    <a:pt x="1260344" y="1014307"/>
                  </a:lnTo>
                  <a:lnTo>
                    <a:pt x="1227177" y="1014307"/>
                  </a:lnTo>
                  <a:lnTo>
                    <a:pt x="1194010" y="1014307"/>
                  </a:lnTo>
                  <a:lnTo>
                    <a:pt x="1160843" y="1014307"/>
                  </a:lnTo>
                  <a:lnTo>
                    <a:pt x="1127676" y="1014307"/>
                  </a:lnTo>
                  <a:lnTo>
                    <a:pt x="1094509" y="1014307"/>
                  </a:lnTo>
                  <a:lnTo>
                    <a:pt x="1061342" y="1014307"/>
                  </a:lnTo>
                  <a:lnTo>
                    <a:pt x="1028175" y="1014307"/>
                  </a:lnTo>
                  <a:lnTo>
                    <a:pt x="995008" y="1014307"/>
                  </a:lnTo>
                  <a:lnTo>
                    <a:pt x="961841" y="1014307"/>
                  </a:lnTo>
                  <a:lnTo>
                    <a:pt x="928674" y="1014307"/>
                  </a:lnTo>
                  <a:lnTo>
                    <a:pt x="895507" y="1014307"/>
                  </a:lnTo>
                  <a:lnTo>
                    <a:pt x="862340" y="1014307"/>
                  </a:lnTo>
                  <a:lnTo>
                    <a:pt x="829173" y="1014307"/>
                  </a:lnTo>
                  <a:lnTo>
                    <a:pt x="796007" y="1014307"/>
                  </a:lnTo>
                  <a:lnTo>
                    <a:pt x="762840" y="1014307"/>
                  </a:lnTo>
                  <a:lnTo>
                    <a:pt x="729673" y="1014307"/>
                  </a:lnTo>
                  <a:lnTo>
                    <a:pt x="696506" y="1014307"/>
                  </a:lnTo>
                  <a:lnTo>
                    <a:pt x="663339" y="1014307"/>
                  </a:lnTo>
                  <a:lnTo>
                    <a:pt x="630172" y="1014307"/>
                  </a:lnTo>
                  <a:lnTo>
                    <a:pt x="597005" y="1014307"/>
                  </a:lnTo>
                  <a:lnTo>
                    <a:pt x="563838" y="1014307"/>
                  </a:lnTo>
                  <a:lnTo>
                    <a:pt x="530671" y="1014307"/>
                  </a:lnTo>
                  <a:lnTo>
                    <a:pt x="497504" y="1014307"/>
                  </a:lnTo>
                  <a:lnTo>
                    <a:pt x="464337" y="1014307"/>
                  </a:lnTo>
                  <a:lnTo>
                    <a:pt x="431170" y="1014307"/>
                  </a:lnTo>
                  <a:lnTo>
                    <a:pt x="398003" y="1014307"/>
                  </a:lnTo>
                  <a:lnTo>
                    <a:pt x="364836" y="1014307"/>
                  </a:lnTo>
                  <a:lnTo>
                    <a:pt x="331669" y="1014307"/>
                  </a:lnTo>
                  <a:lnTo>
                    <a:pt x="298502" y="1014307"/>
                  </a:lnTo>
                  <a:lnTo>
                    <a:pt x="265335" y="1014307"/>
                  </a:lnTo>
                  <a:lnTo>
                    <a:pt x="232168" y="1014307"/>
                  </a:lnTo>
                  <a:lnTo>
                    <a:pt x="199001" y="1014307"/>
                  </a:lnTo>
                  <a:lnTo>
                    <a:pt x="165834" y="1014307"/>
                  </a:lnTo>
                  <a:lnTo>
                    <a:pt x="132667" y="1014307"/>
                  </a:lnTo>
                  <a:lnTo>
                    <a:pt x="99500" y="1014307"/>
                  </a:lnTo>
                  <a:lnTo>
                    <a:pt x="66333" y="1014307"/>
                  </a:lnTo>
                  <a:lnTo>
                    <a:pt x="33166" y="1014307"/>
                  </a:lnTo>
                  <a:lnTo>
                    <a:pt x="0" y="1014307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4204996"/>
              <a:ext cx="6600224" cy="936438"/>
            </a:xfrm>
            <a:custGeom>
              <a:avLst/>
              <a:pathLst>
                <a:path w="6600224" h="936438">
                  <a:moveTo>
                    <a:pt x="0" y="761102"/>
                  </a:moveTo>
                  <a:lnTo>
                    <a:pt x="33166" y="769002"/>
                  </a:lnTo>
                  <a:lnTo>
                    <a:pt x="66333" y="776728"/>
                  </a:lnTo>
                  <a:lnTo>
                    <a:pt x="99500" y="784280"/>
                  </a:lnTo>
                  <a:lnTo>
                    <a:pt x="132667" y="791658"/>
                  </a:lnTo>
                  <a:lnTo>
                    <a:pt x="165834" y="798859"/>
                  </a:lnTo>
                  <a:lnTo>
                    <a:pt x="199001" y="805884"/>
                  </a:lnTo>
                  <a:lnTo>
                    <a:pt x="232168" y="812731"/>
                  </a:lnTo>
                  <a:lnTo>
                    <a:pt x="265335" y="819400"/>
                  </a:lnTo>
                  <a:lnTo>
                    <a:pt x="298502" y="825889"/>
                  </a:lnTo>
                  <a:lnTo>
                    <a:pt x="331669" y="832197"/>
                  </a:lnTo>
                  <a:lnTo>
                    <a:pt x="364836" y="838324"/>
                  </a:lnTo>
                  <a:lnTo>
                    <a:pt x="398003" y="844269"/>
                  </a:lnTo>
                  <a:lnTo>
                    <a:pt x="431170" y="850031"/>
                  </a:lnTo>
                  <a:lnTo>
                    <a:pt x="464337" y="855609"/>
                  </a:lnTo>
                  <a:lnTo>
                    <a:pt x="497504" y="861002"/>
                  </a:lnTo>
                  <a:lnTo>
                    <a:pt x="530671" y="866208"/>
                  </a:lnTo>
                  <a:lnTo>
                    <a:pt x="563838" y="871228"/>
                  </a:lnTo>
                  <a:lnTo>
                    <a:pt x="597005" y="876061"/>
                  </a:lnTo>
                  <a:lnTo>
                    <a:pt x="630172" y="880705"/>
                  </a:lnTo>
                  <a:lnTo>
                    <a:pt x="663339" y="885161"/>
                  </a:lnTo>
                  <a:lnTo>
                    <a:pt x="696506" y="889427"/>
                  </a:lnTo>
                  <a:lnTo>
                    <a:pt x="729673" y="893502"/>
                  </a:lnTo>
                  <a:lnTo>
                    <a:pt x="762840" y="897388"/>
                  </a:lnTo>
                  <a:lnTo>
                    <a:pt x="796007" y="901082"/>
                  </a:lnTo>
                  <a:lnTo>
                    <a:pt x="829173" y="904586"/>
                  </a:lnTo>
                  <a:lnTo>
                    <a:pt x="862340" y="907899"/>
                  </a:lnTo>
                  <a:lnTo>
                    <a:pt x="895507" y="911021"/>
                  </a:lnTo>
                  <a:lnTo>
                    <a:pt x="928674" y="913953"/>
                  </a:lnTo>
                  <a:lnTo>
                    <a:pt x="961841" y="916695"/>
                  </a:lnTo>
                  <a:lnTo>
                    <a:pt x="995008" y="919249"/>
                  </a:lnTo>
                  <a:lnTo>
                    <a:pt x="1028175" y="921615"/>
                  </a:lnTo>
                  <a:lnTo>
                    <a:pt x="1061342" y="923795"/>
                  </a:lnTo>
                  <a:lnTo>
                    <a:pt x="1094509" y="925792"/>
                  </a:lnTo>
                  <a:lnTo>
                    <a:pt x="1127676" y="927605"/>
                  </a:lnTo>
                  <a:lnTo>
                    <a:pt x="1160843" y="929240"/>
                  </a:lnTo>
                  <a:lnTo>
                    <a:pt x="1194010" y="930697"/>
                  </a:lnTo>
                  <a:lnTo>
                    <a:pt x="1227177" y="931980"/>
                  </a:lnTo>
                  <a:lnTo>
                    <a:pt x="1260344" y="933092"/>
                  </a:lnTo>
                  <a:lnTo>
                    <a:pt x="1293511" y="934038"/>
                  </a:lnTo>
                  <a:lnTo>
                    <a:pt x="1326678" y="934820"/>
                  </a:lnTo>
                  <a:lnTo>
                    <a:pt x="1359845" y="935444"/>
                  </a:lnTo>
                  <a:lnTo>
                    <a:pt x="1393012" y="935913"/>
                  </a:lnTo>
                  <a:lnTo>
                    <a:pt x="1426179" y="936232"/>
                  </a:lnTo>
                  <a:lnTo>
                    <a:pt x="1459346" y="936406"/>
                  </a:lnTo>
                  <a:lnTo>
                    <a:pt x="1492513" y="936438"/>
                  </a:lnTo>
                  <a:lnTo>
                    <a:pt x="1525680" y="936335"/>
                  </a:lnTo>
                  <a:lnTo>
                    <a:pt x="1558847" y="936100"/>
                  </a:lnTo>
                  <a:lnTo>
                    <a:pt x="1592014" y="935737"/>
                  </a:lnTo>
                  <a:lnTo>
                    <a:pt x="1625181" y="935251"/>
                  </a:lnTo>
                  <a:lnTo>
                    <a:pt x="1658347" y="934645"/>
                  </a:lnTo>
                  <a:lnTo>
                    <a:pt x="1691514" y="933924"/>
                  </a:lnTo>
                  <a:lnTo>
                    <a:pt x="1724681" y="933089"/>
                  </a:lnTo>
                  <a:lnTo>
                    <a:pt x="1757848" y="932143"/>
                  </a:lnTo>
                  <a:lnTo>
                    <a:pt x="1791015" y="931089"/>
                  </a:lnTo>
                  <a:lnTo>
                    <a:pt x="1824182" y="929910"/>
                  </a:lnTo>
                  <a:lnTo>
                    <a:pt x="1857349" y="928606"/>
                  </a:lnTo>
                  <a:lnTo>
                    <a:pt x="1890516" y="927181"/>
                  </a:lnTo>
                  <a:lnTo>
                    <a:pt x="1923683" y="925638"/>
                  </a:lnTo>
                  <a:lnTo>
                    <a:pt x="1956850" y="923981"/>
                  </a:lnTo>
                  <a:lnTo>
                    <a:pt x="1990017" y="922216"/>
                  </a:lnTo>
                  <a:lnTo>
                    <a:pt x="2023184" y="920345"/>
                  </a:lnTo>
                  <a:lnTo>
                    <a:pt x="2056351" y="918374"/>
                  </a:lnTo>
                  <a:lnTo>
                    <a:pt x="2089518" y="916309"/>
                  </a:lnTo>
                  <a:lnTo>
                    <a:pt x="2122685" y="914157"/>
                  </a:lnTo>
                  <a:lnTo>
                    <a:pt x="2155852" y="911926"/>
                  </a:lnTo>
                  <a:lnTo>
                    <a:pt x="2189019" y="909626"/>
                  </a:lnTo>
                  <a:lnTo>
                    <a:pt x="2222186" y="907267"/>
                  </a:lnTo>
                  <a:lnTo>
                    <a:pt x="2255353" y="904862"/>
                  </a:lnTo>
                  <a:lnTo>
                    <a:pt x="2288520" y="902424"/>
                  </a:lnTo>
                  <a:lnTo>
                    <a:pt x="2321687" y="899966"/>
                  </a:lnTo>
                  <a:lnTo>
                    <a:pt x="2354854" y="897426"/>
                  </a:lnTo>
                  <a:lnTo>
                    <a:pt x="2388021" y="894724"/>
                  </a:lnTo>
                  <a:lnTo>
                    <a:pt x="2421188" y="891860"/>
                  </a:lnTo>
                  <a:lnTo>
                    <a:pt x="2454355" y="888831"/>
                  </a:lnTo>
                  <a:lnTo>
                    <a:pt x="2487521" y="885639"/>
                  </a:lnTo>
                  <a:lnTo>
                    <a:pt x="2520688" y="882293"/>
                  </a:lnTo>
                  <a:lnTo>
                    <a:pt x="2553855" y="878813"/>
                  </a:lnTo>
                  <a:lnTo>
                    <a:pt x="2587022" y="875228"/>
                  </a:lnTo>
                  <a:lnTo>
                    <a:pt x="2620189" y="871581"/>
                  </a:lnTo>
                  <a:lnTo>
                    <a:pt x="2653356" y="867928"/>
                  </a:lnTo>
                  <a:lnTo>
                    <a:pt x="2686523" y="864332"/>
                  </a:lnTo>
                  <a:lnTo>
                    <a:pt x="2719690" y="860866"/>
                  </a:lnTo>
                  <a:lnTo>
                    <a:pt x="2752857" y="857607"/>
                  </a:lnTo>
                  <a:lnTo>
                    <a:pt x="2786024" y="854563"/>
                  </a:lnTo>
                  <a:lnTo>
                    <a:pt x="2819191" y="851560"/>
                  </a:lnTo>
                  <a:lnTo>
                    <a:pt x="2852358" y="848548"/>
                  </a:lnTo>
                  <a:lnTo>
                    <a:pt x="2885525" y="845488"/>
                  </a:lnTo>
                  <a:lnTo>
                    <a:pt x="2918692" y="842343"/>
                  </a:lnTo>
                  <a:lnTo>
                    <a:pt x="2951859" y="839084"/>
                  </a:lnTo>
                  <a:lnTo>
                    <a:pt x="2985026" y="835702"/>
                  </a:lnTo>
                  <a:lnTo>
                    <a:pt x="3018193" y="832203"/>
                  </a:lnTo>
                  <a:lnTo>
                    <a:pt x="3051360" y="828614"/>
                  </a:lnTo>
                  <a:lnTo>
                    <a:pt x="3084527" y="824980"/>
                  </a:lnTo>
                  <a:lnTo>
                    <a:pt x="3117694" y="821367"/>
                  </a:lnTo>
                  <a:lnTo>
                    <a:pt x="3150861" y="817849"/>
                  </a:lnTo>
                  <a:lnTo>
                    <a:pt x="3184028" y="814511"/>
                  </a:lnTo>
                  <a:lnTo>
                    <a:pt x="3217195" y="811439"/>
                  </a:lnTo>
                  <a:lnTo>
                    <a:pt x="3250362" y="808734"/>
                  </a:lnTo>
                  <a:lnTo>
                    <a:pt x="3283529" y="806417"/>
                  </a:lnTo>
                  <a:lnTo>
                    <a:pt x="3316695" y="804400"/>
                  </a:lnTo>
                  <a:lnTo>
                    <a:pt x="3349862" y="802591"/>
                  </a:lnTo>
                  <a:lnTo>
                    <a:pt x="3383029" y="800902"/>
                  </a:lnTo>
                  <a:lnTo>
                    <a:pt x="3416196" y="799251"/>
                  </a:lnTo>
                  <a:lnTo>
                    <a:pt x="3449363" y="797568"/>
                  </a:lnTo>
                  <a:lnTo>
                    <a:pt x="3482530" y="795797"/>
                  </a:lnTo>
                  <a:lnTo>
                    <a:pt x="3515697" y="793897"/>
                  </a:lnTo>
                  <a:lnTo>
                    <a:pt x="3548864" y="791843"/>
                  </a:lnTo>
                  <a:lnTo>
                    <a:pt x="3582031" y="789622"/>
                  </a:lnTo>
                  <a:lnTo>
                    <a:pt x="3615198" y="787238"/>
                  </a:lnTo>
                  <a:lnTo>
                    <a:pt x="3648365" y="784698"/>
                  </a:lnTo>
                  <a:lnTo>
                    <a:pt x="3681532" y="782018"/>
                  </a:lnTo>
                  <a:lnTo>
                    <a:pt x="3714699" y="779211"/>
                  </a:lnTo>
                  <a:lnTo>
                    <a:pt x="3747866" y="776357"/>
                  </a:lnTo>
                  <a:lnTo>
                    <a:pt x="3781033" y="773609"/>
                  </a:lnTo>
                  <a:lnTo>
                    <a:pt x="3814200" y="770924"/>
                  </a:lnTo>
                  <a:lnTo>
                    <a:pt x="3847367" y="768254"/>
                  </a:lnTo>
                  <a:lnTo>
                    <a:pt x="3880534" y="765555"/>
                  </a:lnTo>
                  <a:lnTo>
                    <a:pt x="3913701" y="762793"/>
                  </a:lnTo>
                  <a:lnTo>
                    <a:pt x="3946868" y="759940"/>
                  </a:lnTo>
                  <a:lnTo>
                    <a:pt x="3980035" y="756980"/>
                  </a:lnTo>
                  <a:lnTo>
                    <a:pt x="4013202" y="753906"/>
                  </a:lnTo>
                  <a:lnTo>
                    <a:pt x="4046369" y="750720"/>
                  </a:lnTo>
                  <a:lnTo>
                    <a:pt x="4079536" y="747432"/>
                  </a:lnTo>
                  <a:lnTo>
                    <a:pt x="4112703" y="744055"/>
                  </a:lnTo>
                  <a:lnTo>
                    <a:pt x="4145869" y="740605"/>
                  </a:lnTo>
                  <a:lnTo>
                    <a:pt x="4179036" y="737108"/>
                  </a:lnTo>
                  <a:lnTo>
                    <a:pt x="4212203" y="733631"/>
                  </a:lnTo>
                  <a:lnTo>
                    <a:pt x="4245370" y="730152"/>
                  </a:lnTo>
                  <a:lnTo>
                    <a:pt x="4278537" y="726637"/>
                  </a:lnTo>
                  <a:lnTo>
                    <a:pt x="4311704" y="723053"/>
                  </a:lnTo>
                  <a:lnTo>
                    <a:pt x="4344871" y="719369"/>
                  </a:lnTo>
                  <a:lnTo>
                    <a:pt x="4378038" y="715554"/>
                  </a:lnTo>
                  <a:lnTo>
                    <a:pt x="4411205" y="711582"/>
                  </a:lnTo>
                  <a:lnTo>
                    <a:pt x="4444372" y="707425"/>
                  </a:lnTo>
                  <a:lnTo>
                    <a:pt x="4477539" y="703060"/>
                  </a:lnTo>
                  <a:lnTo>
                    <a:pt x="4510706" y="698463"/>
                  </a:lnTo>
                  <a:lnTo>
                    <a:pt x="4543873" y="693612"/>
                  </a:lnTo>
                  <a:lnTo>
                    <a:pt x="4577040" y="688486"/>
                  </a:lnTo>
                  <a:lnTo>
                    <a:pt x="4610207" y="683063"/>
                  </a:lnTo>
                  <a:lnTo>
                    <a:pt x="4643374" y="677324"/>
                  </a:lnTo>
                  <a:lnTo>
                    <a:pt x="4676541" y="671246"/>
                  </a:lnTo>
                  <a:lnTo>
                    <a:pt x="4709708" y="664833"/>
                  </a:lnTo>
                  <a:lnTo>
                    <a:pt x="4742875" y="658188"/>
                  </a:lnTo>
                  <a:lnTo>
                    <a:pt x="4776042" y="651327"/>
                  </a:lnTo>
                  <a:lnTo>
                    <a:pt x="4809209" y="644258"/>
                  </a:lnTo>
                  <a:lnTo>
                    <a:pt x="4842376" y="636984"/>
                  </a:lnTo>
                  <a:lnTo>
                    <a:pt x="4875543" y="629513"/>
                  </a:lnTo>
                  <a:lnTo>
                    <a:pt x="4908710" y="621847"/>
                  </a:lnTo>
                  <a:lnTo>
                    <a:pt x="4941876" y="613992"/>
                  </a:lnTo>
                  <a:lnTo>
                    <a:pt x="4975043" y="605951"/>
                  </a:lnTo>
                  <a:lnTo>
                    <a:pt x="5008210" y="597728"/>
                  </a:lnTo>
                  <a:lnTo>
                    <a:pt x="5041377" y="589325"/>
                  </a:lnTo>
                  <a:lnTo>
                    <a:pt x="5074544" y="580745"/>
                  </a:lnTo>
                  <a:lnTo>
                    <a:pt x="5107711" y="571992"/>
                  </a:lnTo>
                  <a:lnTo>
                    <a:pt x="5140878" y="563066"/>
                  </a:lnTo>
                  <a:lnTo>
                    <a:pt x="5174045" y="553969"/>
                  </a:lnTo>
                  <a:lnTo>
                    <a:pt x="5207212" y="544704"/>
                  </a:lnTo>
                  <a:lnTo>
                    <a:pt x="5240379" y="535271"/>
                  </a:lnTo>
                  <a:lnTo>
                    <a:pt x="5273546" y="525671"/>
                  </a:lnTo>
                  <a:lnTo>
                    <a:pt x="5306713" y="515905"/>
                  </a:lnTo>
                  <a:lnTo>
                    <a:pt x="5339880" y="505974"/>
                  </a:lnTo>
                  <a:lnTo>
                    <a:pt x="5373047" y="495877"/>
                  </a:lnTo>
                  <a:lnTo>
                    <a:pt x="5406214" y="485615"/>
                  </a:lnTo>
                  <a:lnTo>
                    <a:pt x="5439381" y="475188"/>
                  </a:lnTo>
                  <a:lnTo>
                    <a:pt x="5472548" y="464596"/>
                  </a:lnTo>
                  <a:lnTo>
                    <a:pt x="5505715" y="453838"/>
                  </a:lnTo>
                  <a:lnTo>
                    <a:pt x="5538882" y="442915"/>
                  </a:lnTo>
                  <a:lnTo>
                    <a:pt x="5572049" y="431825"/>
                  </a:lnTo>
                  <a:lnTo>
                    <a:pt x="5605216" y="420567"/>
                  </a:lnTo>
                  <a:lnTo>
                    <a:pt x="5638383" y="409142"/>
                  </a:lnTo>
                  <a:lnTo>
                    <a:pt x="5671550" y="397548"/>
                  </a:lnTo>
                  <a:lnTo>
                    <a:pt x="5704717" y="385784"/>
                  </a:lnTo>
                  <a:lnTo>
                    <a:pt x="5737884" y="373850"/>
                  </a:lnTo>
                  <a:lnTo>
                    <a:pt x="5771050" y="361744"/>
                  </a:lnTo>
                  <a:lnTo>
                    <a:pt x="5804217" y="349466"/>
                  </a:lnTo>
                  <a:lnTo>
                    <a:pt x="5837384" y="337013"/>
                  </a:lnTo>
                  <a:lnTo>
                    <a:pt x="5870551" y="324386"/>
                  </a:lnTo>
                  <a:lnTo>
                    <a:pt x="5903718" y="311582"/>
                  </a:lnTo>
                  <a:lnTo>
                    <a:pt x="5936885" y="298601"/>
                  </a:lnTo>
                  <a:lnTo>
                    <a:pt x="5970052" y="285442"/>
                  </a:lnTo>
                  <a:lnTo>
                    <a:pt x="6003219" y="272103"/>
                  </a:lnTo>
                  <a:lnTo>
                    <a:pt x="6036386" y="258583"/>
                  </a:lnTo>
                  <a:lnTo>
                    <a:pt x="6069553" y="244881"/>
                  </a:lnTo>
                  <a:lnTo>
                    <a:pt x="6102720" y="230995"/>
                  </a:lnTo>
                  <a:lnTo>
                    <a:pt x="6135887" y="216925"/>
                  </a:lnTo>
                  <a:lnTo>
                    <a:pt x="6169054" y="202670"/>
                  </a:lnTo>
                  <a:lnTo>
                    <a:pt x="6202221" y="188227"/>
                  </a:lnTo>
                  <a:lnTo>
                    <a:pt x="6235388" y="173597"/>
                  </a:lnTo>
                  <a:lnTo>
                    <a:pt x="6268555" y="158778"/>
                  </a:lnTo>
                  <a:lnTo>
                    <a:pt x="6301722" y="143770"/>
                  </a:lnTo>
                  <a:lnTo>
                    <a:pt x="6334889" y="128570"/>
                  </a:lnTo>
                  <a:lnTo>
                    <a:pt x="6368056" y="113178"/>
                  </a:lnTo>
                  <a:lnTo>
                    <a:pt x="6401223" y="97594"/>
                  </a:lnTo>
                  <a:lnTo>
                    <a:pt x="6434390" y="81817"/>
                  </a:lnTo>
                  <a:lnTo>
                    <a:pt x="6467557" y="65845"/>
                  </a:lnTo>
                  <a:lnTo>
                    <a:pt x="6500724" y="49678"/>
                  </a:lnTo>
                  <a:lnTo>
                    <a:pt x="6533891" y="33315"/>
                  </a:lnTo>
                  <a:lnTo>
                    <a:pt x="6567058" y="16756"/>
                  </a:lnTo>
                  <a:lnTo>
                    <a:pt x="66002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4530127"/>
              <a:ext cx="6600224" cy="689176"/>
            </a:xfrm>
            <a:custGeom>
              <a:avLst/>
              <a:pathLst>
                <a:path w="6600224" h="689176">
                  <a:moveTo>
                    <a:pt x="6600224" y="0"/>
                  </a:moveTo>
                  <a:lnTo>
                    <a:pt x="6567058" y="11092"/>
                  </a:lnTo>
                  <a:lnTo>
                    <a:pt x="6533891" y="22116"/>
                  </a:lnTo>
                  <a:lnTo>
                    <a:pt x="6500724" y="33069"/>
                  </a:lnTo>
                  <a:lnTo>
                    <a:pt x="6467557" y="43951"/>
                  </a:lnTo>
                  <a:lnTo>
                    <a:pt x="6434390" y="54759"/>
                  </a:lnTo>
                  <a:lnTo>
                    <a:pt x="6401223" y="65493"/>
                  </a:lnTo>
                  <a:lnTo>
                    <a:pt x="6368056" y="76151"/>
                  </a:lnTo>
                  <a:lnTo>
                    <a:pt x="6334889" y="86730"/>
                  </a:lnTo>
                  <a:lnTo>
                    <a:pt x="6301722" y="97231"/>
                  </a:lnTo>
                  <a:lnTo>
                    <a:pt x="6268555" y="107650"/>
                  </a:lnTo>
                  <a:lnTo>
                    <a:pt x="6235388" y="117986"/>
                  </a:lnTo>
                  <a:lnTo>
                    <a:pt x="6202221" y="128238"/>
                  </a:lnTo>
                  <a:lnTo>
                    <a:pt x="6169054" y="138404"/>
                  </a:lnTo>
                  <a:lnTo>
                    <a:pt x="6135887" y="148482"/>
                  </a:lnTo>
                  <a:lnTo>
                    <a:pt x="6102720" y="158469"/>
                  </a:lnTo>
                  <a:lnTo>
                    <a:pt x="6069553" y="168365"/>
                  </a:lnTo>
                  <a:lnTo>
                    <a:pt x="6036386" y="178167"/>
                  </a:lnTo>
                  <a:lnTo>
                    <a:pt x="6003219" y="187873"/>
                  </a:lnTo>
                  <a:lnTo>
                    <a:pt x="5970052" y="197482"/>
                  </a:lnTo>
                  <a:lnTo>
                    <a:pt x="5936885" y="206992"/>
                  </a:lnTo>
                  <a:lnTo>
                    <a:pt x="5903718" y="216399"/>
                  </a:lnTo>
                  <a:lnTo>
                    <a:pt x="5870551" y="225704"/>
                  </a:lnTo>
                  <a:lnTo>
                    <a:pt x="5837384" y="234903"/>
                  </a:lnTo>
                  <a:lnTo>
                    <a:pt x="5804217" y="243996"/>
                  </a:lnTo>
                  <a:lnTo>
                    <a:pt x="5771050" y="252979"/>
                  </a:lnTo>
                  <a:lnTo>
                    <a:pt x="5737884" y="261851"/>
                  </a:lnTo>
                  <a:lnTo>
                    <a:pt x="5704717" y="270611"/>
                  </a:lnTo>
                  <a:lnTo>
                    <a:pt x="5671550" y="279256"/>
                  </a:lnTo>
                  <a:lnTo>
                    <a:pt x="5638383" y="287785"/>
                  </a:lnTo>
                  <a:lnTo>
                    <a:pt x="5605216" y="296196"/>
                  </a:lnTo>
                  <a:lnTo>
                    <a:pt x="5572049" y="304488"/>
                  </a:lnTo>
                  <a:lnTo>
                    <a:pt x="5538882" y="312659"/>
                  </a:lnTo>
                  <a:lnTo>
                    <a:pt x="5505715" y="320708"/>
                  </a:lnTo>
                  <a:lnTo>
                    <a:pt x="5472548" y="328634"/>
                  </a:lnTo>
                  <a:lnTo>
                    <a:pt x="5439381" y="336435"/>
                  </a:lnTo>
                  <a:lnTo>
                    <a:pt x="5406214" y="344110"/>
                  </a:lnTo>
                  <a:lnTo>
                    <a:pt x="5373047" y="351659"/>
                  </a:lnTo>
                  <a:lnTo>
                    <a:pt x="5339880" y="359081"/>
                  </a:lnTo>
                  <a:lnTo>
                    <a:pt x="5306713" y="366374"/>
                  </a:lnTo>
                  <a:lnTo>
                    <a:pt x="5273546" y="373540"/>
                  </a:lnTo>
                  <a:lnTo>
                    <a:pt x="5240379" y="380577"/>
                  </a:lnTo>
                  <a:lnTo>
                    <a:pt x="5207212" y="387485"/>
                  </a:lnTo>
                  <a:lnTo>
                    <a:pt x="5174045" y="394265"/>
                  </a:lnTo>
                  <a:lnTo>
                    <a:pt x="5140878" y="400918"/>
                  </a:lnTo>
                  <a:lnTo>
                    <a:pt x="5107711" y="407443"/>
                  </a:lnTo>
                  <a:lnTo>
                    <a:pt x="5074544" y="413843"/>
                  </a:lnTo>
                  <a:lnTo>
                    <a:pt x="5041377" y="420118"/>
                  </a:lnTo>
                  <a:lnTo>
                    <a:pt x="5008210" y="426270"/>
                  </a:lnTo>
                  <a:lnTo>
                    <a:pt x="4975043" y="432301"/>
                  </a:lnTo>
                  <a:lnTo>
                    <a:pt x="4941876" y="438213"/>
                  </a:lnTo>
                  <a:lnTo>
                    <a:pt x="4908710" y="444010"/>
                  </a:lnTo>
                  <a:lnTo>
                    <a:pt x="4875543" y="449693"/>
                  </a:lnTo>
                  <a:lnTo>
                    <a:pt x="4842376" y="455267"/>
                  </a:lnTo>
                  <a:lnTo>
                    <a:pt x="4809209" y="460736"/>
                  </a:lnTo>
                  <a:lnTo>
                    <a:pt x="4776042" y="466103"/>
                  </a:lnTo>
                  <a:lnTo>
                    <a:pt x="4742875" y="471374"/>
                  </a:lnTo>
                  <a:lnTo>
                    <a:pt x="4709708" y="476554"/>
                  </a:lnTo>
                  <a:lnTo>
                    <a:pt x="4676541" y="481626"/>
                  </a:lnTo>
                  <a:lnTo>
                    <a:pt x="4643374" y="486426"/>
                  </a:lnTo>
                  <a:lnTo>
                    <a:pt x="4610207" y="490943"/>
                  </a:lnTo>
                  <a:lnTo>
                    <a:pt x="4577040" y="495207"/>
                  </a:lnTo>
                  <a:lnTo>
                    <a:pt x="4543873" y="499250"/>
                  </a:lnTo>
                  <a:lnTo>
                    <a:pt x="4510706" y="503105"/>
                  </a:lnTo>
                  <a:lnTo>
                    <a:pt x="4477539" y="506801"/>
                  </a:lnTo>
                  <a:lnTo>
                    <a:pt x="4444372" y="510371"/>
                  </a:lnTo>
                  <a:lnTo>
                    <a:pt x="4411205" y="513843"/>
                  </a:lnTo>
                  <a:lnTo>
                    <a:pt x="4378038" y="517245"/>
                  </a:lnTo>
                  <a:lnTo>
                    <a:pt x="4344871" y="520604"/>
                  </a:lnTo>
                  <a:lnTo>
                    <a:pt x="4311704" y="523944"/>
                  </a:lnTo>
                  <a:lnTo>
                    <a:pt x="4278537" y="527289"/>
                  </a:lnTo>
                  <a:lnTo>
                    <a:pt x="4245370" y="530659"/>
                  </a:lnTo>
                  <a:lnTo>
                    <a:pt x="4212203" y="534074"/>
                  </a:lnTo>
                  <a:lnTo>
                    <a:pt x="4179036" y="537553"/>
                  </a:lnTo>
                  <a:lnTo>
                    <a:pt x="4145869" y="541079"/>
                  </a:lnTo>
                  <a:lnTo>
                    <a:pt x="4112703" y="544454"/>
                  </a:lnTo>
                  <a:lnTo>
                    <a:pt x="4079536" y="547679"/>
                  </a:lnTo>
                  <a:lnTo>
                    <a:pt x="4046369" y="550795"/>
                  </a:lnTo>
                  <a:lnTo>
                    <a:pt x="4013202" y="553847"/>
                  </a:lnTo>
                  <a:lnTo>
                    <a:pt x="3980035" y="556871"/>
                  </a:lnTo>
                  <a:lnTo>
                    <a:pt x="3946868" y="559899"/>
                  </a:lnTo>
                  <a:lnTo>
                    <a:pt x="3913701" y="562953"/>
                  </a:lnTo>
                  <a:lnTo>
                    <a:pt x="3880534" y="566044"/>
                  </a:lnTo>
                  <a:lnTo>
                    <a:pt x="3847367" y="569175"/>
                  </a:lnTo>
                  <a:lnTo>
                    <a:pt x="3814200" y="572338"/>
                  </a:lnTo>
                  <a:lnTo>
                    <a:pt x="3781033" y="575520"/>
                  </a:lnTo>
                  <a:lnTo>
                    <a:pt x="3747866" y="578700"/>
                  </a:lnTo>
                  <a:lnTo>
                    <a:pt x="3714699" y="581843"/>
                  </a:lnTo>
                  <a:lnTo>
                    <a:pt x="3681532" y="584680"/>
                  </a:lnTo>
                  <a:lnTo>
                    <a:pt x="3648365" y="587173"/>
                  </a:lnTo>
                  <a:lnTo>
                    <a:pt x="3615198" y="589406"/>
                  </a:lnTo>
                  <a:lnTo>
                    <a:pt x="3582031" y="591465"/>
                  </a:lnTo>
                  <a:lnTo>
                    <a:pt x="3548864" y="593429"/>
                  </a:lnTo>
                  <a:lnTo>
                    <a:pt x="3515697" y="595369"/>
                  </a:lnTo>
                  <a:lnTo>
                    <a:pt x="3482530" y="597345"/>
                  </a:lnTo>
                  <a:lnTo>
                    <a:pt x="3449363" y="599403"/>
                  </a:lnTo>
                  <a:lnTo>
                    <a:pt x="3416196" y="601571"/>
                  </a:lnTo>
                  <a:lnTo>
                    <a:pt x="3383029" y="603863"/>
                  </a:lnTo>
                  <a:lnTo>
                    <a:pt x="3349862" y="606280"/>
                  </a:lnTo>
                  <a:lnTo>
                    <a:pt x="3316695" y="608811"/>
                  </a:lnTo>
                  <a:lnTo>
                    <a:pt x="3283529" y="611438"/>
                  </a:lnTo>
                  <a:lnTo>
                    <a:pt x="3250362" y="614139"/>
                  </a:lnTo>
                  <a:lnTo>
                    <a:pt x="3217195" y="616893"/>
                  </a:lnTo>
                  <a:lnTo>
                    <a:pt x="3184028" y="619617"/>
                  </a:lnTo>
                  <a:lnTo>
                    <a:pt x="3150861" y="622312"/>
                  </a:lnTo>
                  <a:lnTo>
                    <a:pt x="3117694" y="625025"/>
                  </a:lnTo>
                  <a:lnTo>
                    <a:pt x="3084527" y="627802"/>
                  </a:lnTo>
                  <a:lnTo>
                    <a:pt x="3051360" y="630680"/>
                  </a:lnTo>
                  <a:lnTo>
                    <a:pt x="3018193" y="633686"/>
                  </a:lnTo>
                  <a:lnTo>
                    <a:pt x="2985026" y="636826"/>
                  </a:lnTo>
                  <a:lnTo>
                    <a:pt x="2951859" y="640090"/>
                  </a:lnTo>
                  <a:lnTo>
                    <a:pt x="2918692" y="643445"/>
                  </a:lnTo>
                  <a:lnTo>
                    <a:pt x="2885525" y="646842"/>
                  </a:lnTo>
                  <a:lnTo>
                    <a:pt x="2852358" y="650217"/>
                  </a:lnTo>
                  <a:lnTo>
                    <a:pt x="2819191" y="653493"/>
                  </a:lnTo>
                  <a:lnTo>
                    <a:pt x="2786024" y="656591"/>
                  </a:lnTo>
                  <a:lnTo>
                    <a:pt x="2752857" y="659452"/>
                  </a:lnTo>
                  <a:lnTo>
                    <a:pt x="2719690" y="662302"/>
                  </a:lnTo>
                  <a:lnTo>
                    <a:pt x="2686523" y="665244"/>
                  </a:lnTo>
                  <a:lnTo>
                    <a:pt x="2653356" y="668286"/>
                  </a:lnTo>
                  <a:lnTo>
                    <a:pt x="2620189" y="671433"/>
                  </a:lnTo>
                  <a:lnTo>
                    <a:pt x="2587022" y="674682"/>
                  </a:lnTo>
                  <a:lnTo>
                    <a:pt x="2553855" y="678017"/>
                  </a:lnTo>
                  <a:lnTo>
                    <a:pt x="2520688" y="681416"/>
                  </a:lnTo>
                  <a:lnTo>
                    <a:pt x="2487521" y="684839"/>
                  </a:lnTo>
                  <a:lnTo>
                    <a:pt x="2454355" y="688238"/>
                  </a:lnTo>
                  <a:lnTo>
                    <a:pt x="2421188" y="689176"/>
                  </a:lnTo>
                  <a:lnTo>
                    <a:pt x="2388021" y="689176"/>
                  </a:lnTo>
                  <a:lnTo>
                    <a:pt x="2354854" y="689176"/>
                  </a:lnTo>
                  <a:lnTo>
                    <a:pt x="2321687" y="689176"/>
                  </a:lnTo>
                  <a:lnTo>
                    <a:pt x="2288520" y="689176"/>
                  </a:lnTo>
                  <a:lnTo>
                    <a:pt x="2255353" y="689176"/>
                  </a:lnTo>
                  <a:lnTo>
                    <a:pt x="2222186" y="689176"/>
                  </a:lnTo>
                  <a:lnTo>
                    <a:pt x="2189019" y="689176"/>
                  </a:lnTo>
                  <a:lnTo>
                    <a:pt x="2155852" y="689176"/>
                  </a:lnTo>
                  <a:lnTo>
                    <a:pt x="2122685" y="689176"/>
                  </a:lnTo>
                  <a:lnTo>
                    <a:pt x="2089518" y="689176"/>
                  </a:lnTo>
                  <a:lnTo>
                    <a:pt x="2056351" y="689176"/>
                  </a:lnTo>
                  <a:lnTo>
                    <a:pt x="2023184" y="689176"/>
                  </a:lnTo>
                  <a:lnTo>
                    <a:pt x="1990017" y="689176"/>
                  </a:lnTo>
                  <a:lnTo>
                    <a:pt x="1956850" y="689176"/>
                  </a:lnTo>
                  <a:lnTo>
                    <a:pt x="1923683" y="689176"/>
                  </a:lnTo>
                  <a:lnTo>
                    <a:pt x="1890516" y="689176"/>
                  </a:lnTo>
                  <a:lnTo>
                    <a:pt x="1857349" y="689176"/>
                  </a:lnTo>
                  <a:lnTo>
                    <a:pt x="1824182" y="689176"/>
                  </a:lnTo>
                  <a:lnTo>
                    <a:pt x="1791015" y="689176"/>
                  </a:lnTo>
                  <a:lnTo>
                    <a:pt x="1757848" y="689176"/>
                  </a:lnTo>
                  <a:lnTo>
                    <a:pt x="1724681" y="689176"/>
                  </a:lnTo>
                  <a:lnTo>
                    <a:pt x="1691514" y="689176"/>
                  </a:lnTo>
                  <a:lnTo>
                    <a:pt x="1658347" y="689176"/>
                  </a:lnTo>
                  <a:lnTo>
                    <a:pt x="1625181" y="689176"/>
                  </a:lnTo>
                  <a:lnTo>
                    <a:pt x="1592014" y="689176"/>
                  </a:lnTo>
                  <a:lnTo>
                    <a:pt x="1558847" y="689176"/>
                  </a:lnTo>
                  <a:lnTo>
                    <a:pt x="1525680" y="689176"/>
                  </a:lnTo>
                  <a:lnTo>
                    <a:pt x="1492513" y="689176"/>
                  </a:lnTo>
                  <a:lnTo>
                    <a:pt x="1459346" y="689176"/>
                  </a:lnTo>
                  <a:lnTo>
                    <a:pt x="1426179" y="689176"/>
                  </a:lnTo>
                  <a:lnTo>
                    <a:pt x="1393012" y="689176"/>
                  </a:lnTo>
                  <a:lnTo>
                    <a:pt x="1359845" y="689176"/>
                  </a:lnTo>
                  <a:lnTo>
                    <a:pt x="1326678" y="689176"/>
                  </a:lnTo>
                  <a:lnTo>
                    <a:pt x="1293511" y="689176"/>
                  </a:lnTo>
                  <a:lnTo>
                    <a:pt x="1260344" y="689176"/>
                  </a:lnTo>
                  <a:lnTo>
                    <a:pt x="1227177" y="689176"/>
                  </a:lnTo>
                  <a:lnTo>
                    <a:pt x="1194010" y="689176"/>
                  </a:lnTo>
                  <a:lnTo>
                    <a:pt x="1160843" y="689176"/>
                  </a:lnTo>
                  <a:lnTo>
                    <a:pt x="1127676" y="689176"/>
                  </a:lnTo>
                  <a:lnTo>
                    <a:pt x="1094509" y="689176"/>
                  </a:lnTo>
                  <a:lnTo>
                    <a:pt x="1061342" y="689176"/>
                  </a:lnTo>
                  <a:lnTo>
                    <a:pt x="1028175" y="689176"/>
                  </a:lnTo>
                  <a:lnTo>
                    <a:pt x="995008" y="689176"/>
                  </a:lnTo>
                  <a:lnTo>
                    <a:pt x="961841" y="689176"/>
                  </a:lnTo>
                  <a:lnTo>
                    <a:pt x="928674" y="689176"/>
                  </a:lnTo>
                  <a:lnTo>
                    <a:pt x="895507" y="689176"/>
                  </a:lnTo>
                  <a:lnTo>
                    <a:pt x="862340" y="689176"/>
                  </a:lnTo>
                  <a:lnTo>
                    <a:pt x="829173" y="689176"/>
                  </a:lnTo>
                  <a:lnTo>
                    <a:pt x="796007" y="689176"/>
                  </a:lnTo>
                  <a:lnTo>
                    <a:pt x="762840" y="689176"/>
                  </a:lnTo>
                  <a:lnTo>
                    <a:pt x="729673" y="689176"/>
                  </a:lnTo>
                  <a:lnTo>
                    <a:pt x="696506" y="689176"/>
                  </a:lnTo>
                  <a:lnTo>
                    <a:pt x="663339" y="689176"/>
                  </a:lnTo>
                  <a:lnTo>
                    <a:pt x="630172" y="689176"/>
                  </a:lnTo>
                  <a:lnTo>
                    <a:pt x="597005" y="689176"/>
                  </a:lnTo>
                  <a:lnTo>
                    <a:pt x="563838" y="689176"/>
                  </a:lnTo>
                  <a:lnTo>
                    <a:pt x="530671" y="689176"/>
                  </a:lnTo>
                  <a:lnTo>
                    <a:pt x="497504" y="689176"/>
                  </a:lnTo>
                  <a:lnTo>
                    <a:pt x="464337" y="689176"/>
                  </a:lnTo>
                  <a:lnTo>
                    <a:pt x="431170" y="689176"/>
                  </a:lnTo>
                  <a:lnTo>
                    <a:pt x="398003" y="689176"/>
                  </a:lnTo>
                  <a:lnTo>
                    <a:pt x="364836" y="689176"/>
                  </a:lnTo>
                  <a:lnTo>
                    <a:pt x="331669" y="689176"/>
                  </a:lnTo>
                  <a:lnTo>
                    <a:pt x="298502" y="689176"/>
                  </a:lnTo>
                  <a:lnTo>
                    <a:pt x="265335" y="689176"/>
                  </a:lnTo>
                  <a:lnTo>
                    <a:pt x="232168" y="689176"/>
                  </a:lnTo>
                  <a:lnTo>
                    <a:pt x="199001" y="689176"/>
                  </a:lnTo>
                  <a:lnTo>
                    <a:pt x="165834" y="689176"/>
                  </a:lnTo>
                  <a:lnTo>
                    <a:pt x="132667" y="689176"/>
                  </a:lnTo>
                  <a:lnTo>
                    <a:pt x="99500" y="689176"/>
                  </a:lnTo>
                  <a:lnTo>
                    <a:pt x="66333" y="689176"/>
                  </a:lnTo>
                  <a:lnTo>
                    <a:pt x="33166" y="689176"/>
                  </a:lnTo>
                  <a:lnTo>
                    <a:pt x="0" y="6891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367561"/>
              <a:ext cx="6600224" cy="851741"/>
            </a:xfrm>
            <a:custGeom>
              <a:avLst/>
              <a:pathLst>
                <a:path w="6600224" h="851741">
                  <a:moveTo>
                    <a:pt x="0" y="851584"/>
                  </a:moveTo>
                  <a:lnTo>
                    <a:pt x="33166" y="851741"/>
                  </a:lnTo>
                  <a:lnTo>
                    <a:pt x="66333" y="851741"/>
                  </a:lnTo>
                  <a:lnTo>
                    <a:pt x="99500" y="851741"/>
                  </a:lnTo>
                  <a:lnTo>
                    <a:pt x="132667" y="851741"/>
                  </a:lnTo>
                  <a:lnTo>
                    <a:pt x="165834" y="851741"/>
                  </a:lnTo>
                  <a:lnTo>
                    <a:pt x="199001" y="851741"/>
                  </a:lnTo>
                  <a:lnTo>
                    <a:pt x="232168" y="851741"/>
                  </a:lnTo>
                  <a:lnTo>
                    <a:pt x="265335" y="851741"/>
                  </a:lnTo>
                  <a:lnTo>
                    <a:pt x="298502" y="851741"/>
                  </a:lnTo>
                  <a:lnTo>
                    <a:pt x="331669" y="851741"/>
                  </a:lnTo>
                  <a:lnTo>
                    <a:pt x="364836" y="851741"/>
                  </a:lnTo>
                  <a:lnTo>
                    <a:pt x="398003" y="851741"/>
                  </a:lnTo>
                  <a:lnTo>
                    <a:pt x="431170" y="851741"/>
                  </a:lnTo>
                  <a:lnTo>
                    <a:pt x="464337" y="851741"/>
                  </a:lnTo>
                  <a:lnTo>
                    <a:pt x="497504" y="851741"/>
                  </a:lnTo>
                  <a:lnTo>
                    <a:pt x="530671" y="851741"/>
                  </a:lnTo>
                  <a:lnTo>
                    <a:pt x="563838" y="851741"/>
                  </a:lnTo>
                  <a:lnTo>
                    <a:pt x="597005" y="851741"/>
                  </a:lnTo>
                  <a:lnTo>
                    <a:pt x="630172" y="851741"/>
                  </a:lnTo>
                  <a:lnTo>
                    <a:pt x="663339" y="851741"/>
                  </a:lnTo>
                  <a:lnTo>
                    <a:pt x="696506" y="851741"/>
                  </a:lnTo>
                  <a:lnTo>
                    <a:pt x="729673" y="851741"/>
                  </a:lnTo>
                  <a:lnTo>
                    <a:pt x="762840" y="851741"/>
                  </a:lnTo>
                  <a:lnTo>
                    <a:pt x="796007" y="851741"/>
                  </a:lnTo>
                  <a:lnTo>
                    <a:pt x="829173" y="851741"/>
                  </a:lnTo>
                  <a:lnTo>
                    <a:pt x="862340" y="851741"/>
                  </a:lnTo>
                  <a:lnTo>
                    <a:pt x="895507" y="851741"/>
                  </a:lnTo>
                  <a:lnTo>
                    <a:pt x="928674" y="851741"/>
                  </a:lnTo>
                  <a:lnTo>
                    <a:pt x="961841" y="851741"/>
                  </a:lnTo>
                  <a:lnTo>
                    <a:pt x="995008" y="851741"/>
                  </a:lnTo>
                  <a:lnTo>
                    <a:pt x="1028175" y="851741"/>
                  </a:lnTo>
                  <a:lnTo>
                    <a:pt x="1061342" y="851741"/>
                  </a:lnTo>
                  <a:lnTo>
                    <a:pt x="1094509" y="851741"/>
                  </a:lnTo>
                  <a:lnTo>
                    <a:pt x="1127676" y="851741"/>
                  </a:lnTo>
                  <a:lnTo>
                    <a:pt x="1160843" y="851741"/>
                  </a:lnTo>
                  <a:lnTo>
                    <a:pt x="1194010" y="851741"/>
                  </a:lnTo>
                  <a:lnTo>
                    <a:pt x="1227177" y="851741"/>
                  </a:lnTo>
                  <a:lnTo>
                    <a:pt x="1260344" y="851741"/>
                  </a:lnTo>
                  <a:lnTo>
                    <a:pt x="1293511" y="851741"/>
                  </a:lnTo>
                  <a:lnTo>
                    <a:pt x="1326678" y="851741"/>
                  </a:lnTo>
                  <a:lnTo>
                    <a:pt x="1359845" y="851741"/>
                  </a:lnTo>
                  <a:lnTo>
                    <a:pt x="1393012" y="851741"/>
                  </a:lnTo>
                  <a:lnTo>
                    <a:pt x="1426179" y="851383"/>
                  </a:lnTo>
                  <a:lnTo>
                    <a:pt x="1459346" y="850241"/>
                  </a:lnTo>
                  <a:lnTo>
                    <a:pt x="1492513" y="849047"/>
                  </a:lnTo>
                  <a:lnTo>
                    <a:pt x="1525680" y="847800"/>
                  </a:lnTo>
                  <a:lnTo>
                    <a:pt x="1558847" y="846501"/>
                  </a:lnTo>
                  <a:lnTo>
                    <a:pt x="1592014" y="845150"/>
                  </a:lnTo>
                  <a:lnTo>
                    <a:pt x="1625181" y="843747"/>
                  </a:lnTo>
                  <a:lnTo>
                    <a:pt x="1658347" y="842291"/>
                  </a:lnTo>
                  <a:lnTo>
                    <a:pt x="1691514" y="840783"/>
                  </a:lnTo>
                  <a:lnTo>
                    <a:pt x="1724681" y="839223"/>
                  </a:lnTo>
                  <a:lnTo>
                    <a:pt x="1757848" y="837610"/>
                  </a:lnTo>
                  <a:lnTo>
                    <a:pt x="1791015" y="835944"/>
                  </a:lnTo>
                  <a:lnTo>
                    <a:pt x="1824182" y="834191"/>
                  </a:lnTo>
                  <a:lnTo>
                    <a:pt x="1857349" y="832341"/>
                  </a:lnTo>
                  <a:lnTo>
                    <a:pt x="1890516" y="830402"/>
                  </a:lnTo>
                  <a:lnTo>
                    <a:pt x="1923683" y="828380"/>
                  </a:lnTo>
                  <a:lnTo>
                    <a:pt x="1956850" y="826282"/>
                  </a:lnTo>
                  <a:lnTo>
                    <a:pt x="1990017" y="824115"/>
                  </a:lnTo>
                  <a:lnTo>
                    <a:pt x="2023184" y="821886"/>
                  </a:lnTo>
                  <a:lnTo>
                    <a:pt x="2056351" y="819601"/>
                  </a:lnTo>
                  <a:lnTo>
                    <a:pt x="2089518" y="817267"/>
                  </a:lnTo>
                  <a:lnTo>
                    <a:pt x="2122685" y="814892"/>
                  </a:lnTo>
                  <a:lnTo>
                    <a:pt x="2155852" y="812482"/>
                  </a:lnTo>
                  <a:lnTo>
                    <a:pt x="2189019" y="810043"/>
                  </a:lnTo>
                  <a:lnTo>
                    <a:pt x="2222186" y="807584"/>
                  </a:lnTo>
                  <a:lnTo>
                    <a:pt x="2255353" y="805110"/>
                  </a:lnTo>
                  <a:lnTo>
                    <a:pt x="2288520" y="802628"/>
                  </a:lnTo>
                  <a:lnTo>
                    <a:pt x="2321687" y="800146"/>
                  </a:lnTo>
                  <a:lnTo>
                    <a:pt x="2354854" y="797547"/>
                  </a:lnTo>
                  <a:lnTo>
                    <a:pt x="2388021" y="794722"/>
                  </a:lnTo>
                  <a:lnTo>
                    <a:pt x="2421188" y="791707"/>
                  </a:lnTo>
                  <a:lnTo>
                    <a:pt x="2454355" y="788534"/>
                  </a:lnTo>
                  <a:lnTo>
                    <a:pt x="2487521" y="785239"/>
                  </a:lnTo>
                  <a:lnTo>
                    <a:pt x="2520688" y="781854"/>
                  </a:lnTo>
                  <a:lnTo>
                    <a:pt x="2553855" y="778415"/>
                  </a:lnTo>
                  <a:lnTo>
                    <a:pt x="2587022" y="774955"/>
                  </a:lnTo>
                  <a:lnTo>
                    <a:pt x="2620189" y="771507"/>
                  </a:lnTo>
                  <a:lnTo>
                    <a:pt x="2653356" y="768107"/>
                  </a:lnTo>
                  <a:lnTo>
                    <a:pt x="2686523" y="764788"/>
                  </a:lnTo>
                  <a:lnTo>
                    <a:pt x="2719690" y="761584"/>
                  </a:lnTo>
                  <a:lnTo>
                    <a:pt x="2752857" y="758529"/>
                  </a:lnTo>
                  <a:lnTo>
                    <a:pt x="2786024" y="755577"/>
                  </a:lnTo>
                  <a:lnTo>
                    <a:pt x="2819191" y="752526"/>
                  </a:lnTo>
                  <a:lnTo>
                    <a:pt x="2852358" y="749383"/>
                  </a:lnTo>
                  <a:lnTo>
                    <a:pt x="2885525" y="746165"/>
                  </a:lnTo>
                  <a:lnTo>
                    <a:pt x="2918692" y="742894"/>
                  </a:lnTo>
                  <a:lnTo>
                    <a:pt x="2951859" y="739587"/>
                  </a:lnTo>
                  <a:lnTo>
                    <a:pt x="2985026" y="736264"/>
                  </a:lnTo>
                  <a:lnTo>
                    <a:pt x="3018193" y="732944"/>
                  </a:lnTo>
                  <a:lnTo>
                    <a:pt x="3051360" y="729647"/>
                  </a:lnTo>
                  <a:lnTo>
                    <a:pt x="3084527" y="726391"/>
                  </a:lnTo>
                  <a:lnTo>
                    <a:pt x="3117694" y="723196"/>
                  </a:lnTo>
                  <a:lnTo>
                    <a:pt x="3150861" y="720080"/>
                  </a:lnTo>
                  <a:lnTo>
                    <a:pt x="3184028" y="717064"/>
                  </a:lnTo>
                  <a:lnTo>
                    <a:pt x="3217195" y="714166"/>
                  </a:lnTo>
                  <a:lnTo>
                    <a:pt x="3250362" y="711437"/>
                  </a:lnTo>
                  <a:lnTo>
                    <a:pt x="3283529" y="708927"/>
                  </a:lnTo>
                  <a:lnTo>
                    <a:pt x="3316695" y="706605"/>
                  </a:lnTo>
                  <a:lnTo>
                    <a:pt x="3349862" y="704435"/>
                  </a:lnTo>
                  <a:lnTo>
                    <a:pt x="3383029" y="702382"/>
                  </a:lnTo>
                  <a:lnTo>
                    <a:pt x="3416196" y="700411"/>
                  </a:lnTo>
                  <a:lnTo>
                    <a:pt x="3449363" y="698485"/>
                  </a:lnTo>
                  <a:lnTo>
                    <a:pt x="3482530" y="696571"/>
                  </a:lnTo>
                  <a:lnTo>
                    <a:pt x="3515697" y="694633"/>
                  </a:lnTo>
                  <a:lnTo>
                    <a:pt x="3548864" y="692636"/>
                  </a:lnTo>
                  <a:lnTo>
                    <a:pt x="3582031" y="690544"/>
                  </a:lnTo>
                  <a:lnTo>
                    <a:pt x="3615198" y="688322"/>
                  </a:lnTo>
                  <a:lnTo>
                    <a:pt x="3648365" y="685935"/>
                  </a:lnTo>
                  <a:lnTo>
                    <a:pt x="3681532" y="683349"/>
                  </a:lnTo>
                  <a:lnTo>
                    <a:pt x="3714699" y="680527"/>
                  </a:lnTo>
                  <a:lnTo>
                    <a:pt x="3747866" y="677529"/>
                  </a:lnTo>
                  <a:lnTo>
                    <a:pt x="3781033" y="674564"/>
                  </a:lnTo>
                  <a:lnTo>
                    <a:pt x="3814200" y="671631"/>
                  </a:lnTo>
                  <a:lnTo>
                    <a:pt x="3847367" y="668714"/>
                  </a:lnTo>
                  <a:lnTo>
                    <a:pt x="3880534" y="665800"/>
                  </a:lnTo>
                  <a:lnTo>
                    <a:pt x="3913701" y="662873"/>
                  </a:lnTo>
                  <a:lnTo>
                    <a:pt x="3946868" y="659920"/>
                  </a:lnTo>
                  <a:lnTo>
                    <a:pt x="3980035" y="656926"/>
                  </a:lnTo>
                  <a:lnTo>
                    <a:pt x="4013202" y="653876"/>
                  </a:lnTo>
                  <a:lnTo>
                    <a:pt x="4046369" y="650758"/>
                  </a:lnTo>
                  <a:lnTo>
                    <a:pt x="4079536" y="647555"/>
                  </a:lnTo>
                  <a:lnTo>
                    <a:pt x="4112703" y="644255"/>
                  </a:lnTo>
                  <a:lnTo>
                    <a:pt x="4145869" y="640842"/>
                  </a:lnTo>
                  <a:lnTo>
                    <a:pt x="4179036" y="637330"/>
                  </a:lnTo>
                  <a:lnTo>
                    <a:pt x="4212203" y="633852"/>
                  </a:lnTo>
                  <a:lnTo>
                    <a:pt x="4245370" y="630405"/>
                  </a:lnTo>
                  <a:lnTo>
                    <a:pt x="4278537" y="626963"/>
                  </a:lnTo>
                  <a:lnTo>
                    <a:pt x="4311704" y="623499"/>
                  </a:lnTo>
                  <a:lnTo>
                    <a:pt x="4344871" y="619986"/>
                  </a:lnTo>
                  <a:lnTo>
                    <a:pt x="4378038" y="616400"/>
                  </a:lnTo>
                  <a:lnTo>
                    <a:pt x="4411205" y="612713"/>
                  </a:lnTo>
                  <a:lnTo>
                    <a:pt x="4444372" y="608898"/>
                  </a:lnTo>
                  <a:lnTo>
                    <a:pt x="4477539" y="604931"/>
                  </a:lnTo>
                  <a:lnTo>
                    <a:pt x="4510706" y="600784"/>
                  </a:lnTo>
                  <a:lnTo>
                    <a:pt x="4543873" y="596431"/>
                  </a:lnTo>
                  <a:lnTo>
                    <a:pt x="4577040" y="591846"/>
                  </a:lnTo>
                  <a:lnTo>
                    <a:pt x="4610207" y="587003"/>
                  </a:lnTo>
                  <a:lnTo>
                    <a:pt x="4643374" y="581875"/>
                  </a:lnTo>
                  <a:lnTo>
                    <a:pt x="4676541" y="576436"/>
                  </a:lnTo>
                  <a:lnTo>
                    <a:pt x="4709708" y="570694"/>
                  </a:lnTo>
                  <a:lnTo>
                    <a:pt x="4742875" y="564781"/>
                  </a:lnTo>
                  <a:lnTo>
                    <a:pt x="4776042" y="558715"/>
                  </a:lnTo>
                  <a:lnTo>
                    <a:pt x="4809209" y="552497"/>
                  </a:lnTo>
                  <a:lnTo>
                    <a:pt x="4842376" y="546126"/>
                  </a:lnTo>
                  <a:lnTo>
                    <a:pt x="4875543" y="539603"/>
                  </a:lnTo>
                  <a:lnTo>
                    <a:pt x="4908710" y="532929"/>
                  </a:lnTo>
                  <a:lnTo>
                    <a:pt x="4941876" y="526103"/>
                  </a:lnTo>
                  <a:lnTo>
                    <a:pt x="4975043" y="519126"/>
                  </a:lnTo>
                  <a:lnTo>
                    <a:pt x="5008210" y="511999"/>
                  </a:lnTo>
                  <a:lnTo>
                    <a:pt x="5041377" y="504721"/>
                  </a:lnTo>
                  <a:lnTo>
                    <a:pt x="5074544" y="497294"/>
                  </a:lnTo>
                  <a:lnTo>
                    <a:pt x="5107711" y="489718"/>
                  </a:lnTo>
                  <a:lnTo>
                    <a:pt x="5140878" y="481992"/>
                  </a:lnTo>
                  <a:lnTo>
                    <a:pt x="5174045" y="474117"/>
                  </a:lnTo>
                  <a:lnTo>
                    <a:pt x="5207212" y="466095"/>
                  </a:lnTo>
                  <a:lnTo>
                    <a:pt x="5240379" y="457924"/>
                  </a:lnTo>
                  <a:lnTo>
                    <a:pt x="5273546" y="449605"/>
                  </a:lnTo>
                  <a:lnTo>
                    <a:pt x="5306713" y="441140"/>
                  </a:lnTo>
                  <a:lnTo>
                    <a:pt x="5339880" y="432527"/>
                  </a:lnTo>
                  <a:lnTo>
                    <a:pt x="5373047" y="423768"/>
                  </a:lnTo>
                  <a:lnTo>
                    <a:pt x="5406214" y="414863"/>
                  </a:lnTo>
                  <a:lnTo>
                    <a:pt x="5439381" y="405811"/>
                  </a:lnTo>
                  <a:lnTo>
                    <a:pt x="5472548" y="396615"/>
                  </a:lnTo>
                  <a:lnTo>
                    <a:pt x="5505715" y="387273"/>
                  </a:lnTo>
                  <a:lnTo>
                    <a:pt x="5538882" y="377787"/>
                  </a:lnTo>
                  <a:lnTo>
                    <a:pt x="5572049" y="368156"/>
                  </a:lnTo>
                  <a:lnTo>
                    <a:pt x="5605216" y="358382"/>
                  </a:lnTo>
                  <a:lnTo>
                    <a:pt x="5638383" y="348463"/>
                  </a:lnTo>
                  <a:lnTo>
                    <a:pt x="5671550" y="338402"/>
                  </a:lnTo>
                  <a:lnTo>
                    <a:pt x="5704717" y="328197"/>
                  </a:lnTo>
                  <a:lnTo>
                    <a:pt x="5737884" y="317851"/>
                  </a:lnTo>
                  <a:lnTo>
                    <a:pt x="5771050" y="307361"/>
                  </a:lnTo>
                  <a:lnTo>
                    <a:pt x="5804217" y="296731"/>
                  </a:lnTo>
                  <a:lnTo>
                    <a:pt x="5837384" y="285958"/>
                  </a:lnTo>
                  <a:lnTo>
                    <a:pt x="5870551" y="275045"/>
                  </a:lnTo>
                  <a:lnTo>
                    <a:pt x="5903718" y="263991"/>
                  </a:lnTo>
                  <a:lnTo>
                    <a:pt x="5936885" y="252796"/>
                  </a:lnTo>
                  <a:lnTo>
                    <a:pt x="5970052" y="241462"/>
                  </a:lnTo>
                  <a:lnTo>
                    <a:pt x="6003219" y="229988"/>
                  </a:lnTo>
                  <a:lnTo>
                    <a:pt x="6036386" y="218375"/>
                  </a:lnTo>
                  <a:lnTo>
                    <a:pt x="6069553" y="206623"/>
                  </a:lnTo>
                  <a:lnTo>
                    <a:pt x="6102720" y="194732"/>
                  </a:lnTo>
                  <a:lnTo>
                    <a:pt x="6135887" y="182703"/>
                  </a:lnTo>
                  <a:lnTo>
                    <a:pt x="6169054" y="170537"/>
                  </a:lnTo>
                  <a:lnTo>
                    <a:pt x="6202221" y="158233"/>
                  </a:lnTo>
                  <a:lnTo>
                    <a:pt x="6235388" y="145792"/>
                  </a:lnTo>
                  <a:lnTo>
                    <a:pt x="6268555" y="133214"/>
                  </a:lnTo>
                  <a:lnTo>
                    <a:pt x="6301722" y="120500"/>
                  </a:lnTo>
                  <a:lnTo>
                    <a:pt x="6334889" y="107650"/>
                  </a:lnTo>
                  <a:lnTo>
                    <a:pt x="6368056" y="94665"/>
                  </a:lnTo>
                  <a:lnTo>
                    <a:pt x="6401223" y="81544"/>
                  </a:lnTo>
                  <a:lnTo>
                    <a:pt x="6434390" y="68288"/>
                  </a:lnTo>
                  <a:lnTo>
                    <a:pt x="6467557" y="54898"/>
                  </a:lnTo>
                  <a:lnTo>
                    <a:pt x="6500724" y="41374"/>
                  </a:lnTo>
                  <a:lnTo>
                    <a:pt x="6533891" y="27716"/>
                  </a:lnTo>
                  <a:lnTo>
                    <a:pt x="6567058" y="13924"/>
                  </a:lnTo>
                  <a:lnTo>
                    <a:pt x="6600224" y="0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4339644"/>
              <a:ext cx="6600224" cy="879658"/>
            </a:xfrm>
            <a:custGeom>
              <a:avLst/>
              <a:pathLst>
                <a:path w="6600224" h="879658">
                  <a:moveTo>
                    <a:pt x="0" y="322090"/>
                  </a:moveTo>
                  <a:lnTo>
                    <a:pt x="33166" y="333294"/>
                  </a:lnTo>
                  <a:lnTo>
                    <a:pt x="66333" y="344247"/>
                  </a:lnTo>
                  <a:lnTo>
                    <a:pt x="99500" y="354949"/>
                  </a:lnTo>
                  <a:lnTo>
                    <a:pt x="132667" y="365398"/>
                  </a:lnTo>
                  <a:lnTo>
                    <a:pt x="165834" y="375593"/>
                  </a:lnTo>
                  <a:lnTo>
                    <a:pt x="199001" y="385533"/>
                  </a:lnTo>
                  <a:lnTo>
                    <a:pt x="232168" y="395216"/>
                  </a:lnTo>
                  <a:lnTo>
                    <a:pt x="265335" y="404643"/>
                  </a:lnTo>
                  <a:lnTo>
                    <a:pt x="298502" y="413810"/>
                  </a:lnTo>
                  <a:lnTo>
                    <a:pt x="331669" y="422718"/>
                  </a:lnTo>
                  <a:lnTo>
                    <a:pt x="364836" y="431364"/>
                  </a:lnTo>
                  <a:lnTo>
                    <a:pt x="398003" y="439749"/>
                  </a:lnTo>
                  <a:lnTo>
                    <a:pt x="431170" y="447869"/>
                  </a:lnTo>
                  <a:lnTo>
                    <a:pt x="464337" y="455725"/>
                  </a:lnTo>
                  <a:lnTo>
                    <a:pt x="497504" y="463314"/>
                  </a:lnTo>
                  <a:lnTo>
                    <a:pt x="530671" y="470637"/>
                  </a:lnTo>
                  <a:lnTo>
                    <a:pt x="563838" y="477691"/>
                  </a:lnTo>
                  <a:lnTo>
                    <a:pt x="597005" y="484476"/>
                  </a:lnTo>
                  <a:lnTo>
                    <a:pt x="630172" y="490991"/>
                  </a:lnTo>
                  <a:lnTo>
                    <a:pt x="663339" y="497235"/>
                  </a:lnTo>
                  <a:lnTo>
                    <a:pt x="696506" y="503207"/>
                  </a:lnTo>
                  <a:lnTo>
                    <a:pt x="729673" y="508907"/>
                  </a:lnTo>
                  <a:lnTo>
                    <a:pt x="762840" y="514334"/>
                  </a:lnTo>
                  <a:lnTo>
                    <a:pt x="796007" y="519489"/>
                  </a:lnTo>
                  <a:lnTo>
                    <a:pt x="829173" y="524370"/>
                  </a:lnTo>
                  <a:lnTo>
                    <a:pt x="862340" y="528979"/>
                  </a:lnTo>
                  <a:lnTo>
                    <a:pt x="895507" y="533316"/>
                  </a:lnTo>
                  <a:lnTo>
                    <a:pt x="928674" y="537382"/>
                  </a:lnTo>
                  <a:lnTo>
                    <a:pt x="961841" y="541178"/>
                  </a:lnTo>
                  <a:lnTo>
                    <a:pt x="995008" y="544706"/>
                  </a:lnTo>
                  <a:lnTo>
                    <a:pt x="1028175" y="547968"/>
                  </a:lnTo>
                  <a:lnTo>
                    <a:pt x="1061342" y="550967"/>
                  </a:lnTo>
                  <a:lnTo>
                    <a:pt x="1094509" y="553706"/>
                  </a:lnTo>
                  <a:lnTo>
                    <a:pt x="1127676" y="556188"/>
                  </a:lnTo>
                  <a:lnTo>
                    <a:pt x="1160843" y="558417"/>
                  </a:lnTo>
                  <a:lnTo>
                    <a:pt x="1194010" y="560398"/>
                  </a:lnTo>
                  <a:lnTo>
                    <a:pt x="1227177" y="562137"/>
                  </a:lnTo>
                  <a:lnTo>
                    <a:pt x="1260344" y="563638"/>
                  </a:lnTo>
                  <a:lnTo>
                    <a:pt x="1293511" y="564908"/>
                  </a:lnTo>
                  <a:lnTo>
                    <a:pt x="1326678" y="565954"/>
                  </a:lnTo>
                  <a:lnTo>
                    <a:pt x="1359845" y="566782"/>
                  </a:lnTo>
                  <a:lnTo>
                    <a:pt x="1393012" y="567399"/>
                  </a:lnTo>
                  <a:lnTo>
                    <a:pt x="1426179" y="567813"/>
                  </a:lnTo>
                  <a:lnTo>
                    <a:pt x="1459346" y="568031"/>
                  </a:lnTo>
                  <a:lnTo>
                    <a:pt x="1492513" y="568062"/>
                  </a:lnTo>
                  <a:lnTo>
                    <a:pt x="1525680" y="567912"/>
                  </a:lnTo>
                  <a:lnTo>
                    <a:pt x="1558847" y="567589"/>
                  </a:lnTo>
                  <a:lnTo>
                    <a:pt x="1592014" y="567101"/>
                  </a:lnTo>
                  <a:lnTo>
                    <a:pt x="1625181" y="566453"/>
                  </a:lnTo>
                  <a:lnTo>
                    <a:pt x="1658347" y="565653"/>
                  </a:lnTo>
                  <a:lnTo>
                    <a:pt x="1691514" y="564706"/>
                  </a:lnTo>
                  <a:lnTo>
                    <a:pt x="1724681" y="563617"/>
                  </a:lnTo>
                  <a:lnTo>
                    <a:pt x="1757848" y="562390"/>
                  </a:lnTo>
                  <a:lnTo>
                    <a:pt x="1791015" y="561028"/>
                  </a:lnTo>
                  <a:lnTo>
                    <a:pt x="1824182" y="559538"/>
                  </a:lnTo>
                  <a:lnTo>
                    <a:pt x="1857349" y="557917"/>
                  </a:lnTo>
                  <a:lnTo>
                    <a:pt x="1890516" y="556163"/>
                  </a:lnTo>
                  <a:lnTo>
                    <a:pt x="1923683" y="554271"/>
                  </a:lnTo>
                  <a:lnTo>
                    <a:pt x="1956850" y="552236"/>
                  </a:lnTo>
                  <a:lnTo>
                    <a:pt x="1990017" y="550053"/>
                  </a:lnTo>
                  <a:lnTo>
                    <a:pt x="2023184" y="547719"/>
                  </a:lnTo>
                  <a:lnTo>
                    <a:pt x="2056351" y="545231"/>
                  </a:lnTo>
                  <a:lnTo>
                    <a:pt x="2089518" y="542586"/>
                  </a:lnTo>
                  <a:lnTo>
                    <a:pt x="2122685" y="539785"/>
                  </a:lnTo>
                  <a:lnTo>
                    <a:pt x="2155852" y="536831"/>
                  </a:lnTo>
                  <a:lnTo>
                    <a:pt x="2189019" y="533727"/>
                  </a:lnTo>
                  <a:lnTo>
                    <a:pt x="2222186" y="530480"/>
                  </a:lnTo>
                  <a:lnTo>
                    <a:pt x="2255353" y="527097"/>
                  </a:lnTo>
                  <a:lnTo>
                    <a:pt x="2288520" y="523589"/>
                  </a:lnTo>
                  <a:lnTo>
                    <a:pt x="2321687" y="519967"/>
                  </a:lnTo>
                  <a:lnTo>
                    <a:pt x="2354854" y="516377"/>
                  </a:lnTo>
                  <a:lnTo>
                    <a:pt x="2388021" y="512921"/>
                  </a:lnTo>
                  <a:lnTo>
                    <a:pt x="2421188" y="509525"/>
                  </a:lnTo>
                  <a:lnTo>
                    <a:pt x="2454355" y="506118"/>
                  </a:lnTo>
                  <a:lnTo>
                    <a:pt x="2487521" y="502630"/>
                  </a:lnTo>
                  <a:lnTo>
                    <a:pt x="2520688" y="499007"/>
                  </a:lnTo>
                  <a:lnTo>
                    <a:pt x="2553855" y="495209"/>
                  </a:lnTo>
                  <a:lnTo>
                    <a:pt x="2587022" y="491213"/>
                  </a:lnTo>
                  <a:lnTo>
                    <a:pt x="2620189" y="487018"/>
                  </a:lnTo>
                  <a:lnTo>
                    <a:pt x="2653356" y="482640"/>
                  </a:lnTo>
                  <a:lnTo>
                    <a:pt x="2686523" y="478111"/>
                  </a:lnTo>
                  <a:lnTo>
                    <a:pt x="2719690" y="473478"/>
                  </a:lnTo>
                  <a:lnTo>
                    <a:pt x="2752857" y="468792"/>
                  </a:lnTo>
                  <a:lnTo>
                    <a:pt x="2786024" y="464072"/>
                  </a:lnTo>
                  <a:lnTo>
                    <a:pt x="2819191" y="459219"/>
                  </a:lnTo>
                  <a:lnTo>
                    <a:pt x="2852358" y="454181"/>
                  </a:lnTo>
                  <a:lnTo>
                    <a:pt x="2885525" y="448909"/>
                  </a:lnTo>
                  <a:lnTo>
                    <a:pt x="2918692" y="443358"/>
                  </a:lnTo>
                  <a:lnTo>
                    <a:pt x="2951859" y="437500"/>
                  </a:lnTo>
                  <a:lnTo>
                    <a:pt x="2985026" y="431331"/>
                  </a:lnTo>
                  <a:lnTo>
                    <a:pt x="3018193" y="424876"/>
                  </a:lnTo>
                  <a:lnTo>
                    <a:pt x="3051360" y="418194"/>
                  </a:lnTo>
                  <a:lnTo>
                    <a:pt x="3084527" y="411373"/>
                  </a:lnTo>
                  <a:lnTo>
                    <a:pt x="3117694" y="404528"/>
                  </a:lnTo>
                  <a:lnTo>
                    <a:pt x="3150861" y="397796"/>
                  </a:lnTo>
                  <a:lnTo>
                    <a:pt x="3184028" y="391326"/>
                  </a:lnTo>
                  <a:lnTo>
                    <a:pt x="3217195" y="385271"/>
                  </a:lnTo>
                  <a:lnTo>
                    <a:pt x="3250362" y="379525"/>
                  </a:lnTo>
                  <a:lnTo>
                    <a:pt x="3283529" y="373639"/>
                  </a:lnTo>
                  <a:lnTo>
                    <a:pt x="3316695" y="367573"/>
                  </a:lnTo>
                  <a:lnTo>
                    <a:pt x="3349862" y="361300"/>
                  </a:lnTo>
                  <a:lnTo>
                    <a:pt x="3383029" y="354796"/>
                  </a:lnTo>
                  <a:lnTo>
                    <a:pt x="3416196" y="348051"/>
                  </a:lnTo>
                  <a:lnTo>
                    <a:pt x="3449363" y="341071"/>
                  </a:lnTo>
                  <a:lnTo>
                    <a:pt x="3482530" y="333887"/>
                  </a:lnTo>
                  <a:lnTo>
                    <a:pt x="3515697" y="326549"/>
                  </a:lnTo>
                  <a:lnTo>
                    <a:pt x="3548864" y="319137"/>
                  </a:lnTo>
                  <a:lnTo>
                    <a:pt x="3582031" y="311751"/>
                  </a:lnTo>
                  <a:lnTo>
                    <a:pt x="3615198" y="304512"/>
                  </a:lnTo>
                  <a:lnTo>
                    <a:pt x="3648365" y="297553"/>
                  </a:lnTo>
                  <a:lnTo>
                    <a:pt x="3681532" y="291018"/>
                  </a:lnTo>
                  <a:lnTo>
                    <a:pt x="3714699" y="285045"/>
                  </a:lnTo>
                  <a:lnTo>
                    <a:pt x="3747866" y="279478"/>
                  </a:lnTo>
                  <a:lnTo>
                    <a:pt x="3781033" y="273666"/>
                  </a:lnTo>
                  <a:lnTo>
                    <a:pt x="3814200" y="267604"/>
                  </a:lnTo>
                  <a:lnTo>
                    <a:pt x="3847367" y="261326"/>
                  </a:lnTo>
                  <a:lnTo>
                    <a:pt x="3880534" y="254873"/>
                  </a:lnTo>
                  <a:lnTo>
                    <a:pt x="3913701" y="248299"/>
                  </a:lnTo>
                  <a:lnTo>
                    <a:pt x="3946868" y="241672"/>
                  </a:lnTo>
                  <a:lnTo>
                    <a:pt x="3980035" y="235077"/>
                  </a:lnTo>
                  <a:lnTo>
                    <a:pt x="4013202" y="228613"/>
                  </a:lnTo>
                  <a:lnTo>
                    <a:pt x="4046369" y="222394"/>
                  </a:lnTo>
                  <a:lnTo>
                    <a:pt x="4079536" y="216546"/>
                  </a:lnTo>
                  <a:lnTo>
                    <a:pt x="4112703" y="211202"/>
                  </a:lnTo>
                  <a:lnTo>
                    <a:pt x="4145869" y="206495"/>
                  </a:lnTo>
                  <a:lnTo>
                    <a:pt x="4179036" y="202449"/>
                  </a:lnTo>
                  <a:lnTo>
                    <a:pt x="4212203" y="198555"/>
                  </a:lnTo>
                  <a:lnTo>
                    <a:pt x="4245370" y="194715"/>
                  </a:lnTo>
                  <a:lnTo>
                    <a:pt x="4278537" y="190918"/>
                  </a:lnTo>
                  <a:lnTo>
                    <a:pt x="4311704" y="187155"/>
                  </a:lnTo>
                  <a:lnTo>
                    <a:pt x="4344871" y="183418"/>
                  </a:lnTo>
                  <a:lnTo>
                    <a:pt x="4378038" y="179703"/>
                  </a:lnTo>
                  <a:lnTo>
                    <a:pt x="4411205" y="176008"/>
                  </a:lnTo>
                  <a:lnTo>
                    <a:pt x="4444372" y="172334"/>
                  </a:lnTo>
                  <a:lnTo>
                    <a:pt x="4477539" y="168685"/>
                  </a:lnTo>
                  <a:lnTo>
                    <a:pt x="4510706" y="165067"/>
                  </a:lnTo>
                  <a:lnTo>
                    <a:pt x="4543873" y="161488"/>
                  </a:lnTo>
                  <a:lnTo>
                    <a:pt x="4577040" y="157955"/>
                  </a:lnTo>
                  <a:lnTo>
                    <a:pt x="4610207" y="154479"/>
                  </a:lnTo>
                  <a:lnTo>
                    <a:pt x="4643374" y="151070"/>
                  </a:lnTo>
                  <a:lnTo>
                    <a:pt x="4676541" y="147736"/>
                  </a:lnTo>
                  <a:lnTo>
                    <a:pt x="4709708" y="144465"/>
                  </a:lnTo>
                  <a:lnTo>
                    <a:pt x="4742875" y="141174"/>
                  </a:lnTo>
                  <a:lnTo>
                    <a:pt x="4776042" y="137863"/>
                  </a:lnTo>
                  <a:lnTo>
                    <a:pt x="4809209" y="134541"/>
                  </a:lnTo>
                  <a:lnTo>
                    <a:pt x="4842376" y="131215"/>
                  </a:lnTo>
                  <a:lnTo>
                    <a:pt x="4875543" y="127893"/>
                  </a:lnTo>
                  <a:lnTo>
                    <a:pt x="4908710" y="124581"/>
                  </a:lnTo>
                  <a:lnTo>
                    <a:pt x="4941876" y="121287"/>
                  </a:lnTo>
                  <a:lnTo>
                    <a:pt x="4975043" y="118016"/>
                  </a:lnTo>
                  <a:lnTo>
                    <a:pt x="5008210" y="114772"/>
                  </a:lnTo>
                  <a:lnTo>
                    <a:pt x="5041377" y="111560"/>
                  </a:lnTo>
                  <a:lnTo>
                    <a:pt x="5074544" y="108384"/>
                  </a:lnTo>
                  <a:lnTo>
                    <a:pt x="5107711" y="105247"/>
                  </a:lnTo>
                  <a:lnTo>
                    <a:pt x="5140878" y="102152"/>
                  </a:lnTo>
                  <a:lnTo>
                    <a:pt x="5174045" y="99102"/>
                  </a:lnTo>
                  <a:lnTo>
                    <a:pt x="5207212" y="96097"/>
                  </a:lnTo>
                  <a:lnTo>
                    <a:pt x="5240379" y="93140"/>
                  </a:lnTo>
                  <a:lnTo>
                    <a:pt x="5273546" y="90231"/>
                  </a:lnTo>
                  <a:lnTo>
                    <a:pt x="5306713" y="87371"/>
                  </a:lnTo>
                  <a:lnTo>
                    <a:pt x="5339880" y="84561"/>
                  </a:lnTo>
                  <a:lnTo>
                    <a:pt x="5373047" y="81801"/>
                  </a:lnTo>
                  <a:lnTo>
                    <a:pt x="5406214" y="79090"/>
                  </a:lnTo>
                  <a:lnTo>
                    <a:pt x="5439381" y="76427"/>
                  </a:lnTo>
                  <a:lnTo>
                    <a:pt x="5472548" y="73812"/>
                  </a:lnTo>
                  <a:lnTo>
                    <a:pt x="5505715" y="71245"/>
                  </a:lnTo>
                  <a:lnTo>
                    <a:pt x="5538882" y="68723"/>
                  </a:lnTo>
                  <a:lnTo>
                    <a:pt x="5572049" y="66245"/>
                  </a:lnTo>
                  <a:lnTo>
                    <a:pt x="5605216" y="63810"/>
                  </a:lnTo>
                  <a:lnTo>
                    <a:pt x="5638383" y="61417"/>
                  </a:lnTo>
                  <a:lnTo>
                    <a:pt x="5671550" y="59063"/>
                  </a:lnTo>
                  <a:lnTo>
                    <a:pt x="5704717" y="56746"/>
                  </a:lnTo>
                  <a:lnTo>
                    <a:pt x="5737884" y="54464"/>
                  </a:lnTo>
                  <a:lnTo>
                    <a:pt x="5771050" y="52215"/>
                  </a:lnTo>
                  <a:lnTo>
                    <a:pt x="5804217" y="49998"/>
                  </a:lnTo>
                  <a:lnTo>
                    <a:pt x="5837384" y="47809"/>
                  </a:lnTo>
                  <a:lnTo>
                    <a:pt x="5870551" y="45646"/>
                  </a:lnTo>
                  <a:lnTo>
                    <a:pt x="5903718" y="43508"/>
                  </a:lnTo>
                  <a:lnTo>
                    <a:pt x="5936885" y="41390"/>
                  </a:lnTo>
                  <a:lnTo>
                    <a:pt x="5970052" y="39292"/>
                  </a:lnTo>
                  <a:lnTo>
                    <a:pt x="6003219" y="37211"/>
                  </a:lnTo>
                  <a:lnTo>
                    <a:pt x="6036386" y="35144"/>
                  </a:lnTo>
                  <a:lnTo>
                    <a:pt x="6069553" y="33089"/>
                  </a:lnTo>
                  <a:lnTo>
                    <a:pt x="6102720" y="31043"/>
                  </a:lnTo>
                  <a:lnTo>
                    <a:pt x="6135887" y="29004"/>
                  </a:lnTo>
                  <a:lnTo>
                    <a:pt x="6169054" y="26970"/>
                  </a:lnTo>
                  <a:lnTo>
                    <a:pt x="6202221" y="24939"/>
                  </a:lnTo>
                  <a:lnTo>
                    <a:pt x="6235388" y="22907"/>
                  </a:lnTo>
                  <a:lnTo>
                    <a:pt x="6268555" y="20874"/>
                  </a:lnTo>
                  <a:lnTo>
                    <a:pt x="6301722" y="18837"/>
                  </a:lnTo>
                  <a:lnTo>
                    <a:pt x="6334889" y="16793"/>
                  </a:lnTo>
                  <a:lnTo>
                    <a:pt x="6368056" y="14742"/>
                  </a:lnTo>
                  <a:lnTo>
                    <a:pt x="6401223" y="12680"/>
                  </a:lnTo>
                  <a:lnTo>
                    <a:pt x="6434390" y="10606"/>
                  </a:lnTo>
                  <a:lnTo>
                    <a:pt x="6467557" y="8519"/>
                  </a:lnTo>
                  <a:lnTo>
                    <a:pt x="6500724" y="6416"/>
                  </a:lnTo>
                  <a:lnTo>
                    <a:pt x="6533891" y="4297"/>
                  </a:lnTo>
                  <a:lnTo>
                    <a:pt x="6567058" y="2158"/>
                  </a:lnTo>
                  <a:lnTo>
                    <a:pt x="6600224" y="0"/>
                  </a:lnTo>
                  <a:lnTo>
                    <a:pt x="6600224" y="518981"/>
                  </a:lnTo>
                  <a:lnTo>
                    <a:pt x="6567058" y="512100"/>
                  </a:lnTo>
                  <a:lnTo>
                    <a:pt x="6533891" y="505402"/>
                  </a:lnTo>
                  <a:lnTo>
                    <a:pt x="6500724" y="498887"/>
                  </a:lnTo>
                  <a:lnTo>
                    <a:pt x="6467557" y="492554"/>
                  </a:lnTo>
                  <a:lnTo>
                    <a:pt x="6434390" y="486399"/>
                  </a:lnTo>
                  <a:lnTo>
                    <a:pt x="6401223" y="480421"/>
                  </a:lnTo>
                  <a:lnTo>
                    <a:pt x="6368056" y="474619"/>
                  </a:lnTo>
                  <a:lnTo>
                    <a:pt x="6334889" y="468990"/>
                  </a:lnTo>
                  <a:lnTo>
                    <a:pt x="6301722" y="463532"/>
                  </a:lnTo>
                  <a:lnTo>
                    <a:pt x="6268555" y="458244"/>
                  </a:lnTo>
                  <a:lnTo>
                    <a:pt x="6235388" y="453122"/>
                  </a:lnTo>
                  <a:lnTo>
                    <a:pt x="6202221" y="448165"/>
                  </a:lnTo>
                  <a:lnTo>
                    <a:pt x="6169054" y="443370"/>
                  </a:lnTo>
                  <a:lnTo>
                    <a:pt x="6135887" y="438735"/>
                  </a:lnTo>
                  <a:lnTo>
                    <a:pt x="6102720" y="434257"/>
                  </a:lnTo>
                  <a:lnTo>
                    <a:pt x="6069553" y="429934"/>
                  </a:lnTo>
                  <a:lnTo>
                    <a:pt x="6036386" y="425764"/>
                  </a:lnTo>
                  <a:lnTo>
                    <a:pt x="6003219" y="421744"/>
                  </a:lnTo>
                  <a:lnTo>
                    <a:pt x="5970052" y="417871"/>
                  </a:lnTo>
                  <a:lnTo>
                    <a:pt x="5936885" y="414142"/>
                  </a:lnTo>
                  <a:lnTo>
                    <a:pt x="5903718" y="410556"/>
                  </a:lnTo>
                  <a:lnTo>
                    <a:pt x="5870551" y="407110"/>
                  </a:lnTo>
                  <a:lnTo>
                    <a:pt x="5837384" y="403800"/>
                  </a:lnTo>
                  <a:lnTo>
                    <a:pt x="5804217" y="400626"/>
                  </a:lnTo>
                  <a:lnTo>
                    <a:pt x="5771050" y="397583"/>
                  </a:lnTo>
                  <a:lnTo>
                    <a:pt x="5737884" y="394670"/>
                  </a:lnTo>
                  <a:lnTo>
                    <a:pt x="5704717" y="391884"/>
                  </a:lnTo>
                  <a:lnTo>
                    <a:pt x="5671550" y="389223"/>
                  </a:lnTo>
                  <a:lnTo>
                    <a:pt x="5638383" y="386685"/>
                  </a:lnTo>
                  <a:lnTo>
                    <a:pt x="5605216" y="384268"/>
                  </a:lnTo>
                  <a:lnTo>
                    <a:pt x="5572049" y="381969"/>
                  </a:lnTo>
                  <a:lnTo>
                    <a:pt x="5538882" y="379788"/>
                  </a:lnTo>
                  <a:lnTo>
                    <a:pt x="5505715" y="377721"/>
                  </a:lnTo>
                  <a:lnTo>
                    <a:pt x="5472548" y="375768"/>
                  </a:lnTo>
                  <a:lnTo>
                    <a:pt x="5439381" y="373928"/>
                  </a:lnTo>
                  <a:lnTo>
                    <a:pt x="5406214" y="372198"/>
                  </a:lnTo>
                  <a:lnTo>
                    <a:pt x="5373047" y="370579"/>
                  </a:lnTo>
                  <a:lnTo>
                    <a:pt x="5339880" y="369069"/>
                  </a:lnTo>
                  <a:lnTo>
                    <a:pt x="5306713" y="367669"/>
                  </a:lnTo>
                  <a:lnTo>
                    <a:pt x="5273546" y="366377"/>
                  </a:lnTo>
                  <a:lnTo>
                    <a:pt x="5240379" y="365195"/>
                  </a:lnTo>
                  <a:lnTo>
                    <a:pt x="5207212" y="364122"/>
                  </a:lnTo>
                  <a:lnTo>
                    <a:pt x="5174045" y="363160"/>
                  </a:lnTo>
                  <a:lnTo>
                    <a:pt x="5140878" y="362310"/>
                  </a:lnTo>
                  <a:lnTo>
                    <a:pt x="5107711" y="361573"/>
                  </a:lnTo>
                  <a:lnTo>
                    <a:pt x="5074544" y="360953"/>
                  </a:lnTo>
                  <a:lnTo>
                    <a:pt x="5041377" y="360450"/>
                  </a:lnTo>
                  <a:lnTo>
                    <a:pt x="5008210" y="360069"/>
                  </a:lnTo>
                  <a:lnTo>
                    <a:pt x="4975043" y="359813"/>
                  </a:lnTo>
                  <a:lnTo>
                    <a:pt x="4941876" y="359687"/>
                  </a:lnTo>
                  <a:lnTo>
                    <a:pt x="4908710" y="359695"/>
                  </a:lnTo>
                  <a:lnTo>
                    <a:pt x="4875543" y="359842"/>
                  </a:lnTo>
                  <a:lnTo>
                    <a:pt x="4842376" y="360135"/>
                  </a:lnTo>
                  <a:lnTo>
                    <a:pt x="4809209" y="360581"/>
                  </a:lnTo>
                  <a:lnTo>
                    <a:pt x="4776042" y="361187"/>
                  </a:lnTo>
                  <a:lnTo>
                    <a:pt x="4742875" y="361960"/>
                  </a:lnTo>
                  <a:lnTo>
                    <a:pt x="4709708" y="362910"/>
                  </a:lnTo>
                  <a:lnTo>
                    <a:pt x="4676541" y="364042"/>
                  </a:lnTo>
                  <a:lnTo>
                    <a:pt x="4643374" y="365337"/>
                  </a:lnTo>
                  <a:lnTo>
                    <a:pt x="4610207" y="366794"/>
                  </a:lnTo>
                  <a:lnTo>
                    <a:pt x="4577040" y="368420"/>
                  </a:lnTo>
                  <a:lnTo>
                    <a:pt x="4543873" y="370224"/>
                  </a:lnTo>
                  <a:lnTo>
                    <a:pt x="4510706" y="372213"/>
                  </a:lnTo>
                  <a:lnTo>
                    <a:pt x="4477539" y="374394"/>
                  </a:lnTo>
                  <a:lnTo>
                    <a:pt x="4444372" y="376773"/>
                  </a:lnTo>
                  <a:lnTo>
                    <a:pt x="4411205" y="379354"/>
                  </a:lnTo>
                  <a:lnTo>
                    <a:pt x="4378038" y="382139"/>
                  </a:lnTo>
                  <a:lnTo>
                    <a:pt x="4344871" y="385127"/>
                  </a:lnTo>
                  <a:lnTo>
                    <a:pt x="4311704" y="388314"/>
                  </a:lnTo>
                  <a:lnTo>
                    <a:pt x="4278537" y="391695"/>
                  </a:lnTo>
                  <a:lnTo>
                    <a:pt x="4245370" y="395261"/>
                  </a:lnTo>
                  <a:lnTo>
                    <a:pt x="4212203" y="398999"/>
                  </a:lnTo>
                  <a:lnTo>
                    <a:pt x="4179036" y="402897"/>
                  </a:lnTo>
                  <a:lnTo>
                    <a:pt x="4145869" y="406988"/>
                  </a:lnTo>
                  <a:lnTo>
                    <a:pt x="4112703" y="411576"/>
                  </a:lnTo>
                  <a:lnTo>
                    <a:pt x="4079536" y="416677"/>
                  </a:lnTo>
                  <a:lnTo>
                    <a:pt x="4046369" y="422251"/>
                  </a:lnTo>
                  <a:lnTo>
                    <a:pt x="4013202" y="428256"/>
                  </a:lnTo>
                  <a:lnTo>
                    <a:pt x="3980035" y="434641"/>
                  </a:lnTo>
                  <a:lnTo>
                    <a:pt x="3946868" y="441344"/>
                  </a:lnTo>
                  <a:lnTo>
                    <a:pt x="3913701" y="448291"/>
                  </a:lnTo>
                  <a:lnTo>
                    <a:pt x="3880534" y="455390"/>
                  </a:lnTo>
                  <a:lnTo>
                    <a:pt x="3847367" y="462533"/>
                  </a:lnTo>
                  <a:lnTo>
                    <a:pt x="3814200" y="469598"/>
                  </a:lnTo>
                  <a:lnTo>
                    <a:pt x="3781033" y="476453"/>
                  </a:lnTo>
                  <a:lnTo>
                    <a:pt x="3747866" y="482954"/>
                  </a:lnTo>
                  <a:lnTo>
                    <a:pt x="3714699" y="488983"/>
                  </a:lnTo>
                  <a:lnTo>
                    <a:pt x="3681532" y="495004"/>
                  </a:lnTo>
                  <a:lnTo>
                    <a:pt x="3648365" y="501241"/>
                  </a:lnTo>
                  <a:lnTo>
                    <a:pt x="3615198" y="507711"/>
                  </a:lnTo>
                  <a:lnTo>
                    <a:pt x="3582031" y="514429"/>
                  </a:lnTo>
                  <a:lnTo>
                    <a:pt x="3548864" y="521405"/>
                  </a:lnTo>
                  <a:lnTo>
                    <a:pt x="3515697" y="528635"/>
                  </a:lnTo>
                  <a:lnTo>
                    <a:pt x="3482530" y="536095"/>
                  </a:lnTo>
                  <a:lnTo>
                    <a:pt x="3449363" y="543738"/>
                  </a:lnTo>
                  <a:lnTo>
                    <a:pt x="3416196" y="551491"/>
                  </a:lnTo>
                  <a:lnTo>
                    <a:pt x="3383029" y="559259"/>
                  </a:lnTo>
                  <a:lnTo>
                    <a:pt x="3349862" y="566924"/>
                  </a:lnTo>
                  <a:lnTo>
                    <a:pt x="3316695" y="574350"/>
                  </a:lnTo>
                  <a:lnTo>
                    <a:pt x="3283529" y="581390"/>
                  </a:lnTo>
                  <a:lnTo>
                    <a:pt x="3250362" y="587890"/>
                  </a:lnTo>
                  <a:lnTo>
                    <a:pt x="3217195" y="593713"/>
                  </a:lnTo>
                  <a:lnTo>
                    <a:pt x="3184028" y="599214"/>
                  </a:lnTo>
                  <a:lnTo>
                    <a:pt x="3150861" y="604658"/>
                  </a:lnTo>
                  <a:lnTo>
                    <a:pt x="3117694" y="610105"/>
                  </a:lnTo>
                  <a:lnTo>
                    <a:pt x="3084527" y="615613"/>
                  </a:lnTo>
                  <a:lnTo>
                    <a:pt x="3051360" y="621230"/>
                  </a:lnTo>
                  <a:lnTo>
                    <a:pt x="3018193" y="626980"/>
                  </a:lnTo>
                  <a:lnTo>
                    <a:pt x="2985026" y="632862"/>
                  </a:lnTo>
                  <a:lnTo>
                    <a:pt x="2951859" y="638842"/>
                  </a:lnTo>
                  <a:lnTo>
                    <a:pt x="2918692" y="644855"/>
                  </a:lnTo>
                  <a:lnTo>
                    <a:pt x="2885525" y="650808"/>
                  </a:lnTo>
                  <a:lnTo>
                    <a:pt x="2852358" y="656581"/>
                  </a:lnTo>
                  <a:lnTo>
                    <a:pt x="2819191" y="662041"/>
                  </a:lnTo>
                  <a:lnTo>
                    <a:pt x="2786024" y="667046"/>
                  </a:lnTo>
                  <a:lnTo>
                    <a:pt x="2752857" y="671474"/>
                  </a:lnTo>
                  <a:lnTo>
                    <a:pt x="2719690" y="675508"/>
                  </a:lnTo>
                  <a:lnTo>
                    <a:pt x="2686523" y="679305"/>
                  </a:lnTo>
                  <a:lnTo>
                    <a:pt x="2653356" y="682949"/>
                  </a:lnTo>
                  <a:lnTo>
                    <a:pt x="2620189" y="686519"/>
                  </a:lnTo>
                  <a:lnTo>
                    <a:pt x="2587022" y="690078"/>
                  </a:lnTo>
                  <a:lnTo>
                    <a:pt x="2553855" y="693677"/>
                  </a:lnTo>
                  <a:lnTo>
                    <a:pt x="2520688" y="697344"/>
                  </a:lnTo>
                  <a:lnTo>
                    <a:pt x="2487521" y="701091"/>
                  </a:lnTo>
                  <a:lnTo>
                    <a:pt x="2454355" y="704908"/>
                  </a:lnTo>
                  <a:lnTo>
                    <a:pt x="2421188" y="708774"/>
                  </a:lnTo>
                  <a:lnTo>
                    <a:pt x="2388021" y="712651"/>
                  </a:lnTo>
                  <a:lnTo>
                    <a:pt x="2354854" y="716500"/>
                  </a:lnTo>
                  <a:lnTo>
                    <a:pt x="2321687" y="720278"/>
                  </a:lnTo>
                  <a:lnTo>
                    <a:pt x="2288520" y="723979"/>
                  </a:lnTo>
                  <a:lnTo>
                    <a:pt x="2255353" y="727625"/>
                  </a:lnTo>
                  <a:lnTo>
                    <a:pt x="2222186" y="731228"/>
                  </a:lnTo>
                  <a:lnTo>
                    <a:pt x="2189019" y="734797"/>
                  </a:lnTo>
                  <a:lnTo>
                    <a:pt x="2155852" y="738343"/>
                  </a:lnTo>
                  <a:lnTo>
                    <a:pt x="2122685" y="741870"/>
                  </a:lnTo>
                  <a:lnTo>
                    <a:pt x="2089518" y="745383"/>
                  </a:lnTo>
                  <a:lnTo>
                    <a:pt x="2056351" y="748885"/>
                  </a:lnTo>
                  <a:lnTo>
                    <a:pt x="2023184" y="752376"/>
                  </a:lnTo>
                  <a:lnTo>
                    <a:pt x="1990017" y="755854"/>
                  </a:lnTo>
                  <a:lnTo>
                    <a:pt x="1956850" y="759318"/>
                  </a:lnTo>
                  <a:lnTo>
                    <a:pt x="1923683" y="762763"/>
                  </a:lnTo>
                  <a:lnTo>
                    <a:pt x="1890516" y="766185"/>
                  </a:lnTo>
                  <a:lnTo>
                    <a:pt x="1857349" y="769578"/>
                  </a:lnTo>
                  <a:lnTo>
                    <a:pt x="1824182" y="772940"/>
                  </a:lnTo>
                  <a:lnTo>
                    <a:pt x="1791015" y="776266"/>
                  </a:lnTo>
                  <a:lnTo>
                    <a:pt x="1757848" y="779580"/>
                  </a:lnTo>
                  <a:lnTo>
                    <a:pt x="1724681" y="782937"/>
                  </a:lnTo>
                  <a:lnTo>
                    <a:pt x="1691514" y="786342"/>
                  </a:lnTo>
                  <a:lnTo>
                    <a:pt x="1658347" y="789800"/>
                  </a:lnTo>
                  <a:lnTo>
                    <a:pt x="1625181" y="793314"/>
                  </a:lnTo>
                  <a:lnTo>
                    <a:pt x="1592014" y="796890"/>
                  </a:lnTo>
                  <a:lnTo>
                    <a:pt x="1558847" y="800534"/>
                  </a:lnTo>
                  <a:lnTo>
                    <a:pt x="1525680" y="804252"/>
                  </a:lnTo>
                  <a:lnTo>
                    <a:pt x="1492513" y="808051"/>
                  </a:lnTo>
                  <a:lnTo>
                    <a:pt x="1459346" y="811938"/>
                  </a:lnTo>
                  <a:lnTo>
                    <a:pt x="1426179" y="815920"/>
                  </a:lnTo>
                  <a:lnTo>
                    <a:pt x="1393012" y="820005"/>
                  </a:lnTo>
                  <a:lnTo>
                    <a:pt x="1359845" y="824199"/>
                  </a:lnTo>
                  <a:lnTo>
                    <a:pt x="1326678" y="828510"/>
                  </a:lnTo>
                  <a:lnTo>
                    <a:pt x="1293511" y="832944"/>
                  </a:lnTo>
                  <a:lnTo>
                    <a:pt x="1260344" y="837507"/>
                  </a:lnTo>
                  <a:lnTo>
                    <a:pt x="1227177" y="842207"/>
                  </a:lnTo>
                  <a:lnTo>
                    <a:pt x="1194010" y="847049"/>
                  </a:lnTo>
                  <a:lnTo>
                    <a:pt x="1160843" y="852037"/>
                  </a:lnTo>
                  <a:lnTo>
                    <a:pt x="1127676" y="857177"/>
                  </a:lnTo>
                  <a:lnTo>
                    <a:pt x="1094509" y="862472"/>
                  </a:lnTo>
                  <a:lnTo>
                    <a:pt x="1061342" y="867927"/>
                  </a:lnTo>
                  <a:lnTo>
                    <a:pt x="1028175" y="873544"/>
                  </a:lnTo>
                  <a:lnTo>
                    <a:pt x="995008" y="879327"/>
                  </a:lnTo>
                  <a:lnTo>
                    <a:pt x="961841" y="879658"/>
                  </a:lnTo>
                  <a:lnTo>
                    <a:pt x="928674" y="879658"/>
                  </a:lnTo>
                  <a:lnTo>
                    <a:pt x="895507" y="879658"/>
                  </a:lnTo>
                  <a:lnTo>
                    <a:pt x="862340" y="879658"/>
                  </a:lnTo>
                  <a:lnTo>
                    <a:pt x="829173" y="879658"/>
                  </a:lnTo>
                  <a:lnTo>
                    <a:pt x="796007" y="879658"/>
                  </a:lnTo>
                  <a:lnTo>
                    <a:pt x="762840" y="879658"/>
                  </a:lnTo>
                  <a:lnTo>
                    <a:pt x="729673" y="879658"/>
                  </a:lnTo>
                  <a:lnTo>
                    <a:pt x="696506" y="879658"/>
                  </a:lnTo>
                  <a:lnTo>
                    <a:pt x="663339" y="879658"/>
                  </a:lnTo>
                  <a:lnTo>
                    <a:pt x="630172" y="879658"/>
                  </a:lnTo>
                  <a:lnTo>
                    <a:pt x="597005" y="879658"/>
                  </a:lnTo>
                  <a:lnTo>
                    <a:pt x="563838" y="879658"/>
                  </a:lnTo>
                  <a:lnTo>
                    <a:pt x="530671" y="879658"/>
                  </a:lnTo>
                  <a:lnTo>
                    <a:pt x="497504" y="879658"/>
                  </a:lnTo>
                  <a:lnTo>
                    <a:pt x="464337" y="879658"/>
                  </a:lnTo>
                  <a:lnTo>
                    <a:pt x="431170" y="879658"/>
                  </a:lnTo>
                  <a:lnTo>
                    <a:pt x="398003" y="879658"/>
                  </a:lnTo>
                  <a:lnTo>
                    <a:pt x="364836" y="879658"/>
                  </a:lnTo>
                  <a:lnTo>
                    <a:pt x="331669" y="879658"/>
                  </a:lnTo>
                  <a:lnTo>
                    <a:pt x="298502" y="879658"/>
                  </a:lnTo>
                  <a:lnTo>
                    <a:pt x="265335" y="879658"/>
                  </a:lnTo>
                  <a:lnTo>
                    <a:pt x="232168" y="879658"/>
                  </a:lnTo>
                  <a:lnTo>
                    <a:pt x="199001" y="879658"/>
                  </a:lnTo>
                  <a:lnTo>
                    <a:pt x="165834" y="879658"/>
                  </a:lnTo>
                  <a:lnTo>
                    <a:pt x="132667" y="879658"/>
                  </a:lnTo>
                  <a:lnTo>
                    <a:pt x="99500" y="879658"/>
                  </a:lnTo>
                  <a:lnTo>
                    <a:pt x="66333" y="879658"/>
                  </a:lnTo>
                  <a:lnTo>
                    <a:pt x="33166" y="879658"/>
                  </a:lnTo>
                  <a:lnTo>
                    <a:pt x="0" y="879658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4339644"/>
              <a:ext cx="6600224" cy="568062"/>
            </a:xfrm>
            <a:custGeom>
              <a:avLst/>
              <a:pathLst>
                <a:path w="6600224" h="568062">
                  <a:moveTo>
                    <a:pt x="0" y="322090"/>
                  </a:moveTo>
                  <a:lnTo>
                    <a:pt x="33166" y="333294"/>
                  </a:lnTo>
                  <a:lnTo>
                    <a:pt x="66333" y="344247"/>
                  </a:lnTo>
                  <a:lnTo>
                    <a:pt x="99500" y="354949"/>
                  </a:lnTo>
                  <a:lnTo>
                    <a:pt x="132667" y="365398"/>
                  </a:lnTo>
                  <a:lnTo>
                    <a:pt x="165834" y="375593"/>
                  </a:lnTo>
                  <a:lnTo>
                    <a:pt x="199001" y="385533"/>
                  </a:lnTo>
                  <a:lnTo>
                    <a:pt x="232168" y="395216"/>
                  </a:lnTo>
                  <a:lnTo>
                    <a:pt x="265335" y="404643"/>
                  </a:lnTo>
                  <a:lnTo>
                    <a:pt x="298502" y="413810"/>
                  </a:lnTo>
                  <a:lnTo>
                    <a:pt x="331669" y="422718"/>
                  </a:lnTo>
                  <a:lnTo>
                    <a:pt x="364836" y="431364"/>
                  </a:lnTo>
                  <a:lnTo>
                    <a:pt x="398003" y="439749"/>
                  </a:lnTo>
                  <a:lnTo>
                    <a:pt x="431170" y="447869"/>
                  </a:lnTo>
                  <a:lnTo>
                    <a:pt x="464337" y="455725"/>
                  </a:lnTo>
                  <a:lnTo>
                    <a:pt x="497504" y="463314"/>
                  </a:lnTo>
                  <a:lnTo>
                    <a:pt x="530671" y="470637"/>
                  </a:lnTo>
                  <a:lnTo>
                    <a:pt x="563838" y="477691"/>
                  </a:lnTo>
                  <a:lnTo>
                    <a:pt x="597005" y="484476"/>
                  </a:lnTo>
                  <a:lnTo>
                    <a:pt x="630172" y="490991"/>
                  </a:lnTo>
                  <a:lnTo>
                    <a:pt x="663339" y="497235"/>
                  </a:lnTo>
                  <a:lnTo>
                    <a:pt x="696506" y="503207"/>
                  </a:lnTo>
                  <a:lnTo>
                    <a:pt x="729673" y="508907"/>
                  </a:lnTo>
                  <a:lnTo>
                    <a:pt x="762840" y="514334"/>
                  </a:lnTo>
                  <a:lnTo>
                    <a:pt x="796007" y="519489"/>
                  </a:lnTo>
                  <a:lnTo>
                    <a:pt x="829173" y="524370"/>
                  </a:lnTo>
                  <a:lnTo>
                    <a:pt x="862340" y="528979"/>
                  </a:lnTo>
                  <a:lnTo>
                    <a:pt x="895507" y="533316"/>
                  </a:lnTo>
                  <a:lnTo>
                    <a:pt x="928674" y="537382"/>
                  </a:lnTo>
                  <a:lnTo>
                    <a:pt x="961841" y="541178"/>
                  </a:lnTo>
                  <a:lnTo>
                    <a:pt x="995008" y="544706"/>
                  </a:lnTo>
                  <a:lnTo>
                    <a:pt x="1028175" y="547968"/>
                  </a:lnTo>
                  <a:lnTo>
                    <a:pt x="1061342" y="550967"/>
                  </a:lnTo>
                  <a:lnTo>
                    <a:pt x="1094509" y="553706"/>
                  </a:lnTo>
                  <a:lnTo>
                    <a:pt x="1127676" y="556188"/>
                  </a:lnTo>
                  <a:lnTo>
                    <a:pt x="1160843" y="558417"/>
                  </a:lnTo>
                  <a:lnTo>
                    <a:pt x="1194010" y="560398"/>
                  </a:lnTo>
                  <a:lnTo>
                    <a:pt x="1227177" y="562137"/>
                  </a:lnTo>
                  <a:lnTo>
                    <a:pt x="1260344" y="563638"/>
                  </a:lnTo>
                  <a:lnTo>
                    <a:pt x="1293511" y="564908"/>
                  </a:lnTo>
                  <a:lnTo>
                    <a:pt x="1326678" y="565954"/>
                  </a:lnTo>
                  <a:lnTo>
                    <a:pt x="1359845" y="566782"/>
                  </a:lnTo>
                  <a:lnTo>
                    <a:pt x="1393012" y="567399"/>
                  </a:lnTo>
                  <a:lnTo>
                    <a:pt x="1426179" y="567813"/>
                  </a:lnTo>
                  <a:lnTo>
                    <a:pt x="1459346" y="568031"/>
                  </a:lnTo>
                  <a:lnTo>
                    <a:pt x="1492513" y="568062"/>
                  </a:lnTo>
                  <a:lnTo>
                    <a:pt x="1525680" y="567912"/>
                  </a:lnTo>
                  <a:lnTo>
                    <a:pt x="1558847" y="567589"/>
                  </a:lnTo>
                  <a:lnTo>
                    <a:pt x="1592014" y="567101"/>
                  </a:lnTo>
                  <a:lnTo>
                    <a:pt x="1625181" y="566453"/>
                  </a:lnTo>
                  <a:lnTo>
                    <a:pt x="1658347" y="565653"/>
                  </a:lnTo>
                  <a:lnTo>
                    <a:pt x="1691514" y="564706"/>
                  </a:lnTo>
                  <a:lnTo>
                    <a:pt x="1724681" y="563617"/>
                  </a:lnTo>
                  <a:lnTo>
                    <a:pt x="1757848" y="562390"/>
                  </a:lnTo>
                  <a:lnTo>
                    <a:pt x="1791015" y="561028"/>
                  </a:lnTo>
                  <a:lnTo>
                    <a:pt x="1824182" y="559538"/>
                  </a:lnTo>
                  <a:lnTo>
                    <a:pt x="1857349" y="557917"/>
                  </a:lnTo>
                  <a:lnTo>
                    <a:pt x="1890516" y="556163"/>
                  </a:lnTo>
                  <a:lnTo>
                    <a:pt x="1923683" y="554271"/>
                  </a:lnTo>
                  <a:lnTo>
                    <a:pt x="1956850" y="552236"/>
                  </a:lnTo>
                  <a:lnTo>
                    <a:pt x="1990017" y="550053"/>
                  </a:lnTo>
                  <a:lnTo>
                    <a:pt x="2023184" y="547719"/>
                  </a:lnTo>
                  <a:lnTo>
                    <a:pt x="2056351" y="545231"/>
                  </a:lnTo>
                  <a:lnTo>
                    <a:pt x="2089518" y="542586"/>
                  </a:lnTo>
                  <a:lnTo>
                    <a:pt x="2122685" y="539785"/>
                  </a:lnTo>
                  <a:lnTo>
                    <a:pt x="2155852" y="536831"/>
                  </a:lnTo>
                  <a:lnTo>
                    <a:pt x="2189019" y="533727"/>
                  </a:lnTo>
                  <a:lnTo>
                    <a:pt x="2222186" y="530480"/>
                  </a:lnTo>
                  <a:lnTo>
                    <a:pt x="2255353" y="527097"/>
                  </a:lnTo>
                  <a:lnTo>
                    <a:pt x="2288520" y="523589"/>
                  </a:lnTo>
                  <a:lnTo>
                    <a:pt x="2321687" y="519967"/>
                  </a:lnTo>
                  <a:lnTo>
                    <a:pt x="2354854" y="516377"/>
                  </a:lnTo>
                  <a:lnTo>
                    <a:pt x="2388021" y="512921"/>
                  </a:lnTo>
                  <a:lnTo>
                    <a:pt x="2421188" y="509525"/>
                  </a:lnTo>
                  <a:lnTo>
                    <a:pt x="2454355" y="506118"/>
                  </a:lnTo>
                  <a:lnTo>
                    <a:pt x="2487521" y="502630"/>
                  </a:lnTo>
                  <a:lnTo>
                    <a:pt x="2520688" y="499007"/>
                  </a:lnTo>
                  <a:lnTo>
                    <a:pt x="2553855" y="495209"/>
                  </a:lnTo>
                  <a:lnTo>
                    <a:pt x="2587022" y="491213"/>
                  </a:lnTo>
                  <a:lnTo>
                    <a:pt x="2620189" y="487018"/>
                  </a:lnTo>
                  <a:lnTo>
                    <a:pt x="2653356" y="482640"/>
                  </a:lnTo>
                  <a:lnTo>
                    <a:pt x="2686523" y="478111"/>
                  </a:lnTo>
                  <a:lnTo>
                    <a:pt x="2719690" y="473478"/>
                  </a:lnTo>
                  <a:lnTo>
                    <a:pt x="2752857" y="468792"/>
                  </a:lnTo>
                  <a:lnTo>
                    <a:pt x="2786024" y="464072"/>
                  </a:lnTo>
                  <a:lnTo>
                    <a:pt x="2819191" y="459219"/>
                  </a:lnTo>
                  <a:lnTo>
                    <a:pt x="2852358" y="454181"/>
                  </a:lnTo>
                  <a:lnTo>
                    <a:pt x="2885525" y="448909"/>
                  </a:lnTo>
                  <a:lnTo>
                    <a:pt x="2918692" y="443358"/>
                  </a:lnTo>
                  <a:lnTo>
                    <a:pt x="2951859" y="437500"/>
                  </a:lnTo>
                  <a:lnTo>
                    <a:pt x="2985026" y="431331"/>
                  </a:lnTo>
                  <a:lnTo>
                    <a:pt x="3018193" y="424876"/>
                  </a:lnTo>
                  <a:lnTo>
                    <a:pt x="3051360" y="418194"/>
                  </a:lnTo>
                  <a:lnTo>
                    <a:pt x="3084527" y="411373"/>
                  </a:lnTo>
                  <a:lnTo>
                    <a:pt x="3117694" y="404528"/>
                  </a:lnTo>
                  <a:lnTo>
                    <a:pt x="3150861" y="397796"/>
                  </a:lnTo>
                  <a:lnTo>
                    <a:pt x="3184028" y="391326"/>
                  </a:lnTo>
                  <a:lnTo>
                    <a:pt x="3217195" y="385271"/>
                  </a:lnTo>
                  <a:lnTo>
                    <a:pt x="3250362" y="379525"/>
                  </a:lnTo>
                  <a:lnTo>
                    <a:pt x="3283529" y="373639"/>
                  </a:lnTo>
                  <a:lnTo>
                    <a:pt x="3316695" y="367573"/>
                  </a:lnTo>
                  <a:lnTo>
                    <a:pt x="3349862" y="361300"/>
                  </a:lnTo>
                  <a:lnTo>
                    <a:pt x="3383029" y="354796"/>
                  </a:lnTo>
                  <a:lnTo>
                    <a:pt x="3416196" y="348051"/>
                  </a:lnTo>
                  <a:lnTo>
                    <a:pt x="3449363" y="341071"/>
                  </a:lnTo>
                  <a:lnTo>
                    <a:pt x="3482530" y="333887"/>
                  </a:lnTo>
                  <a:lnTo>
                    <a:pt x="3515697" y="326549"/>
                  </a:lnTo>
                  <a:lnTo>
                    <a:pt x="3548864" y="319137"/>
                  </a:lnTo>
                  <a:lnTo>
                    <a:pt x="3582031" y="311751"/>
                  </a:lnTo>
                  <a:lnTo>
                    <a:pt x="3615198" y="304512"/>
                  </a:lnTo>
                  <a:lnTo>
                    <a:pt x="3648365" y="297553"/>
                  </a:lnTo>
                  <a:lnTo>
                    <a:pt x="3681532" y="291018"/>
                  </a:lnTo>
                  <a:lnTo>
                    <a:pt x="3714699" y="285045"/>
                  </a:lnTo>
                  <a:lnTo>
                    <a:pt x="3747866" y="279478"/>
                  </a:lnTo>
                  <a:lnTo>
                    <a:pt x="3781033" y="273666"/>
                  </a:lnTo>
                  <a:lnTo>
                    <a:pt x="3814200" y="267604"/>
                  </a:lnTo>
                  <a:lnTo>
                    <a:pt x="3847367" y="261326"/>
                  </a:lnTo>
                  <a:lnTo>
                    <a:pt x="3880534" y="254873"/>
                  </a:lnTo>
                  <a:lnTo>
                    <a:pt x="3913701" y="248299"/>
                  </a:lnTo>
                  <a:lnTo>
                    <a:pt x="3946868" y="241672"/>
                  </a:lnTo>
                  <a:lnTo>
                    <a:pt x="3980035" y="235077"/>
                  </a:lnTo>
                  <a:lnTo>
                    <a:pt x="4013202" y="228613"/>
                  </a:lnTo>
                  <a:lnTo>
                    <a:pt x="4046369" y="222394"/>
                  </a:lnTo>
                  <a:lnTo>
                    <a:pt x="4079536" y="216546"/>
                  </a:lnTo>
                  <a:lnTo>
                    <a:pt x="4112703" y="211202"/>
                  </a:lnTo>
                  <a:lnTo>
                    <a:pt x="4145869" y="206495"/>
                  </a:lnTo>
                  <a:lnTo>
                    <a:pt x="4179036" y="202449"/>
                  </a:lnTo>
                  <a:lnTo>
                    <a:pt x="4212203" y="198555"/>
                  </a:lnTo>
                  <a:lnTo>
                    <a:pt x="4245370" y="194715"/>
                  </a:lnTo>
                  <a:lnTo>
                    <a:pt x="4278537" y="190918"/>
                  </a:lnTo>
                  <a:lnTo>
                    <a:pt x="4311704" y="187155"/>
                  </a:lnTo>
                  <a:lnTo>
                    <a:pt x="4344871" y="183418"/>
                  </a:lnTo>
                  <a:lnTo>
                    <a:pt x="4378038" y="179703"/>
                  </a:lnTo>
                  <a:lnTo>
                    <a:pt x="4411205" y="176008"/>
                  </a:lnTo>
                  <a:lnTo>
                    <a:pt x="4444372" y="172334"/>
                  </a:lnTo>
                  <a:lnTo>
                    <a:pt x="4477539" y="168685"/>
                  </a:lnTo>
                  <a:lnTo>
                    <a:pt x="4510706" y="165067"/>
                  </a:lnTo>
                  <a:lnTo>
                    <a:pt x="4543873" y="161488"/>
                  </a:lnTo>
                  <a:lnTo>
                    <a:pt x="4577040" y="157955"/>
                  </a:lnTo>
                  <a:lnTo>
                    <a:pt x="4610207" y="154479"/>
                  </a:lnTo>
                  <a:lnTo>
                    <a:pt x="4643374" y="151070"/>
                  </a:lnTo>
                  <a:lnTo>
                    <a:pt x="4676541" y="147736"/>
                  </a:lnTo>
                  <a:lnTo>
                    <a:pt x="4709708" y="144465"/>
                  </a:lnTo>
                  <a:lnTo>
                    <a:pt x="4742875" y="141174"/>
                  </a:lnTo>
                  <a:lnTo>
                    <a:pt x="4776042" y="137863"/>
                  </a:lnTo>
                  <a:lnTo>
                    <a:pt x="4809209" y="134541"/>
                  </a:lnTo>
                  <a:lnTo>
                    <a:pt x="4842376" y="131215"/>
                  </a:lnTo>
                  <a:lnTo>
                    <a:pt x="4875543" y="127893"/>
                  </a:lnTo>
                  <a:lnTo>
                    <a:pt x="4908710" y="124581"/>
                  </a:lnTo>
                  <a:lnTo>
                    <a:pt x="4941876" y="121287"/>
                  </a:lnTo>
                  <a:lnTo>
                    <a:pt x="4975043" y="118016"/>
                  </a:lnTo>
                  <a:lnTo>
                    <a:pt x="5008210" y="114772"/>
                  </a:lnTo>
                  <a:lnTo>
                    <a:pt x="5041377" y="111560"/>
                  </a:lnTo>
                  <a:lnTo>
                    <a:pt x="5074544" y="108384"/>
                  </a:lnTo>
                  <a:lnTo>
                    <a:pt x="5107711" y="105247"/>
                  </a:lnTo>
                  <a:lnTo>
                    <a:pt x="5140878" y="102152"/>
                  </a:lnTo>
                  <a:lnTo>
                    <a:pt x="5174045" y="99102"/>
                  </a:lnTo>
                  <a:lnTo>
                    <a:pt x="5207212" y="96097"/>
                  </a:lnTo>
                  <a:lnTo>
                    <a:pt x="5240379" y="93140"/>
                  </a:lnTo>
                  <a:lnTo>
                    <a:pt x="5273546" y="90231"/>
                  </a:lnTo>
                  <a:lnTo>
                    <a:pt x="5306713" y="87371"/>
                  </a:lnTo>
                  <a:lnTo>
                    <a:pt x="5339880" y="84561"/>
                  </a:lnTo>
                  <a:lnTo>
                    <a:pt x="5373047" y="81801"/>
                  </a:lnTo>
                  <a:lnTo>
                    <a:pt x="5406214" y="79090"/>
                  </a:lnTo>
                  <a:lnTo>
                    <a:pt x="5439381" y="76427"/>
                  </a:lnTo>
                  <a:lnTo>
                    <a:pt x="5472548" y="73812"/>
                  </a:lnTo>
                  <a:lnTo>
                    <a:pt x="5505715" y="71245"/>
                  </a:lnTo>
                  <a:lnTo>
                    <a:pt x="5538882" y="68723"/>
                  </a:lnTo>
                  <a:lnTo>
                    <a:pt x="5572049" y="66245"/>
                  </a:lnTo>
                  <a:lnTo>
                    <a:pt x="5605216" y="63810"/>
                  </a:lnTo>
                  <a:lnTo>
                    <a:pt x="5638383" y="61417"/>
                  </a:lnTo>
                  <a:lnTo>
                    <a:pt x="5671550" y="59063"/>
                  </a:lnTo>
                  <a:lnTo>
                    <a:pt x="5704717" y="56746"/>
                  </a:lnTo>
                  <a:lnTo>
                    <a:pt x="5737884" y="54464"/>
                  </a:lnTo>
                  <a:lnTo>
                    <a:pt x="5771050" y="52215"/>
                  </a:lnTo>
                  <a:lnTo>
                    <a:pt x="5804217" y="49998"/>
                  </a:lnTo>
                  <a:lnTo>
                    <a:pt x="5837384" y="47809"/>
                  </a:lnTo>
                  <a:lnTo>
                    <a:pt x="5870551" y="45646"/>
                  </a:lnTo>
                  <a:lnTo>
                    <a:pt x="5903718" y="43508"/>
                  </a:lnTo>
                  <a:lnTo>
                    <a:pt x="5936885" y="41390"/>
                  </a:lnTo>
                  <a:lnTo>
                    <a:pt x="5970052" y="39292"/>
                  </a:lnTo>
                  <a:lnTo>
                    <a:pt x="6003219" y="37211"/>
                  </a:lnTo>
                  <a:lnTo>
                    <a:pt x="6036386" y="35144"/>
                  </a:lnTo>
                  <a:lnTo>
                    <a:pt x="6069553" y="33089"/>
                  </a:lnTo>
                  <a:lnTo>
                    <a:pt x="6102720" y="31043"/>
                  </a:lnTo>
                  <a:lnTo>
                    <a:pt x="6135887" y="29004"/>
                  </a:lnTo>
                  <a:lnTo>
                    <a:pt x="6169054" y="26970"/>
                  </a:lnTo>
                  <a:lnTo>
                    <a:pt x="6202221" y="24939"/>
                  </a:lnTo>
                  <a:lnTo>
                    <a:pt x="6235388" y="22907"/>
                  </a:lnTo>
                  <a:lnTo>
                    <a:pt x="6268555" y="20874"/>
                  </a:lnTo>
                  <a:lnTo>
                    <a:pt x="6301722" y="18837"/>
                  </a:lnTo>
                  <a:lnTo>
                    <a:pt x="6334889" y="16793"/>
                  </a:lnTo>
                  <a:lnTo>
                    <a:pt x="6368056" y="14742"/>
                  </a:lnTo>
                  <a:lnTo>
                    <a:pt x="6401223" y="12680"/>
                  </a:lnTo>
                  <a:lnTo>
                    <a:pt x="6434390" y="10606"/>
                  </a:lnTo>
                  <a:lnTo>
                    <a:pt x="6467557" y="8519"/>
                  </a:lnTo>
                  <a:lnTo>
                    <a:pt x="6500724" y="6416"/>
                  </a:lnTo>
                  <a:lnTo>
                    <a:pt x="6533891" y="4297"/>
                  </a:lnTo>
                  <a:lnTo>
                    <a:pt x="6567058" y="2158"/>
                  </a:lnTo>
                  <a:lnTo>
                    <a:pt x="66002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4699332"/>
              <a:ext cx="6600224" cy="519971"/>
            </a:xfrm>
            <a:custGeom>
              <a:avLst/>
              <a:pathLst>
                <a:path w="6600224" h="519971">
                  <a:moveTo>
                    <a:pt x="6600224" y="159294"/>
                  </a:moveTo>
                  <a:lnTo>
                    <a:pt x="6567058" y="152412"/>
                  </a:lnTo>
                  <a:lnTo>
                    <a:pt x="6533891" y="145715"/>
                  </a:lnTo>
                  <a:lnTo>
                    <a:pt x="6500724" y="139200"/>
                  </a:lnTo>
                  <a:lnTo>
                    <a:pt x="6467557" y="132866"/>
                  </a:lnTo>
                  <a:lnTo>
                    <a:pt x="6434390" y="126711"/>
                  </a:lnTo>
                  <a:lnTo>
                    <a:pt x="6401223" y="120734"/>
                  </a:lnTo>
                  <a:lnTo>
                    <a:pt x="6368056" y="114931"/>
                  </a:lnTo>
                  <a:lnTo>
                    <a:pt x="6334889" y="109302"/>
                  </a:lnTo>
                  <a:lnTo>
                    <a:pt x="6301722" y="103845"/>
                  </a:lnTo>
                  <a:lnTo>
                    <a:pt x="6268555" y="98556"/>
                  </a:lnTo>
                  <a:lnTo>
                    <a:pt x="6235388" y="93434"/>
                  </a:lnTo>
                  <a:lnTo>
                    <a:pt x="6202221" y="88477"/>
                  </a:lnTo>
                  <a:lnTo>
                    <a:pt x="6169054" y="83682"/>
                  </a:lnTo>
                  <a:lnTo>
                    <a:pt x="6135887" y="79047"/>
                  </a:lnTo>
                  <a:lnTo>
                    <a:pt x="6102720" y="74569"/>
                  </a:lnTo>
                  <a:lnTo>
                    <a:pt x="6069553" y="70247"/>
                  </a:lnTo>
                  <a:lnTo>
                    <a:pt x="6036386" y="66076"/>
                  </a:lnTo>
                  <a:lnTo>
                    <a:pt x="6003219" y="62056"/>
                  </a:lnTo>
                  <a:lnTo>
                    <a:pt x="5970052" y="58183"/>
                  </a:lnTo>
                  <a:lnTo>
                    <a:pt x="5936885" y="54455"/>
                  </a:lnTo>
                  <a:lnTo>
                    <a:pt x="5903718" y="50869"/>
                  </a:lnTo>
                  <a:lnTo>
                    <a:pt x="5870551" y="47422"/>
                  </a:lnTo>
                  <a:lnTo>
                    <a:pt x="5837384" y="44113"/>
                  </a:lnTo>
                  <a:lnTo>
                    <a:pt x="5804217" y="40938"/>
                  </a:lnTo>
                  <a:lnTo>
                    <a:pt x="5771050" y="37896"/>
                  </a:lnTo>
                  <a:lnTo>
                    <a:pt x="5737884" y="34983"/>
                  </a:lnTo>
                  <a:lnTo>
                    <a:pt x="5704717" y="32197"/>
                  </a:lnTo>
                  <a:lnTo>
                    <a:pt x="5671550" y="29536"/>
                  </a:lnTo>
                  <a:lnTo>
                    <a:pt x="5638383" y="26998"/>
                  </a:lnTo>
                  <a:lnTo>
                    <a:pt x="5605216" y="24581"/>
                  </a:lnTo>
                  <a:lnTo>
                    <a:pt x="5572049" y="22282"/>
                  </a:lnTo>
                  <a:lnTo>
                    <a:pt x="5538882" y="20100"/>
                  </a:lnTo>
                  <a:lnTo>
                    <a:pt x="5505715" y="18034"/>
                  </a:lnTo>
                  <a:lnTo>
                    <a:pt x="5472548" y="16081"/>
                  </a:lnTo>
                  <a:lnTo>
                    <a:pt x="5439381" y="14240"/>
                  </a:lnTo>
                  <a:lnTo>
                    <a:pt x="5406214" y="12511"/>
                  </a:lnTo>
                  <a:lnTo>
                    <a:pt x="5373047" y="10891"/>
                  </a:lnTo>
                  <a:lnTo>
                    <a:pt x="5339880" y="9382"/>
                  </a:lnTo>
                  <a:lnTo>
                    <a:pt x="5306713" y="7981"/>
                  </a:lnTo>
                  <a:lnTo>
                    <a:pt x="5273546" y="6690"/>
                  </a:lnTo>
                  <a:lnTo>
                    <a:pt x="5240379" y="5507"/>
                  </a:lnTo>
                  <a:lnTo>
                    <a:pt x="5207212" y="4435"/>
                  </a:lnTo>
                  <a:lnTo>
                    <a:pt x="5174045" y="3473"/>
                  </a:lnTo>
                  <a:lnTo>
                    <a:pt x="5140878" y="2622"/>
                  </a:lnTo>
                  <a:lnTo>
                    <a:pt x="5107711" y="1886"/>
                  </a:lnTo>
                  <a:lnTo>
                    <a:pt x="5074544" y="1265"/>
                  </a:lnTo>
                  <a:lnTo>
                    <a:pt x="5041377" y="763"/>
                  </a:lnTo>
                  <a:lnTo>
                    <a:pt x="5008210" y="382"/>
                  </a:lnTo>
                  <a:lnTo>
                    <a:pt x="4975043" y="126"/>
                  </a:lnTo>
                  <a:lnTo>
                    <a:pt x="4941876" y="0"/>
                  </a:lnTo>
                  <a:lnTo>
                    <a:pt x="4908710" y="7"/>
                  </a:lnTo>
                  <a:lnTo>
                    <a:pt x="4875543" y="155"/>
                  </a:lnTo>
                  <a:lnTo>
                    <a:pt x="4842376" y="448"/>
                  </a:lnTo>
                  <a:lnTo>
                    <a:pt x="4809209" y="894"/>
                  </a:lnTo>
                  <a:lnTo>
                    <a:pt x="4776042" y="1499"/>
                  </a:lnTo>
                  <a:lnTo>
                    <a:pt x="4742875" y="2273"/>
                  </a:lnTo>
                  <a:lnTo>
                    <a:pt x="4709708" y="3222"/>
                  </a:lnTo>
                  <a:lnTo>
                    <a:pt x="4676541" y="4355"/>
                  </a:lnTo>
                  <a:lnTo>
                    <a:pt x="4643374" y="5649"/>
                  </a:lnTo>
                  <a:lnTo>
                    <a:pt x="4610207" y="7106"/>
                  </a:lnTo>
                  <a:lnTo>
                    <a:pt x="4577040" y="8733"/>
                  </a:lnTo>
                  <a:lnTo>
                    <a:pt x="4543873" y="10537"/>
                  </a:lnTo>
                  <a:lnTo>
                    <a:pt x="4510706" y="12526"/>
                  </a:lnTo>
                  <a:lnTo>
                    <a:pt x="4477539" y="14707"/>
                  </a:lnTo>
                  <a:lnTo>
                    <a:pt x="4444372" y="17086"/>
                  </a:lnTo>
                  <a:lnTo>
                    <a:pt x="4411205" y="19667"/>
                  </a:lnTo>
                  <a:lnTo>
                    <a:pt x="4378038" y="22452"/>
                  </a:lnTo>
                  <a:lnTo>
                    <a:pt x="4344871" y="25439"/>
                  </a:lnTo>
                  <a:lnTo>
                    <a:pt x="4311704" y="28627"/>
                  </a:lnTo>
                  <a:lnTo>
                    <a:pt x="4278537" y="32008"/>
                  </a:lnTo>
                  <a:lnTo>
                    <a:pt x="4245370" y="35573"/>
                  </a:lnTo>
                  <a:lnTo>
                    <a:pt x="4212203" y="39312"/>
                  </a:lnTo>
                  <a:lnTo>
                    <a:pt x="4179036" y="43210"/>
                  </a:lnTo>
                  <a:lnTo>
                    <a:pt x="4145869" y="47301"/>
                  </a:lnTo>
                  <a:lnTo>
                    <a:pt x="4112703" y="51888"/>
                  </a:lnTo>
                  <a:lnTo>
                    <a:pt x="4079536" y="56989"/>
                  </a:lnTo>
                  <a:lnTo>
                    <a:pt x="4046369" y="62564"/>
                  </a:lnTo>
                  <a:lnTo>
                    <a:pt x="4013202" y="68569"/>
                  </a:lnTo>
                  <a:lnTo>
                    <a:pt x="3980035" y="74954"/>
                  </a:lnTo>
                  <a:lnTo>
                    <a:pt x="3946868" y="81657"/>
                  </a:lnTo>
                  <a:lnTo>
                    <a:pt x="3913701" y="88604"/>
                  </a:lnTo>
                  <a:lnTo>
                    <a:pt x="3880534" y="95702"/>
                  </a:lnTo>
                  <a:lnTo>
                    <a:pt x="3847367" y="102845"/>
                  </a:lnTo>
                  <a:lnTo>
                    <a:pt x="3814200" y="109911"/>
                  </a:lnTo>
                  <a:lnTo>
                    <a:pt x="3781033" y="116766"/>
                  </a:lnTo>
                  <a:lnTo>
                    <a:pt x="3747866" y="123267"/>
                  </a:lnTo>
                  <a:lnTo>
                    <a:pt x="3714699" y="129296"/>
                  </a:lnTo>
                  <a:lnTo>
                    <a:pt x="3681532" y="135317"/>
                  </a:lnTo>
                  <a:lnTo>
                    <a:pt x="3648365" y="141554"/>
                  </a:lnTo>
                  <a:lnTo>
                    <a:pt x="3615198" y="148023"/>
                  </a:lnTo>
                  <a:lnTo>
                    <a:pt x="3582031" y="154742"/>
                  </a:lnTo>
                  <a:lnTo>
                    <a:pt x="3548864" y="161718"/>
                  </a:lnTo>
                  <a:lnTo>
                    <a:pt x="3515697" y="168948"/>
                  </a:lnTo>
                  <a:lnTo>
                    <a:pt x="3482530" y="176408"/>
                  </a:lnTo>
                  <a:lnTo>
                    <a:pt x="3449363" y="184050"/>
                  </a:lnTo>
                  <a:lnTo>
                    <a:pt x="3416196" y="191804"/>
                  </a:lnTo>
                  <a:lnTo>
                    <a:pt x="3383029" y="199572"/>
                  </a:lnTo>
                  <a:lnTo>
                    <a:pt x="3349862" y="207237"/>
                  </a:lnTo>
                  <a:lnTo>
                    <a:pt x="3316695" y="214663"/>
                  </a:lnTo>
                  <a:lnTo>
                    <a:pt x="3283529" y="221703"/>
                  </a:lnTo>
                  <a:lnTo>
                    <a:pt x="3250362" y="228203"/>
                  </a:lnTo>
                  <a:lnTo>
                    <a:pt x="3217195" y="234025"/>
                  </a:lnTo>
                  <a:lnTo>
                    <a:pt x="3184028" y="239527"/>
                  </a:lnTo>
                  <a:lnTo>
                    <a:pt x="3150861" y="244970"/>
                  </a:lnTo>
                  <a:lnTo>
                    <a:pt x="3117694" y="250417"/>
                  </a:lnTo>
                  <a:lnTo>
                    <a:pt x="3084527" y="255926"/>
                  </a:lnTo>
                  <a:lnTo>
                    <a:pt x="3051360" y="261543"/>
                  </a:lnTo>
                  <a:lnTo>
                    <a:pt x="3018193" y="267293"/>
                  </a:lnTo>
                  <a:lnTo>
                    <a:pt x="2985026" y="273174"/>
                  </a:lnTo>
                  <a:lnTo>
                    <a:pt x="2951859" y="279154"/>
                  </a:lnTo>
                  <a:lnTo>
                    <a:pt x="2918692" y="285168"/>
                  </a:lnTo>
                  <a:lnTo>
                    <a:pt x="2885525" y="291120"/>
                  </a:lnTo>
                  <a:lnTo>
                    <a:pt x="2852358" y="296894"/>
                  </a:lnTo>
                  <a:lnTo>
                    <a:pt x="2819191" y="302354"/>
                  </a:lnTo>
                  <a:lnTo>
                    <a:pt x="2786024" y="307359"/>
                  </a:lnTo>
                  <a:lnTo>
                    <a:pt x="2752857" y="311787"/>
                  </a:lnTo>
                  <a:lnTo>
                    <a:pt x="2719690" y="315821"/>
                  </a:lnTo>
                  <a:lnTo>
                    <a:pt x="2686523" y="319617"/>
                  </a:lnTo>
                  <a:lnTo>
                    <a:pt x="2653356" y="323262"/>
                  </a:lnTo>
                  <a:lnTo>
                    <a:pt x="2620189" y="326831"/>
                  </a:lnTo>
                  <a:lnTo>
                    <a:pt x="2587022" y="330391"/>
                  </a:lnTo>
                  <a:lnTo>
                    <a:pt x="2553855" y="333990"/>
                  </a:lnTo>
                  <a:lnTo>
                    <a:pt x="2520688" y="337657"/>
                  </a:lnTo>
                  <a:lnTo>
                    <a:pt x="2487521" y="341403"/>
                  </a:lnTo>
                  <a:lnTo>
                    <a:pt x="2454355" y="345221"/>
                  </a:lnTo>
                  <a:lnTo>
                    <a:pt x="2421188" y="349086"/>
                  </a:lnTo>
                  <a:lnTo>
                    <a:pt x="2388021" y="352964"/>
                  </a:lnTo>
                  <a:lnTo>
                    <a:pt x="2354854" y="356812"/>
                  </a:lnTo>
                  <a:lnTo>
                    <a:pt x="2321687" y="360591"/>
                  </a:lnTo>
                  <a:lnTo>
                    <a:pt x="2288520" y="364292"/>
                  </a:lnTo>
                  <a:lnTo>
                    <a:pt x="2255353" y="367937"/>
                  </a:lnTo>
                  <a:lnTo>
                    <a:pt x="2222186" y="371540"/>
                  </a:lnTo>
                  <a:lnTo>
                    <a:pt x="2189019" y="375110"/>
                  </a:lnTo>
                  <a:lnTo>
                    <a:pt x="2155852" y="378655"/>
                  </a:lnTo>
                  <a:lnTo>
                    <a:pt x="2122685" y="382182"/>
                  </a:lnTo>
                  <a:lnTo>
                    <a:pt x="2089518" y="385696"/>
                  </a:lnTo>
                  <a:lnTo>
                    <a:pt x="2056351" y="389197"/>
                  </a:lnTo>
                  <a:lnTo>
                    <a:pt x="2023184" y="392688"/>
                  </a:lnTo>
                  <a:lnTo>
                    <a:pt x="1990017" y="396167"/>
                  </a:lnTo>
                  <a:lnTo>
                    <a:pt x="1956850" y="399631"/>
                  </a:lnTo>
                  <a:lnTo>
                    <a:pt x="1923683" y="403075"/>
                  </a:lnTo>
                  <a:lnTo>
                    <a:pt x="1890516" y="406497"/>
                  </a:lnTo>
                  <a:lnTo>
                    <a:pt x="1857349" y="409891"/>
                  </a:lnTo>
                  <a:lnTo>
                    <a:pt x="1824182" y="413253"/>
                  </a:lnTo>
                  <a:lnTo>
                    <a:pt x="1791015" y="416579"/>
                  </a:lnTo>
                  <a:lnTo>
                    <a:pt x="1757848" y="419892"/>
                  </a:lnTo>
                  <a:lnTo>
                    <a:pt x="1724681" y="423250"/>
                  </a:lnTo>
                  <a:lnTo>
                    <a:pt x="1691514" y="426655"/>
                  </a:lnTo>
                  <a:lnTo>
                    <a:pt x="1658347" y="430112"/>
                  </a:lnTo>
                  <a:lnTo>
                    <a:pt x="1625181" y="433626"/>
                  </a:lnTo>
                  <a:lnTo>
                    <a:pt x="1592014" y="437203"/>
                  </a:lnTo>
                  <a:lnTo>
                    <a:pt x="1558847" y="440846"/>
                  </a:lnTo>
                  <a:lnTo>
                    <a:pt x="1525680" y="444564"/>
                  </a:lnTo>
                  <a:lnTo>
                    <a:pt x="1492513" y="448363"/>
                  </a:lnTo>
                  <a:lnTo>
                    <a:pt x="1459346" y="452251"/>
                  </a:lnTo>
                  <a:lnTo>
                    <a:pt x="1426179" y="456233"/>
                  </a:lnTo>
                  <a:lnTo>
                    <a:pt x="1393012" y="460317"/>
                  </a:lnTo>
                  <a:lnTo>
                    <a:pt x="1359845" y="464511"/>
                  </a:lnTo>
                  <a:lnTo>
                    <a:pt x="1326678" y="468822"/>
                  </a:lnTo>
                  <a:lnTo>
                    <a:pt x="1293511" y="473256"/>
                  </a:lnTo>
                  <a:lnTo>
                    <a:pt x="1260344" y="477820"/>
                  </a:lnTo>
                  <a:lnTo>
                    <a:pt x="1227177" y="482520"/>
                  </a:lnTo>
                  <a:lnTo>
                    <a:pt x="1194010" y="487361"/>
                  </a:lnTo>
                  <a:lnTo>
                    <a:pt x="1160843" y="492349"/>
                  </a:lnTo>
                  <a:lnTo>
                    <a:pt x="1127676" y="497489"/>
                  </a:lnTo>
                  <a:lnTo>
                    <a:pt x="1094509" y="502785"/>
                  </a:lnTo>
                  <a:lnTo>
                    <a:pt x="1061342" y="508239"/>
                  </a:lnTo>
                  <a:lnTo>
                    <a:pt x="1028175" y="513857"/>
                  </a:lnTo>
                  <a:lnTo>
                    <a:pt x="995008" y="519640"/>
                  </a:lnTo>
                  <a:lnTo>
                    <a:pt x="961841" y="519971"/>
                  </a:lnTo>
                  <a:lnTo>
                    <a:pt x="928674" y="519971"/>
                  </a:lnTo>
                  <a:lnTo>
                    <a:pt x="895507" y="519971"/>
                  </a:lnTo>
                  <a:lnTo>
                    <a:pt x="862340" y="519971"/>
                  </a:lnTo>
                  <a:lnTo>
                    <a:pt x="829173" y="519971"/>
                  </a:lnTo>
                  <a:lnTo>
                    <a:pt x="796007" y="519971"/>
                  </a:lnTo>
                  <a:lnTo>
                    <a:pt x="762840" y="519971"/>
                  </a:lnTo>
                  <a:lnTo>
                    <a:pt x="729673" y="519971"/>
                  </a:lnTo>
                  <a:lnTo>
                    <a:pt x="696506" y="519971"/>
                  </a:lnTo>
                  <a:lnTo>
                    <a:pt x="663339" y="519971"/>
                  </a:lnTo>
                  <a:lnTo>
                    <a:pt x="630172" y="519971"/>
                  </a:lnTo>
                  <a:lnTo>
                    <a:pt x="597005" y="519971"/>
                  </a:lnTo>
                  <a:lnTo>
                    <a:pt x="563838" y="519971"/>
                  </a:lnTo>
                  <a:lnTo>
                    <a:pt x="530671" y="519971"/>
                  </a:lnTo>
                  <a:lnTo>
                    <a:pt x="497504" y="519971"/>
                  </a:lnTo>
                  <a:lnTo>
                    <a:pt x="464337" y="519971"/>
                  </a:lnTo>
                  <a:lnTo>
                    <a:pt x="431170" y="519971"/>
                  </a:lnTo>
                  <a:lnTo>
                    <a:pt x="398003" y="519971"/>
                  </a:lnTo>
                  <a:lnTo>
                    <a:pt x="364836" y="519971"/>
                  </a:lnTo>
                  <a:lnTo>
                    <a:pt x="331669" y="519971"/>
                  </a:lnTo>
                  <a:lnTo>
                    <a:pt x="298502" y="519971"/>
                  </a:lnTo>
                  <a:lnTo>
                    <a:pt x="265335" y="519971"/>
                  </a:lnTo>
                  <a:lnTo>
                    <a:pt x="232168" y="519971"/>
                  </a:lnTo>
                  <a:lnTo>
                    <a:pt x="199001" y="519971"/>
                  </a:lnTo>
                  <a:lnTo>
                    <a:pt x="165834" y="519971"/>
                  </a:lnTo>
                  <a:lnTo>
                    <a:pt x="132667" y="519971"/>
                  </a:lnTo>
                  <a:lnTo>
                    <a:pt x="99500" y="519971"/>
                  </a:lnTo>
                  <a:lnTo>
                    <a:pt x="66333" y="519971"/>
                  </a:lnTo>
                  <a:lnTo>
                    <a:pt x="33166" y="519971"/>
                  </a:lnTo>
                  <a:lnTo>
                    <a:pt x="0" y="51997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563684"/>
              <a:ext cx="6600224" cy="502981"/>
            </a:xfrm>
            <a:custGeom>
              <a:avLst/>
              <a:pathLst>
                <a:path w="6600224" h="502981">
                  <a:moveTo>
                    <a:pt x="0" y="501971"/>
                  </a:moveTo>
                  <a:lnTo>
                    <a:pt x="33166" y="502276"/>
                  </a:lnTo>
                  <a:lnTo>
                    <a:pt x="66333" y="502527"/>
                  </a:lnTo>
                  <a:lnTo>
                    <a:pt x="99500" y="502722"/>
                  </a:lnTo>
                  <a:lnTo>
                    <a:pt x="132667" y="502863"/>
                  </a:lnTo>
                  <a:lnTo>
                    <a:pt x="165834" y="502949"/>
                  </a:lnTo>
                  <a:lnTo>
                    <a:pt x="199001" y="502981"/>
                  </a:lnTo>
                  <a:lnTo>
                    <a:pt x="232168" y="502959"/>
                  </a:lnTo>
                  <a:lnTo>
                    <a:pt x="265335" y="502883"/>
                  </a:lnTo>
                  <a:lnTo>
                    <a:pt x="298502" y="502753"/>
                  </a:lnTo>
                  <a:lnTo>
                    <a:pt x="331669" y="502570"/>
                  </a:lnTo>
                  <a:lnTo>
                    <a:pt x="364836" y="502333"/>
                  </a:lnTo>
                  <a:lnTo>
                    <a:pt x="398003" y="502043"/>
                  </a:lnTo>
                  <a:lnTo>
                    <a:pt x="431170" y="501701"/>
                  </a:lnTo>
                  <a:lnTo>
                    <a:pt x="464337" y="501305"/>
                  </a:lnTo>
                  <a:lnTo>
                    <a:pt x="497504" y="500857"/>
                  </a:lnTo>
                  <a:lnTo>
                    <a:pt x="530671" y="500357"/>
                  </a:lnTo>
                  <a:lnTo>
                    <a:pt x="563838" y="499805"/>
                  </a:lnTo>
                  <a:lnTo>
                    <a:pt x="597005" y="499200"/>
                  </a:lnTo>
                  <a:lnTo>
                    <a:pt x="630172" y="498545"/>
                  </a:lnTo>
                  <a:lnTo>
                    <a:pt x="663339" y="497837"/>
                  </a:lnTo>
                  <a:lnTo>
                    <a:pt x="696506" y="497079"/>
                  </a:lnTo>
                  <a:lnTo>
                    <a:pt x="729673" y="496269"/>
                  </a:lnTo>
                  <a:lnTo>
                    <a:pt x="762840" y="495408"/>
                  </a:lnTo>
                  <a:lnTo>
                    <a:pt x="796007" y="494497"/>
                  </a:lnTo>
                  <a:lnTo>
                    <a:pt x="829173" y="493535"/>
                  </a:lnTo>
                  <a:lnTo>
                    <a:pt x="862340" y="492523"/>
                  </a:lnTo>
                  <a:lnTo>
                    <a:pt x="895507" y="491461"/>
                  </a:lnTo>
                  <a:lnTo>
                    <a:pt x="928674" y="490349"/>
                  </a:lnTo>
                  <a:lnTo>
                    <a:pt x="961841" y="489188"/>
                  </a:lnTo>
                  <a:lnTo>
                    <a:pt x="995008" y="487977"/>
                  </a:lnTo>
                  <a:lnTo>
                    <a:pt x="1028175" y="486716"/>
                  </a:lnTo>
                  <a:lnTo>
                    <a:pt x="1061342" y="485407"/>
                  </a:lnTo>
                  <a:lnTo>
                    <a:pt x="1094509" y="484049"/>
                  </a:lnTo>
                  <a:lnTo>
                    <a:pt x="1127676" y="482642"/>
                  </a:lnTo>
                  <a:lnTo>
                    <a:pt x="1160843" y="481187"/>
                  </a:lnTo>
                  <a:lnTo>
                    <a:pt x="1194010" y="479684"/>
                  </a:lnTo>
                  <a:lnTo>
                    <a:pt x="1227177" y="478132"/>
                  </a:lnTo>
                  <a:lnTo>
                    <a:pt x="1260344" y="476533"/>
                  </a:lnTo>
                  <a:lnTo>
                    <a:pt x="1293511" y="474886"/>
                  </a:lnTo>
                  <a:lnTo>
                    <a:pt x="1326678" y="473192"/>
                  </a:lnTo>
                  <a:lnTo>
                    <a:pt x="1359845" y="471451"/>
                  </a:lnTo>
                  <a:lnTo>
                    <a:pt x="1393012" y="469662"/>
                  </a:lnTo>
                  <a:lnTo>
                    <a:pt x="1426179" y="467827"/>
                  </a:lnTo>
                  <a:lnTo>
                    <a:pt x="1459346" y="465945"/>
                  </a:lnTo>
                  <a:lnTo>
                    <a:pt x="1492513" y="464017"/>
                  </a:lnTo>
                  <a:lnTo>
                    <a:pt x="1525680" y="462042"/>
                  </a:lnTo>
                  <a:lnTo>
                    <a:pt x="1558847" y="460022"/>
                  </a:lnTo>
                  <a:lnTo>
                    <a:pt x="1592014" y="457956"/>
                  </a:lnTo>
                  <a:lnTo>
                    <a:pt x="1625181" y="455844"/>
                  </a:lnTo>
                  <a:lnTo>
                    <a:pt x="1658347" y="453687"/>
                  </a:lnTo>
                  <a:lnTo>
                    <a:pt x="1691514" y="451484"/>
                  </a:lnTo>
                  <a:lnTo>
                    <a:pt x="1724681" y="449237"/>
                  </a:lnTo>
                  <a:lnTo>
                    <a:pt x="1757848" y="446945"/>
                  </a:lnTo>
                  <a:lnTo>
                    <a:pt x="1791015" y="444607"/>
                  </a:lnTo>
                  <a:lnTo>
                    <a:pt x="1824182" y="442199"/>
                  </a:lnTo>
                  <a:lnTo>
                    <a:pt x="1857349" y="439708"/>
                  </a:lnTo>
                  <a:lnTo>
                    <a:pt x="1890516" y="437134"/>
                  </a:lnTo>
                  <a:lnTo>
                    <a:pt x="1923683" y="434477"/>
                  </a:lnTo>
                  <a:lnTo>
                    <a:pt x="1956850" y="431737"/>
                  </a:lnTo>
                  <a:lnTo>
                    <a:pt x="1990017" y="428914"/>
                  </a:lnTo>
                  <a:lnTo>
                    <a:pt x="2023184" y="426008"/>
                  </a:lnTo>
                  <a:lnTo>
                    <a:pt x="2056351" y="423018"/>
                  </a:lnTo>
                  <a:lnTo>
                    <a:pt x="2089518" y="419945"/>
                  </a:lnTo>
                  <a:lnTo>
                    <a:pt x="2122685" y="416788"/>
                  </a:lnTo>
                  <a:lnTo>
                    <a:pt x="2155852" y="413547"/>
                  </a:lnTo>
                  <a:lnTo>
                    <a:pt x="2189019" y="410222"/>
                  </a:lnTo>
                  <a:lnTo>
                    <a:pt x="2222186" y="406814"/>
                  </a:lnTo>
                  <a:lnTo>
                    <a:pt x="2255353" y="403321"/>
                  </a:lnTo>
                  <a:lnTo>
                    <a:pt x="2288520" y="399744"/>
                  </a:lnTo>
                  <a:lnTo>
                    <a:pt x="2321687" y="396083"/>
                  </a:lnTo>
                  <a:lnTo>
                    <a:pt x="2354854" y="392399"/>
                  </a:lnTo>
                  <a:lnTo>
                    <a:pt x="2388021" y="388746"/>
                  </a:lnTo>
                  <a:lnTo>
                    <a:pt x="2421188" y="385110"/>
                  </a:lnTo>
                  <a:lnTo>
                    <a:pt x="2454355" y="381473"/>
                  </a:lnTo>
                  <a:lnTo>
                    <a:pt x="2487521" y="377821"/>
                  </a:lnTo>
                  <a:lnTo>
                    <a:pt x="2520688" y="374136"/>
                  </a:lnTo>
                  <a:lnTo>
                    <a:pt x="2553855" y="370403"/>
                  </a:lnTo>
                  <a:lnTo>
                    <a:pt x="2587022" y="366606"/>
                  </a:lnTo>
                  <a:lnTo>
                    <a:pt x="2620189" y="362728"/>
                  </a:lnTo>
                  <a:lnTo>
                    <a:pt x="2653356" y="358755"/>
                  </a:lnTo>
                  <a:lnTo>
                    <a:pt x="2686523" y="354668"/>
                  </a:lnTo>
                  <a:lnTo>
                    <a:pt x="2719690" y="350453"/>
                  </a:lnTo>
                  <a:lnTo>
                    <a:pt x="2752857" y="346094"/>
                  </a:lnTo>
                  <a:lnTo>
                    <a:pt x="2786024" y="341519"/>
                  </a:lnTo>
                  <a:lnTo>
                    <a:pt x="2819191" y="336590"/>
                  </a:lnTo>
                  <a:lnTo>
                    <a:pt x="2852358" y="331342"/>
                  </a:lnTo>
                  <a:lnTo>
                    <a:pt x="2885525" y="325819"/>
                  </a:lnTo>
                  <a:lnTo>
                    <a:pt x="2918692" y="320067"/>
                  </a:lnTo>
                  <a:lnTo>
                    <a:pt x="2951859" y="314131"/>
                  </a:lnTo>
                  <a:lnTo>
                    <a:pt x="2985026" y="308056"/>
                  </a:lnTo>
                  <a:lnTo>
                    <a:pt x="3018193" y="301889"/>
                  </a:lnTo>
                  <a:lnTo>
                    <a:pt x="3051360" y="295672"/>
                  </a:lnTo>
                  <a:lnTo>
                    <a:pt x="3084527" y="289453"/>
                  </a:lnTo>
                  <a:lnTo>
                    <a:pt x="3117694" y="283277"/>
                  </a:lnTo>
                  <a:lnTo>
                    <a:pt x="3150861" y="277187"/>
                  </a:lnTo>
                  <a:lnTo>
                    <a:pt x="3184028" y="271231"/>
                  </a:lnTo>
                  <a:lnTo>
                    <a:pt x="3217195" y="265452"/>
                  </a:lnTo>
                  <a:lnTo>
                    <a:pt x="3250362" y="259668"/>
                  </a:lnTo>
                  <a:lnTo>
                    <a:pt x="3283529" y="253475"/>
                  </a:lnTo>
                  <a:lnTo>
                    <a:pt x="3316695" y="246922"/>
                  </a:lnTo>
                  <a:lnTo>
                    <a:pt x="3349862" y="240072"/>
                  </a:lnTo>
                  <a:lnTo>
                    <a:pt x="3383029" y="232988"/>
                  </a:lnTo>
                  <a:lnTo>
                    <a:pt x="3416196" y="225731"/>
                  </a:lnTo>
                  <a:lnTo>
                    <a:pt x="3449363" y="218365"/>
                  </a:lnTo>
                  <a:lnTo>
                    <a:pt x="3482530" y="210951"/>
                  </a:lnTo>
                  <a:lnTo>
                    <a:pt x="3515697" y="203552"/>
                  </a:lnTo>
                  <a:lnTo>
                    <a:pt x="3548864" y="196231"/>
                  </a:lnTo>
                  <a:lnTo>
                    <a:pt x="3582031" y="189050"/>
                  </a:lnTo>
                  <a:lnTo>
                    <a:pt x="3615198" y="182072"/>
                  </a:lnTo>
                  <a:lnTo>
                    <a:pt x="3648365" y="175358"/>
                  </a:lnTo>
                  <a:lnTo>
                    <a:pt x="3681532" y="168971"/>
                  </a:lnTo>
                  <a:lnTo>
                    <a:pt x="3714699" y="162974"/>
                  </a:lnTo>
                  <a:lnTo>
                    <a:pt x="3747866" y="157176"/>
                  </a:lnTo>
                  <a:lnTo>
                    <a:pt x="3781033" y="151020"/>
                  </a:lnTo>
                  <a:lnTo>
                    <a:pt x="3814200" y="144561"/>
                  </a:lnTo>
                  <a:lnTo>
                    <a:pt x="3847367" y="137889"/>
                  </a:lnTo>
                  <a:lnTo>
                    <a:pt x="3880534" y="131091"/>
                  </a:lnTo>
                  <a:lnTo>
                    <a:pt x="3913701" y="124255"/>
                  </a:lnTo>
                  <a:lnTo>
                    <a:pt x="3946868" y="117469"/>
                  </a:lnTo>
                  <a:lnTo>
                    <a:pt x="3980035" y="110819"/>
                  </a:lnTo>
                  <a:lnTo>
                    <a:pt x="4013202" y="104395"/>
                  </a:lnTo>
                  <a:lnTo>
                    <a:pt x="4046369" y="98283"/>
                  </a:lnTo>
                  <a:lnTo>
                    <a:pt x="4079536" y="92572"/>
                  </a:lnTo>
                  <a:lnTo>
                    <a:pt x="4112703" y="87349"/>
                  </a:lnTo>
                  <a:lnTo>
                    <a:pt x="4145869" y="82702"/>
                  </a:lnTo>
                  <a:lnTo>
                    <a:pt x="4179036" y="78634"/>
                  </a:lnTo>
                  <a:lnTo>
                    <a:pt x="4212203" y="74737"/>
                  </a:lnTo>
                  <a:lnTo>
                    <a:pt x="4245370" y="70948"/>
                  </a:lnTo>
                  <a:lnTo>
                    <a:pt x="4278537" y="67267"/>
                  </a:lnTo>
                  <a:lnTo>
                    <a:pt x="4311704" y="63695"/>
                  </a:lnTo>
                  <a:lnTo>
                    <a:pt x="4344871" y="60233"/>
                  </a:lnTo>
                  <a:lnTo>
                    <a:pt x="4378038" y="56881"/>
                  </a:lnTo>
                  <a:lnTo>
                    <a:pt x="4411205" y="53641"/>
                  </a:lnTo>
                  <a:lnTo>
                    <a:pt x="4444372" y="50514"/>
                  </a:lnTo>
                  <a:lnTo>
                    <a:pt x="4477539" y="47500"/>
                  </a:lnTo>
                  <a:lnTo>
                    <a:pt x="4510706" y="44600"/>
                  </a:lnTo>
                  <a:lnTo>
                    <a:pt x="4543873" y="41816"/>
                  </a:lnTo>
                  <a:lnTo>
                    <a:pt x="4577040" y="39148"/>
                  </a:lnTo>
                  <a:lnTo>
                    <a:pt x="4610207" y="36597"/>
                  </a:lnTo>
                  <a:lnTo>
                    <a:pt x="4643374" y="34164"/>
                  </a:lnTo>
                  <a:lnTo>
                    <a:pt x="4676541" y="31849"/>
                  </a:lnTo>
                  <a:lnTo>
                    <a:pt x="4709708" y="29647"/>
                  </a:lnTo>
                  <a:lnTo>
                    <a:pt x="4742875" y="27527"/>
                  </a:lnTo>
                  <a:lnTo>
                    <a:pt x="4776042" y="25485"/>
                  </a:lnTo>
                  <a:lnTo>
                    <a:pt x="4809209" y="23521"/>
                  </a:lnTo>
                  <a:lnTo>
                    <a:pt x="4842376" y="21635"/>
                  </a:lnTo>
                  <a:lnTo>
                    <a:pt x="4875543" y="19828"/>
                  </a:lnTo>
                  <a:lnTo>
                    <a:pt x="4908710" y="18098"/>
                  </a:lnTo>
                  <a:lnTo>
                    <a:pt x="4941876" y="16447"/>
                  </a:lnTo>
                  <a:lnTo>
                    <a:pt x="4975043" y="14875"/>
                  </a:lnTo>
                  <a:lnTo>
                    <a:pt x="5008210" y="13381"/>
                  </a:lnTo>
                  <a:lnTo>
                    <a:pt x="5041377" y="11965"/>
                  </a:lnTo>
                  <a:lnTo>
                    <a:pt x="5074544" y="10629"/>
                  </a:lnTo>
                  <a:lnTo>
                    <a:pt x="5107711" y="9371"/>
                  </a:lnTo>
                  <a:lnTo>
                    <a:pt x="5140878" y="8191"/>
                  </a:lnTo>
                  <a:lnTo>
                    <a:pt x="5174045" y="7091"/>
                  </a:lnTo>
                  <a:lnTo>
                    <a:pt x="5207212" y="6070"/>
                  </a:lnTo>
                  <a:lnTo>
                    <a:pt x="5240379" y="5127"/>
                  </a:lnTo>
                  <a:lnTo>
                    <a:pt x="5273546" y="4264"/>
                  </a:lnTo>
                  <a:lnTo>
                    <a:pt x="5306713" y="3480"/>
                  </a:lnTo>
                  <a:lnTo>
                    <a:pt x="5339880" y="2775"/>
                  </a:lnTo>
                  <a:lnTo>
                    <a:pt x="5373047" y="2150"/>
                  </a:lnTo>
                  <a:lnTo>
                    <a:pt x="5406214" y="1604"/>
                  </a:lnTo>
                  <a:lnTo>
                    <a:pt x="5439381" y="1137"/>
                  </a:lnTo>
                  <a:lnTo>
                    <a:pt x="5472548" y="751"/>
                  </a:lnTo>
                  <a:lnTo>
                    <a:pt x="5505715" y="443"/>
                  </a:lnTo>
                  <a:lnTo>
                    <a:pt x="5538882" y="215"/>
                  </a:lnTo>
                  <a:lnTo>
                    <a:pt x="5572049" y="68"/>
                  </a:lnTo>
                  <a:lnTo>
                    <a:pt x="5605216" y="0"/>
                  </a:lnTo>
                  <a:lnTo>
                    <a:pt x="5638383" y="11"/>
                  </a:lnTo>
                  <a:lnTo>
                    <a:pt x="5671550" y="103"/>
                  </a:lnTo>
                  <a:lnTo>
                    <a:pt x="5704717" y="275"/>
                  </a:lnTo>
                  <a:lnTo>
                    <a:pt x="5737884" y="527"/>
                  </a:lnTo>
                  <a:lnTo>
                    <a:pt x="5771050" y="859"/>
                  </a:lnTo>
                  <a:lnTo>
                    <a:pt x="5804217" y="1272"/>
                  </a:lnTo>
                  <a:lnTo>
                    <a:pt x="5837384" y="1765"/>
                  </a:lnTo>
                  <a:lnTo>
                    <a:pt x="5870551" y="2338"/>
                  </a:lnTo>
                  <a:lnTo>
                    <a:pt x="5903718" y="2992"/>
                  </a:lnTo>
                  <a:lnTo>
                    <a:pt x="5936885" y="3727"/>
                  </a:lnTo>
                  <a:lnTo>
                    <a:pt x="5970052" y="4542"/>
                  </a:lnTo>
                  <a:lnTo>
                    <a:pt x="6003219" y="5438"/>
                  </a:lnTo>
                  <a:lnTo>
                    <a:pt x="6036386" y="6414"/>
                  </a:lnTo>
                  <a:lnTo>
                    <a:pt x="6069553" y="7472"/>
                  </a:lnTo>
                  <a:lnTo>
                    <a:pt x="6102720" y="8610"/>
                  </a:lnTo>
                  <a:lnTo>
                    <a:pt x="6135887" y="9830"/>
                  </a:lnTo>
                  <a:lnTo>
                    <a:pt x="6169054" y="11130"/>
                  </a:lnTo>
                  <a:lnTo>
                    <a:pt x="6202221" y="12512"/>
                  </a:lnTo>
                  <a:lnTo>
                    <a:pt x="6235388" y="13975"/>
                  </a:lnTo>
                  <a:lnTo>
                    <a:pt x="6268555" y="15519"/>
                  </a:lnTo>
                  <a:lnTo>
                    <a:pt x="6301722" y="17145"/>
                  </a:lnTo>
                  <a:lnTo>
                    <a:pt x="6334889" y="18852"/>
                  </a:lnTo>
                  <a:lnTo>
                    <a:pt x="6368056" y="20641"/>
                  </a:lnTo>
                  <a:lnTo>
                    <a:pt x="6401223" y="22511"/>
                  </a:lnTo>
                  <a:lnTo>
                    <a:pt x="6434390" y="24463"/>
                  </a:lnTo>
                  <a:lnTo>
                    <a:pt x="6467557" y="26497"/>
                  </a:lnTo>
                  <a:lnTo>
                    <a:pt x="6500724" y="28612"/>
                  </a:lnTo>
                  <a:lnTo>
                    <a:pt x="6533891" y="30810"/>
                  </a:lnTo>
                  <a:lnTo>
                    <a:pt x="6567058" y="33089"/>
                  </a:lnTo>
                  <a:lnTo>
                    <a:pt x="6600224" y="35451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4629887"/>
              <a:ext cx="6600224" cy="558451"/>
            </a:xfrm>
            <a:custGeom>
              <a:avLst/>
              <a:pathLst>
                <a:path w="6600224" h="558451">
                  <a:moveTo>
                    <a:pt x="0" y="0"/>
                  </a:moveTo>
                  <a:lnTo>
                    <a:pt x="33166" y="12387"/>
                  </a:lnTo>
                  <a:lnTo>
                    <a:pt x="66333" y="24569"/>
                  </a:lnTo>
                  <a:lnTo>
                    <a:pt x="99500" y="36545"/>
                  </a:lnTo>
                  <a:lnTo>
                    <a:pt x="132667" y="48315"/>
                  </a:lnTo>
                  <a:lnTo>
                    <a:pt x="165834" y="59876"/>
                  </a:lnTo>
                  <a:lnTo>
                    <a:pt x="199001" y="71227"/>
                  </a:lnTo>
                  <a:lnTo>
                    <a:pt x="232168" y="82369"/>
                  </a:lnTo>
                  <a:lnTo>
                    <a:pt x="265335" y="93298"/>
                  </a:lnTo>
                  <a:lnTo>
                    <a:pt x="298502" y="104014"/>
                  </a:lnTo>
                  <a:lnTo>
                    <a:pt x="331669" y="114516"/>
                  </a:lnTo>
                  <a:lnTo>
                    <a:pt x="364836" y="124803"/>
                  </a:lnTo>
                  <a:lnTo>
                    <a:pt x="398003" y="134873"/>
                  </a:lnTo>
                  <a:lnTo>
                    <a:pt x="431170" y="144725"/>
                  </a:lnTo>
                  <a:lnTo>
                    <a:pt x="464337" y="154358"/>
                  </a:lnTo>
                  <a:lnTo>
                    <a:pt x="497504" y="163771"/>
                  </a:lnTo>
                  <a:lnTo>
                    <a:pt x="530671" y="172963"/>
                  </a:lnTo>
                  <a:lnTo>
                    <a:pt x="563838" y="181932"/>
                  </a:lnTo>
                  <a:lnTo>
                    <a:pt x="597005" y="190677"/>
                  </a:lnTo>
                  <a:lnTo>
                    <a:pt x="630172" y="199198"/>
                  </a:lnTo>
                  <a:lnTo>
                    <a:pt x="663339" y="207493"/>
                  </a:lnTo>
                  <a:lnTo>
                    <a:pt x="696506" y="215562"/>
                  </a:lnTo>
                  <a:lnTo>
                    <a:pt x="729673" y="223403"/>
                  </a:lnTo>
                  <a:lnTo>
                    <a:pt x="762840" y="231017"/>
                  </a:lnTo>
                  <a:lnTo>
                    <a:pt x="796007" y="238403"/>
                  </a:lnTo>
                  <a:lnTo>
                    <a:pt x="829173" y="245559"/>
                  </a:lnTo>
                  <a:lnTo>
                    <a:pt x="862340" y="252487"/>
                  </a:lnTo>
                  <a:lnTo>
                    <a:pt x="895507" y="259186"/>
                  </a:lnTo>
                  <a:lnTo>
                    <a:pt x="928674" y="265657"/>
                  </a:lnTo>
                  <a:lnTo>
                    <a:pt x="961841" y="271899"/>
                  </a:lnTo>
                  <a:lnTo>
                    <a:pt x="995008" y="277914"/>
                  </a:lnTo>
                  <a:lnTo>
                    <a:pt x="1028175" y="283703"/>
                  </a:lnTo>
                  <a:lnTo>
                    <a:pt x="1061342" y="289267"/>
                  </a:lnTo>
                  <a:lnTo>
                    <a:pt x="1094509" y="294608"/>
                  </a:lnTo>
                  <a:lnTo>
                    <a:pt x="1127676" y="299728"/>
                  </a:lnTo>
                  <a:lnTo>
                    <a:pt x="1160843" y="304629"/>
                  </a:lnTo>
                  <a:lnTo>
                    <a:pt x="1194010" y="309314"/>
                  </a:lnTo>
                  <a:lnTo>
                    <a:pt x="1227177" y="313787"/>
                  </a:lnTo>
                  <a:lnTo>
                    <a:pt x="1260344" y="318051"/>
                  </a:lnTo>
                  <a:lnTo>
                    <a:pt x="1293511" y="322109"/>
                  </a:lnTo>
                  <a:lnTo>
                    <a:pt x="1326678" y="325966"/>
                  </a:lnTo>
                  <a:lnTo>
                    <a:pt x="1359845" y="329625"/>
                  </a:lnTo>
                  <a:lnTo>
                    <a:pt x="1393012" y="333092"/>
                  </a:lnTo>
                  <a:lnTo>
                    <a:pt x="1426179" y="336372"/>
                  </a:lnTo>
                  <a:lnTo>
                    <a:pt x="1459346" y="339468"/>
                  </a:lnTo>
                  <a:lnTo>
                    <a:pt x="1492513" y="342386"/>
                  </a:lnTo>
                  <a:lnTo>
                    <a:pt x="1525680" y="345131"/>
                  </a:lnTo>
                  <a:lnTo>
                    <a:pt x="1558847" y="347707"/>
                  </a:lnTo>
                  <a:lnTo>
                    <a:pt x="1592014" y="350119"/>
                  </a:lnTo>
                  <a:lnTo>
                    <a:pt x="1625181" y="352371"/>
                  </a:lnTo>
                  <a:lnTo>
                    <a:pt x="1658347" y="354467"/>
                  </a:lnTo>
                  <a:lnTo>
                    <a:pt x="1691514" y="356411"/>
                  </a:lnTo>
                  <a:lnTo>
                    <a:pt x="1724681" y="358205"/>
                  </a:lnTo>
                  <a:lnTo>
                    <a:pt x="1757848" y="359853"/>
                  </a:lnTo>
                  <a:lnTo>
                    <a:pt x="1791015" y="361353"/>
                  </a:lnTo>
                  <a:lnTo>
                    <a:pt x="1824182" y="362650"/>
                  </a:lnTo>
                  <a:lnTo>
                    <a:pt x="1857349" y="363728"/>
                  </a:lnTo>
                  <a:lnTo>
                    <a:pt x="1890516" y="364602"/>
                  </a:lnTo>
                  <a:lnTo>
                    <a:pt x="1923683" y="365285"/>
                  </a:lnTo>
                  <a:lnTo>
                    <a:pt x="1956850" y="365790"/>
                  </a:lnTo>
                  <a:lnTo>
                    <a:pt x="1990017" y="366129"/>
                  </a:lnTo>
                  <a:lnTo>
                    <a:pt x="2023184" y="366317"/>
                  </a:lnTo>
                  <a:lnTo>
                    <a:pt x="2056351" y="366367"/>
                  </a:lnTo>
                  <a:lnTo>
                    <a:pt x="2089518" y="366295"/>
                  </a:lnTo>
                  <a:lnTo>
                    <a:pt x="2122685" y="366118"/>
                  </a:lnTo>
                  <a:lnTo>
                    <a:pt x="2155852" y="365853"/>
                  </a:lnTo>
                  <a:lnTo>
                    <a:pt x="2189019" y="365519"/>
                  </a:lnTo>
                  <a:lnTo>
                    <a:pt x="2222186" y="365137"/>
                  </a:lnTo>
                  <a:lnTo>
                    <a:pt x="2255353" y="364729"/>
                  </a:lnTo>
                  <a:lnTo>
                    <a:pt x="2288520" y="364318"/>
                  </a:lnTo>
                  <a:lnTo>
                    <a:pt x="2321687" y="363928"/>
                  </a:lnTo>
                  <a:lnTo>
                    <a:pt x="2354854" y="363602"/>
                  </a:lnTo>
                  <a:lnTo>
                    <a:pt x="2388021" y="363347"/>
                  </a:lnTo>
                  <a:lnTo>
                    <a:pt x="2421188" y="363125"/>
                  </a:lnTo>
                  <a:lnTo>
                    <a:pt x="2454355" y="362896"/>
                  </a:lnTo>
                  <a:lnTo>
                    <a:pt x="2487521" y="362627"/>
                  </a:lnTo>
                  <a:lnTo>
                    <a:pt x="2520688" y="362292"/>
                  </a:lnTo>
                  <a:lnTo>
                    <a:pt x="2553855" y="361874"/>
                  </a:lnTo>
                  <a:lnTo>
                    <a:pt x="2587022" y="361372"/>
                  </a:lnTo>
                  <a:lnTo>
                    <a:pt x="2620189" y="360793"/>
                  </a:lnTo>
                  <a:lnTo>
                    <a:pt x="2653356" y="360163"/>
                  </a:lnTo>
                  <a:lnTo>
                    <a:pt x="2686523" y="359515"/>
                  </a:lnTo>
                  <a:lnTo>
                    <a:pt x="2719690" y="358892"/>
                  </a:lnTo>
                  <a:lnTo>
                    <a:pt x="2752857" y="358342"/>
                  </a:lnTo>
                  <a:lnTo>
                    <a:pt x="2786024" y="357909"/>
                  </a:lnTo>
                  <a:lnTo>
                    <a:pt x="2819191" y="357579"/>
                  </a:lnTo>
                  <a:lnTo>
                    <a:pt x="2852358" y="357297"/>
                  </a:lnTo>
                  <a:lnTo>
                    <a:pt x="2885525" y="357002"/>
                  </a:lnTo>
                  <a:lnTo>
                    <a:pt x="2918692" y="356640"/>
                  </a:lnTo>
                  <a:lnTo>
                    <a:pt x="2951859" y="356165"/>
                  </a:lnTo>
                  <a:lnTo>
                    <a:pt x="2985026" y="355549"/>
                  </a:lnTo>
                  <a:lnTo>
                    <a:pt x="3018193" y="354786"/>
                  </a:lnTo>
                  <a:lnTo>
                    <a:pt x="3051360" y="353889"/>
                  </a:lnTo>
                  <a:lnTo>
                    <a:pt x="3084527" y="352893"/>
                  </a:lnTo>
                  <a:lnTo>
                    <a:pt x="3117694" y="351852"/>
                  </a:lnTo>
                  <a:lnTo>
                    <a:pt x="3150861" y="350835"/>
                  </a:lnTo>
                  <a:lnTo>
                    <a:pt x="3184028" y="349917"/>
                  </a:lnTo>
                  <a:lnTo>
                    <a:pt x="3217195" y="349178"/>
                  </a:lnTo>
                  <a:lnTo>
                    <a:pt x="3250362" y="348626"/>
                  </a:lnTo>
                  <a:lnTo>
                    <a:pt x="3283529" y="348143"/>
                  </a:lnTo>
                  <a:lnTo>
                    <a:pt x="3316695" y="347681"/>
                  </a:lnTo>
                  <a:lnTo>
                    <a:pt x="3349862" y="347198"/>
                  </a:lnTo>
                  <a:lnTo>
                    <a:pt x="3383029" y="346653"/>
                  </a:lnTo>
                  <a:lnTo>
                    <a:pt x="3416196" y="346016"/>
                  </a:lnTo>
                  <a:lnTo>
                    <a:pt x="3449363" y="345267"/>
                  </a:lnTo>
                  <a:lnTo>
                    <a:pt x="3482530" y="344401"/>
                  </a:lnTo>
                  <a:lnTo>
                    <a:pt x="3515697" y="343429"/>
                  </a:lnTo>
                  <a:lnTo>
                    <a:pt x="3548864" y="342382"/>
                  </a:lnTo>
                  <a:lnTo>
                    <a:pt x="3582031" y="341304"/>
                  </a:lnTo>
                  <a:lnTo>
                    <a:pt x="3615198" y="340252"/>
                  </a:lnTo>
                  <a:lnTo>
                    <a:pt x="3648365" y="339295"/>
                  </a:lnTo>
                  <a:lnTo>
                    <a:pt x="3681532" y="338505"/>
                  </a:lnTo>
                  <a:lnTo>
                    <a:pt x="3714699" y="337953"/>
                  </a:lnTo>
                  <a:lnTo>
                    <a:pt x="3747866" y="337625"/>
                  </a:lnTo>
                  <a:lnTo>
                    <a:pt x="3781033" y="337331"/>
                  </a:lnTo>
                  <a:lnTo>
                    <a:pt x="3814200" y="337036"/>
                  </a:lnTo>
                  <a:lnTo>
                    <a:pt x="3847367" y="336718"/>
                  </a:lnTo>
                  <a:lnTo>
                    <a:pt x="3880534" y="336358"/>
                  </a:lnTo>
                  <a:lnTo>
                    <a:pt x="3913701" y="335948"/>
                  </a:lnTo>
                  <a:lnTo>
                    <a:pt x="3946868" y="335488"/>
                  </a:lnTo>
                  <a:lnTo>
                    <a:pt x="3980035" y="334990"/>
                  </a:lnTo>
                  <a:lnTo>
                    <a:pt x="4013202" y="334477"/>
                  </a:lnTo>
                  <a:lnTo>
                    <a:pt x="4046369" y="333980"/>
                  </a:lnTo>
                  <a:lnTo>
                    <a:pt x="4079536" y="333539"/>
                  </a:lnTo>
                  <a:lnTo>
                    <a:pt x="4112703" y="333199"/>
                  </a:lnTo>
                  <a:lnTo>
                    <a:pt x="4145869" y="333007"/>
                  </a:lnTo>
                  <a:lnTo>
                    <a:pt x="4179036" y="332984"/>
                  </a:lnTo>
                  <a:lnTo>
                    <a:pt x="4212203" y="333031"/>
                  </a:lnTo>
                  <a:lnTo>
                    <a:pt x="4245370" y="333112"/>
                  </a:lnTo>
                  <a:lnTo>
                    <a:pt x="4278537" y="333205"/>
                  </a:lnTo>
                  <a:lnTo>
                    <a:pt x="4311704" y="333292"/>
                  </a:lnTo>
                  <a:lnTo>
                    <a:pt x="4344871" y="333355"/>
                  </a:lnTo>
                  <a:lnTo>
                    <a:pt x="4378038" y="333378"/>
                  </a:lnTo>
                  <a:lnTo>
                    <a:pt x="4411205" y="333349"/>
                  </a:lnTo>
                  <a:lnTo>
                    <a:pt x="4444372" y="333254"/>
                  </a:lnTo>
                  <a:lnTo>
                    <a:pt x="4477539" y="333084"/>
                  </a:lnTo>
                  <a:lnTo>
                    <a:pt x="4510706" y="332830"/>
                  </a:lnTo>
                  <a:lnTo>
                    <a:pt x="4543873" y="332485"/>
                  </a:lnTo>
                  <a:lnTo>
                    <a:pt x="4577040" y="332043"/>
                  </a:lnTo>
                  <a:lnTo>
                    <a:pt x="4610207" y="331497"/>
                  </a:lnTo>
                  <a:lnTo>
                    <a:pt x="4643374" y="330841"/>
                  </a:lnTo>
                  <a:lnTo>
                    <a:pt x="4676541" y="330069"/>
                  </a:lnTo>
                  <a:lnTo>
                    <a:pt x="4709708" y="329181"/>
                  </a:lnTo>
                  <a:lnTo>
                    <a:pt x="4742875" y="328204"/>
                  </a:lnTo>
                  <a:lnTo>
                    <a:pt x="4776042" y="327149"/>
                  </a:lnTo>
                  <a:lnTo>
                    <a:pt x="4809209" y="326021"/>
                  </a:lnTo>
                  <a:lnTo>
                    <a:pt x="4842376" y="324826"/>
                  </a:lnTo>
                  <a:lnTo>
                    <a:pt x="4875543" y="323570"/>
                  </a:lnTo>
                  <a:lnTo>
                    <a:pt x="4908710" y="322257"/>
                  </a:lnTo>
                  <a:lnTo>
                    <a:pt x="4941876" y="320892"/>
                  </a:lnTo>
                  <a:lnTo>
                    <a:pt x="4975043" y="319478"/>
                  </a:lnTo>
                  <a:lnTo>
                    <a:pt x="5008210" y="318019"/>
                  </a:lnTo>
                  <a:lnTo>
                    <a:pt x="5041377" y="316519"/>
                  </a:lnTo>
                  <a:lnTo>
                    <a:pt x="5074544" y="314980"/>
                  </a:lnTo>
                  <a:lnTo>
                    <a:pt x="5107711" y="313404"/>
                  </a:lnTo>
                  <a:lnTo>
                    <a:pt x="5140878" y="311793"/>
                  </a:lnTo>
                  <a:lnTo>
                    <a:pt x="5174045" y="310150"/>
                  </a:lnTo>
                  <a:lnTo>
                    <a:pt x="5207212" y="308475"/>
                  </a:lnTo>
                  <a:lnTo>
                    <a:pt x="5240379" y="306770"/>
                  </a:lnTo>
                  <a:lnTo>
                    <a:pt x="5273546" y="305035"/>
                  </a:lnTo>
                  <a:lnTo>
                    <a:pt x="5306713" y="303271"/>
                  </a:lnTo>
                  <a:lnTo>
                    <a:pt x="5339880" y="301479"/>
                  </a:lnTo>
                  <a:lnTo>
                    <a:pt x="5373047" y="299658"/>
                  </a:lnTo>
                  <a:lnTo>
                    <a:pt x="5406214" y="297809"/>
                  </a:lnTo>
                  <a:lnTo>
                    <a:pt x="5439381" y="295931"/>
                  </a:lnTo>
                  <a:lnTo>
                    <a:pt x="5472548" y="294024"/>
                  </a:lnTo>
                  <a:lnTo>
                    <a:pt x="5505715" y="292087"/>
                  </a:lnTo>
                  <a:lnTo>
                    <a:pt x="5538882" y="290120"/>
                  </a:lnTo>
                  <a:lnTo>
                    <a:pt x="5572049" y="288122"/>
                  </a:lnTo>
                  <a:lnTo>
                    <a:pt x="5605216" y="286092"/>
                  </a:lnTo>
                  <a:lnTo>
                    <a:pt x="5638383" y="284028"/>
                  </a:lnTo>
                  <a:lnTo>
                    <a:pt x="5671550" y="281931"/>
                  </a:lnTo>
                  <a:lnTo>
                    <a:pt x="5704717" y="279798"/>
                  </a:lnTo>
                  <a:lnTo>
                    <a:pt x="5737884" y="277628"/>
                  </a:lnTo>
                  <a:lnTo>
                    <a:pt x="5771050" y="275420"/>
                  </a:lnTo>
                  <a:lnTo>
                    <a:pt x="5804217" y="273173"/>
                  </a:lnTo>
                  <a:lnTo>
                    <a:pt x="5837384" y="270885"/>
                  </a:lnTo>
                  <a:lnTo>
                    <a:pt x="5870551" y="268554"/>
                  </a:lnTo>
                  <a:lnTo>
                    <a:pt x="5903718" y="266180"/>
                  </a:lnTo>
                  <a:lnTo>
                    <a:pt x="5936885" y="263761"/>
                  </a:lnTo>
                  <a:lnTo>
                    <a:pt x="5970052" y="261294"/>
                  </a:lnTo>
                  <a:lnTo>
                    <a:pt x="6003219" y="258780"/>
                  </a:lnTo>
                  <a:lnTo>
                    <a:pt x="6036386" y="256215"/>
                  </a:lnTo>
                  <a:lnTo>
                    <a:pt x="6069553" y="253599"/>
                  </a:lnTo>
                  <a:lnTo>
                    <a:pt x="6102720" y="250931"/>
                  </a:lnTo>
                  <a:lnTo>
                    <a:pt x="6135887" y="248208"/>
                  </a:lnTo>
                  <a:lnTo>
                    <a:pt x="6169054" y="245429"/>
                  </a:lnTo>
                  <a:lnTo>
                    <a:pt x="6202221" y="242592"/>
                  </a:lnTo>
                  <a:lnTo>
                    <a:pt x="6235388" y="239697"/>
                  </a:lnTo>
                  <a:lnTo>
                    <a:pt x="6268555" y="236742"/>
                  </a:lnTo>
                  <a:lnTo>
                    <a:pt x="6301722" y="233726"/>
                  </a:lnTo>
                  <a:lnTo>
                    <a:pt x="6334889" y="230647"/>
                  </a:lnTo>
                  <a:lnTo>
                    <a:pt x="6368056" y="227504"/>
                  </a:lnTo>
                  <a:lnTo>
                    <a:pt x="6401223" y="224297"/>
                  </a:lnTo>
                  <a:lnTo>
                    <a:pt x="6434390" y="221023"/>
                  </a:lnTo>
                  <a:lnTo>
                    <a:pt x="6467557" y="217681"/>
                  </a:lnTo>
                  <a:lnTo>
                    <a:pt x="6500724" y="214272"/>
                  </a:lnTo>
                  <a:lnTo>
                    <a:pt x="6533891" y="210793"/>
                  </a:lnTo>
                  <a:lnTo>
                    <a:pt x="6567058" y="207244"/>
                  </a:lnTo>
                  <a:lnTo>
                    <a:pt x="6600224" y="203623"/>
                  </a:lnTo>
                  <a:lnTo>
                    <a:pt x="6600224" y="558451"/>
                  </a:lnTo>
                  <a:lnTo>
                    <a:pt x="6567058" y="555890"/>
                  </a:lnTo>
                  <a:lnTo>
                    <a:pt x="6533891" y="553398"/>
                  </a:lnTo>
                  <a:lnTo>
                    <a:pt x="6500724" y="550974"/>
                  </a:lnTo>
                  <a:lnTo>
                    <a:pt x="6467557" y="548615"/>
                  </a:lnTo>
                  <a:lnTo>
                    <a:pt x="6434390" y="546321"/>
                  </a:lnTo>
                  <a:lnTo>
                    <a:pt x="6401223" y="544091"/>
                  </a:lnTo>
                  <a:lnTo>
                    <a:pt x="6368056" y="541922"/>
                  </a:lnTo>
                  <a:lnTo>
                    <a:pt x="6334889" y="539813"/>
                  </a:lnTo>
                  <a:lnTo>
                    <a:pt x="6301722" y="537764"/>
                  </a:lnTo>
                  <a:lnTo>
                    <a:pt x="6268555" y="535771"/>
                  </a:lnTo>
                  <a:lnTo>
                    <a:pt x="6235388" y="533834"/>
                  </a:lnTo>
                  <a:lnTo>
                    <a:pt x="6202221" y="531951"/>
                  </a:lnTo>
                  <a:lnTo>
                    <a:pt x="6169054" y="530120"/>
                  </a:lnTo>
                  <a:lnTo>
                    <a:pt x="6135887" y="528340"/>
                  </a:lnTo>
                  <a:lnTo>
                    <a:pt x="6102720" y="526608"/>
                  </a:lnTo>
                  <a:lnTo>
                    <a:pt x="6069553" y="524922"/>
                  </a:lnTo>
                  <a:lnTo>
                    <a:pt x="6036386" y="523282"/>
                  </a:lnTo>
                  <a:lnTo>
                    <a:pt x="6003219" y="521684"/>
                  </a:lnTo>
                  <a:lnTo>
                    <a:pt x="5970052" y="520128"/>
                  </a:lnTo>
                  <a:lnTo>
                    <a:pt x="5936885" y="518611"/>
                  </a:lnTo>
                  <a:lnTo>
                    <a:pt x="5903718" y="517131"/>
                  </a:lnTo>
                  <a:lnTo>
                    <a:pt x="5870551" y="515687"/>
                  </a:lnTo>
                  <a:lnTo>
                    <a:pt x="5837384" y="514276"/>
                  </a:lnTo>
                  <a:lnTo>
                    <a:pt x="5804217" y="512897"/>
                  </a:lnTo>
                  <a:lnTo>
                    <a:pt x="5771050" y="511547"/>
                  </a:lnTo>
                  <a:lnTo>
                    <a:pt x="5737884" y="510226"/>
                  </a:lnTo>
                  <a:lnTo>
                    <a:pt x="5704717" y="508931"/>
                  </a:lnTo>
                  <a:lnTo>
                    <a:pt x="5671550" y="507661"/>
                  </a:lnTo>
                  <a:lnTo>
                    <a:pt x="5638383" y="506414"/>
                  </a:lnTo>
                  <a:lnTo>
                    <a:pt x="5605216" y="505188"/>
                  </a:lnTo>
                  <a:lnTo>
                    <a:pt x="5572049" y="503982"/>
                  </a:lnTo>
                  <a:lnTo>
                    <a:pt x="5538882" y="502795"/>
                  </a:lnTo>
                  <a:lnTo>
                    <a:pt x="5505715" y="501625"/>
                  </a:lnTo>
                  <a:lnTo>
                    <a:pt x="5472548" y="500471"/>
                  </a:lnTo>
                  <a:lnTo>
                    <a:pt x="5439381" y="499332"/>
                  </a:lnTo>
                  <a:lnTo>
                    <a:pt x="5406214" y="498207"/>
                  </a:lnTo>
                  <a:lnTo>
                    <a:pt x="5373047" y="497095"/>
                  </a:lnTo>
                  <a:lnTo>
                    <a:pt x="5339880" y="495997"/>
                  </a:lnTo>
                  <a:lnTo>
                    <a:pt x="5306713" y="494910"/>
                  </a:lnTo>
                  <a:lnTo>
                    <a:pt x="5273546" y="493836"/>
                  </a:lnTo>
                  <a:lnTo>
                    <a:pt x="5240379" y="492773"/>
                  </a:lnTo>
                  <a:lnTo>
                    <a:pt x="5207212" y="491723"/>
                  </a:lnTo>
                  <a:lnTo>
                    <a:pt x="5174045" y="490686"/>
                  </a:lnTo>
                  <a:lnTo>
                    <a:pt x="5140878" y="489663"/>
                  </a:lnTo>
                  <a:lnTo>
                    <a:pt x="5107711" y="488654"/>
                  </a:lnTo>
                  <a:lnTo>
                    <a:pt x="5074544" y="487661"/>
                  </a:lnTo>
                  <a:lnTo>
                    <a:pt x="5041377" y="486685"/>
                  </a:lnTo>
                  <a:lnTo>
                    <a:pt x="5008210" y="485729"/>
                  </a:lnTo>
                  <a:lnTo>
                    <a:pt x="4975043" y="484795"/>
                  </a:lnTo>
                  <a:lnTo>
                    <a:pt x="4941876" y="483885"/>
                  </a:lnTo>
                  <a:lnTo>
                    <a:pt x="4908710" y="483004"/>
                  </a:lnTo>
                  <a:lnTo>
                    <a:pt x="4875543" y="482154"/>
                  </a:lnTo>
                  <a:lnTo>
                    <a:pt x="4842376" y="481339"/>
                  </a:lnTo>
                  <a:lnTo>
                    <a:pt x="4809209" y="480565"/>
                  </a:lnTo>
                  <a:lnTo>
                    <a:pt x="4776042" y="479835"/>
                  </a:lnTo>
                  <a:lnTo>
                    <a:pt x="4742875" y="479155"/>
                  </a:lnTo>
                  <a:lnTo>
                    <a:pt x="4709708" y="478532"/>
                  </a:lnTo>
                  <a:lnTo>
                    <a:pt x="4676541" y="477957"/>
                  </a:lnTo>
                  <a:lnTo>
                    <a:pt x="4643374" y="477335"/>
                  </a:lnTo>
                  <a:lnTo>
                    <a:pt x="4610207" y="476656"/>
                  </a:lnTo>
                  <a:lnTo>
                    <a:pt x="4577040" y="475938"/>
                  </a:lnTo>
                  <a:lnTo>
                    <a:pt x="4543873" y="475198"/>
                  </a:lnTo>
                  <a:lnTo>
                    <a:pt x="4510706" y="474455"/>
                  </a:lnTo>
                  <a:lnTo>
                    <a:pt x="4477539" y="473727"/>
                  </a:lnTo>
                  <a:lnTo>
                    <a:pt x="4444372" y="473029"/>
                  </a:lnTo>
                  <a:lnTo>
                    <a:pt x="4411205" y="472376"/>
                  </a:lnTo>
                  <a:lnTo>
                    <a:pt x="4378038" y="471784"/>
                  </a:lnTo>
                  <a:lnTo>
                    <a:pt x="4344871" y="471263"/>
                  </a:lnTo>
                  <a:lnTo>
                    <a:pt x="4311704" y="470824"/>
                  </a:lnTo>
                  <a:lnTo>
                    <a:pt x="4278537" y="470476"/>
                  </a:lnTo>
                  <a:lnTo>
                    <a:pt x="4245370" y="470225"/>
                  </a:lnTo>
                  <a:lnTo>
                    <a:pt x="4212203" y="470075"/>
                  </a:lnTo>
                  <a:lnTo>
                    <a:pt x="4179036" y="470030"/>
                  </a:lnTo>
                  <a:lnTo>
                    <a:pt x="4145869" y="470084"/>
                  </a:lnTo>
                  <a:lnTo>
                    <a:pt x="4112703" y="470195"/>
                  </a:lnTo>
                  <a:lnTo>
                    <a:pt x="4079536" y="470368"/>
                  </a:lnTo>
                  <a:lnTo>
                    <a:pt x="4046369" y="470622"/>
                  </a:lnTo>
                  <a:lnTo>
                    <a:pt x="4013202" y="470973"/>
                  </a:lnTo>
                  <a:lnTo>
                    <a:pt x="3980035" y="471432"/>
                  </a:lnTo>
                  <a:lnTo>
                    <a:pt x="3946868" y="472004"/>
                  </a:lnTo>
                  <a:lnTo>
                    <a:pt x="3913701" y="472682"/>
                  </a:lnTo>
                  <a:lnTo>
                    <a:pt x="3880534" y="473451"/>
                  </a:lnTo>
                  <a:lnTo>
                    <a:pt x="3847367" y="474283"/>
                  </a:lnTo>
                  <a:lnTo>
                    <a:pt x="3814200" y="475140"/>
                  </a:lnTo>
                  <a:lnTo>
                    <a:pt x="3781033" y="475977"/>
                  </a:lnTo>
                  <a:lnTo>
                    <a:pt x="3747866" y="476742"/>
                  </a:lnTo>
                  <a:lnTo>
                    <a:pt x="3714699" y="477385"/>
                  </a:lnTo>
                  <a:lnTo>
                    <a:pt x="3681532" y="477970"/>
                  </a:lnTo>
                  <a:lnTo>
                    <a:pt x="3648365" y="478556"/>
                  </a:lnTo>
                  <a:lnTo>
                    <a:pt x="3615198" y="479179"/>
                  </a:lnTo>
                  <a:lnTo>
                    <a:pt x="3582031" y="479874"/>
                  </a:lnTo>
                  <a:lnTo>
                    <a:pt x="3548864" y="480673"/>
                  </a:lnTo>
                  <a:lnTo>
                    <a:pt x="3515697" y="481595"/>
                  </a:lnTo>
                  <a:lnTo>
                    <a:pt x="3482530" y="482650"/>
                  </a:lnTo>
                  <a:lnTo>
                    <a:pt x="3449363" y="483830"/>
                  </a:lnTo>
                  <a:lnTo>
                    <a:pt x="3416196" y="485108"/>
                  </a:lnTo>
                  <a:lnTo>
                    <a:pt x="3383029" y="486445"/>
                  </a:lnTo>
                  <a:lnTo>
                    <a:pt x="3349862" y="487783"/>
                  </a:lnTo>
                  <a:lnTo>
                    <a:pt x="3316695" y="489054"/>
                  </a:lnTo>
                  <a:lnTo>
                    <a:pt x="3283529" y="490182"/>
                  </a:lnTo>
                  <a:lnTo>
                    <a:pt x="3250362" y="491086"/>
                  </a:lnTo>
                  <a:lnTo>
                    <a:pt x="3217195" y="491689"/>
                  </a:lnTo>
                  <a:lnTo>
                    <a:pt x="3184028" y="492050"/>
                  </a:lnTo>
                  <a:lnTo>
                    <a:pt x="3150861" y="492266"/>
                  </a:lnTo>
                  <a:lnTo>
                    <a:pt x="3117694" y="492405"/>
                  </a:lnTo>
                  <a:lnTo>
                    <a:pt x="3084527" y="492532"/>
                  </a:lnTo>
                  <a:lnTo>
                    <a:pt x="3051360" y="492704"/>
                  </a:lnTo>
                  <a:lnTo>
                    <a:pt x="3018193" y="492964"/>
                  </a:lnTo>
                  <a:lnTo>
                    <a:pt x="2985026" y="493336"/>
                  </a:lnTo>
                  <a:lnTo>
                    <a:pt x="2951859" y="493822"/>
                  </a:lnTo>
                  <a:lnTo>
                    <a:pt x="2918692" y="494403"/>
                  </a:lnTo>
                  <a:lnTo>
                    <a:pt x="2885525" y="495040"/>
                  </a:lnTo>
                  <a:lnTo>
                    <a:pt x="2852358" y="495678"/>
                  </a:lnTo>
                  <a:lnTo>
                    <a:pt x="2819191" y="496249"/>
                  </a:lnTo>
                  <a:lnTo>
                    <a:pt x="2786024" y="496682"/>
                  </a:lnTo>
                  <a:lnTo>
                    <a:pt x="2752857" y="496915"/>
                  </a:lnTo>
                  <a:lnTo>
                    <a:pt x="2719690" y="497020"/>
                  </a:lnTo>
                  <a:lnTo>
                    <a:pt x="2686523" y="497071"/>
                  </a:lnTo>
                  <a:lnTo>
                    <a:pt x="2653356" y="497115"/>
                  </a:lnTo>
                  <a:lnTo>
                    <a:pt x="2620189" y="497192"/>
                  </a:lnTo>
                  <a:lnTo>
                    <a:pt x="2587022" y="497335"/>
                  </a:lnTo>
                  <a:lnTo>
                    <a:pt x="2553855" y="497567"/>
                  </a:lnTo>
                  <a:lnTo>
                    <a:pt x="2520688" y="497895"/>
                  </a:lnTo>
                  <a:lnTo>
                    <a:pt x="2487521" y="498315"/>
                  </a:lnTo>
                  <a:lnTo>
                    <a:pt x="2454355" y="498809"/>
                  </a:lnTo>
                  <a:lnTo>
                    <a:pt x="2421188" y="499350"/>
                  </a:lnTo>
                  <a:lnTo>
                    <a:pt x="2388021" y="499903"/>
                  </a:lnTo>
                  <a:lnTo>
                    <a:pt x="2354854" y="500426"/>
                  </a:lnTo>
                  <a:lnTo>
                    <a:pt x="2321687" y="500880"/>
                  </a:lnTo>
                  <a:lnTo>
                    <a:pt x="2288520" y="501324"/>
                  </a:lnTo>
                  <a:lnTo>
                    <a:pt x="2255353" y="501830"/>
                  </a:lnTo>
                  <a:lnTo>
                    <a:pt x="2222186" y="502388"/>
                  </a:lnTo>
                  <a:lnTo>
                    <a:pt x="2189019" y="502991"/>
                  </a:lnTo>
                  <a:lnTo>
                    <a:pt x="2155852" y="503626"/>
                  </a:lnTo>
                  <a:lnTo>
                    <a:pt x="2122685" y="504283"/>
                  </a:lnTo>
                  <a:lnTo>
                    <a:pt x="2089518" y="504947"/>
                  </a:lnTo>
                  <a:lnTo>
                    <a:pt x="2056351" y="505605"/>
                  </a:lnTo>
                  <a:lnTo>
                    <a:pt x="2023184" y="506240"/>
                  </a:lnTo>
                  <a:lnTo>
                    <a:pt x="1990017" y="506835"/>
                  </a:lnTo>
                  <a:lnTo>
                    <a:pt x="1956850" y="507371"/>
                  </a:lnTo>
                  <a:lnTo>
                    <a:pt x="1923683" y="507831"/>
                  </a:lnTo>
                  <a:lnTo>
                    <a:pt x="1890516" y="508194"/>
                  </a:lnTo>
                  <a:lnTo>
                    <a:pt x="1857349" y="508441"/>
                  </a:lnTo>
                  <a:lnTo>
                    <a:pt x="1824182" y="508553"/>
                  </a:lnTo>
                  <a:lnTo>
                    <a:pt x="1791015" y="508511"/>
                  </a:lnTo>
                  <a:lnTo>
                    <a:pt x="1757848" y="508345"/>
                  </a:lnTo>
                  <a:lnTo>
                    <a:pt x="1724681" y="508154"/>
                  </a:lnTo>
                  <a:lnTo>
                    <a:pt x="1691514" y="507944"/>
                  </a:lnTo>
                  <a:lnTo>
                    <a:pt x="1658347" y="507716"/>
                  </a:lnTo>
                  <a:lnTo>
                    <a:pt x="1625181" y="507475"/>
                  </a:lnTo>
                  <a:lnTo>
                    <a:pt x="1592014" y="507226"/>
                  </a:lnTo>
                  <a:lnTo>
                    <a:pt x="1558847" y="506971"/>
                  </a:lnTo>
                  <a:lnTo>
                    <a:pt x="1525680" y="506716"/>
                  </a:lnTo>
                  <a:lnTo>
                    <a:pt x="1492513" y="506466"/>
                  </a:lnTo>
                  <a:lnTo>
                    <a:pt x="1459346" y="506227"/>
                  </a:lnTo>
                  <a:lnTo>
                    <a:pt x="1426179" y="506002"/>
                  </a:lnTo>
                  <a:lnTo>
                    <a:pt x="1393012" y="505799"/>
                  </a:lnTo>
                  <a:lnTo>
                    <a:pt x="1359845" y="505621"/>
                  </a:lnTo>
                  <a:lnTo>
                    <a:pt x="1326678" y="505474"/>
                  </a:lnTo>
                  <a:lnTo>
                    <a:pt x="1293511" y="505364"/>
                  </a:lnTo>
                  <a:lnTo>
                    <a:pt x="1260344" y="505295"/>
                  </a:lnTo>
                  <a:lnTo>
                    <a:pt x="1227177" y="505271"/>
                  </a:lnTo>
                  <a:lnTo>
                    <a:pt x="1194010" y="505297"/>
                  </a:lnTo>
                  <a:lnTo>
                    <a:pt x="1160843" y="505376"/>
                  </a:lnTo>
                  <a:lnTo>
                    <a:pt x="1127676" y="505513"/>
                  </a:lnTo>
                  <a:lnTo>
                    <a:pt x="1094509" y="505711"/>
                  </a:lnTo>
                  <a:lnTo>
                    <a:pt x="1061342" y="505972"/>
                  </a:lnTo>
                  <a:lnTo>
                    <a:pt x="1028175" y="506299"/>
                  </a:lnTo>
                  <a:lnTo>
                    <a:pt x="995008" y="506694"/>
                  </a:lnTo>
                  <a:lnTo>
                    <a:pt x="961841" y="507159"/>
                  </a:lnTo>
                  <a:lnTo>
                    <a:pt x="928674" y="507696"/>
                  </a:lnTo>
                  <a:lnTo>
                    <a:pt x="895507" y="508306"/>
                  </a:lnTo>
                  <a:lnTo>
                    <a:pt x="862340" y="508989"/>
                  </a:lnTo>
                  <a:lnTo>
                    <a:pt x="829173" y="509747"/>
                  </a:lnTo>
                  <a:lnTo>
                    <a:pt x="796007" y="510580"/>
                  </a:lnTo>
                  <a:lnTo>
                    <a:pt x="762840" y="511489"/>
                  </a:lnTo>
                  <a:lnTo>
                    <a:pt x="729673" y="512473"/>
                  </a:lnTo>
                  <a:lnTo>
                    <a:pt x="696506" y="513533"/>
                  </a:lnTo>
                  <a:lnTo>
                    <a:pt x="663339" y="514668"/>
                  </a:lnTo>
                  <a:lnTo>
                    <a:pt x="630172" y="515878"/>
                  </a:lnTo>
                  <a:lnTo>
                    <a:pt x="597005" y="517162"/>
                  </a:lnTo>
                  <a:lnTo>
                    <a:pt x="563838" y="518521"/>
                  </a:lnTo>
                  <a:lnTo>
                    <a:pt x="530671" y="519953"/>
                  </a:lnTo>
                  <a:lnTo>
                    <a:pt x="497504" y="521459"/>
                  </a:lnTo>
                  <a:lnTo>
                    <a:pt x="464337" y="523036"/>
                  </a:lnTo>
                  <a:lnTo>
                    <a:pt x="431170" y="524686"/>
                  </a:lnTo>
                  <a:lnTo>
                    <a:pt x="398003" y="526406"/>
                  </a:lnTo>
                  <a:lnTo>
                    <a:pt x="364836" y="528197"/>
                  </a:lnTo>
                  <a:lnTo>
                    <a:pt x="331669" y="530057"/>
                  </a:lnTo>
                  <a:lnTo>
                    <a:pt x="298502" y="531986"/>
                  </a:lnTo>
                  <a:lnTo>
                    <a:pt x="265335" y="533983"/>
                  </a:lnTo>
                  <a:lnTo>
                    <a:pt x="232168" y="536047"/>
                  </a:lnTo>
                  <a:lnTo>
                    <a:pt x="199001" y="538178"/>
                  </a:lnTo>
                  <a:lnTo>
                    <a:pt x="165834" y="540374"/>
                  </a:lnTo>
                  <a:lnTo>
                    <a:pt x="132667" y="542636"/>
                  </a:lnTo>
                  <a:lnTo>
                    <a:pt x="99500" y="544962"/>
                  </a:lnTo>
                  <a:lnTo>
                    <a:pt x="66333" y="547352"/>
                  </a:lnTo>
                  <a:lnTo>
                    <a:pt x="33166" y="549805"/>
                  </a:lnTo>
                  <a:lnTo>
                    <a:pt x="0" y="552320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4629887"/>
              <a:ext cx="6600224" cy="366367"/>
            </a:xfrm>
            <a:custGeom>
              <a:avLst/>
              <a:pathLst>
                <a:path w="6600224" h="366367">
                  <a:moveTo>
                    <a:pt x="0" y="0"/>
                  </a:moveTo>
                  <a:lnTo>
                    <a:pt x="33166" y="12387"/>
                  </a:lnTo>
                  <a:lnTo>
                    <a:pt x="66333" y="24569"/>
                  </a:lnTo>
                  <a:lnTo>
                    <a:pt x="99500" y="36545"/>
                  </a:lnTo>
                  <a:lnTo>
                    <a:pt x="132667" y="48315"/>
                  </a:lnTo>
                  <a:lnTo>
                    <a:pt x="165834" y="59876"/>
                  </a:lnTo>
                  <a:lnTo>
                    <a:pt x="199001" y="71227"/>
                  </a:lnTo>
                  <a:lnTo>
                    <a:pt x="232168" y="82369"/>
                  </a:lnTo>
                  <a:lnTo>
                    <a:pt x="265335" y="93298"/>
                  </a:lnTo>
                  <a:lnTo>
                    <a:pt x="298502" y="104014"/>
                  </a:lnTo>
                  <a:lnTo>
                    <a:pt x="331669" y="114516"/>
                  </a:lnTo>
                  <a:lnTo>
                    <a:pt x="364836" y="124803"/>
                  </a:lnTo>
                  <a:lnTo>
                    <a:pt x="398003" y="134873"/>
                  </a:lnTo>
                  <a:lnTo>
                    <a:pt x="431170" y="144725"/>
                  </a:lnTo>
                  <a:lnTo>
                    <a:pt x="464337" y="154358"/>
                  </a:lnTo>
                  <a:lnTo>
                    <a:pt x="497504" y="163771"/>
                  </a:lnTo>
                  <a:lnTo>
                    <a:pt x="530671" y="172963"/>
                  </a:lnTo>
                  <a:lnTo>
                    <a:pt x="563838" y="181932"/>
                  </a:lnTo>
                  <a:lnTo>
                    <a:pt x="597005" y="190677"/>
                  </a:lnTo>
                  <a:lnTo>
                    <a:pt x="630172" y="199198"/>
                  </a:lnTo>
                  <a:lnTo>
                    <a:pt x="663339" y="207493"/>
                  </a:lnTo>
                  <a:lnTo>
                    <a:pt x="696506" y="215562"/>
                  </a:lnTo>
                  <a:lnTo>
                    <a:pt x="729673" y="223403"/>
                  </a:lnTo>
                  <a:lnTo>
                    <a:pt x="762840" y="231017"/>
                  </a:lnTo>
                  <a:lnTo>
                    <a:pt x="796007" y="238403"/>
                  </a:lnTo>
                  <a:lnTo>
                    <a:pt x="829173" y="245559"/>
                  </a:lnTo>
                  <a:lnTo>
                    <a:pt x="862340" y="252487"/>
                  </a:lnTo>
                  <a:lnTo>
                    <a:pt x="895507" y="259186"/>
                  </a:lnTo>
                  <a:lnTo>
                    <a:pt x="928674" y="265657"/>
                  </a:lnTo>
                  <a:lnTo>
                    <a:pt x="961841" y="271899"/>
                  </a:lnTo>
                  <a:lnTo>
                    <a:pt x="995008" y="277914"/>
                  </a:lnTo>
                  <a:lnTo>
                    <a:pt x="1028175" y="283703"/>
                  </a:lnTo>
                  <a:lnTo>
                    <a:pt x="1061342" y="289267"/>
                  </a:lnTo>
                  <a:lnTo>
                    <a:pt x="1094509" y="294608"/>
                  </a:lnTo>
                  <a:lnTo>
                    <a:pt x="1127676" y="299728"/>
                  </a:lnTo>
                  <a:lnTo>
                    <a:pt x="1160843" y="304629"/>
                  </a:lnTo>
                  <a:lnTo>
                    <a:pt x="1194010" y="309314"/>
                  </a:lnTo>
                  <a:lnTo>
                    <a:pt x="1227177" y="313787"/>
                  </a:lnTo>
                  <a:lnTo>
                    <a:pt x="1260344" y="318051"/>
                  </a:lnTo>
                  <a:lnTo>
                    <a:pt x="1293511" y="322109"/>
                  </a:lnTo>
                  <a:lnTo>
                    <a:pt x="1326678" y="325966"/>
                  </a:lnTo>
                  <a:lnTo>
                    <a:pt x="1359845" y="329625"/>
                  </a:lnTo>
                  <a:lnTo>
                    <a:pt x="1393012" y="333092"/>
                  </a:lnTo>
                  <a:lnTo>
                    <a:pt x="1426179" y="336372"/>
                  </a:lnTo>
                  <a:lnTo>
                    <a:pt x="1459346" y="339468"/>
                  </a:lnTo>
                  <a:lnTo>
                    <a:pt x="1492513" y="342386"/>
                  </a:lnTo>
                  <a:lnTo>
                    <a:pt x="1525680" y="345131"/>
                  </a:lnTo>
                  <a:lnTo>
                    <a:pt x="1558847" y="347707"/>
                  </a:lnTo>
                  <a:lnTo>
                    <a:pt x="1592014" y="350119"/>
                  </a:lnTo>
                  <a:lnTo>
                    <a:pt x="1625181" y="352371"/>
                  </a:lnTo>
                  <a:lnTo>
                    <a:pt x="1658347" y="354467"/>
                  </a:lnTo>
                  <a:lnTo>
                    <a:pt x="1691514" y="356411"/>
                  </a:lnTo>
                  <a:lnTo>
                    <a:pt x="1724681" y="358205"/>
                  </a:lnTo>
                  <a:lnTo>
                    <a:pt x="1757848" y="359853"/>
                  </a:lnTo>
                  <a:lnTo>
                    <a:pt x="1791015" y="361353"/>
                  </a:lnTo>
                  <a:lnTo>
                    <a:pt x="1824182" y="362650"/>
                  </a:lnTo>
                  <a:lnTo>
                    <a:pt x="1857349" y="363728"/>
                  </a:lnTo>
                  <a:lnTo>
                    <a:pt x="1890516" y="364602"/>
                  </a:lnTo>
                  <a:lnTo>
                    <a:pt x="1923683" y="365285"/>
                  </a:lnTo>
                  <a:lnTo>
                    <a:pt x="1956850" y="365790"/>
                  </a:lnTo>
                  <a:lnTo>
                    <a:pt x="1990017" y="366129"/>
                  </a:lnTo>
                  <a:lnTo>
                    <a:pt x="2023184" y="366317"/>
                  </a:lnTo>
                  <a:lnTo>
                    <a:pt x="2056351" y="366367"/>
                  </a:lnTo>
                  <a:lnTo>
                    <a:pt x="2089518" y="366295"/>
                  </a:lnTo>
                  <a:lnTo>
                    <a:pt x="2122685" y="366118"/>
                  </a:lnTo>
                  <a:lnTo>
                    <a:pt x="2155852" y="365853"/>
                  </a:lnTo>
                  <a:lnTo>
                    <a:pt x="2189019" y="365519"/>
                  </a:lnTo>
                  <a:lnTo>
                    <a:pt x="2222186" y="365137"/>
                  </a:lnTo>
                  <a:lnTo>
                    <a:pt x="2255353" y="364729"/>
                  </a:lnTo>
                  <a:lnTo>
                    <a:pt x="2288520" y="364318"/>
                  </a:lnTo>
                  <a:lnTo>
                    <a:pt x="2321687" y="363928"/>
                  </a:lnTo>
                  <a:lnTo>
                    <a:pt x="2354854" y="363602"/>
                  </a:lnTo>
                  <a:lnTo>
                    <a:pt x="2388021" y="363347"/>
                  </a:lnTo>
                  <a:lnTo>
                    <a:pt x="2421188" y="363125"/>
                  </a:lnTo>
                  <a:lnTo>
                    <a:pt x="2454355" y="362896"/>
                  </a:lnTo>
                  <a:lnTo>
                    <a:pt x="2487521" y="362627"/>
                  </a:lnTo>
                  <a:lnTo>
                    <a:pt x="2520688" y="362292"/>
                  </a:lnTo>
                  <a:lnTo>
                    <a:pt x="2553855" y="361874"/>
                  </a:lnTo>
                  <a:lnTo>
                    <a:pt x="2587022" y="361372"/>
                  </a:lnTo>
                  <a:lnTo>
                    <a:pt x="2620189" y="360793"/>
                  </a:lnTo>
                  <a:lnTo>
                    <a:pt x="2653356" y="360163"/>
                  </a:lnTo>
                  <a:lnTo>
                    <a:pt x="2686523" y="359515"/>
                  </a:lnTo>
                  <a:lnTo>
                    <a:pt x="2719690" y="358892"/>
                  </a:lnTo>
                  <a:lnTo>
                    <a:pt x="2752857" y="358342"/>
                  </a:lnTo>
                  <a:lnTo>
                    <a:pt x="2786024" y="357909"/>
                  </a:lnTo>
                  <a:lnTo>
                    <a:pt x="2819191" y="357579"/>
                  </a:lnTo>
                  <a:lnTo>
                    <a:pt x="2852358" y="357297"/>
                  </a:lnTo>
                  <a:lnTo>
                    <a:pt x="2885525" y="357002"/>
                  </a:lnTo>
                  <a:lnTo>
                    <a:pt x="2918692" y="356640"/>
                  </a:lnTo>
                  <a:lnTo>
                    <a:pt x="2951859" y="356165"/>
                  </a:lnTo>
                  <a:lnTo>
                    <a:pt x="2985026" y="355549"/>
                  </a:lnTo>
                  <a:lnTo>
                    <a:pt x="3018193" y="354786"/>
                  </a:lnTo>
                  <a:lnTo>
                    <a:pt x="3051360" y="353889"/>
                  </a:lnTo>
                  <a:lnTo>
                    <a:pt x="3084527" y="352893"/>
                  </a:lnTo>
                  <a:lnTo>
                    <a:pt x="3117694" y="351852"/>
                  </a:lnTo>
                  <a:lnTo>
                    <a:pt x="3150861" y="350835"/>
                  </a:lnTo>
                  <a:lnTo>
                    <a:pt x="3184028" y="349917"/>
                  </a:lnTo>
                  <a:lnTo>
                    <a:pt x="3217195" y="349178"/>
                  </a:lnTo>
                  <a:lnTo>
                    <a:pt x="3250362" y="348626"/>
                  </a:lnTo>
                  <a:lnTo>
                    <a:pt x="3283529" y="348143"/>
                  </a:lnTo>
                  <a:lnTo>
                    <a:pt x="3316695" y="347681"/>
                  </a:lnTo>
                  <a:lnTo>
                    <a:pt x="3349862" y="347198"/>
                  </a:lnTo>
                  <a:lnTo>
                    <a:pt x="3383029" y="346653"/>
                  </a:lnTo>
                  <a:lnTo>
                    <a:pt x="3416196" y="346016"/>
                  </a:lnTo>
                  <a:lnTo>
                    <a:pt x="3449363" y="345267"/>
                  </a:lnTo>
                  <a:lnTo>
                    <a:pt x="3482530" y="344401"/>
                  </a:lnTo>
                  <a:lnTo>
                    <a:pt x="3515697" y="343429"/>
                  </a:lnTo>
                  <a:lnTo>
                    <a:pt x="3548864" y="342382"/>
                  </a:lnTo>
                  <a:lnTo>
                    <a:pt x="3582031" y="341304"/>
                  </a:lnTo>
                  <a:lnTo>
                    <a:pt x="3615198" y="340252"/>
                  </a:lnTo>
                  <a:lnTo>
                    <a:pt x="3648365" y="339295"/>
                  </a:lnTo>
                  <a:lnTo>
                    <a:pt x="3681532" y="338505"/>
                  </a:lnTo>
                  <a:lnTo>
                    <a:pt x="3714699" y="337953"/>
                  </a:lnTo>
                  <a:lnTo>
                    <a:pt x="3747866" y="337625"/>
                  </a:lnTo>
                  <a:lnTo>
                    <a:pt x="3781033" y="337331"/>
                  </a:lnTo>
                  <a:lnTo>
                    <a:pt x="3814200" y="337036"/>
                  </a:lnTo>
                  <a:lnTo>
                    <a:pt x="3847367" y="336718"/>
                  </a:lnTo>
                  <a:lnTo>
                    <a:pt x="3880534" y="336358"/>
                  </a:lnTo>
                  <a:lnTo>
                    <a:pt x="3913701" y="335948"/>
                  </a:lnTo>
                  <a:lnTo>
                    <a:pt x="3946868" y="335488"/>
                  </a:lnTo>
                  <a:lnTo>
                    <a:pt x="3980035" y="334990"/>
                  </a:lnTo>
                  <a:lnTo>
                    <a:pt x="4013202" y="334477"/>
                  </a:lnTo>
                  <a:lnTo>
                    <a:pt x="4046369" y="333980"/>
                  </a:lnTo>
                  <a:lnTo>
                    <a:pt x="4079536" y="333539"/>
                  </a:lnTo>
                  <a:lnTo>
                    <a:pt x="4112703" y="333199"/>
                  </a:lnTo>
                  <a:lnTo>
                    <a:pt x="4145869" y="333007"/>
                  </a:lnTo>
                  <a:lnTo>
                    <a:pt x="4179036" y="332984"/>
                  </a:lnTo>
                  <a:lnTo>
                    <a:pt x="4212203" y="333031"/>
                  </a:lnTo>
                  <a:lnTo>
                    <a:pt x="4245370" y="333112"/>
                  </a:lnTo>
                  <a:lnTo>
                    <a:pt x="4278537" y="333205"/>
                  </a:lnTo>
                  <a:lnTo>
                    <a:pt x="4311704" y="333292"/>
                  </a:lnTo>
                  <a:lnTo>
                    <a:pt x="4344871" y="333355"/>
                  </a:lnTo>
                  <a:lnTo>
                    <a:pt x="4378038" y="333378"/>
                  </a:lnTo>
                  <a:lnTo>
                    <a:pt x="4411205" y="333349"/>
                  </a:lnTo>
                  <a:lnTo>
                    <a:pt x="4444372" y="333254"/>
                  </a:lnTo>
                  <a:lnTo>
                    <a:pt x="4477539" y="333084"/>
                  </a:lnTo>
                  <a:lnTo>
                    <a:pt x="4510706" y="332830"/>
                  </a:lnTo>
                  <a:lnTo>
                    <a:pt x="4543873" y="332485"/>
                  </a:lnTo>
                  <a:lnTo>
                    <a:pt x="4577040" y="332043"/>
                  </a:lnTo>
                  <a:lnTo>
                    <a:pt x="4610207" y="331497"/>
                  </a:lnTo>
                  <a:lnTo>
                    <a:pt x="4643374" y="330841"/>
                  </a:lnTo>
                  <a:lnTo>
                    <a:pt x="4676541" y="330069"/>
                  </a:lnTo>
                  <a:lnTo>
                    <a:pt x="4709708" y="329181"/>
                  </a:lnTo>
                  <a:lnTo>
                    <a:pt x="4742875" y="328204"/>
                  </a:lnTo>
                  <a:lnTo>
                    <a:pt x="4776042" y="327149"/>
                  </a:lnTo>
                  <a:lnTo>
                    <a:pt x="4809209" y="326021"/>
                  </a:lnTo>
                  <a:lnTo>
                    <a:pt x="4842376" y="324826"/>
                  </a:lnTo>
                  <a:lnTo>
                    <a:pt x="4875543" y="323570"/>
                  </a:lnTo>
                  <a:lnTo>
                    <a:pt x="4908710" y="322257"/>
                  </a:lnTo>
                  <a:lnTo>
                    <a:pt x="4941876" y="320892"/>
                  </a:lnTo>
                  <a:lnTo>
                    <a:pt x="4975043" y="319478"/>
                  </a:lnTo>
                  <a:lnTo>
                    <a:pt x="5008210" y="318019"/>
                  </a:lnTo>
                  <a:lnTo>
                    <a:pt x="5041377" y="316519"/>
                  </a:lnTo>
                  <a:lnTo>
                    <a:pt x="5074544" y="314980"/>
                  </a:lnTo>
                  <a:lnTo>
                    <a:pt x="5107711" y="313404"/>
                  </a:lnTo>
                  <a:lnTo>
                    <a:pt x="5140878" y="311793"/>
                  </a:lnTo>
                  <a:lnTo>
                    <a:pt x="5174045" y="310150"/>
                  </a:lnTo>
                  <a:lnTo>
                    <a:pt x="5207212" y="308475"/>
                  </a:lnTo>
                  <a:lnTo>
                    <a:pt x="5240379" y="306770"/>
                  </a:lnTo>
                  <a:lnTo>
                    <a:pt x="5273546" y="305035"/>
                  </a:lnTo>
                  <a:lnTo>
                    <a:pt x="5306713" y="303271"/>
                  </a:lnTo>
                  <a:lnTo>
                    <a:pt x="5339880" y="301479"/>
                  </a:lnTo>
                  <a:lnTo>
                    <a:pt x="5373047" y="299658"/>
                  </a:lnTo>
                  <a:lnTo>
                    <a:pt x="5406214" y="297809"/>
                  </a:lnTo>
                  <a:lnTo>
                    <a:pt x="5439381" y="295931"/>
                  </a:lnTo>
                  <a:lnTo>
                    <a:pt x="5472548" y="294024"/>
                  </a:lnTo>
                  <a:lnTo>
                    <a:pt x="5505715" y="292087"/>
                  </a:lnTo>
                  <a:lnTo>
                    <a:pt x="5538882" y="290120"/>
                  </a:lnTo>
                  <a:lnTo>
                    <a:pt x="5572049" y="288122"/>
                  </a:lnTo>
                  <a:lnTo>
                    <a:pt x="5605216" y="286092"/>
                  </a:lnTo>
                  <a:lnTo>
                    <a:pt x="5638383" y="284028"/>
                  </a:lnTo>
                  <a:lnTo>
                    <a:pt x="5671550" y="281931"/>
                  </a:lnTo>
                  <a:lnTo>
                    <a:pt x="5704717" y="279798"/>
                  </a:lnTo>
                  <a:lnTo>
                    <a:pt x="5737884" y="277628"/>
                  </a:lnTo>
                  <a:lnTo>
                    <a:pt x="5771050" y="275420"/>
                  </a:lnTo>
                  <a:lnTo>
                    <a:pt x="5804217" y="273173"/>
                  </a:lnTo>
                  <a:lnTo>
                    <a:pt x="5837384" y="270885"/>
                  </a:lnTo>
                  <a:lnTo>
                    <a:pt x="5870551" y="268554"/>
                  </a:lnTo>
                  <a:lnTo>
                    <a:pt x="5903718" y="266180"/>
                  </a:lnTo>
                  <a:lnTo>
                    <a:pt x="5936885" y="263761"/>
                  </a:lnTo>
                  <a:lnTo>
                    <a:pt x="5970052" y="261294"/>
                  </a:lnTo>
                  <a:lnTo>
                    <a:pt x="6003219" y="258780"/>
                  </a:lnTo>
                  <a:lnTo>
                    <a:pt x="6036386" y="256215"/>
                  </a:lnTo>
                  <a:lnTo>
                    <a:pt x="6069553" y="253599"/>
                  </a:lnTo>
                  <a:lnTo>
                    <a:pt x="6102720" y="250931"/>
                  </a:lnTo>
                  <a:lnTo>
                    <a:pt x="6135887" y="248208"/>
                  </a:lnTo>
                  <a:lnTo>
                    <a:pt x="6169054" y="245429"/>
                  </a:lnTo>
                  <a:lnTo>
                    <a:pt x="6202221" y="242592"/>
                  </a:lnTo>
                  <a:lnTo>
                    <a:pt x="6235388" y="239697"/>
                  </a:lnTo>
                  <a:lnTo>
                    <a:pt x="6268555" y="236742"/>
                  </a:lnTo>
                  <a:lnTo>
                    <a:pt x="6301722" y="233726"/>
                  </a:lnTo>
                  <a:lnTo>
                    <a:pt x="6334889" y="230647"/>
                  </a:lnTo>
                  <a:lnTo>
                    <a:pt x="6368056" y="227504"/>
                  </a:lnTo>
                  <a:lnTo>
                    <a:pt x="6401223" y="224297"/>
                  </a:lnTo>
                  <a:lnTo>
                    <a:pt x="6434390" y="221023"/>
                  </a:lnTo>
                  <a:lnTo>
                    <a:pt x="6467557" y="217681"/>
                  </a:lnTo>
                  <a:lnTo>
                    <a:pt x="6500724" y="214272"/>
                  </a:lnTo>
                  <a:lnTo>
                    <a:pt x="6533891" y="210793"/>
                  </a:lnTo>
                  <a:lnTo>
                    <a:pt x="6567058" y="207244"/>
                  </a:lnTo>
                  <a:lnTo>
                    <a:pt x="6600224" y="2036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5099917"/>
              <a:ext cx="6600224" cy="88420"/>
            </a:xfrm>
            <a:custGeom>
              <a:avLst/>
              <a:pathLst>
                <a:path w="6600224" h="88420">
                  <a:moveTo>
                    <a:pt x="6600224" y="88420"/>
                  </a:moveTo>
                  <a:lnTo>
                    <a:pt x="6567058" y="85860"/>
                  </a:lnTo>
                  <a:lnTo>
                    <a:pt x="6533891" y="83368"/>
                  </a:lnTo>
                  <a:lnTo>
                    <a:pt x="6500724" y="80943"/>
                  </a:lnTo>
                  <a:lnTo>
                    <a:pt x="6467557" y="78585"/>
                  </a:lnTo>
                  <a:lnTo>
                    <a:pt x="6434390" y="76291"/>
                  </a:lnTo>
                  <a:lnTo>
                    <a:pt x="6401223" y="74060"/>
                  </a:lnTo>
                  <a:lnTo>
                    <a:pt x="6368056" y="71892"/>
                  </a:lnTo>
                  <a:lnTo>
                    <a:pt x="6334889" y="69783"/>
                  </a:lnTo>
                  <a:lnTo>
                    <a:pt x="6301722" y="67734"/>
                  </a:lnTo>
                  <a:lnTo>
                    <a:pt x="6268555" y="65741"/>
                  </a:lnTo>
                  <a:lnTo>
                    <a:pt x="6235388" y="63804"/>
                  </a:lnTo>
                  <a:lnTo>
                    <a:pt x="6202221" y="61921"/>
                  </a:lnTo>
                  <a:lnTo>
                    <a:pt x="6169054" y="60090"/>
                  </a:lnTo>
                  <a:lnTo>
                    <a:pt x="6135887" y="58310"/>
                  </a:lnTo>
                  <a:lnTo>
                    <a:pt x="6102720" y="56578"/>
                  </a:lnTo>
                  <a:lnTo>
                    <a:pt x="6069553" y="54892"/>
                  </a:lnTo>
                  <a:lnTo>
                    <a:pt x="6036386" y="53252"/>
                  </a:lnTo>
                  <a:lnTo>
                    <a:pt x="6003219" y="51654"/>
                  </a:lnTo>
                  <a:lnTo>
                    <a:pt x="5970052" y="50098"/>
                  </a:lnTo>
                  <a:lnTo>
                    <a:pt x="5936885" y="48581"/>
                  </a:lnTo>
                  <a:lnTo>
                    <a:pt x="5903718" y="47101"/>
                  </a:lnTo>
                  <a:lnTo>
                    <a:pt x="5870551" y="45656"/>
                  </a:lnTo>
                  <a:lnTo>
                    <a:pt x="5837384" y="44246"/>
                  </a:lnTo>
                  <a:lnTo>
                    <a:pt x="5804217" y="42866"/>
                  </a:lnTo>
                  <a:lnTo>
                    <a:pt x="5771050" y="41517"/>
                  </a:lnTo>
                  <a:lnTo>
                    <a:pt x="5737884" y="40196"/>
                  </a:lnTo>
                  <a:lnTo>
                    <a:pt x="5704717" y="38901"/>
                  </a:lnTo>
                  <a:lnTo>
                    <a:pt x="5671550" y="37631"/>
                  </a:lnTo>
                  <a:lnTo>
                    <a:pt x="5638383" y="36384"/>
                  </a:lnTo>
                  <a:lnTo>
                    <a:pt x="5605216" y="35158"/>
                  </a:lnTo>
                  <a:lnTo>
                    <a:pt x="5572049" y="33952"/>
                  </a:lnTo>
                  <a:lnTo>
                    <a:pt x="5538882" y="32765"/>
                  </a:lnTo>
                  <a:lnTo>
                    <a:pt x="5505715" y="31595"/>
                  </a:lnTo>
                  <a:lnTo>
                    <a:pt x="5472548" y="30441"/>
                  </a:lnTo>
                  <a:lnTo>
                    <a:pt x="5439381" y="29302"/>
                  </a:lnTo>
                  <a:lnTo>
                    <a:pt x="5406214" y="28177"/>
                  </a:lnTo>
                  <a:lnTo>
                    <a:pt x="5373047" y="27065"/>
                  </a:lnTo>
                  <a:lnTo>
                    <a:pt x="5339880" y="25966"/>
                  </a:lnTo>
                  <a:lnTo>
                    <a:pt x="5306713" y="24880"/>
                  </a:lnTo>
                  <a:lnTo>
                    <a:pt x="5273546" y="23806"/>
                  </a:lnTo>
                  <a:lnTo>
                    <a:pt x="5240379" y="22743"/>
                  </a:lnTo>
                  <a:lnTo>
                    <a:pt x="5207212" y="21693"/>
                  </a:lnTo>
                  <a:lnTo>
                    <a:pt x="5174045" y="20656"/>
                  </a:lnTo>
                  <a:lnTo>
                    <a:pt x="5140878" y="19633"/>
                  </a:lnTo>
                  <a:lnTo>
                    <a:pt x="5107711" y="18624"/>
                  </a:lnTo>
                  <a:lnTo>
                    <a:pt x="5074544" y="17630"/>
                  </a:lnTo>
                  <a:lnTo>
                    <a:pt x="5041377" y="16655"/>
                  </a:lnTo>
                  <a:lnTo>
                    <a:pt x="5008210" y="15699"/>
                  </a:lnTo>
                  <a:lnTo>
                    <a:pt x="4975043" y="14765"/>
                  </a:lnTo>
                  <a:lnTo>
                    <a:pt x="4941876" y="13855"/>
                  </a:lnTo>
                  <a:lnTo>
                    <a:pt x="4908710" y="12974"/>
                  </a:lnTo>
                  <a:lnTo>
                    <a:pt x="4875543" y="12124"/>
                  </a:lnTo>
                  <a:lnTo>
                    <a:pt x="4842376" y="11309"/>
                  </a:lnTo>
                  <a:lnTo>
                    <a:pt x="4809209" y="10534"/>
                  </a:lnTo>
                  <a:lnTo>
                    <a:pt x="4776042" y="9805"/>
                  </a:lnTo>
                  <a:lnTo>
                    <a:pt x="4742875" y="9125"/>
                  </a:lnTo>
                  <a:lnTo>
                    <a:pt x="4709708" y="8502"/>
                  </a:lnTo>
                  <a:lnTo>
                    <a:pt x="4676541" y="7927"/>
                  </a:lnTo>
                  <a:lnTo>
                    <a:pt x="4643374" y="7305"/>
                  </a:lnTo>
                  <a:lnTo>
                    <a:pt x="4610207" y="6626"/>
                  </a:lnTo>
                  <a:lnTo>
                    <a:pt x="4577040" y="5907"/>
                  </a:lnTo>
                  <a:lnTo>
                    <a:pt x="4543873" y="5168"/>
                  </a:lnTo>
                  <a:lnTo>
                    <a:pt x="4510706" y="4425"/>
                  </a:lnTo>
                  <a:lnTo>
                    <a:pt x="4477539" y="3697"/>
                  </a:lnTo>
                  <a:lnTo>
                    <a:pt x="4444372" y="2998"/>
                  </a:lnTo>
                  <a:lnTo>
                    <a:pt x="4411205" y="2346"/>
                  </a:lnTo>
                  <a:lnTo>
                    <a:pt x="4378038" y="1754"/>
                  </a:lnTo>
                  <a:lnTo>
                    <a:pt x="4344871" y="1233"/>
                  </a:lnTo>
                  <a:lnTo>
                    <a:pt x="4311704" y="794"/>
                  </a:lnTo>
                  <a:lnTo>
                    <a:pt x="4278537" y="446"/>
                  </a:lnTo>
                  <a:lnTo>
                    <a:pt x="4245370" y="194"/>
                  </a:lnTo>
                  <a:lnTo>
                    <a:pt x="4212203" y="45"/>
                  </a:lnTo>
                  <a:lnTo>
                    <a:pt x="4179036" y="0"/>
                  </a:lnTo>
                  <a:lnTo>
                    <a:pt x="4145869" y="54"/>
                  </a:lnTo>
                  <a:lnTo>
                    <a:pt x="4112703" y="165"/>
                  </a:lnTo>
                  <a:lnTo>
                    <a:pt x="4079536" y="338"/>
                  </a:lnTo>
                  <a:lnTo>
                    <a:pt x="4046369" y="592"/>
                  </a:lnTo>
                  <a:lnTo>
                    <a:pt x="4013202" y="942"/>
                  </a:lnTo>
                  <a:lnTo>
                    <a:pt x="3980035" y="1402"/>
                  </a:lnTo>
                  <a:lnTo>
                    <a:pt x="3946868" y="1974"/>
                  </a:lnTo>
                  <a:lnTo>
                    <a:pt x="3913701" y="2652"/>
                  </a:lnTo>
                  <a:lnTo>
                    <a:pt x="3880534" y="3421"/>
                  </a:lnTo>
                  <a:lnTo>
                    <a:pt x="3847367" y="4253"/>
                  </a:lnTo>
                  <a:lnTo>
                    <a:pt x="3814200" y="5110"/>
                  </a:lnTo>
                  <a:lnTo>
                    <a:pt x="3781033" y="5946"/>
                  </a:lnTo>
                  <a:lnTo>
                    <a:pt x="3747866" y="6712"/>
                  </a:lnTo>
                  <a:lnTo>
                    <a:pt x="3714699" y="7355"/>
                  </a:lnTo>
                  <a:lnTo>
                    <a:pt x="3681532" y="7940"/>
                  </a:lnTo>
                  <a:lnTo>
                    <a:pt x="3648365" y="8526"/>
                  </a:lnTo>
                  <a:lnTo>
                    <a:pt x="3615198" y="9149"/>
                  </a:lnTo>
                  <a:lnTo>
                    <a:pt x="3582031" y="9844"/>
                  </a:lnTo>
                  <a:lnTo>
                    <a:pt x="3548864" y="10643"/>
                  </a:lnTo>
                  <a:lnTo>
                    <a:pt x="3515697" y="11565"/>
                  </a:lnTo>
                  <a:lnTo>
                    <a:pt x="3482530" y="12620"/>
                  </a:lnTo>
                  <a:lnTo>
                    <a:pt x="3449363" y="13799"/>
                  </a:lnTo>
                  <a:lnTo>
                    <a:pt x="3416196" y="15078"/>
                  </a:lnTo>
                  <a:lnTo>
                    <a:pt x="3383029" y="16415"/>
                  </a:lnTo>
                  <a:lnTo>
                    <a:pt x="3349862" y="17753"/>
                  </a:lnTo>
                  <a:lnTo>
                    <a:pt x="3316695" y="19024"/>
                  </a:lnTo>
                  <a:lnTo>
                    <a:pt x="3283529" y="20152"/>
                  </a:lnTo>
                  <a:lnTo>
                    <a:pt x="3250362" y="21056"/>
                  </a:lnTo>
                  <a:lnTo>
                    <a:pt x="3217195" y="21659"/>
                  </a:lnTo>
                  <a:lnTo>
                    <a:pt x="3184028" y="22020"/>
                  </a:lnTo>
                  <a:lnTo>
                    <a:pt x="3150861" y="22235"/>
                  </a:lnTo>
                  <a:lnTo>
                    <a:pt x="3117694" y="22374"/>
                  </a:lnTo>
                  <a:lnTo>
                    <a:pt x="3084527" y="22502"/>
                  </a:lnTo>
                  <a:lnTo>
                    <a:pt x="3051360" y="22674"/>
                  </a:lnTo>
                  <a:lnTo>
                    <a:pt x="3018193" y="22934"/>
                  </a:lnTo>
                  <a:lnTo>
                    <a:pt x="2985026" y="23306"/>
                  </a:lnTo>
                  <a:lnTo>
                    <a:pt x="2951859" y="23792"/>
                  </a:lnTo>
                  <a:lnTo>
                    <a:pt x="2918692" y="24373"/>
                  </a:lnTo>
                  <a:lnTo>
                    <a:pt x="2885525" y="25010"/>
                  </a:lnTo>
                  <a:lnTo>
                    <a:pt x="2852358" y="25647"/>
                  </a:lnTo>
                  <a:lnTo>
                    <a:pt x="2819191" y="26218"/>
                  </a:lnTo>
                  <a:lnTo>
                    <a:pt x="2786024" y="26652"/>
                  </a:lnTo>
                  <a:lnTo>
                    <a:pt x="2752857" y="26885"/>
                  </a:lnTo>
                  <a:lnTo>
                    <a:pt x="2719690" y="26990"/>
                  </a:lnTo>
                  <a:lnTo>
                    <a:pt x="2686523" y="27041"/>
                  </a:lnTo>
                  <a:lnTo>
                    <a:pt x="2653356" y="27084"/>
                  </a:lnTo>
                  <a:lnTo>
                    <a:pt x="2620189" y="27162"/>
                  </a:lnTo>
                  <a:lnTo>
                    <a:pt x="2587022" y="27305"/>
                  </a:lnTo>
                  <a:lnTo>
                    <a:pt x="2553855" y="27537"/>
                  </a:lnTo>
                  <a:lnTo>
                    <a:pt x="2520688" y="27865"/>
                  </a:lnTo>
                  <a:lnTo>
                    <a:pt x="2487521" y="28284"/>
                  </a:lnTo>
                  <a:lnTo>
                    <a:pt x="2454355" y="28779"/>
                  </a:lnTo>
                  <a:lnTo>
                    <a:pt x="2421188" y="29320"/>
                  </a:lnTo>
                  <a:lnTo>
                    <a:pt x="2388021" y="29872"/>
                  </a:lnTo>
                  <a:lnTo>
                    <a:pt x="2354854" y="30395"/>
                  </a:lnTo>
                  <a:lnTo>
                    <a:pt x="2321687" y="30850"/>
                  </a:lnTo>
                  <a:lnTo>
                    <a:pt x="2288520" y="31294"/>
                  </a:lnTo>
                  <a:lnTo>
                    <a:pt x="2255353" y="31800"/>
                  </a:lnTo>
                  <a:lnTo>
                    <a:pt x="2222186" y="32358"/>
                  </a:lnTo>
                  <a:lnTo>
                    <a:pt x="2189019" y="32961"/>
                  </a:lnTo>
                  <a:lnTo>
                    <a:pt x="2155852" y="33596"/>
                  </a:lnTo>
                  <a:lnTo>
                    <a:pt x="2122685" y="34253"/>
                  </a:lnTo>
                  <a:lnTo>
                    <a:pt x="2089518" y="34917"/>
                  </a:lnTo>
                  <a:lnTo>
                    <a:pt x="2056351" y="35575"/>
                  </a:lnTo>
                  <a:lnTo>
                    <a:pt x="2023184" y="36210"/>
                  </a:lnTo>
                  <a:lnTo>
                    <a:pt x="1990017" y="36804"/>
                  </a:lnTo>
                  <a:lnTo>
                    <a:pt x="1956850" y="37341"/>
                  </a:lnTo>
                  <a:lnTo>
                    <a:pt x="1923683" y="37801"/>
                  </a:lnTo>
                  <a:lnTo>
                    <a:pt x="1890516" y="38164"/>
                  </a:lnTo>
                  <a:lnTo>
                    <a:pt x="1857349" y="38411"/>
                  </a:lnTo>
                  <a:lnTo>
                    <a:pt x="1824182" y="38523"/>
                  </a:lnTo>
                  <a:lnTo>
                    <a:pt x="1791015" y="38481"/>
                  </a:lnTo>
                  <a:lnTo>
                    <a:pt x="1757848" y="38315"/>
                  </a:lnTo>
                  <a:lnTo>
                    <a:pt x="1724681" y="38124"/>
                  </a:lnTo>
                  <a:lnTo>
                    <a:pt x="1691514" y="37913"/>
                  </a:lnTo>
                  <a:lnTo>
                    <a:pt x="1658347" y="37686"/>
                  </a:lnTo>
                  <a:lnTo>
                    <a:pt x="1625181" y="37445"/>
                  </a:lnTo>
                  <a:lnTo>
                    <a:pt x="1592014" y="37195"/>
                  </a:lnTo>
                  <a:lnTo>
                    <a:pt x="1558847" y="36941"/>
                  </a:lnTo>
                  <a:lnTo>
                    <a:pt x="1525680" y="36686"/>
                  </a:lnTo>
                  <a:lnTo>
                    <a:pt x="1492513" y="36436"/>
                  </a:lnTo>
                  <a:lnTo>
                    <a:pt x="1459346" y="36196"/>
                  </a:lnTo>
                  <a:lnTo>
                    <a:pt x="1426179" y="35972"/>
                  </a:lnTo>
                  <a:lnTo>
                    <a:pt x="1393012" y="35768"/>
                  </a:lnTo>
                  <a:lnTo>
                    <a:pt x="1359845" y="35591"/>
                  </a:lnTo>
                  <a:lnTo>
                    <a:pt x="1326678" y="35444"/>
                  </a:lnTo>
                  <a:lnTo>
                    <a:pt x="1293511" y="35334"/>
                  </a:lnTo>
                  <a:lnTo>
                    <a:pt x="1260344" y="35265"/>
                  </a:lnTo>
                  <a:lnTo>
                    <a:pt x="1227177" y="35241"/>
                  </a:lnTo>
                  <a:lnTo>
                    <a:pt x="1194010" y="35267"/>
                  </a:lnTo>
                  <a:lnTo>
                    <a:pt x="1160843" y="35346"/>
                  </a:lnTo>
                  <a:lnTo>
                    <a:pt x="1127676" y="35483"/>
                  </a:lnTo>
                  <a:lnTo>
                    <a:pt x="1094509" y="35681"/>
                  </a:lnTo>
                  <a:lnTo>
                    <a:pt x="1061342" y="35942"/>
                  </a:lnTo>
                  <a:lnTo>
                    <a:pt x="1028175" y="36269"/>
                  </a:lnTo>
                  <a:lnTo>
                    <a:pt x="995008" y="36664"/>
                  </a:lnTo>
                  <a:lnTo>
                    <a:pt x="961841" y="37129"/>
                  </a:lnTo>
                  <a:lnTo>
                    <a:pt x="928674" y="37666"/>
                  </a:lnTo>
                  <a:lnTo>
                    <a:pt x="895507" y="38275"/>
                  </a:lnTo>
                  <a:lnTo>
                    <a:pt x="862340" y="38959"/>
                  </a:lnTo>
                  <a:lnTo>
                    <a:pt x="829173" y="39717"/>
                  </a:lnTo>
                  <a:lnTo>
                    <a:pt x="796007" y="40550"/>
                  </a:lnTo>
                  <a:lnTo>
                    <a:pt x="762840" y="41459"/>
                  </a:lnTo>
                  <a:lnTo>
                    <a:pt x="729673" y="42443"/>
                  </a:lnTo>
                  <a:lnTo>
                    <a:pt x="696506" y="43503"/>
                  </a:lnTo>
                  <a:lnTo>
                    <a:pt x="663339" y="44637"/>
                  </a:lnTo>
                  <a:lnTo>
                    <a:pt x="630172" y="45847"/>
                  </a:lnTo>
                  <a:lnTo>
                    <a:pt x="597005" y="47132"/>
                  </a:lnTo>
                  <a:lnTo>
                    <a:pt x="563838" y="48491"/>
                  </a:lnTo>
                  <a:lnTo>
                    <a:pt x="530671" y="49923"/>
                  </a:lnTo>
                  <a:lnTo>
                    <a:pt x="497504" y="51428"/>
                  </a:lnTo>
                  <a:lnTo>
                    <a:pt x="464337" y="53006"/>
                  </a:lnTo>
                  <a:lnTo>
                    <a:pt x="431170" y="54656"/>
                  </a:lnTo>
                  <a:lnTo>
                    <a:pt x="398003" y="56376"/>
                  </a:lnTo>
                  <a:lnTo>
                    <a:pt x="364836" y="58167"/>
                  </a:lnTo>
                  <a:lnTo>
                    <a:pt x="331669" y="60027"/>
                  </a:lnTo>
                  <a:lnTo>
                    <a:pt x="298502" y="61956"/>
                  </a:lnTo>
                  <a:lnTo>
                    <a:pt x="265335" y="63953"/>
                  </a:lnTo>
                  <a:lnTo>
                    <a:pt x="232168" y="66017"/>
                  </a:lnTo>
                  <a:lnTo>
                    <a:pt x="199001" y="68148"/>
                  </a:lnTo>
                  <a:lnTo>
                    <a:pt x="165834" y="70344"/>
                  </a:lnTo>
                  <a:lnTo>
                    <a:pt x="132667" y="72606"/>
                  </a:lnTo>
                  <a:lnTo>
                    <a:pt x="99500" y="74932"/>
                  </a:lnTo>
                  <a:lnTo>
                    <a:pt x="66333" y="77322"/>
                  </a:lnTo>
                  <a:lnTo>
                    <a:pt x="33166" y="79775"/>
                  </a:lnTo>
                  <a:lnTo>
                    <a:pt x="0" y="822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906047"/>
              <a:ext cx="6600224" cy="160420"/>
            </a:xfrm>
            <a:custGeom>
              <a:avLst/>
              <a:pathLst>
                <a:path w="6600224" h="160420">
                  <a:moveTo>
                    <a:pt x="0" y="0"/>
                  </a:moveTo>
                  <a:lnTo>
                    <a:pt x="33166" y="4935"/>
                  </a:lnTo>
                  <a:lnTo>
                    <a:pt x="66333" y="9800"/>
                  </a:lnTo>
                  <a:lnTo>
                    <a:pt x="99500" y="14593"/>
                  </a:lnTo>
                  <a:lnTo>
                    <a:pt x="132667" y="19315"/>
                  </a:lnTo>
                  <a:lnTo>
                    <a:pt x="165834" y="23965"/>
                  </a:lnTo>
                  <a:lnTo>
                    <a:pt x="199001" y="28542"/>
                  </a:lnTo>
                  <a:lnTo>
                    <a:pt x="232168" y="33048"/>
                  </a:lnTo>
                  <a:lnTo>
                    <a:pt x="265335" y="37480"/>
                  </a:lnTo>
                  <a:lnTo>
                    <a:pt x="298502" y="41840"/>
                  </a:lnTo>
                  <a:lnTo>
                    <a:pt x="331669" y="46126"/>
                  </a:lnTo>
                  <a:lnTo>
                    <a:pt x="364836" y="50340"/>
                  </a:lnTo>
                  <a:lnTo>
                    <a:pt x="398003" y="54479"/>
                  </a:lnTo>
                  <a:lnTo>
                    <a:pt x="431170" y="58545"/>
                  </a:lnTo>
                  <a:lnTo>
                    <a:pt x="464337" y="62537"/>
                  </a:lnTo>
                  <a:lnTo>
                    <a:pt x="497504" y="66455"/>
                  </a:lnTo>
                  <a:lnTo>
                    <a:pt x="530671" y="70298"/>
                  </a:lnTo>
                  <a:lnTo>
                    <a:pt x="563838" y="74066"/>
                  </a:lnTo>
                  <a:lnTo>
                    <a:pt x="597005" y="77759"/>
                  </a:lnTo>
                  <a:lnTo>
                    <a:pt x="630172" y="81378"/>
                  </a:lnTo>
                  <a:lnTo>
                    <a:pt x="663339" y="84920"/>
                  </a:lnTo>
                  <a:lnTo>
                    <a:pt x="696506" y="88387"/>
                  </a:lnTo>
                  <a:lnTo>
                    <a:pt x="729673" y="91778"/>
                  </a:lnTo>
                  <a:lnTo>
                    <a:pt x="762840" y="95093"/>
                  </a:lnTo>
                  <a:lnTo>
                    <a:pt x="796007" y="98331"/>
                  </a:lnTo>
                  <a:lnTo>
                    <a:pt x="829173" y="101493"/>
                  </a:lnTo>
                  <a:lnTo>
                    <a:pt x="862340" y="104578"/>
                  </a:lnTo>
                  <a:lnTo>
                    <a:pt x="895507" y="107586"/>
                  </a:lnTo>
                  <a:lnTo>
                    <a:pt x="928674" y="110516"/>
                  </a:lnTo>
                  <a:lnTo>
                    <a:pt x="961841" y="113369"/>
                  </a:lnTo>
                  <a:lnTo>
                    <a:pt x="995008" y="116144"/>
                  </a:lnTo>
                  <a:lnTo>
                    <a:pt x="1028175" y="118841"/>
                  </a:lnTo>
                  <a:lnTo>
                    <a:pt x="1061342" y="121459"/>
                  </a:lnTo>
                  <a:lnTo>
                    <a:pt x="1094509" y="123999"/>
                  </a:lnTo>
                  <a:lnTo>
                    <a:pt x="1127676" y="126460"/>
                  </a:lnTo>
                  <a:lnTo>
                    <a:pt x="1160843" y="128843"/>
                  </a:lnTo>
                  <a:lnTo>
                    <a:pt x="1194010" y="131145"/>
                  </a:lnTo>
                  <a:lnTo>
                    <a:pt x="1227177" y="133369"/>
                  </a:lnTo>
                  <a:lnTo>
                    <a:pt x="1260344" y="135513"/>
                  </a:lnTo>
                  <a:lnTo>
                    <a:pt x="1293511" y="137576"/>
                  </a:lnTo>
                  <a:lnTo>
                    <a:pt x="1326678" y="139560"/>
                  </a:lnTo>
                  <a:lnTo>
                    <a:pt x="1359845" y="141463"/>
                  </a:lnTo>
                  <a:lnTo>
                    <a:pt x="1393012" y="143285"/>
                  </a:lnTo>
                  <a:lnTo>
                    <a:pt x="1426179" y="145027"/>
                  </a:lnTo>
                  <a:lnTo>
                    <a:pt x="1459346" y="146687"/>
                  </a:lnTo>
                  <a:lnTo>
                    <a:pt x="1492513" y="148266"/>
                  </a:lnTo>
                  <a:lnTo>
                    <a:pt x="1525680" y="149763"/>
                  </a:lnTo>
                  <a:lnTo>
                    <a:pt x="1558847" y="151179"/>
                  </a:lnTo>
                  <a:lnTo>
                    <a:pt x="1592014" y="152512"/>
                  </a:lnTo>
                  <a:lnTo>
                    <a:pt x="1625181" y="153763"/>
                  </a:lnTo>
                  <a:lnTo>
                    <a:pt x="1658347" y="154931"/>
                  </a:lnTo>
                  <a:lnTo>
                    <a:pt x="1691514" y="156017"/>
                  </a:lnTo>
                  <a:lnTo>
                    <a:pt x="1724681" y="157020"/>
                  </a:lnTo>
                  <a:lnTo>
                    <a:pt x="1757848" y="157939"/>
                  </a:lnTo>
                  <a:lnTo>
                    <a:pt x="1791015" y="158772"/>
                  </a:lnTo>
                  <a:lnTo>
                    <a:pt x="1824182" y="159441"/>
                  </a:lnTo>
                  <a:lnTo>
                    <a:pt x="1857349" y="159924"/>
                  </a:lnTo>
                  <a:lnTo>
                    <a:pt x="1890516" y="160238"/>
                  </a:lnTo>
                  <a:lnTo>
                    <a:pt x="1923683" y="160398"/>
                  </a:lnTo>
                  <a:lnTo>
                    <a:pt x="1956850" y="160420"/>
                  </a:lnTo>
                  <a:lnTo>
                    <a:pt x="1990017" y="160322"/>
                  </a:lnTo>
                  <a:lnTo>
                    <a:pt x="2023184" y="160118"/>
                  </a:lnTo>
                  <a:lnTo>
                    <a:pt x="2056351" y="159826"/>
                  </a:lnTo>
                  <a:lnTo>
                    <a:pt x="2089518" y="159461"/>
                  </a:lnTo>
                  <a:lnTo>
                    <a:pt x="2122685" y="159040"/>
                  </a:lnTo>
                  <a:lnTo>
                    <a:pt x="2155852" y="158579"/>
                  </a:lnTo>
                  <a:lnTo>
                    <a:pt x="2189019" y="158095"/>
                  </a:lnTo>
                  <a:lnTo>
                    <a:pt x="2222186" y="157603"/>
                  </a:lnTo>
                  <a:lnTo>
                    <a:pt x="2255353" y="157119"/>
                  </a:lnTo>
                  <a:lnTo>
                    <a:pt x="2288520" y="156661"/>
                  </a:lnTo>
                  <a:lnTo>
                    <a:pt x="2321687" y="156244"/>
                  </a:lnTo>
                  <a:lnTo>
                    <a:pt x="2354854" y="155854"/>
                  </a:lnTo>
                  <a:lnTo>
                    <a:pt x="2388021" y="155465"/>
                  </a:lnTo>
                  <a:lnTo>
                    <a:pt x="2421188" y="155077"/>
                  </a:lnTo>
                  <a:lnTo>
                    <a:pt x="2454355" y="154692"/>
                  </a:lnTo>
                  <a:lnTo>
                    <a:pt x="2487521" y="154311"/>
                  </a:lnTo>
                  <a:lnTo>
                    <a:pt x="2520688" y="153933"/>
                  </a:lnTo>
                  <a:lnTo>
                    <a:pt x="2553855" y="153560"/>
                  </a:lnTo>
                  <a:lnTo>
                    <a:pt x="2587022" y="153193"/>
                  </a:lnTo>
                  <a:lnTo>
                    <a:pt x="2620189" y="152832"/>
                  </a:lnTo>
                  <a:lnTo>
                    <a:pt x="2653356" y="152479"/>
                  </a:lnTo>
                  <a:lnTo>
                    <a:pt x="2686523" y="152133"/>
                  </a:lnTo>
                  <a:lnTo>
                    <a:pt x="2719690" y="151796"/>
                  </a:lnTo>
                  <a:lnTo>
                    <a:pt x="2752857" y="151468"/>
                  </a:lnTo>
                  <a:lnTo>
                    <a:pt x="2786024" y="151135"/>
                  </a:lnTo>
                  <a:lnTo>
                    <a:pt x="2819191" y="150754"/>
                  </a:lnTo>
                  <a:lnTo>
                    <a:pt x="2852358" y="150327"/>
                  </a:lnTo>
                  <a:lnTo>
                    <a:pt x="2885525" y="149861"/>
                  </a:lnTo>
                  <a:lnTo>
                    <a:pt x="2918692" y="149361"/>
                  </a:lnTo>
                  <a:lnTo>
                    <a:pt x="2951859" y="148833"/>
                  </a:lnTo>
                  <a:lnTo>
                    <a:pt x="2985026" y="148283"/>
                  </a:lnTo>
                  <a:lnTo>
                    <a:pt x="3018193" y="147715"/>
                  </a:lnTo>
                  <a:lnTo>
                    <a:pt x="3051360" y="147136"/>
                  </a:lnTo>
                  <a:lnTo>
                    <a:pt x="3084527" y="146552"/>
                  </a:lnTo>
                  <a:lnTo>
                    <a:pt x="3117694" y="145968"/>
                  </a:lnTo>
                  <a:lnTo>
                    <a:pt x="3150861" y="145390"/>
                  </a:lnTo>
                  <a:lnTo>
                    <a:pt x="3184028" y="144823"/>
                  </a:lnTo>
                  <a:lnTo>
                    <a:pt x="3217195" y="144273"/>
                  </a:lnTo>
                  <a:lnTo>
                    <a:pt x="3250362" y="143696"/>
                  </a:lnTo>
                  <a:lnTo>
                    <a:pt x="3283529" y="143002"/>
                  </a:lnTo>
                  <a:lnTo>
                    <a:pt x="3316695" y="142207"/>
                  </a:lnTo>
                  <a:lnTo>
                    <a:pt x="3349862" y="141330"/>
                  </a:lnTo>
                  <a:lnTo>
                    <a:pt x="3383029" y="140389"/>
                  </a:lnTo>
                  <a:lnTo>
                    <a:pt x="3416196" y="139402"/>
                  </a:lnTo>
                  <a:lnTo>
                    <a:pt x="3449363" y="138388"/>
                  </a:lnTo>
                  <a:lnTo>
                    <a:pt x="3482530" y="137365"/>
                  </a:lnTo>
                  <a:lnTo>
                    <a:pt x="3515697" y="136352"/>
                  </a:lnTo>
                  <a:lnTo>
                    <a:pt x="3548864" y="135367"/>
                  </a:lnTo>
                  <a:lnTo>
                    <a:pt x="3582031" y="134429"/>
                  </a:lnTo>
                  <a:lnTo>
                    <a:pt x="3615198" y="133555"/>
                  </a:lnTo>
                  <a:lnTo>
                    <a:pt x="3648365" y="132765"/>
                  </a:lnTo>
                  <a:lnTo>
                    <a:pt x="3681532" y="132077"/>
                  </a:lnTo>
                  <a:lnTo>
                    <a:pt x="3714699" y="131509"/>
                  </a:lnTo>
                  <a:lnTo>
                    <a:pt x="3747866" y="131023"/>
                  </a:lnTo>
                  <a:lnTo>
                    <a:pt x="3781033" y="130494"/>
                  </a:lnTo>
                  <a:lnTo>
                    <a:pt x="3814200" y="129928"/>
                  </a:lnTo>
                  <a:lnTo>
                    <a:pt x="3847367" y="129340"/>
                  </a:lnTo>
                  <a:lnTo>
                    <a:pt x="3880534" y="128744"/>
                  </a:lnTo>
                  <a:lnTo>
                    <a:pt x="3913701" y="128155"/>
                  </a:lnTo>
                  <a:lnTo>
                    <a:pt x="3946868" y="127586"/>
                  </a:lnTo>
                  <a:lnTo>
                    <a:pt x="3980035" y="127051"/>
                  </a:lnTo>
                  <a:lnTo>
                    <a:pt x="4013202" y="126564"/>
                  </a:lnTo>
                  <a:lnTo>
                    <a:pt x="4046369" y="126141"/>
                  </a:lnTo>
                  <a:lnTo>
                    <a:pt x="4079536" y="125793"/>
                  </a:lnTo>
                  <a:lnTo>
                    <a:pt x="4112703" y="125537"/>
                  </a:lnTo>
                  <a:lnTo>
                    <a:pt x="4145869" y="125385"/>
                  </a:lnTo>
                  <a:lnTo>
                    <a:pt x="4179036" y="125347"/>
                  </a:lnTo>
                  <a:lnTo>
                    <a:pt x="4212203" y="125393"/>
                  </a:lnTo>
                  <a:lnTo>
                    <a:pt x="4245370" y="125508"/>
                  </a:lnTo>
                  <a:lnTo>
                    <a:pt x="4278537" y="125681"/>
                  </a:lnTo>
                  <a:lnTo>
                    <a:pt x="4311704" y="125898"/>
                  </a:lnTo>
                  <a:lnTo>
                    <a:pt x="4344871" y="126149"/>
                  </a:lnTo>
                  <a:lnTo>
                    <a:pt x="4378038" y="126421"/>
                  </a:lnTo>
                  <a:lnTo>
                    <a:pt x="4411205" y="126702"/>
                  </a:lnTo>
                  <a:lnTo>
                    <a:pt x="4444372" y="126981"/>
                  </a:lnTo>
                  <a:lnTo>
                    <a:pt x="4477539" y="127245"/>
                  </a:lnTo>
                  <a:lnTo>
                    <a:pt x="4510706" y="127483"/>
                  </a:lnTo>
                  <a:lnTo>
                    <a:pt x="4543873" y="127682"/>
                  </a:lnTo>
                  <a:lnTo>
                    <a:pt x="4577040" y="127830"/>
                  </a:lnTo>
                  <a:lnTo>
                    <a:pt x="4610207" y="127916"/>
                  </a:lnTo>
                  <a:lnTo>
                    <a:pt x="4643374" y="127928"/>
                  </a:lnTo>
                  <a:lnTo>
                    <a:pt x="4676541" y="127853"/>
                  </a:lnTo>
                  <a:lnTo>
                    <a:pt x="4709708" y="127696"/>
                  </a:lnTo>
                  <a:lnTo>
                    <a:pt x="4742875" y="127520"/>
                  </a:lnTo>
                  <a:lnTo>
                    <a:pt x="4776042" y="127332"/>
                  </a:lnTo>
                  <a:lnTo>
                    <a:pt x="4809209" y="127133"/>
                  </a:lnTo>
                  <a:lnTo>
                    <a:pt x="4842376" y="126923"/>
                  </a:lnTo>
                  <a:lnTo>
                    <a:pt x="4875543" y="126702"/>
                  </a:lnTo>
                  <a:lnTo>
                    <a:pt x="4908710" y="126470"/>
                  </a:lnTo>
                  <a:lnTo>
                    <a:pt x="4941876" y="126228"/>
                  </a:lnTo>
                  <a:lnTo>
                    <a:pt x="4975043" y="125976"/>
                  </a:lnTo>
                  <a:lnTo>
                    <a:pt x="5008210" y="125714"/>
                  </a:lnTo>
                  <a:lnTo>
                    <a:pt x="5041377" y="125442"/>
                  </a:lnTo>
                  <a:lnTo>
                    <a:pt x="5074544" y="125160"/>
                  </a:lnTo>
                  <a:lnTo>
                    <a:pt x="5107711" y="124869"/>
                  </a:lnTo>
                  <a:lnTo>
                    <a:pt x="5140878" y="124568"/>
                  </a:lnTo>
                  <a:lnTo>
                    <a:pt x="5174045" y="124258"/>
                  </a:lnTo>
                  <a:lnTo>
                    <a:pt x="5207212" y="123939"/>
                  </a:lnTo>
                  <a:lnTo>
                    <a:pt x="5240379" y="123611"/>
                  </a:lnTo>
                  <a:lnTo>
                    <a:pt x="5273546" y="123275"/>
                  </a:lnTo>
                  <a:lnTo>
                    <a:pt x="5306713" y="122931"/>
                  </a:lnTo>
                  <a:lnTo>
                    <a:pt x="5339880" y="122578"/>
                  </a:lnTo>
                  <a:lnTo>
                    <a:pt x="5373047" y="122217"/>
                  </a:lnTo>
                  <a:lnTo>
                    <a:pt x="5406214" y="121848"/>
                  </a:lnTo>
                  <a:lnTo>
                    <a:pt x="5439381" y="121471"/>
                  </a:lnTo>
                  <a:lnTo>
                    <a:pt x="5472548" y="121087"/>
                  </a:lnTo>
                  <a:lnTo>
                    <a:pt x="5505715" y="120696"/>
                  </a:lnTo>
                  <a:lnTo>
                    <a:pt x="5538882" y="120297"/>
                  </a:lnTo>
                  <a:lnTo>
                    <a:pt x="5572049" y="119892"/>
                  </a:lnTo>
                  <a:lnTo>
                    <a:pt x="5605216" y="119480"/>
                  </a:lnTo>
                  <a:lnTo>
                    <a:pt x="5638383" y="119061"/>
                  </a:lnTo>
                  <a:lnTo>
                    <a:pt x="5671550" y="118636"/>
                  </a:lnTo>
                  <a:lnTo>
                    <a:pt x="5704717" y="118204"/>
                  </a:lnTo>
                  <a:lnTo>
                    <a:pt x="5737884" y="117767"/>
                  </a:lnTo>
                  <a:lnTo>
                    <a:pt x="5771050" y="117323"/>
                  </a:lnTo>
                  <a:lnTo>
                    <a:pt x="5804217" y="116874"/>
                  </a:lnTo>
                  <a:lnTo>
                    <a:pt x="5837384" y="116420"/>
                  </a:lnTo>
                  <a:lnTo>
                    <a:pt x="5870551" y="115960"/>
                  </a:lnTo>
                  <a:lnTo>
                    <a:pt x="5903718" y="115495"/>
                  </a:lnTo>
                  <a:lnTo>
                    <a:pt x="5936885" y="115026"/>
                  </a:lnTo>
                  <a:lnTo>
                    <a:pt x="5970052" y="114551"/>
                  </a:lnTo>
                  <a:lnTo>
                    <a:pt x="6003219" y="114072"/>
                  </a:lnTo>
                  <a:lnTo>
                    <a:pt x="6036386" y="113588"/>
                  </a:lnTo>
                  <a:lnTo>
                    <a:pt x="6069553" y="113101"/>
                  </a:lnTo>
                  <a:lnTo>
                    <a:pt x="6102720" y="112609"/>
                  </a:lnTo>
                  <a:lnTo>
                    <a:pt x="6135887" y="112113"/>
                  </a:lnTo>
                  <a:lnTo>
                    <a:pt x="6169054" y="111614"/>
                  </a:lnTo>
                  <a:lnTo>
                    <a:pt x="6202221" y="111112"/>
                  </a:lnTo>
                  <a:lnTo>
                    <a:pt x="6235388" y="110606"/>
                  </a:lnTo>
                  <a:lnTo>
                    <a:pt x="6268555" y="110097"/>
                  </a:lnTo>
                  <a:lnTo>
                    <a:pt x="6301722" y="109585"/>
                  </a:lnTo>
                  <a:lnTo>
                    <a:pt x="6334889" y="109070"/>
                  </a:lnTo>
                  <a:lnTo>
                    <a:pt x="6368056" y="108553"/>
                  </a:lnTo>
                  <a:lnTo>
                    <a:pt x="6401223" y="108033"/>
                  </a:lnTo>
                  <a:lnTo>
                    <a:pt x="6434390" y="107512"/>
                  </a:lnTo>
                  <a:lnTo>
                    <a:pt x="6467557" y="106988"/>
                  </a:lnTo>
                  <a:lnTo>
                    <a:pt x="6500724" y="106462"/>
                  </a:lnTo>
                  <a:lnTo>
                    <a:pt x="6533891" y="105935"/>
                  </a:lnTo>
                  <a:lnTo>
                    <a:pt x="6567058" y="105407"/>
                  </a:lnTo>
                  <a:lnTo>
                    <a:pt x="6600224" y="104877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2669970"/>
              <a:ext cx="6600224" cy="2549333"/>
            </a:xfrm>
            <a:custGeom>
              <a:avLst/>
              <a:pathLst>
                <a:path w="6600224" h="2549333">
                  <a:moveTo>
                    <a:pt x="0" y="0"/>
                  </a:moveTo>
                  <a:lnTo>
                    <a:pt x="33166" y="29810"/>
                  </a:lnTo>
                  <a:lnTo>
                    <a:pt x="66333" y="59274"/>
                  </a:lnTo>
                  <a:lnTo>
                    <a:pt x="99500" y="88391"/>
                  </a:lnTo>
                  <a:lnTo>
                    <a:pt x="132667" y="117158"/>
                  </a:lnTo>
                  <a:lnTo>
                    <a:pt x="165834" y="145573"/>
                  </a:lnTo>
                  <a:lnTo>
                    <a:pt x="199001" y="173635"/>
                  </a:lnTo>
                  <a:lnTo>
                    <a:pt x="232168" y="201341"/>
                  </a:lnTo>
                  <a:lnTo>
                    <a:pt x="265335" y="228689"/>
                  </a:lnTo>
                  <a:lnTo>
                    <a:pt x="298502" y="255678"/>
                  </a:lnTo>
                  <a:lnTo>
                    <a:pt x="331669" y="282305"/>
                  </a:lnTo>
                  <a:lnTo>
                    <a:pt x="364836" y="308568"/>
                  </a:lnTo>
                  <a:lnTo>
                    <a:pt x="398003" y="334466"/>
                  </a:lnTo>
                  <a:lnTo>
                    <a:pt x="431170" y="359996"/>
                  </a:lnTo>
                  <a:lnTo>
                    <a:pt x="464337" y="385156"/>
                  </a:lnTo>
                  <a:lnTo>
                    <a:pt x="497504" y="409944"/>
                  </a:lnTo>
                  <a:lnTo>
                    <a:pt x="530671" y="434359"/>
                  </a:lnTo>
                  <a:lnTo>
                    <a:pt x="563838" y="458399"/>
                  </a:lnTo>
                  <a:lnTo>
                    <a:pt x="597005" y="482061"/>
                  </a:lnTo>
                  <a:lnTo>
                    <a:pt x="630172" y="505344"/>
                  </a:lnTo>
                  <a:lnTo>
                    <a:pt x="663339" y="528247"/>
                  </a:lnTo>
                  <a:lnTo>
                    <a:pt x="696506" y="550769"/>
                  </a:lnTo>
                  <a:lnTo>
                    <a:pt x="729673" y="572907"/>
                  </a:lnTo>
                  <a:lnTo>
                    <a:pt x="762840" y="594662"/>
                  </a:lnTo>
                  <a:lnTo>
                    <a:pt x="796007" y="616033"/>
                  </a:lnTo>
                  <a:lnTo>
                    <a:pt x="829173" y="637019"/>
                  </a:lnTo>
                  <a:lnTo>
                    <a:pt x="862340" y="657620"/>
                  </a:lnTo>
                  <a:lnTo>
                    <a:pt x="895507" y="677838"/>
                  </a:lnTo>
                  <a:lnTo>
                    <a:pt x="928674" y="697672"/>
                  </a:lnTo>
                  <a:lnTo>
                    <a:pt x="961841" y="717125"/>
                  </a:lnTo>
                  <a:lnTo>
                    <a:pt x="995008" y="736198"/>
                  </a:lnTo>
                  <a:lnTo>
                    <a:pt x="1028175" y="754894"/>
                  </a:lnTo>
                  <a:lnTo>
                    <a:pt x="1061342" y="773216"/>
                  </a:lnTo>
                  <a:lnTo>
                    <a:pt x="1094509" y="791168"/>
                  </a:lnTo>
                  <a:lnTo>
                    <a:pt x="1127676" y="808755"/>
                  </a:lnTo>
                  <a:lnTo>
                    <a:pt x="1160843" y="825981"/>
                  </a:lnTo>
                  <a:lnTo>
                    <a:pt x="1194010" y="842853"/>
                  </a:lnTo>
                  <a:lnTo>
                    <a:pt x="1227177" y="859378"/>
                  </a:lnTo>
                  <a:lnTo>
                    <a:pt x="1260344" y="875562"/>
                  </a:lnTo>
                  <a:lnTo>
                    <a:pt x="1293511" y="891415"/>
                  </a:lnTo>
                  <a:lnTo>
                    <a:pt x="1326678" y="906943"/>
                  </a:lnTo>
                  <a:lnTo>
                    <a:pt x="1359845" y="922158"/>
                  </a:lnTo>
                  <a:lnTo>
                    <a:pt x="1393012" y="937067"/>
                  </a:lnTo>
                  <a:lnTo>
                    <a:pt x="1426179" y="951682"/>
                  </a:lnTo>
                  <a:lnTo>
                    <a:pt x="1459346" y="966011"/>
                  </a:lnTo>
                  <a:lnTo>
                    <a:pt x="1492513" y="980065"/>
                  </a:lnTo>
                  <a:lnTo>
                    <a:pt x="1525680" y="993855"/>
                  </a:lnTo>
                  <a:lnTo>
                    <a:pt x="1558847" y="1007390"/>
                  </a:lnTo>
                  <a:lnTo>
                    <a:pt x="1592014" y="1020679"/>
                  </a:lnTo>
                  <a:lnTo>
                    <a:pt x="1625181" y="1033731"/>
                  </a:lnTo>
                  <a:lnTo>
                    <a:pt x="1658347" y="1046556"/>
                  </a:lnTo>
                  <a:lnTo>
                    <a:pt x="1691514" y="1059160"/>
                  </a:lnTo>
                  <a:lnTo>
                    <a:pt x="1724681" y="1071549"/>
                  </a:lnTo>
                  <a:lnTo>
                    <a:pt x="1757848" y="1083730"/>
                  </a:lnTo>
                  <a:lnTo>
                    <a:pt x="1791015" y="1095712"/>
                  </a:lnTo>
                  <a:lnTo>
                    <a:pt x="1824182" y="1107642"/>
                  </a:lnTo>
                  <a:lnTo>
                    <a:pt x="1857349" y="1119574"/>
                  </a:lnTo>
                  <a:lnTo>
                    <a:pt x="1890516" y="1131487"/>
                  </a:lnTo>
                  <a:lnTo>
                    <a:pt x="1923683" y="1143361"/>
                  </a:lnTo>
                  <a:lnTo>
                    <a:pt x="1956850" y="1155174"/>
                  </a:lnTo>
                  <a:lnTo>
                    <a:pt x="1990017" y="1166905"/>
                  </a:lnTo>
                  <a:lnTo>
                    <a:pt x="2023184" y="1178534"/>
                  </a:lnTo>
                  <a:lnTo>
                    <a:pt x="2056351" y="1190041"/>
                  </a:lnTo>
                  <a:lnTo>
                    <a:pt x="2089518" y="1201409"/>
                  </a:lnTo>
                  <a:lnTo>
                    <a:pt x="2122685" y="1212625"/>
                  </a:lnTo>
                  <a:lnTo>
                    <a:pt x="2155852" y="1223675"/>
                  </a:lnTo>
                  <a:lnTo>
                    <a:pt x="2189019" y="1234552"/>
                  </a:lnTo>
                  <a:lnTo>
                    <a:pt x="2222186" y="1245248"/>
                  </a:lnTo>
                  <a:lnTo>
                    <a:pt x="2255353" y="1255760"/>
                  </a:lnTo>
                  <a:lnTo>
                    <a:pt x="2288520" y="1266086"/>
                  </a:lnTo>
                  <a:lnTo>
                    <a:pt x="2321687" y="1276229"/>
                  </a:lnTo>
                  <a:lnTo>
                    <a:pt x="2354854" y="1286408"/>
                  </a:lnTo>
                  <a:lnTo>
                    <a:pt x="2388021" y="1296789"/>
                  </a:lnTo>
                  <a:lnTo>
                    <a:pt x="2421188" y="1307258"/>
                  </a:lnTo>
                  <a:lnTo>
                    <a:pt x="2454355" y="1317698"/>
                  </a:lnTo>
                  <a:lnTo>
                    <a:pt x="2487521" y="1328003"/>
                  </a:lnTo>
                  <a:lnTo>
                    <a:pt x="2520688" y="1338080"/>
                  </a:lnTo>
                  <a:lnTo>
                    <a:pt x="2553855" y="1347860"/>
                  </a:lnTo>
                  <a:lnTo>
                    <a:pt x="2587022" y="1357299"/>
                  </a:lnTo>
                  <a:lnTo>
                    <a:pt x="2620189" y="1366379"/>
                  </a:lnTo>
                  <a:lnTo>
                    <a:pt x="2653356" y="1375107"/>
                  </a:lnTo>
                  <a:lnTo>
                    <a:pt x="2686523" y="1383513"/>
                  </a:lnTo>
                  <a:lnTo>
                    <a:pt x="2719690" y="1391645"/>
                  </a:lnTo>
                  <a:lnTo>
                    <a:pt x="2752857" y="1399561"/>
                  </a:lnTo>
                  <a:lnTo>
                    <a:pt x="2786024" y="1407309"/>
                  </a:lnTo>
                  <a:lnTo>
                    <a:pt x="2819191" y="1414857"/>
                  </a:lnTo>
                  <a:lnTo>
                    <a:pt x="2852358" y="1422142"/>
                  </a:lnTo>
                  <a:lnTo>
                    <a:pt x="2885525" y="1429096"/>
                  </a:lnTo>
                  <a:lnTo>
                    <a:pt x="2918692" y="1435659"/>
                  </a:lnTo>
                  <a:lnTo>
                    <a:pt x="2951859" y="1441794"/>
                  </a:lnTo>
                  <a:lnTo>
                    <a:pt x="2985026" y="1447495"/>
                  </a:lnTo>
                  <a:lnTo>
                    <a:pt x="3018193" y="1452799"/>
                  </a:lnTo>
                  <a:lnTo>
                    <a:pt x="3051360" y="1457787"/>
                  </a:lnTo>
                  <a:lnTo>
                    <a:pt x="3084527" y="1462580"/>
                  </a:lnTo>
                  <a:lnTo>
                    <a:pt x="3117694" y="1467338"/>
                  </a:lnTo>
                  <a:lnTo>
                    <a:pt x="3150861" y="1472250"/>
                  </a:lnTo>
                  <a:lnTo>
                    <a:pt x="3184028" y="1477520"/>
                  </a:lnTo>
                  <a:lnTo>
                    <a:pt x="3217195" y="1483359"/>
                  </a:lnTo>
                  <a:lnTo>
                    <a:pt x="3250362" y="1489717"/>
                  </a:lnTo>
                  <a:lnTo>
                    <a:pt x="3283529" y="1496143"/>
                  </a:lnTo>
                  <a:lnTo>
                    <a:pt x="3316695" y="1502552"/>
                  </a:lnTo>
                  <a:lnTo>
                    <a:pt x="3349862" y="1508869"/>
                  </a:lnTo>
                  <a:lnTo>
                    <a:pt x="3383029" y="1515027"/>
                  </a:lnTo>
                  <a:lnTo>
                    <a:pt x="3416196" y="1520976"/>
                  </a:lnTo>
                  <a:lnTo>
                    <a:pt x="3449363" y="1526690"/>
                  </a:lnTo>
                  <a:lnTo>
                    <a:pt x="3482530" y="1532171"/>
                  </a:lnTo>
                  <a:lnTo>
                    <a:pt x="3515697" y="1537457"/>
                  </a:lnTo>
                  <a:lnTo>
                    <a:pt x="3548864" y="1542618"/>
                  </a:lnTo>
                  <a:lnTo>
                    <a:pt x="3582031" y="1547757"/>
                  </a:lnTo>
                  <a:lnTo>
                    <a:pt x="3615198" y="1553004"/>
                  </a:lnTo>
                  <a:lnTo>
                    <a:pt x="3648365" y="1558508"/>
                  </a:lnTo>
                  <a:lnTo>
                    <a:pt x="3681532" y="1564425"/>
                  </a:lnTo>
                  <a:lnTo>
                    <a:pt x="3714699" y="1570915"/>
                  </a:lnTo>
                  <a:lnTo>
                    <a:pt x="3747866" y="1577958"/>
                  </a:lnTo>
                  <a:lnTo>
                    <a:pt x="3781033" y="1585173"/>
                  </a:lnTo>
                  <a:lnTo>
                    <a:pt x="3814200" y="1592470"/>
                  </a:lnTo>
                  <a:lnTo>
                    <a:pt x="3847367" y="1599780"/>
                  </a:lnTo>
                  <a:lnTo>
                    <a:pt x="3880534" y="1607046"/>
                  </a:lnTo>
                  <a:lnTo>
                    <a:pt x="3913701" y="1614229"/>
                  </a:lnTo>
                  <a:lnTo>
                    <a:pt x="3946868" y="1621308"/>
                  </a:lnTo>
                  <a:lnTo>
                    <a:pt x="3980035" y="1628286"/>
                  </a:lnTo>
                  <a:lnTo>
                    <a:pt x="4013202" y="1635186"/>
                  </a:lnTo>
                  <a:lnTo>
                    <a:pt x="4046369" y="1642051"/>
                  </a:lnTo>
                  <a:lnTo>
                    <a:pt x="4079536" y="1648939"/>
                  </a:lnTo>
                  <a:lnTo>
                    <a:pt x="4112703" y="1655918"/>
                  </a:lnTo>
                  <a:lnTo>
                    <a:pt x="4145869" y="1663060"/>
                  </a:lnTo>
                  <a:lnTo>
                    <a:pt x="4179036" y="1670390"/>
                  </a:lnTo>
                  <a:lnTo>
                    <a:pt x="4212203" y="1677713"/>
                  </a:lnTo>
                  <a:lnTo>
                    <a:pt x="4245370" y="1684970"/>
                  </a:lnTo>
                  <a:lnTo>
                    <a:pt x="4278537" y="1692138"/>
                  </a:lnTo>
                  <a:lnTo>
                    <a:pt x="4311704" y="1699194"/>
                  </a:lnTo>
                  <a:lnTo>
                    <a:pt x="4344871" y="1706121"/>
                  </a:lnTo>
                  <a:lnTo>
                    <a:pt x="4378038" y="1712905"/>
                  </a:lnTo>
                  <a:lnTo>
                    <a:pt x="4411205" y="1719534"/>
                  </a:lnTo>
                  <a:lnTo>
                    <a:pt x="4444372" y="1726003"/>
                  </a:lnTo>
                  <a:lnTo>
                    <a:pt x="4477539" y="1732307"/>
                  </a:lnTo>
                  <a:lnTo>
                    <a:pt x="4510706" y="1738446"/>
                  </a:lnTo>
                  <a:lnTo>
                    <a:pt x="4543873" y="1744423"/>
                  </a:lnTo>
                  <a:lnTo>
                    <a:pt x="4577040" y="1750241"/>
                  </a:lnTo>
                  <a:lnTo>
                    <a:pt x="4610207" y="1755905"/>
                  </a:lnTo>
                  <a:lnTo>
                    <a:pt x="4643374" y="1761420"/>
                  </a:lnTo>
                  <a:lnTo>
                    <a:pt x="4676541" y="1766790"/>
                  </a:lnTo>
                  <a:lnTo>
                    <a:pt x="4709708" y="1772005"/>
                  </a:lnTo>
                  <a:lnTo>
                    <a:pt x="4742875" y="1777022"/>
                  </a:lnTo>
                  <a:lnTo>
                    <a:pt x="4776042" y="1781848"/>
                  </a:lnTo>
                  <a:lnTo>
                    <a:pt x="4809209" y="1786494"/>
                  </a:lnTo>
                  <a:lnTo>
                    <a:pt x="4842376" y="1790971"/>
                  </a:lnTo>
                  <a:lnTo>
                    <a:pt x="4875543" y="1795291"/>
                  </a:lnTo>
                  <a:lnTo>
                    <a:pt x="4908710" y="1799462"/>
                  </a:lnTo>
                  <a:lnTo>
                    <a:pt x="4941876" y="1803494"/>
                  </a:lnTo>
                  <a:lnTo>
                    <a:pt x="4975043" y="1807393"/>
                  </a:lnTo>
                  <a:lnTo>
                    <a:pt x="5008210" y="1811167"/>
                  </a:lnTo>
                  <a:lnTo>
                    <a:pt x="5041377" y="1814823"/>
                  </a:lnTo>
                  <a:lnTo>
                    <a:pt x="5074544" y="1818364"/>
                  </a:lnTo>
                  <a:lnTo>
                    <a:pt x="5107711" y="1821797"/>
                  </a:lnTo>
                  <a:lnTo>
                    <a:pt x="5140878" y="1825124"/>
                  </a:lnTo>
                  <a:lnTo>
                    <a:pt x="5174045" y="1828349"/>
                  </a:lnTo>
                  <a:lnTo>
                    <a:pt x="5207212" y="1831475"/>
                  </a:lnTo>
                  <a:lnTo>
                    <a:pt x="5240379" y="1834503"/>
                  </a:lnTo>
                  <a:lnTo>
                    <a:pt x="5273546" y="1837436"/>
                  </a:lnTo>
                  <a:lnTo>
                    <a:pt x="5306713" y="1840274"/>
                  </a:lnTo>
                  <a:lnTo>
                    <a:pt x="5339880" y="1843018"/>
                  </a:lnTo>
                  <a:lnTo>
                    <a:pt x="5373047" y="1845667"/>
                  </a:lnTo>
                  <a:lnTo>
                    <a:pt x="5406214" y="1848222"/>
                  </a:lnTo>
                  <a:lnTo>
                    <a:pt x="5439381" y="1850681"/>
                  </a:lnTo>
                  <a:lnTo>
                    <a:pt x="5472548" y="1853045"/>
                  </a:lnTo>
                  <a:lnTo>
                    <a:pt x="5505715" y="1855311"/>
                  </a:lnTo>
                  <a:lnTo>
                    <a:pt x="5538882" y="1857479"/>
                  </a:lnTo>
                  <a:lnTo>
                    <a:pt x="5572049" y="1859545"/>
                  </a:lnTo>
                  <a:lnTo>
                    <a:pt x="5605216" y="1861509"/>
                  </a:lnTo>
                  <a:lnTo>
                    <a:pt x="5638383" y="1863368"/>
                  </a:lnTo>
                  <a:lnTo>
                    <a:pt x="5671550" y="1865119"/>
                  </a:lnTo>
                  <a:lnTo>
                    <a:pt x="5704717" y="1866760"/>
                  </a:lnTo>
                  <a:lnTo>
                    <a:pt x="5737884" y="1868288"/>
                  </a:lnTo>
                  <a:lnTo>
                    <a:pt x="5771050" y="1869701"/>
                  </a:lnTo>
                  <a:lnTo>
                    <a:pt x="5804217" y="1870995"/>
                  </a:lnTo>
                  <a:lnTo>
                    <a:pt x="5837384" y="1872167"/>
                  </a:lnTo>
                  <a:lnTo>
                    <a:pt x="5870551" y="1873214"/>
                  </a:lnTo>
                  <a:lnTo>
                    <a:pt x="5903718" y="1874134"/>
                  </a:lnTo>
                  <a:lnTo>
                    <a:pt x="5936885" y="1874922"/>
                  </a:lnTo>
                  <a:lnTo>
                    <a:pt x="5970052" y="1875575"/>
                  </a:lnTo>
                  <a:lnTo>
                    <a:pt x="6003219" y="1876091"/>
                  </a:lnTo>
                  <a:lnTo>
                    <a:pt x="6036386" y="1876466"/>
                  </a:lnTo>
                  <a:lnTo>
                    <a:pt x="6069553" y="1876697"/>
                  </a:lnTo>
                  <a:lnTo>
                    <a:pt x="6102720" y="1876781"/>
                  </a:lnTo>
                  <a:lnTo>
                    <a:pt x="6135887" y="1876713"/>
                  </a:lnTo>
                  <a:lnTo>
                    <a:pt x="6169054" y="1876493"/>
                  </a:lnTo>
                  <a:lnTo>
                    <a:pt x="6202221" y="1876115"/>
                  </a:lnTo>
                  <a:lnTo>
                    <a:pt x="6235388" y="1875578"/>
                  </a:lnTo>
                  <a:lnTo>
                    <a:pt x="6268555" y="1874878"/>
                  </a:lnTo>
                  <a:lnTo>
                    <a:pt x="6301722" y="1874012"/>
                  </a:lnTo>
                  <a:lnTo>
                    <a:pt x="6334889" y="1872979"/>
                  </a:lnTo>
                  <a:lnTo>
                    <a:pt x="6368056" y="1871774"/>
                  </a:lnTo>
                  <a:lnTo>
                    <a:pt x="6401223" y="1870396"/>
                  </a:lnTo>
                  <a:lnTo>
                    <a:pt x="6434390" y="1868842"/>
                  </a:lnTo>
                  <a:lnTo>
                    <a:pt x="6467557" y="1867109"/>
                  </a:lnTo>
                  <a:lnTo>
                    <a:pt x="6500724" y="1865196"/>
                  </a:lnTo>
                  <a:lnTo>
                    <a:pt x="6533891" y="1863100"/>
                  </a:lnTo>
                  <a:lnTo>
                    <a:pt x="6567058" y="1860820"/>
                  </a:lnTo>
                  <a:lnTo>
                    <a:pt x="6600224" y="1858353"/>
                  </a:lnTo>
                  <a:lnTo>
                    <a:pt x="6600224" y="2549333"/>
                  </a:lnTo>
                  <a:lnTo>
                    <a:pt x="6567058" y="2549333"/>
                  </a:lnTo>
                  <a:lnTo>
                    <a:pt x="6533891" y="2549333"/>
                  </a:lnTo>
                  <a:lnTo>
                    <a:pt x="6500724" y="2541343"/>
                  </a:lnTo>
                  <a:lnTo>
                    <a:pt x="6467557" y="2531673"/>
                  </a:lnTo>
                  <a:lnTo>
                    <a:pt x="6434390" y="2522089"/>
                  </a:lnTo>
                  <a:lnTo>
                    <a:pt x="6401223" y="2512589"/>
                  </a:lnTo>
                  <a:lnTo>
                    <a:pt x="6368056" y="2503171"/>
                  </a:lnTo>
                  <a:lnTo>
                    <a:pt x="6334889" y="2493830"/>
                  </a:lnTo>
                  <a:lnTo>
                    <a:pt x="6301722" y="2484565"/>
                  </a:lnTo>
                  <a:lnTo>
                    <a:pt x="6268555" y="2475372"/>
                  </a:lnTo>
                  <a:lnTo>
                    <a:pt x="6235388" y="2466248"/>
                  </a:lnTo>
                  <a:lnTo>
                    <a:pt x="6202221" y="2457191"/>
                  </a:lnTo>
                  <a:lnTo>
                    <a:pt x="6169054" y="2448196"/>
                  </a:lnTo>
                  <a:lnTo>
                    <a:pt x="6135887" y="2439260"/>
                  </a:lnTo>
                  <a:lnTo>
                    <a:pt x="6102720" y="2430381"/>
                  </a:lnTo>
                  <a:lnTo>
                    <a:pt x="6069553" y="2421554"/>
                  </a:lnTo>
                  <a:lnTo>
                    <a:pt x="6036386" y="2412775"/>
                  </a:lnTo>
                  <a:lnTo>
                    <a:pt x="6003219" y="2404043"/>
                  </a:lnTo>
                  <a:lnTo>
                    <a:pt x="5970052" y="2395351"/>
                  </a:lnTo>
                  <a:lnTo>
                    <a:pt x="5936885" y="2386698"/>
                  </a:lnTo>
                  <a:lnTo>
                    <a:pt x="5903718" y="2378080"/>
                  </a:lnTo>
                  <a:lnTo>
                    <a:pt x="5870551" y="2369492"/>
                  </a:lnTo>
                  <a:lnTo>
                    <a:pt x="5837384" y="2360932"/>
                  </a:lnTo>
                  <a:lnTo>
                    <a:pt x="5804217" y="2352396"/>
                  </a:lnTo>
                  <a:lnTo>
                    <a:pt x="5771050" y="2343879"/>
                  </a:lnTo>
                  <a:lnTo>
                    <a:pt x="5737884" y="2335380"/>
                  </a:lnTo>
                  <a:lnTo>
                    <a:pt x="5704717" y="2326894"/>
                  </a:lnTo>
                  <a:lnTo>
                    <a:pt x="5671550" y="2318419"/>
                  </a:lnTo>
                  <a:lnTo>
                    <a:pt x="5638383" y="2309951"/>
                  </a:lnTo>
                  <a:lnTo>
                    <a:pt x="5605216" y="2301487"/>
                  </a:lnTo>
                  <a:lnTo>
                    <a:pt x="5572049" y="2293025"/>
                  </a:lnTo>
                  <a:lnTo>
                    <a:pt x="5538882" y="2284561"/>
                  </a:lnTo>
                  <a:lnTo>
                    <a:pt x="5505715" y="2276094"/>
                  </a:lnTo>
                  <a:lnTo>
                    <a:pt x="5472548" y="2267621"/>
                  </a:lnTo>
                  <a:lnTo>
                    <a:pt x="5439381" y="2259140"/>
                  </a:lnTo>
                  <a:lnTo>
                    <a:pt x="5406214" y="2250650"/>
                  </a:lnTo>
                  <a:lnTo>
                    <a:pt x="5373047" y="2242150"/>
                  </a:lnTo>
                  <a:lnTo>
                    <a:pt x="5339880" y="2233638"/>
                  </a:lnTo>
                  <a:lnTo>
                    <a:pt x="5306713" y="2225113"/>
                  </a:lnTo>
                  <a:lnTo>
                    <a:pt x="5273546" y="2216576"/>
                  </a:lnTo>
                  <a:lnTo>
                    <a:pt x="5240379" y="2208026"/>
                  </a:lnTo>
                  <a:lnTo>
                    <a:pt x="5207212" y="2199465"/>
                  </a:lnTo>
                  <a:lnTo>
                    <a:pt x="5174045" y="2190893"/>
                  </a:lnTo>
                  <a:lnTo>
                    <a:pt x="5140878" y="2182312"/>
                  </a:lnTo>
                  <a:lnTo>
                    <a:pt x="5107711" y="2173724"/>
                  </a:lnTo>
                  <a:lnTo>
                    <a:pt x="5074544" y="2165133"/>
                  </a:lnTo>
                  <a:lnTo>
                    <a:pt x="5041377" y="2156541"/>
                  </a:lnTo>
                  <a:lnTo>
                    <a:pt x="5008210" y="2147953"/>
                  </a:lnTo>
                  <a:lnTo>
                    <a:pt x="4975043" y="2139374"/>
                  </a:lnTo>
                  <a:lnTo>
                    <a:pt x="4941876" y="2130809"/>
                  </a:lnTo>
                  <a:lnTo>
                    <a:pt x="4908710" y="2122265"/>
                  </a:lnTo>
                  <a:lnTo>
                    <a:pt x="4875543" y="2113750"/>
                  </a:lnTo>
                  <a:lnTo>
                    <a:pt x="4842376" y="2105272"/>
                  </a:lnTo>
                  <a:lnTo>
                    <a:pt x="4809209" y="2096840"/>
                  </a:lnTo>
                  <a:lnTo>
                    <a:pt x="4776042" y="2088464"/>
                  </a:lnTo>
                  <a:lnTo>
                    <a:pt x="4742875" y="2080154"/>
                  </a:lnTo>
                  <a:lnTo>
                    <a:pt x="4709708" y="2071923"/>
                  </a:lnTo>
                  <a:lnTo>
                    <a:pt x="4676541" y="2063771"/>
                  </a:lnTo>
                  <a:lnTo>
                    <a:pt x="4643374" y="2055601"/>
                  </a:lnTo>
                  <a:lnTo>
                    <a:pt x="4610207" y="2047406"/>
                  </a:lnTo>
                  <a:lnTo>
                    <a:pt x="4577040" y="2039203"/>
                  </a:lnTo>
                  <a:lnTo>
                    <a:pt x="4543873" y="2031012"/>
                  </a:lnTo>
                  <a:lnTo>
                    <a:pt x="4510706" y="2022851"/>
                  </a:lnTo>
                  <a:lnTo>
                    <a:pt x="4477539" y="2014739"/>
                  </a:lnTo>
                  <a:lnTo>
                    <a:pt x="4444372" y="2006692"/>
                  </a:lnTo>
                  <a:lnTo>
                    <a:pt x="4411205" y="1998723"/>
                  </a:lnTo>
                  <a:lnTo>
                    <a:pt x="4378038" y="1990844"/>
                  </a:lnTo>
                  <a:lnTo>
                    <a:pt x="4344871" y="1983061"/>
                  </a:lnTo>
                  <a:lnTo>
                    <a:pt x="4311704" y="1975379"/>
                  </a:lnTo>
                  <a:lnTo>
                    <a:pt x="4278537" y="1967798"/>
                  </a:lnTo>
                  <a:lnTo>
                    <a:pt x="4245370" y="1960313"/>
                  </a:lnTo>
                  <a:lnTo>
                    <a:pt x="4212203" y="1952916"/>
                  </a:lnTo>
                  <a:lnTo>
                    <a:pt x="4179036" y="1945599"/>
                  </a:lnTo>
                  <a:lnTo>
                    <a:pt x="4145869" y="1938331"/>
                  </a:lnTo>
                  <a:lnTo>
                    <a:pt x="4112703" y="1931025"/>
                  </a:lnTo>
                  <a:lnTo>
                    <a:pt x="4079536" y="1923712"/>
                  </a:lnTo>
                  <a:lnTo>
                    <a:pt x="4046369" y="1916449"/>
                  </a:lnTo>
                  <a:lnTo>
                    <a:pt x="4013202" y="1909290"/>
                  </a:lnTo>
                  <a:lnTo>
                    <a:pt x="3980035" y="1902282"/>
                  </a:lnTo>
                  <a:lnTo>
                    <a:pt x="3946868" y="1895452"/>
                  </a:lnTo>
                  <a:lnTo>
                    <a:pt x="3913701" y="1888812"/>
                  </a:lnTo>
                  <a:lnTo>
                    <a:pt x="3880534" y="1882349"/>
                  </a:lnTo>
                  <a:lnTo>
                    <a:pt x="3847367" y="1876031"/>
                  </a:lnTo>
                  <a:lnTo>
                    <a:pt x="3814200" y="1869802"/>
                  </a:lnTo>
                  <a:lnTo>
                    <a:pt x="3781033" y="1863594"/>
                  </a:lnTo>
                  <a:lnTo>
                    <a:pt x="3747866" y="1857325"/>
                  </a:lnTo>
                  <a:lnTo>
                    <a:pt x="3714699" y="1850915"/>
                  </a:lnTo>
                  <a:lnTo>
                    <a:pt x="3681532" y="1844492"/>
                  </a:lnTo>
                  <a:lnTo>
                    <a:pt x="3648365" y="1838165"/>
                  </a:lnTo>
                  <a:lnTo>
                    <a:pt x="3615198" y="1831990"/>
                  </a:lnTo>
                  <a:lnTo>
                    <a:pt x="3582031" y="1826028"/>
                  </a:lnTo>
                  <a:lnTo>
                    <a:pt x="3548864" y="1820326"/>
                  </a:lnTo>
                  <a:lnTo>
                    <a:pt x="3515697" y="1814915"/>
                  </a:lnTo>
                  <a:lnTo>
                    <a:pt x="3482530" y="1809797"/>
                  </a:lnTo>
                  <a:lnTo>
                    <a:pt x="3449363" y="1804944"/>
                  </a:lnTo>
                  <a:lnTo>
                    <a:pt x="3416196" y="1800294"/>
                  </a:lnTo>
                  <a:lnTo>
                    <a:pt x="3383029" y="1795749"/>
                  </a:lnTo>
                  <a:lnTo>
                    <a:pt x="3349862" y="1791185"/>
                  </a:lnTo>
                  <a:lnTo>
                    <a:pt x="3316695" y="1786450"/>
                  </a:lnTo>
                  <a:lnTo>
                    <a:pt x="3283529" y="1781379"/>
                  </a:lnTo>
                  <a:lnTo>
                    <a:pt x="3250362" y="1775796"/>
                  </a:lnTo>
                  <a:lnTo>
                    <a:pt x="3217195" y="1769543"/>
                  </a:lnTo>
                  <a:lnTo>
                    <a:pt x="3184028" y="1762944"/>
                  </a:lnTo>
                  <a:lnTo>
                    <a:pt x="3150861" y="1756264"/>
                  </a:lnTo>
                  <a:lnTo>
                    <a:pt x="3117694" y="1749588"/>
                  </a:lnTo>
                  <a:lnTo>
                    <a:pt x="3084527" y="1742996"/>
                  </a:lnTo>
                  <a:lnTo>
                    <a:pt x="3051360" y="1736549"/>
                  </a:lnTo>
                  <a:lnTo>
                    <a:pt x="3018193" y="1730282"/>
                  </a:lnTo>
                  <a:lnTo>
                    <a:pt x="2985026" y="1724191"/>
                  </a:lnTo>
                  <a:lnTo>
                    <a:pt x="2951859" y="1718230"/>
                  </a:lnTo>
                  <a:lnTo>
                    <a:pt x="2918692" y="1712308"/>
                  </a:lnTo>
                  <a:lnTo>
                    <a:pt x="2885525" y="1706297"/>
                  </a:lnTo>
                  <a:lnTo>
                    <a:pt x="2852358" y="1700031"/>
                  </a:lnTo>
                  <a:lnTo>
                    <a:pt x="2819191" y="1693326"/>
                  </a:lnTo>
                  <a:lnTo>
                    <a:pt x="2786024" y="1685986"/>
                  </a:lnTo>
                  <a:lnTo>
                    <a:pt x="2752857" y="1677837"/>
                  </a:lnTo>
                  <a:lnTo>
                    <a:pt x="2719690" y="1669026"/>
                  </a:lnTo>
                  <a:lnTo>
                    <a:pt x="2686523" y="1659745"/>
                  </a:lnTo>
                  <a:lnTo>
                    <a:pt x="2653356" y="1650125"/>
                  </a:lnTo>
                  <a:lnTo>
                    <a:pt x="2620189" y="1640287"/>
                  </a:lnTo>
                  <a:lnTo>
                    <a:pt x="2587022" y="1630335"/>
                  </a:lnTo>
                  <a:lnTo>
                    <a:pt x="2553855" y="1620351"/>
                  </a:lnTo>
                  <a:lnTo>
                    <a:pt x="2520688" y="1610390"/>
                  </a:lnTo>
                  <a:lnTo>
                    <a:pt x="2487521" y="1600482"/>
                  </a:lnTo>
                  <a:lnTo>
                    <a:pt x="2454355" y="1590632"/>
                  </a:lnTo>
                  <a:lnTo>
                    <a:pt x="2421188" y="1580820"/>
                  </a:lnTo>
                  <a:lnTo>
                    <a:pt x="2388021" y="1571013"/>
                  </a:lnTo>
                  <a:lnTo>
                    <a:pt x="2354854" y="1561170"/>
                  </a:lnTo>
                  <a:lnTo>
                    <a:pt x="2321687" y="1551249"/>
                  </a:lnTo>
                  <a:lnTo>
                    <a:pt x="2288520" y="1541215"/>
                  </a:lnTo>
                  <a:lnTo>
                    <a:pt x="2255353" y="1531078"/>
                  </a:lnTo>
                  <a:lnTo>
                    <a:pt x="2222186" y="1520868"/>
                  </a:lnTo>
                  <a:lnTo>
                    <a:pt x="2189019" y="1510615"/>
                  </a:lnTo>
                  <a:lnTo>
                    <a:pt x="2155852" y="1500344"/>
                  </a:lnTo>
                  <a:lnTo>
                    <a:pt x="2122685" y="1490080"/>
                  </a:lnTo>
                  <a:lnTo>
                    <a:pt x="2089518" y="1479843"/>
                  </a:lnTo>
                  <a:lnTo>
                    <a:pt x="2056351" y="1469651"/>
                  </a:lnTo>
                  <a:lnTo>
                    <a:pt x="2023184" y="1459520"/>
                  </a:lnTo>
                  <a:lnTo>
                    <a:pt x="1990017" y="1449463"/>
                  </a:lnTo>
                  <a:lnTo>
                    <a:pt x="1956850" y="1439491"/>
                  </a:lnTo>
                  <a:lnTo>
                    <a:pt x="1923683" y="1429614"/>
                  </a:lnTo>
                  <a:lnTo>
                    <a:pt x="1890516" y="1419840"/>
                  </a:lnTo>
                  <a:lnTo>
                    <a:pt x="1857349" y="1410178"/>
                  </a:lnTo>
                  <a:lnTo>
                    <a:pt x="1824182" y="1400637"/>
                  </a:lnTo>
                  <a:lnTo>
                    <a:pt x="1791015" y="1391226"/>
                  </a:lnTo>
                  <a:lnTo>
                    <a:pt x="1757848" y="1381925"/>
                  </a:lnTo>
                  <a:lnTo>
                    <a:pt x="1724681" y="1372669"/>
                  </a:lnTo>
                  <a:lnTo>
                    <a:pt x="1691514" y="1363460"/>
                  </a:lnTo>
                  <a:lnTo>
                    <a:pt x="1658347" y="1354303"/>
                  </a:lnTo>
                  <a:lnTo>
                    <a:pt x="1625181" y="1345204"/>
                  </a:lnTo>
                  <a:lnTo>
                    <a:pt x="1592014" y="1336172"/>
                  </a:lnTo>
                  <a:lnTo>
                    <a:pt x="1558847" y="1327215"/>
                  </a:lnTo>
                  <a:lnTo>
                    <a:pt x="1525680" y="1318342"/>
                  </a:lnTo>
                  <a:lnTo>
                    <a:pt x="1492513" y="1309563"/>
                  </a:lnTo>
                  <a:lnTo>
                    <a:pt x="1459346" y="1300887"/>
                  </a:lnTo>
                  <a:lnTo>
                    <a:pt x="1426179" y="1292325"/>
                  </a:lnTo>
                  <a:lnTo>
                    <a:pt x="1393012" y="1283887"/>
                  </a:lnTo>
                  <a:lnTo>
                    <a:pt x="1359845" y="1275583"/>
                  </a:lnTo>
                  <a:lnTo>
                    <a:pt x="1326678" y="1267424"/>
                  </a:lnTo>
                  <a:lnTo>
                    <a:pt x="1293511" y="1259419"/>
                  </a:lnTo>
                  <a:lnTo>
                    <a:pt x="1260344" y="1251576"/>
                  </a:lnTo>
                  <a:lnTo>
                    <a:pt x="1227177" y="1243906"/>
                  </a:lnTo>
                  <a:lnTo>
                    <a:pt x="1194010" y="1236415"/>
                  </a:lnTo>
                  <a:lnTo>
                    <a:pt x="1160843" y="1229112"/>
                  </a:lnTo>
                  <a:lnTo>
                    <a:pt x="1127676" y="1222003"/>
                  </a:lnTo>
                  <a:lnTo>
                    <a:pt x="1094509" y="1215095"/>
                  </a:lnTo>
                  <a:lnTo>
                    <a:pt x="1061342" y="1208392"/>
                  </a:lnTo>
                  <a:lnTo>
                    <a:pt x="1028175" y="1201900"/>
                  </a:lnTo>
                  <a:lnTo>
                    <a:pt x="995008" y="1195622"/>
                  </a:lnTo>
                  <a:lnTo>
                    <a:pt x="961841" y="1189562"/>
                  </a:lnTo>
                  <a:lnTo>
                    <a:pt x="928674" y="1183723"/>
                  </a:lnTo>
                  <a:lnTo>
                    <a:pt x="895507" y="1178107"/>
                  </a:lnTo>
                  <a:lnTo>
                    <a:pt x="862340" y="1172714"/>
                  </a:lnTo>
                  <a:lnTo>
                    <a:pt x="829173" y="1167547"/>
                  </a:lnTo>
                  <a:lnTo>
                    <a:pt x="796007" y="1162606"/>
                  </a:lnTo>
                  <a:lnTo>
                    <a:pt x="762840" y="1157891"/>
                  </a:lnTo>
                  <a:lnTo>
                    <a:pt x="729673" y="1153402"/>
                  </a:lnTo>
                  <a:lnTo>
                    <a:pt x="696506" y="1149138"/>
                  </a:lnTo>
                  <a:lnTo>
                    <a:pt x="663339" y="1145099"/>
                  </a:lnTo>
                  <a:lnTo>
                    <a:pt x="630172" y="1141284"/>
                  </a:lnTo>
                  <a:lnTo>
                    <a:pt x="597005" y="1137691"/>
                  </a:lnTo>
                  <a:lnTo>
                    <a:pt x="563838" y="1134319"/>
                  </a:lnTo>
                  <a:lnTo>
                    <a:pt x="530671" y="1131167"/>
                  </a:lnTo>
                  <a:lnTo>
                    <a:pt x="497504" y="1128233"/>
                  </a:lnTo>
                  <a:lnTo>
                    <a:pt x="464337" y="1125516"/>
                  </a:lnTo>
                  <a:lnTo>
                    <a:pt x="431170" y="1123013"/>
                  </a:lnTo>
                  <a:lnTo>
                    <a:pt x="398003" y="1120722"/>
                  </a:lnTo>
                  <a:lnTo>
                    <a:pt x="364836" y="1118642"/>
                  </a:lnTo>
                  <a:lnTo>
                    <a:pt x="331669" y="1116772"/>
                  </a:lnTo>
                  <a:lnTo>
                    <a:pt x="298502" y="1115108"/>
                  </a:lnTo>
                  <a:lnTo>
                    <a:pt x="265335" y="1113649"/>
                  </a:lnTo>
                  <a:lnTo>
                    <a:pt x="232168" y="1112394"/>
                  </a:lnTo>
                  <a:lnTo>
                    <a:pt x="199001" y="1111340"/>
                  </a:lnTo>
                  <a:lnTo>
                    <a:pt x="165834" y="1110485"/>
                  </a:lnTo>
                  <a:lnTo>
                    <a:pt x="132667" y="1109829"/>
                  </a:lnTo>
                  <a:lnTo>
                    <a:pt x="99500" y="1109367"/>
                  </a:lnTo>
                  <a:lnTo>
                    <a:pt x="66333" y="1109100"/>
                  </a:lnTo>
                  <a:lnTo>
                    <a:pt x="33166" y="1109025"/>
                  </a:lnTo>
                  <a:lnTo>
                    <a:pt x="0" y="1109141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2669970"/>
              <a:ext cx="6600224" cy="1876781"/>
            </a:xfrm>
            <a:custGeom>
              <a:avLst/>
              <a:pathLst>
                <a:path w="6600224" h="1876781">
                  <a:moveTo>
                    <a:pt x="0" y="0"/>
                  </a:moveTo>
                  <a:lnTo>
                    <a:pt x="33166" y="29810"/>
                  </a:lnTo>
                  <a:lnTo>
                    <a:pt x="66333" y="59274"/>
                  </a:lnTo>
                  <a:lnTo>
                    <a:pt x="99500" y="88391"/>
                  </a:lnTo>
                  <a:lnTo>
                    <a:pt x="132667" y="117158"/>
                  </a:lnTo>
                  <a:lnTo>
                    <a:pt x="165834" y="145573"/>
                  </a:lnTo>
                  <a:lnTo>
                    <a:pt x="199001" y="173635"/>
                  </a:lnTo>
                  <a:lnTo>
                    <a:pt x="232168" y="201341"/>
                  </a:lnTo>
                  <a:lnTo>
                    <a:pt x="265335" y="228689"/>
                  </a:lnTo>
                  <a:lnTo>
                    <a:pt x="298502" y="255678"/>
                  </a:lnTo>
                  <a:lnTo>
                    <a:pt x="331669" y="282305"/>
                  </a:lnTo>
                  <a:lnTo>
                    <a:pt x="364836" y="308568"/>
                  </a:lnTo>
                  <a:lnTo>
                    <a:pt x="398003" y="334466"/>
                  </a:lnTo>
                  <a:lnTo>
                    <a:pt x="431170" y="359996"/>
                  </a:lnTo>
                  <a:lnTo>
                    <a:pt x="464337" y="385156"/>
                  </a:lnTo>
                  <a:lnTo>
                    <a:pt x="497504" y="409944"/>
                  </a:lnTo>
                  <a:lnTo>
                    <a:pt x="530671" y="434359"/>
                  </a:lnTo>
                  <a:lnTo>
                    <a:pt x="563838" y="458399"/>
                  </a:lnTo>
                  <a:lnTo>
                    <a:pt x="597005" y="482061"/>
                  </a:lnTo>
                  <a:lnTo>
                    <a:pt x="630172" y="505344"/>
                  </a:lnTo>
                  <a:lnTo>
                    <a:pt x="663339" y="528247"/>
                  </a:lnTo>
                  <a:lnTo>
                    <a:pt x="696506" y="550769"/>
                  </a:lnTo>
                  <a:lnTo>
                    <a:pt x="729673" y="572907"/>
                  </a:lnTo>
                  <a:lnTo>
                    <a:pt x="762840" y="594662"/>
                  </a:lnTo>
                  <a:lnTo>
                    <a:pt x="796007" y="616033"/>
                  </a:lnTo>
                  <a:lnTo>
                    <a:pt x="829173" y="637019"/>
                  </a:lnTo>
                  <a:lnTo>
                    <a:pt x="862340" y="657620"/>
                  </a:lnTo>
                  <a:lnTo>
                    <a:pt x="895507" y="677838"/>
                  </a:lnTo>
                  <a:lnTo>
                    <a:pt x="928674" y="697672"/>
                  </a:lnTo>
                  <a:lnTo>
                    <a:pt x="961841" y="717125"/>
                  </a:lnTo>
                  <a:lnTo>
                    <a:pt x="995008" y="736198"/>
                  </a:lnTo>
                  <a:lnTo>
                    <a:pt x="1028175" y="754894"/>
                  </a:lnTo>
                  <a:lnTo>
                    <a:pt x="1061342" y="773216"/>
                  </a:lnTo>
                  <a:lnTo>
                    <a:pt x="1094509" y="791168"/>
                  </a:lnTo>
                  <a:lnTo>
                    <a:pt x="1127676" y="808755"/>
                  </a:lnTo>
                  <a:lnTo>
                    <a:pt x="1160843" y="825981"/>
                  </a:lnTo>
                  <a:lnTo>
                    <a:pt x="1194010" y="842853"/>
                  </a:lnTo>
                  <a:lnTo>
                    <a:pt x="1227177" y="859378"/>
                  </a:lnTo>
                  <a:lnTo>
                    <a:pt x="1260344" y="875562"/>
                  </a:lnTo>
                  <a:lnTo>
                    <a:pt x="1293511" y="891415"/>
                  </a:lnTo>
                  <a:lnTo>
                    <a:pt x="1326678" y="906943"/>
                  </a:lnTo>
                  <a:lnTo>
                    <a:pt x="1359845" y="922158"/>
                  </a:lnTo>
                  <a:lnTo>
                    <a:pt x="1393012" y="937067"/>
                  </a:lnTo>
                  <a:lnTo>
                    <a:pt x="1426179" y="951682"/>
                  </a:lnTo>
                  <a:lnTo>
                    <a:pt x="1459346" y="966011"/>
                  </a:lnTo>
                  <a:lnTo>
                    <a:pt x="1492513" y="980065"/>
                  </a:lnTo>
                  <a:lnTo>
                    <a:pt x="1525680" y="993855"/>
                  </a:lnTo>
                  <a:lnTo>
                    <a:pt x="1558847" y="1007390"/>
                  </a:lnTo>
                  <a:lnTo>
                    <a:pt x="1592014" y="1020679"/>
                  </a:lnTo>
                  <a:lnTo>
                    <a:pt x="1625181" y="1033731"/>
                  </a:lnTo>
                  <a:lnTo>
                    <a:pt x="1658347" y="1046556"/>
                  </a:lnTo>
                  <a:lnTo>
                    <a:pt x="1691514" y="1059160"/>
                  </a:lnTo>
                  <a:lnTo>
                    <a:pt x="1724681" y="1071549"/>
                  </a:lnTo>
                  <a:lnTo>
                    <a:pt x="1757848" y="1083730"/>
                  </a:lnTo>
                  <a:lnTo>
                    <a:pt x="1791015" y="1095712"/>
                  </a:lnTo>
                  <a:lnTo>
                    <a:pt x="1824182" y="1107642"/>
                  </a:lnTo>
                  <a:lnTo>
                    <a:pt x="1857349" y="1119574"/>
                  </a:lnTo>
                  <a:lnTo>
                    <a:pt x="1890516" y="1131487"/>
                  </a:lnTo>
                  <a:lnTo>
                    <a:pt x="1923683" y="1143361"/>
                  </a:lnTo>
                  <a:lnTo>
                    <a:pt x="1956850" y="1155174"/>
                  </a:lnTo>
                  <a:lnTo>
                    <a:pt x="1990017" y="1166905"/>
                  </a:lnTo>
                  <a:lnTo>
                    <a:pt x="2023184" y="1178534"/>
                  </a:lnTo>
                  <a:lnTo>
                    <a:pt x="2056351" y="1190041"/>
                  </a:lnTo>
                  <a:lnTo>
                    <a:pt x="2089518" y="1201409"/>
                  </a:lnTo>
                  <a:lnTo>
                    <a:pt x="2122685" y="1212625"/>
                  </a:lnTo>
                  <a:lnTo>
                    <a:pt x="2155852" y="1223675"/>
                  </a:lnTo>
                  <a:lnTo>
                    <a:pt x="2189019" y="1234552"/>
                  </a:lnTo>
                  <a:lnTo>
                    <a:pt x="2222186" y="1245248"/>
                  </a:lnTo>
                  <a:lnTo>
                    <a:pt x="2255353" y="1255760"/>
                  </a:lnTo>
                  <a:lnTo>
                    <a:pt x="2288520" y="1266086"/>
                  </a:lnTo>
                  <a:lnTo>
                    <a:pt x="2321687" y="1276229"/>
                  </a:lnTo>
                  <a:lnTo>
                    <a:pt x="2354854" y="1286408"/>
                  </a:lnTo>
                  <a:lnTo>
                    <a:pt x="2388021" y="1296789"/>
                  </a:lnTo>
                  <a:lnTo>
                    <a:pt x="2421188" y="1307258"/>
                  </a:lnTo>
                  <a:lnTo>
                    <a:pt x="2454355" y="1317698"/>
                  </a:lnTo>
                  <a:lnTo>
                    <a:pt x="2487521" y="1328003"/>
                  </a:lnTo>
                  <a:lnTo>
                    <a:pt x="2520688" y="1338080"/>
                  </a:lnTo>
                  <a:lnTo>
                    <a:pt x="2553855" y="1347860"/>
                  </a:lnTo>
                  <a:lnTo>
                    <a:pt x="2587022" y="1357299"/>
                  </a:lnTo>
                  <a:lnTo>
                    <a:pt x="2620189" y="1366379"/>
                  </a:lnTo>
                  <a:lnTo>
                    <a:pt x="2653356" y="1375107"/>
                  </a:lnTo>
                  <a:lnTo>
                    <a:pt x="2686523" y="1383513"/>
                  </a:lnTo>
                  <a:lnTo>
                    <a:pt x="2719690" y="1391645"/>
                  </a:lnTo>
                  <a:lnTo>
                    <a:pt x="2752857" y="1399561"/>
                  </a:lnTo>
                  <a:lnTo>
                    <a:pt x="2786024" y="1407309"/>
                  </a:lnTo>
                  <a:lnTo>
                    <a:pt x="2819191" y="1414857"/>
                  </a:lnTo>
                  <a:lnTo>
                    <a:pt x="2852358" y="1422142"/>
                  </a:lnTo>
                  <a:lnTo>
                    <a:pt x="2885525" y="1429096"/>
                  </a:lnTo>
                  <a:lnTo>
                    <a:pt x="2918692" y="1435659"/>
                  </a:lnTo>
                  <a:lnTo>
                    <a:pt x="2951859" y="1441794"/>
                  </a:lnTo>
                  <a:lnTo>
                    <a:pt x="2985026" y="1447495"/>
                  </a:lnTo>
                  <a:lnTo>
                    <a:pt x="3018193" y="1452799"/>
                  </a:lnTo>
                  <a:lnTo>
                    <a:pt x="3051360" y="1457787"/>
                  </a:lnTo>
                  <a:lnTo>
                    <a:pt x="3084527" y="1462580"/>
                  </a:lnTo>
                  <a:lnTo>
                    <a:pt x="3117694" y="1467338"/>
                  </a:lnTo>
                  <a:lnTo>
                    <a:pt x="3150861" y="1472250"/>
                  </a:lnTo>
                  <a:lnTo>
                    <a:pt x="3184028" y="1477520"/>
                  </a:lnTo>
                  <a:lnTo>
                    <a:pt x="3217195" y="1483359"/>
                  </a:lnTo>
                  <a:lnTo>
                    <a:pt x="3250362" y="1489717"/>
                  </a:lnTo>
                  <a:lnTo>
                    <a:pt x="3283529" y="1496143"/>
                  </a:lnTo>
                  <a:lnTo>
                    <a:pt x="3316695" y="1502552"/>
                  </a:lnTo>
                  <a:lnTo>
                    <a:pt x="3349862" y="1508869"/>
                  </a:lnTo>
                  <a:lnTo>
                    <a:pt x="3383029" y="1515027"/>
                  </a:lnTo>
                  <a:lnTo>
                    <a:pt x="3416196" y="1520976"/>
                  </a:lnTo>
                  <a:lnTo>
                    <a:pt x="3449363" y="1526690"/>
                  </a:lnTo>
                  <a:lnTo>
                    <a:pt x="3482530" y="1532171"/>
                  </a:lnTo>
                  <a:lnTo>
                    <a:pt x="3515697" y="1537457"/>
                  </a:lnTo>
                  <a:lnTo>
                    <a:pt x="3548864" y="1542618"/>
                  </a:lnTo>
                  <a:lnTo>
                    <a:pt x="3582031" y="1547757"/>
                  </a:lnTo>
                  <a:lnTo>
                    <a:pt x="3615198" y="1553004"/>
                  </a:lnTo>
                  <a:lnTo>
                    <a:pt x="3648365" y="1558508"/>
                  </a:lnTo>
                  <a:lnTo>
                    <a:pt x="3681532" y="1564425"/>
                  </a:lnTo>
                  <a:lnTo>
                    <a:pt x="3714699" y="1570915"/>
                  </a:lnTo>
                  <a:lnTo>
                    <a:pt x="3747866" y="1577958"/>
                  </a:lnTo>
                  <a:lnTo>
                    <a:pt x="3781033" y="1585173"/>
                  </a:lnTo>
                  <a:lnTo>
                    <a:pt x="3814200" y="1592470"/>
                  </a:lnTo>
                  <a:lnTo>
                    <a:pt x="3847367" y="1599780"/>
                  </a:lnTo>
                  <a:lnTo>
                    <a:pt x="3880534" y="1607046"/>
                  </a:lnTo>
                  <a:lnTo>
                    <a:pt x="3913701" y="1614229"/>
                  </a:lnTo>
                  <a:lnTo>
                    <a:pt x="3946868" y="1621308"/>
                  </a:lnTo>
                  <a:lnTo>
                    <a:pt x="3980035" y="1628286"/>
                  </a:lnTo>
                  <a:lnTo>
                    <a:pt x="4013202" y="1635186"/>
                  </a:lnTo>
                  <a:lnTo>
                    <a:pt x="4046369" y="1642051"/>
                  </a:lnTo>
                  <a:lnTo>
                    <a:pt x="4079536" y="1648939"/>
                  </a:lnTo>
                  <a:lnTo>
                    <a:pt x="4112703" y="1655918"/>
                  </a:lnTo>
                  <a:lnTo>
                    <a:pt x="4145869" y="1663060"/>
                  </a:lnTo>
                  <a:lnTo>
                    <a:pt x="4179036" y="1670390"/>
                  </a:lnTo>
                  <a:lnTo>
                    <a:pt x="4212203" y="1677713"/>
                  </a:lnTo>
                  <a:lnTo>
                    <a:pt x="4245370" y="1684970"/>
                  </a:lnTo>
                  <a:lnTo>
                    <a:pt x="4278537" y="1692138"/>
                  </a:lnTo>
                  <a:lnTo>
                    <a:pt x="4311704" y="1699194"/>
                  </a:lnTo>
                  <a:lnTo>
                    <a:pt x="4344871" y="1706121"/>
                  </a:lnTo>
                  <a:lnTo>
                    <a:pt x="4378038" y="1712905"/>
                  </a:lnTo>
                  <a:lnTo>
                    <a:pt x="4411205" y="1719534"/>
                  </a:lnTo>
                  <a:lnTo>
                    <a:pt x="4444372" y="1726003"/>
                  </a:lnTo>
                  <a:lnTo>
                    <a:pt x="4477539" y="1732307"/>
                  </a:lnTo>
                  <a:lnTo>
                    <a:pt x="4510706" y="1738446"/>
                  </a:lnTo>
                  <a:lnTo>
                    <a:pt x="4543873" y="1744423"/>
                  </a:lnTo>
                  <a:lnTo>
                    <a:pt x="4577040" y="1750241"/>
                  </a:lnTo>
                  <a:lnTo>
                    <a:pt x="4610207" y="1755905"/>
                  </a:lnTo>
                  <a:lnTo>
                    <a:pt x="4643374" y="1761420"/>
                  </a:lnTo>
                  <a:lnTo>
                    <a:pt x="4676541" y="1766790"/>
                  </a:lnTo>
                  <a:lnTo>
                    <a:pt x="4709708" y="1772005"/>
                  </a:lnTo>
                  <a:lnTo>
                    <a:pt x="4742875" y="1777022"/>
                  </a:lnTo>
                  <a:lnTo>
                    <a:pt x="4776042" y="1781848"/>
                  </a:lnTo>
                  <a:lnTo>
                    <a:pt x="4809209" y="1786494"/>
                  </a:lnTo>
                  <a:lnTo>
                    <a:pt x="4842376" y="1790971"/>
                  </a:lnTo>
                  <a:lnTo>
                    <a:pt x="4875543" y="1795291"/>
                  </a:lnTo>
                  <a:lnTo>
                    <a:pt x="4908710" y="1799462"/>
                  </a:lnTo>
                  <a:lnTo>
                    <a:pt x="4941876" y="1803494"/>
                  </a:lnTo>
                  <a:lnTo>
                    <a:pt x="4975043" y="1807393"/>
                  </a:lnTo>
                  <a:lnTo>
                    <a:pt x="5008210" y="1811167"/>
                  </a:lnTo>
                  <a:lnTo>
                    <a:pt x="5041377" y="1814823"/>
                  </a:lnTo>
                  <a:lnTo>
                    <a:pt x="5074544" y="1818364"/>
                  </a:lnTo>
                  <a:lnTo>
                    <a:pt x="5107711" y="1821797"/>
                  </a:lnTo>
                  <a:lnTo>
                    <a:pt x="5140878" y="1825124"/>
                  </a:lnTo>
                  <a:lnTo>
                    <a:pt x="5174045" y="1828349"/>
                  </a:lnTo>
                  <a:lnTo>
                    <a:pt x="5207212" y="1831475"/>
                  </a:lnTo>
                  <a:lnTo>
                    <a:pt x="5240379" y="1834503"/>
                  </a:lnTo>
                  <a:lnTo>
                    <a:pt x="5273546" y="1837436"/>
                  </a:lnTo>
                  <a:lnTo>
                    <a:pt x="5306713" y="1840274"/>
                  </a:lnTo>
                  <a:lnTo>
                    <a:pt x="5339880" y="1843018"/>
                  </a:lnTo>
                  <a:lnTo>
                    <a:pt x="5373047" y="1845667"/>
                  </a:lnTo>
                  <a:lnTo>
                    <a:pt x="5406214" y="1848222"/>
                  </a:lnTo>
                  <a:lnTo>
                    <a:pt x="5439381" y="1850681"/>
                  </a:lnTo>
                  <a:lnTo>
                    <a:pt x="5472548" y="1853045"/>
                  </a:lnTo>
                  <a:lnTo>
                    <a:pt x="5505715" y="1855311"/>
                  </a:lnTo>
                  <a:lnTo>
                    <a:pt x="5538882" y="1857479"/>
                  </a:lnTo>
                  <a:lnTo>
                    <a:pt x="5572049" y="1859545"/>
                  </a:lnTo>
                  <a:lnTo>
                    <a:pt x="5605216" y="1861509"/>
                  </a:lnTo>
                  <a:lnTo>
                    <a:pt x="5638383" y="1863368"/>
                  </a:lnTo>
                  <a:lnTo>
                    <a:pt x="5671550" y="1865119"/>
                  </a:lnTo>
                  <a:lnTo>
                    <a:pt x="5704717" y="1866760"/>
                  </a:lnTo>
                  <a:lnTo>
                    <a:pt x="5737884" y="1868288"/>
                  </a:lnTo>
                  <a:lnTo>
                    <a:pt x="5771050" y="1869701"/>
                  </a:lnTo>
                  <a:lnTo>
                    <a:pt x="5804217" y="1870995"/>
                  </a:lnTo>
                  <a:lnTo>
                    <a:pt x="5837384" y="1872167"/>
                  </a:lnTo>
                  <a:lnTo>
                    <a:pt x="5870551" y="1873214"/>
                  </a:lnTo>
                  <a:lnTo>
                    <a:pt x="5903718" y="1874134"/>
                  </a:lnTo>
                  <a:lnTo>
                    <a:pt x="5936885" y="1874922"/>
                  </a:lnTo>
                  <a:lnTo>
                    <a:pt x="5970052" y="1875575"/>
                  </a:lnTo>
                  <a:lnTo>
                    <a:pt x="6003219" y="1876091"/>
                  </a:lnTo>
                  <a:lnTo>
                    <a:pt x="6036386" y="1876466"/>
                  </a:lnTo>
                  <a:lnTo>
                    <a:pt x="6069553" y="1876697"/>
                  </a:lnTo>
                  <a:lnTo>
                    <a:pt x="6102720" y="1876781"/>
                  </a:lnTo>
                  <a:lnTo>
                    <a:pt x="6135887" y="1876713"/>
                  </a:lnTo>
                  <a:lnTo>
                    <a:pt x="6169054" y="1876493"/>
                  </a:lnTo>
                  <a:lnTo>
                    <a:pt x="6202221" y="1876115"/>
                  </a:lnTo>
                  <a:lnTo>
                    <a:pt x="6235388" y="1875578"/>
                  </a:lnTo>
                  <a:lnTo>
                    <a:pt x="6268555" y="1874878"/>
                  </a:lnTo>
                  <a:lnTo>
                    <a:pt x="6301722" y="1874012"/>
                  </a:lnTo>
                  <a:lnTo>
                    <a:pt x="6334889" y="1872979"/>
                  </a:lnTo>
                  <a:lnTo>
                    <a:pt x="6368056" y="1871774"/>
                  </a:lnTo>
                  <a:lnTo>
                    <a:pt x="6401223" y="1870396"/>
                  </a:lnTo>
                  <a:lnTo>
                    <a:pt x="6434390" y="1868842"/>
                  </a:lnTo>
                  <a:lnTo>
                    <a:pt x="6467557" y="1867109"/>
                  </a:lnTo>
                  <a:lnTo>
                    <a:pt x="6500724" y="1865196"/>
                  </a:lnTo>
                  <a:lnTo>
                    <a:pt x="6533891" y="1863100"/>
                  </a:lnTo>
                  <a:lnTo>
                    <a:pt x="6567058" y="1860820"/>
                  </a:lnTo>
                  <a:lnTo>
                    <a:pt x="6600224" y="18583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3778995"/>
              <a:ext cx="6600224" cy="1440307"/>
            </a:xfrm>
            <a:custGeom>
              <a:avLst/>
              <a:pathLst>
                <a:path w="6600224" h="1440307">
                  <a:moveTo>
                    <a:pt x="6600224" y="1440307"/>
                  </a:moveTo>
                  <a:lnTo>
                    <a:pt x="6567058" y="1440307"/>
                  </a:lnTo>
                  <a:lnTo>
                    <a:pt x="6533891" y="1440307"/>
                  </a:lnTo>
                  <a:lnTo>
                    <a:pt x="6500724" y="1432318"/>
                  </a:lnTo>
                  <a:lnTo>
                    <a:pt x="6467557" y="1422647"/>
                  </a:lnTo>
                  <a:lnTo>
                    <a:pt x="6434390" y="1413064"/>
                  </a:lnTo>
                  <a:lnTo>
                    <a:pt x="6401223" y="1403564"/>
                  </a:lnTo>
                  <a:lnTo>
                    <a:pt x="6368056" y="1394145"/>
                  </a:lnTo>
                  <a:lnTo>
                    <a:pt x="6334889" y="1384804"/>
                  </a:lnTo>
                  <a:lnTo>
                    <a:pt x="6301722" y="1375539"/>
                  </a:lnTo>
                  <a:lnTo>
                    <a:pt x="6268555" y="1366346"/>
                  </a:lnTo>
                  <a:lnTo>
                    <a:pt x="6235388" y="1357223"/>
                  </a:lnTo>
                  <a:lnTo>
                    <a:pt x="6202221" y="1348165"/>
                  </a:lnTo>
                  <a:lnTo>
                    <a:pt x="6169054" y="1339170"/>
                  </a:lnTo>
                  <a:lnTo>
                    <a:pt x="6135887" y="1330235"/>
                  </a:lnTo>
                  <a:lnTo>
                    <a:pt x="6102720" y="1321355"/>
                  </a:lnTo>
                  <a:lnTo>
                    <a:pt x="6069553" y="1312528"/>
                  </a:lnTo>
                  <a:lnTo>
                    <a:pt x="6036386" y="1303750"/>
                  </a:lnTo>
                  <a:lnTo>
                    <a:pt x="6003219" y="1295017"/>
                  </a:lnTo>
                  <a:lnTo>
                    <a:pt x="5970052" y="1286326"/>
                  </a:lnTo>
                  <a:lnTo>
                    <a:pt x="5936885" y="1277673"/>
                  </a:lnTo>
                  <a:lnTo>
                    <a:pt x="5903718" y="1269054"/>
                  </a:lnTo>
                  <a:lnTo>
                    <a:pt x="5870551" y="1260467"/>
                  </a:lnTo>
                  <a:lnTo>
                    <a:pt x="5837384" y="1251906"/>
                  </a:lnTo>
                  <a:lnTo>
                    <a:pt x="5804217" y="1243370"/>
                  </a:lnTo>
                  <a:lnTo>
                    <a:pt x="5771050" y="1234854"/>
                  </a:lnTo>
                  <a:lnTo>
                    <a:pt x="5737884" y="1226355"/>
                  </a:lnTo>
                  <a:lnTo>
                    <a:pt x="5704717" y="1217869"/>
                  </a:lnTo>
                  <a:lnTo>
                    <a:pt x="5671550" y="1209393"/>
                  </a:lnTo>
                  <a:lnTo>
                    <a:pt x="5638383" y="1200925"/>
                  </a:lnTo>
                  <a:lnTo>
                    <a:pt x="5605216" y="1192461"/>
                  </a:lnTo>
                  <a:lnTo>
                    <a:pt x="5572049" y="1183999"/>
                  </a:lnTo>
                  <a:lnTo>
                    <a:pt x="5538882" y="1175535"/>
                  </a:lnTo>
                  <a:lnTo>
                    <a:pt x="5505715" y="1167068"/>
                  </a:lnTo>
                  <a:lnTo>
                    <a:pt x="5472548" y="1158595"/>
                  </a:lnTo>
                  <a:lnTo>
                    <a:pt x="5439381" y="1150115"/>
                  </a:lnTo>
                  <a:lnTo>
                    <a:pt x="5406214" y="1141625"/>
                  </a:lnTo>
                  <a:lnTo>
                    <a:pt x="5373047" y="1133124"/>
                  </a:lnTo>
                  <a:lnTo>
                    <a:pt x="5339880" y="1124612"/>
                  </a:lnTo>
                  <a:lnTo>
                    <a:pt x="5306713" y="1116087"/>
                  </a:lnTo>
                  <a:lnTo>
                    <a:pt x="5273546" y="1107550"/>
                  </a:lnTo>
                  <a:lnTo>
                    <a:pt x="5240379" y="1099001"/>
                  </a:lnTo>
                  <a:lnTo>
                    <a:pt x="5207212" y="1090439"/>
                  </a:lnTo>
                  <a:lnTo>
                    <a:pt x="5174045" y="1081867"/>
                  </a:lnTo>
                  <a:lnTo>
                    <a:pt x="5140878" y="1073286"/>
                  </a:lnTo>
                  <a:lnTo>
                    <a:pt x="5107711" y="1064698"/>
                  </a:lnTo>
                  <a:lnTo>
                    <a:pt x="5074544" y="1056107"/>
                  </a:lnTo>
                  <a:lnTo>
                    <a:pt x="5041377" y="1047515"/>
                  </a:lnTo>
                  <a:lnTo>
                    <a:pt x="5008210" y="1038927"/>
                  </a:lnTo>
                  <a:lnTo>
                    <a:pt x="4975043" y="1030348"/>
                  </a:lnTo>
                  <a:lnTo>
                    <a:pt x="4941876" y="1021783"/>
                  </a:lnTo>
                  <a:lnTo>
                    <a:pt x="4908710" y="1013240"/>
                  </a:lnTo>
                  <a:lnTo>
                    <a:pt x="4875543" y="1004725"/>
                  </a:lnTo>
                  <a:lnTo>
                    <a:pt x="4842376" y="996247"/>
                  </a:lnTo>
                  <a:lnTo>
                    <a:pt x="4809209" y="987814"/>
                  </a:lnTo>
                  <a:lnTo>
                    <a:pt x="4776042" y="979438"/>
                  </a:lnTo>
                  <a:lnTo>
                    <a:pt x="4742875" y="971129"/>
                  </a:lnTo>
                  <a:lnTo>
                    <a:pt x="4709708" y="962898"/>
                  </a:lnTo>
                  <a:lnTo>
                    <a:pt x="4676541" y="954745"/>
                  </a:lnTo>
                  <a:lnTo>
                    <a:pt x="4643374" y="946576"/>
                  </a:lnTo>
                  <a:lnTo>
                    <a:pt x="4610207" y="938380"/>
                  </a:lnTo>
                  <a:lnTo>
                    <a:pt x="4577040" y="930177"/>
                  </a:lnTo>
                  <a:lnTo>
                    <a:pt x="4543873" y="921986"/>
                  </a:lnTo>
                  <a:lnTo>
                    <a:pt x="4510706" y="913825"/>
                  </a:lnTo>
                  <a:lnTo>
                    <a:pt x="4477539" y="905713"/>
                  </a:lnTo>
                  <a:lnTo>
                    <a:pt x="4444372" y="897666"/>
                  </a:lnTo>
                  <a:lnTo>
                    <a:pt x="4411205" y="889697"/>
                  </a:lnTo>
                  <a:lnTo>
                    <a:pt x="4378038" y="881818"/>
                  </a:lnTo>
                  <a:lnTo>
                    <a:pt x="4344871" y="874036"/>
                  </a:lnTo>
                  <a:lnTo>
                    <a:pt x="4311704" y="866354"/>
                  </a:lnTo>
                  <a:lnTo>
                    <a:pt x="4278537" y="858772"/>
                  </a:lnTo>
                  <a:lnTo>
                    <a:pt x="4245370" y="851287"/>
                  </a:lnTo>
                  <a:lnTo>
                    <a:pt x="4212203" y="843891"/>
                  </a:lnTo>
                  <a:lnTo>
                    <a:pt x="4179036" y="836573"/>
                  </a:lnTo>
                  <a:lnTo>
                    <a:pt x="4145869" y="829306"/>
                  </a:lnTo>
                  <a:lnTo>
                    <a:pt x="4112703" y="822000"/>
                  </a:lnTo>
                  <a:lnTo>
                    <a:pt x="4079536" y="814686"/>
                  </a:lnTo>
                  <a:lnTo>
                    <a:pt x="4046369" y="807423"/>
                  </a:lnTo>
                  <a:lnTo>
                    <a:pt x="4013202" y="800265"/>
                  </a:lnTo>
                  <a:lnTo>
                    <a:pt x="3980035" y="793256"/>
                  </a:lnTo>
                  <a:lnTo>
                    <a:pt x="3946868" y="786427"/>
                  </a:lnTo>
                  <a:lnTo>
                    <a:pt x="3913701" y="779786"/>
                  </a:lnTo>
                  <a:lnTo>
                    <a:pt x="3880534" y="773324"/>
                  </a:lnTo>
                  <a:lnTo>
                    <a:pt x="3847367" y="767005"/>
                  </a:lnTo>
                  <a:lnTo>
                    <a:pt x="3814200" y="760777"/>
                  </a:lnTo>
                  <a:lnTo>
                    <a:pt x="3781033" y="754568"/>
                  </a:lnTo>
                  <a:lnTo>
                    <a:pt x="3747866" y="748299"/>
                  </a:lnTo>
                  <a:lnTo>
                    <a:pt x="3714699" y="741889"/>
                  </a:lnTo>
                  <a:lnTo>
                    <a:pt x="3681532" y="735466"/>
                  </a:lnTo>
                  <a:lnTo>
                    <a:pt x="3648365" y="729139"/>
                  </a:lnTo>
                  <a:lnTo>
                    <a:pt x="3615198" y="722965"/>
                  </a:lnTo>
                  <a:lnTo>
                    <a:pt x="3582031" y="717002"/>
                  </a:lnTo>
                  <a:lnTo>
                    <a:pt x="3548864" y="711300"/>
                  </a:lnTo>
                  <a:lnTo>
                    <a:pt x="3515697" y="705889"/>
                  </a:lnTo>
                  <a:lnTo>
                    <a:pt x="3482530" y="700771"/>
                  </a:lnTo>
                  <a:lnTo>
                    <a:pt x="3449363" y="695919"/>
                  </a:lnTo>
                  <a:lnTo>
                    <a:pt x="3416196" y="691268"/>
                  </a:lnTo>
                  <a:lnTo>
                    <a:pt x="3383029" y="686724"/>
                  </a:lnTo>
                  <a:lnTo>
                    <a:pt x="3349862" y="682159"/>
                  </a:lnTo>
                  <a:lnTo>
                    <a:pt x="3316695" y="677424"/>
                  </a:lnTo>
                  <a:lnTo>
                    <a:pt x="3283529" y="672353"/>
                  </a:lnTo>
                  <a:lnTo>
                    <a:pt x="3250362" y="666771"/>
                  </a:lnTo>
                  <a:lnTo>
                    <a:pt x="3217195" y="660518"/>
                  </a:lnTo>
                  <a:lnTo>
                    <a:pt x="3184028" y="653918"/>
                  </a:lnTo>
                  <a:lnTo>
                    <a:pt x="3150861" y="647238"/>
                  </a:lnTo>
                  <a:lnTo>
                    <a:pt x="3117694" y="640562"/>
                  </a:lnTo>
                  <a:lnTo>
                    <a:pt x="3084527" y="633970"/>
                  </a:lnTo>
                  <a:lnTo>
                    <a:pt x="3051360" y="627524"/>
                  </a:lnTo>
                  <a:lnTo>
                    <a:pt x="3018193" y="621257"/>
                  </a:lnTo>
                  <a:lnTo>
                    <a:pt x="2985026" y="615165"/>
                  </a:lnTo>
                  <a:lnTo>
                    <a:pt x="2951859" y="609204"/>
                  </a:lnTo>
                  <a:lnTo>
                    <a:pt x="2918692" y="603283"/>
                  </a:lnTo>
                  <a:lnTo>
                    <a:pt x="2885525" y="597271"/>
                  </a:lnTo>
                  <a:lnTo>
                    <a:pt x="2852358" y="591005"/>
                  </a:lnTo>
                  <a:lnTo>
                    <a:pt x="2819191" y="584300"/>
                  </a:lnTo>
                  <a:lnTo>
                    <a:pt x="2786024" y="576960"/>
                  </a:lnTo>
                  <a:lnTo>
                    <a:pt x="2752857" y="568812"/>
                  </a:lnTo>
                  <a:lnTo>
                    <a:pt x="2719690" y="560001"/>
                  </a:lnTo>
                  <a:lnTo>
                    <a:pt x="2686523" y="550719"/>
                  </a:lnTo>
                  <a:lnTo>
                    <a:pt x="2653356" y="541099"/>
                  </a:lnTo>
                  <a:lnTo>
                    <a:pt x="2620189" y="531261"/>
                  </a:lnTo>
                  <a:lnTo>
                    <a:pt x="2587022" y="521309"/>
                  </a:lnTo>
                  <a:lnTo>
                    <a:pt x="2553855" y="511325"/>
                  </a:lnTo>
                  <a:lnTo>
                    <a:pt x="2520688" y="501365"/>
                  </a:lnTo>
                  <a:lnTo>
                    <a:pt x="2487521" y="491457"/>
                  </a:lnTo>
                  <a:lnTo>
                    <a:pt x="2454355" y="481606"/>
                  </a:lnTo>
                  <a:lnTo>
                    <a:pt x="2421188" y="471794"/>
                  </a:lnTo>
                  <a:lnTo>
                    <a:pt x="2388021" y="461987"/>
                  </a:lnTo>
                  <a:lnTo>
                    <a:pt x="2354854" y="452144"/>
                  </a:lnTo>
                  <a:lnTo>
                    <a:pt x="2321687" y="442224"/>
                  </a:lnTo>
                  <a:lnTo>
                    <a:pt x="2288520" y="432190"/>
                  </a:lnTo>
                  <a:lnTo>
                    <a:pt x="2255353" y="422052"/>
                  </a:lnTo>
                  <a:lnTo>
                    <a:pt x="2222186" y="411843"/>
                  </a:lnTo>
                  <a:lnTo>
                    <a:pt x="2189019" y="401589"/>
                  </a:lnTo>
                  <a:lnTo>
                    <a:pt x="2155852" y="391319"/>
                  </a:lnTo>
                  <a:lnTo>
                    <a:pt x="2122685" y="381054"/>
                  </a:lnTo>
                  <a:lnTo>
                    <a:pt x="2089518" y="370817"/>
                  </a:lnTo>
                  <a:lnTo>
                    <a:pt x="2056351" y="360626"/>
                  </a:lnTo>
                  <a:lnTo>
                    <a:pt x="2023184" y="350495"/>
                  </a:lnTo>
                  <a:lnTo>
                    <a:pt x="1990017" y="340438"/>
                  </a:lnTo>
                  <a:lnTo>
                    <a:pt x="1956850" y="330466"/>
                  </a:lnTo>
                  <a:lnTo>
                    <a:pt x="1923683" y="320588"/>
                  </a:lnTo>
                  <a:lnTo>
                    <a:pt x="1890516" y="310814"/>
                  </a:lnTo>
                  <a:lnTo>
                    <a:pt x="1857349" y="301152"/>
                  </a:lnTo>
                  <a:lnTo>
                    <a:pt x="1824182" y="291611"/>
                  </a:lnTo>
                  <a:lnTo>
                    <a:pt x="1791015" y="282200"/>
                  </a:lnTo>
                  <a:lnTo>
                    <a:pt x="1757848" y="272900"/>
                  </a:lnTo>
                  <a:lnTo>
                    <a:pt x="1724681" y="263644"/>
                  </a:lnTo>
                  <a:lnTo>
                    <a:pt x="1691514" y="254434"/>
                  </a:lnTo>
                  <a:lnTo>
                    <a:pt x="1658347" y="245277"/>
                  </a:lnTo>
                  <a:lnTo>
                    <a:pt x="1625181" y="236178"/>
                  </a:lnTo>
                  <a:lnTo>
                    <a:pt x="1592014" y="227147"/>
                  </a:lnTo>
                  <a:lnTo>
                    <a:pt x="1558847" y="218189"/>
                  </a:lnTo>
                  <a:lnTo>
                    <a:pt x="1525680" y="209316"/>
                  </a:lnTo>
                  <a:lnTo>
                    <a:pt x="1492513" y="200537"/>
                  </a:lnTo>
                  <a:lnTo>
                    <a:pt x="1459346" y="191861"/>
                  </a:lnTo>
                  <a:lnTo>
                    <a:pt x="1426179" y="183299"/>
                  </a:lnTo>
                  <a:lnTo>
                    <a:pt x="1393012" y="174861"/>
                  </a:lnTo>
                  <a:lnTo>
                    <a:pt x="1359845" y="166558"/>
                  </a:lnTo>
                  <a:lnTo>
                    <a:pt x="1326678" y="158398"/>
                  </a:lnTo>
                  <a:lnTo>
                    <a:pt x="1293511" y="150393"/>
                  </a:lnTo>
                  <a:lnTo>
                    <a:pt x="1260344" y="142550"/>
                  </a:lnTo>
                  <a:lnTo>
                    <a:pt x="1227177" y="134880"/>
                  </a:lnTo>
                  <a:lnTo>
                    <a:pt x="1194010" y="127389"/>
                  </a:lnTo>
                  <a:lnTo>
                    <a:pt x="1160843" y="120086"/>
                  </a:lnTo>
                  <a:lnTo>
                    <a:pt x="1127676" y="112977"/>
                  </a:lnTo>
                  <a:lnTo>
                    <a:pt x="1094509" y="106069"/>
                  </a:lnTo>
                  <a:lnTo>
                    <a:pt x="1061342" y="99366"/>
                  </a:lnTo>
                  <a:lnTo>
                    <a:pt x="1028175" y="92874"/>
                  </a:lnTo>
                  <a:lnTo>
                    <a:pt x="995008" y="86596"/>
                  </a:lnTo>
                  <a:lnTo>
                    <a:pt x="961841" y="80537"/>
                  </a:lnTo>
                  <a:lnTo>
                    <a:pt x="928674" y="74697"/>
                  </a:lnTo>
                  <a:lnTo>
                    <a:pt x="895507" y="69081"/>
                  </a:lnTo>
                  <a:lnTo>
                    <a:pt x="862340" y="63689"/>
                  </a:lnTo>
                  <a:lnTo>
                    <a:pt x="829173" y="58522"/>
                  </a:lnTo>
                  <a:lnTo>
                    <a:pt x="796007" y="53580"/>
                  </a:lnTo>
                  <a:lnTo>
                    <a:pt x="762840" y="48865"/>
                  </a:lnTo>
                  <a:lnTo>
                    <a:pt x="729673" y="44376"/>
                  </a:lnTo>
                  <a:lnTo>
                    <a:pt x="696506" y="40113"/>
                  </a:lnTo>
                  <a:lnTo>
                    <a:pt x="663339" y="36074"/>
                  </a:lnTo>
                  <a:lnTo>
                    <a:pt x="630172" y="32258"/>
                  </a:lnTo>
                  <a:lnTo>
                    <a:pt x="597005" y="28665"/>
                  </a:lnTo>
                  <a:lnTo>
                    <a:pt x="563838" y="25294"/>
                  </a:lnTo>
                  <a:lnTo>
                    <a:pt x="530671" y="22142"/>
                  </a:lnTo>
                  <a:lnTo>
                    <a:pt x="497504" y="19208"/>
                  </a:lnTo>
                  <a:lnTo>
                    <a:pt x="464337" y="16490"/>
                  </a:lnTo>
                  <a:lnTo>
                    <a:pt x="431170" y="13987"/>
                  </a:lnTo>
                  <a:lnTo>
                    <a:pt x="398003" y="11696"/>
                  </a:lnTo>
                  <a:lnTo>
                    <a:pt x="364836" y="9617"/>
                  </a:lnTo>
                  <a:lnTo>
                    <a:pt x="331669" y="7746"/>
                  </a:lnTo>
                  <a:lnTo>
                    <a:pt x="298502" y="6082"/>
                  </a:lnTo>
                  <a:lnTo>
                    <a:pt x="265335" y="4624"/>
                  </a:lnTo>
                  <a:lnTo>
                    <a:pt x="232168" y="3368"/>
                  </a:lnTo>
                  <a:lnTo>
                    <a:pt x="199001" y="2314"/>
                  </a:lnTo>
                  <a:lnTo>
                    <a:pt x="165834" y="1460"/>
                  </a:lnTo>
                  <a:lnTo>
                    <a:pt x="132667" y="803"/>
                  </a:lnTo>
                  <a:lnTo>
                    <a:pt x="99500" y="342"/>
                  </a:lnTo>
                  <a:lnTo>
                    <a:pt x="66333" y="74"/>
                  </a:lnTo>
                  <a:lnTo>
                    <a:pt x="33166" y="0"/>
                  </a:lnTo>
                  <a:lnTo>
                    <a:pt x="0" y="1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3224540"/>
              <a:ext cx="6600224" cy="1660055"/>
            </a:xfrm>
            <a:custGeom>
              <a:avLst/>
              <a:pathLst>
                <a:path w="6600224" h="1660055">
                  <a:moveTo>
                    <a:pt x="0" y="0"/>
                  </a:moveTo>
                  <a:lnTo>
                    <a:pt x="33166" y="14847"/>
                  </a:lnTo>
                  <a:lnTo>
                    <a:pt x="66333" y="29617"/>
                  </a:lnTo>
                  <a:lnTo>
                    <a:pt x="99500" y="44309"/>
                  </a:lnTo>
                  <a:lnTo>
                    <a:pt x="132667" y="58923"/>
                  </a:lnTo>
                  <a:lnTo>
                    <a:pt x="165834" y="73459"/>
                  </a:lnTo>
                  <a:lnTo>
                    <a:pt x="199001" y="87917"/>
                  </a:lnTo>
                  <a:lnTo>
                    <a:pt x="232168" y="102297"/>
                  </a:lnTo>
                  <a:lnTo>
                    <a:pt x="265335" y="116599"/>
                  </a:lnTo>
                  <a:lnTo>
                    <a:pt x="298502" y="130822"/>
                  </a:lnTo>
                  <a:lnTo>
                    <a:pt x="331669" y="144968"/>
                  </a:lnTo>
                  <a:lnTo>
                    <a:pt x="364836" y="159035"/>
                  </a:lnTo>
                  <a:lnTo>
                    <a:pt x="398003" y="173023"/>
                  </a:lnTo>
                  <a:lnTo>
                    <a:pt x="431170" y="186934"/>
                  </a:lnTo>
                  <a:lnTo>
                    <a:pt x="464337" y="200765"/>
                  </a:lnTo>
                  <a:lnTo>
                    <a:pt x="497504" y="214518"/>
                  </a:lnTo>
                  <a:lnTo>
                    <a:pt x="530671" y="228193"/>
                  </a:lnTo>
                  <a:lnTo>
                    <a:pt x="563838" y="241789"/>
                  </a:lnTo>
                  <a:lnTo>
                    <a:pt x="597005" y="255305"/>
                  </a:lnTo>
                  <a:lnTo>
                    <a:pt x="630172" y="268744"/>
                  </a:lnTo>
                  <a:lnTo>
                    <a:pt x="663339" y="282103"/>
                  </a:lnTo>
                  <a:lnTo>
                    <a:pt x="696506" y="295383"/>
                  </a:lnTo>
                  <a:lnTo>
                    <a:pt x="729673" y="308584"/>
                  </a:lnTo>
                  <a:lnTo>
                    <a:pt x="762840" y="321706"/>
                  </a:lnTo>
                  <a:lnTo>
                    <a:pt x="796007" y="334749"/>
                  </a:lnTo>
                  <a:lnTo>
                    <a:pt x="829173" y="347712"/>
                  </a:lnTo>
                  <a:lnTo>
                    <a:pt x="862340" y="360597"/>
                  </a:lnTo>
                  <a:lnTo>
                    <a:pt x="895507" y="373402"/>
                  </a:lnTo>
                  <a:lnTo>
                    <a:pt x="928674" y="386127"/>
                  </a:lnTo>
                  <a:lnTo>
                    <a:pt x="961841" y="398773"/>
                  </a:lnTo>
                  <a:lnTo>
                    <a:pt x="995008" y="411339"/>
                  </a:lnTo>
                  <a:lnTo>
                    <a:pt x="1028175" y="423826"/>
                  </a:lnTo>
                  <a:lnTo>
                    <a:pt x="1061342" y="436233"/>
                  </a:lnTo>
                  <a:lnTo>
                    <a:pt x="1094509" y="448561"/>
                  </a:lnTo>
                  <a:lnTo>
                    <a:pt x="1127676" y="460808"/>
                  </a:lnTo>
                  <a:lnTo>
                    <a:pt x="1160843" y="472976"/>
                  </a:lnTo>
                  <a:lnTo>
                    <a:pt x="1194010" y="485063"/>
                  </a:lnTo>
                  <a:lnTo>
                    <a:pt x="1227177" y="497071"/>
                  </a:lnTo>
                  <a:lnTo>
                    <a:pt x="1260344" y="508999"/>
                  </a:lnTo>
                  <a:lnTo>
                    <a:pt x="1293511" y="520846"/>
                  </a:lnTo>
                  <a:lnTo>
                    <a:pt x="1326678" y="532613"/>
                  </a:lnTo>
                  <a:lnTo>
                    <a:pt x="1359845" y="544300"/>
                  </a:lnTo>
                  <a:lnTo>
                    <a:pt x="1393012" y="555907"/>
                  </a:lnTo>
                  <a:lnTo>
                    <a:pt x="1426179" y="567433"/>
                  </a:lnTo>
                  <a:lnTo>
                    <a:pt x="1459346" y="578878"/>
                  </a:lnTo>
                  <a:lnTo>
                    <a:pt x="1492513" y="590243"/>
                  </a:lnTo>
                  <a:lnTo>
                    <a:pt x="1525680" y="601528"/>
                  </a:lnTo>
                  <a:lnTo>
                    <a:pt x="1558847" y="612732"/>
                  </a:lnTo>
                  <a:lnTo>
                    <a:pt x="1592014" y="623855"/>
                  </a:lnTo>
                  <a:lnTo>
                    <a:pt x="1625181" y="634897"/>
                  </a:lnTo>
                  <a:lnTo>
                    <a:pt x="1658347" y="645859"/>
                  </a:lnTo>
                  <a:lnTo>
                    <a:pt x="1691514" y="656739"/>
                  </a:lnTo>
                  <a:lnTo>
                    <a:pt x="1724681" y="667539"/>
                  </a:lnTo>
                  <a:lnTo>
                    <a:pt x="1757848" y="678257"/>
                  </a:lnTo>
                  <a:lnTo>
                    <a:pt x="1791015" y="688898"/>
                  </a:lnTo>
                  <a:lnTo>
                    <a:pt x="1824182" y="699569"/>
                  </a:lnTo>
                  <a:lnTo>
                    <a:pt x="1857349" y="710305"/>
                  </a:lnTo>
                  <a:lnTo>
                    <a:pt x="1890516" y="721093"/>
                  </a:lnTo>
                  <a:lnTo>
                    <a:pt x="1923683" y="731917"/>
                  </a:lnTo>
                  <a:lnTo>
                    <a:pt x="1956850" y="742762"/>
                  </a:lnTo>
                  <a:lnTo>
                    <a:pt x="1990017" y="753614"/>
                  </a:lnTo>
                  <a:lnTo>
                    <a:pt x="2023184" y="764457"/>
                  </a:lnTo>
                  <a:lnTo>
                    <a:pt x="2056351" y="775275"/>
                  </a:lnTo>
                  <a:lnTo>
                    <a:pt x="2089518" y="786055"/>
                  </a:lnTo>
                  <a:lnTo>
                    <a:pt x="2122685" y="796782"/>
                  </a:lnTo>
                  <a:lnTo>
                    <a:pt x="2155852" y="807439"/>
                  </a:lnTo>
                  <a:lnTo>
                    <a:pt x="2189019" y="818013"/>
                  </a:lnTo>
                  <a:lnTo>
                    <a:pt x="2222186" y="828487"/>
                  </a:lnTo>
                  <a:lnTo>
                    <a:pt x="2255353" y="838848"/>
                  </a:lnTo>
                  <a:lnTo>
                    <a:pt x="2288520" y="849080"/>
                  </a:lnTo>
                  <a:lnTo>
                    <a:pt x="2321687" y="859168"/>
                  </a:lnTo>
                  <a:lnTo>
                    <a:pt x="2354854" y="869218"/>
                  </a:lnTo>
                  <a:lnTo>
                    <a:pt x="2388021" y="879331"/>
                  </a:lnTo>
                  <a:lnTo>
                    <a:pt x="2421188" y="889468"/>
                  </a:lnTo>
                  <a:lnTo>
                    <a:pt x="2454355" y="899594"/>
                  </a:lnTo>
                  <a:lnTo>
                    <a:pt x="2487521" y="909672"/>
                  </a:lnTo>
                  <a:lnTo>
                    <a:pt x="2520688" y="919665"/>
                  </a:lnTo>
                  <a:lnTo>
                    <a:pt x="2553855" y="929535"/>
                  </a:lnTo>
                  <a:lnTo>
                    <a:pt x="2587022" y="939247"/>
                  </a:lnTo>
                  <a:lnTo>
                    <a:pt x="2620189" y="948762"/>
                  </a:lnTo>
                  <a:lnTo>
                    <a:pt x="2653356" y="958045"/>
                  </a:lnTo>
                  <a:lnTo>
                    <a:pt x="2686523" y="967058"/>
                  </a:lnTo>
                  <a:lnTo>
                    <a:pt x="2719690" y="975765"/>
                  </a:lnTo>
                  <a:lnTo>
                    <a:pt x="2752857" y="984129"/>
                  </a:lnTo>
                  <a:lnTo>
                    <a:pt x="2786024" y="992077"/>
                  </a:lnTo>
                  <a:lnTo>
                    <a:pt x="2819191" y="999521"/>
                  </a:lnTo>
                  <a:lnTo>
                    <a:pt x="2852358" y="1006516"/>
                  </a:lnTo>
                  <a:lnTo>
                    <a:pt x="2885525" y="1013126"/>
                  </a:lnTo>
                  <a:lnTo>
                    <a:pt x="2918692" y="1019413"/>
                  </a:lnTo>
                  <a:lnTo>
                    <a:pt x="2951859" y="1025441"/>
                  </a:lnTo>
                  <a:lnTo>
                    <a:pt x="2985026" y="1031272"/>
                  </a:lnTo>
                  <a:lnTo>
                    <a:pt x="3018193" y="1036970"/>
                  </a:lnTo>
                  <a:lnTo>
                    <a:pt x="3051360" y="1042598"/>
                  </a:lnTo>
                  <a:lnTo>
                    <a:pt x="3084527" y="1048217"/>
                  </a:lnTo>
                  <a:lnTo>
                    <a:pt x="3117694" y="1053892"/>
                  </a:lnTo>
                  <a:lnTo>
                    <a:pt x="3150861" y="1059686"/>
                  </a:lnTo>
                  <a:lnTo>
                    <a:pt x="3184028" y="1065661"/>
                  </a:lnTo>
                  <a:lnTo>
                    <a:pt x="3217195" y="1071880"/>
                  </a:lnTo>
                  <a:lnTo>
                    <a:pt x="3250362" y="1078186"/>
                  </a:lnTo>
                  <a:lnTo>
                    <a:pt x="3283529" y="1084190"/>
                  </a:lnTo>
                  <a:lnTo>
                    <a:pt x="3316695" y="1089930"/>
                  </a:lnTo>
                  <a:lnTo>
                    <a:pt x="3349862" y="1095456"/>
                  </a:lnTo>
                  <a:lnTo>
                    <a:pt x="3383029" y="1100818"/>
                  </a:lnTo>
                  <a:lnTo>
                    <a:pt x="3416196" y="1106064"/>
                  </a:lnTo>
                  <a:lnTo>
                    <a:pt x="3449363" y="1111246"/>
                  </a:lnTo>
                  <a:lnTo>
                    <a:pt x="3482530" y="1116413"/>
                  </a:lnTo>
                  <a:lnTo>
                    <a:pt x="3515697" y="1121615"/>
                  </a:lnTo>
                  <a:lnTo>
                    <a:pt x="3548864" y="1126901"/>
                  </a:lnTo>
                  <a:lnTo>
                    <a:pt x="3582031" y="1132322"/>
                  </a:lnTo>
                  <a:lnTo>
                    <a:pt x="3615198" y="1137927"/>
                  </a:lnTo>
                  <a:lnTo>
                    <a:pt x="3648365" y="1143766"/>
                  </a:lnTo>
                  <a:lnTo>
                    <a:pt x="3681532" y="1149888"/>
                  </a:lnTo>
                  <a:lnTo>
                    <a:pt x="3714699" y="1156344"/>
                  </a:lnTo>
                  <a:lnTo>
                    <a:pt x="3747866" y="1163070"/>
                  </a:lnTo>
                  <a:lnTo>
                    <a:pt x="3781033" y="1169813"/>
                  </a:lnTo>
                  <a:lnTo>
                    <a:pt x="3814200" y="1176565"/>
                  </a:lnTo>
                  <a:lnTo>
                    <a:pt x="3847367" y="1183335"/>
                  </a:lnTo>
                  <a:lnTo>
                    <a:pt x="3880534" y="1190127"/>
                  </a:lnTo>
                  <a:lnTo>
                    <a:pt x="3913701" y="1196950"/>
                  </a:lnTo>
                  <a:lnTo>
                    <a:pt x="3946868" y="1203810"/>
                  </a:lnTo>
                  <a:lnTo>
                    <a:pt x="3980035" y="1210713"/>
                  </a:lnTo>
                  <a:lnTo>
                    <a:pt x="4013202" y="1217668"/>
                  </a:lnTo>
                  <a:lnTo>
                    <a:pt x="4046369" y="1224679"/>
                  </a:lnTo>
                  <a:lnTo>
                    <a:pt x="4079536" y="1231755"/>
                  </a:lnTo>
                  <a:lnTo>
                    <a:pt x="4112703" y="1238901"/>
                  </a:lnTo>
                  <a:lnTo>
                    <a:pt x="4145869" y="1246125"/>
                  </a:lnTo>
                  <a:lnTo>
                    <a:pt x="4179036" y="1253424"/>
                  </a:lnTo>
                  <a:lnTo>
                    <a:pt x="4212203" y="1260744"/>
                  </a:lnTo>
                  <a:lnTo>
                    <a:pt x="4245370" y="1268071"/>
                  </a:lnTo>
                  <a:lnTo>
                    <a:pt x="4278537" y="1275397"/>
                  </a:lnTo>
                  <a:lnTo>
                    <a:pt x="4311704" y="1282716"/>
                  </a:lnTo>
                  <a:lnTo>
                    <a:pt x="4344871" y="1290021"/>
                  </a:lnTo>
                  <a:lnTo>
                    <a:pt x="4378038" y="1297304"/>
                  </a:lnTo>
                  <a:lnTo>
                    <a:pt x="4411205" y="1304558"/>
                  </a:lnTo>
                  <a:lnTo>
                    <a:pt x="4444372" y="1311777"/>
                  </a:lnTo>
                  <a:lnTo>
                    <a:pt x="4477539" y="1318952"/>
                  </a:lnTo>
                  <a:lnTo>
                    <a:pt x="4510706" y="1326078"/>
                  </a:lnTo>
                  <a:lnTo>
                    <a:pt x="4543873" y="1333147"/>
                  </a:lnTo>
                  <a:lnTo>
                    <a:pt x="4577040" y="1340151"/>
                  </a:lnTo>
                  <a:lnTo>
                    <a:pt x="4610207" y="1347085"/>
                  </a:lnTo>
                  <a:lnTo>
                    <a:pt x="4643374" y="1353940"/>
                  </a:lnTo>
                  <a:lnTo>
                    <a:pt x="4676541" y="1360710"/>
                  </a:lnTo>
                  <a:lnTo>
                    <a:pt x="4709708" y="1367394"/>
                  </a:lnTo>
                  <a:lnTo>
                    <a:pt x="4742875" y="1374018"/>
                  </a:lnTo>
                  <a:lnTo>
                    <a:pt x="4776042" y="1380585"/>
                  </a:lnTo>
                  <a:lnTo>
                    <a:pt x="4809209" y="1387096"/>
                  </a:lnTo>
                  <a:lnTo>
                    <a:pt x="4842376" y="1393551"/>
                  </a:lnTo>
                  <a:lnTo>
                    <a:pt x="4875543" y="1399950"/>
                  </a:lnTo>
                  <a:lnTo>
                    <a:pt x="4908710" y="1406293"/>
                  </a:lnTo>
                  <a:lnTo>
                    <a:pt x="4941876" y="1412581"/>
                  </a:lnTo>
                  <a:lnTo>
                    <a:pt x="4975043" y="1418813"/>
                  </a:lnTo>
                  <a:lnTo>
                    <a:pt x="5008210" y="1424989"/>
                  </a:lnTo>
                  <a:lnTo>
                    <a:pt x="5041377" y="1431111"/>
                  </a:lnTo>
                  <a:lnTo>
                    <a:pt x="5074544" y="1437178"/>
                  </a:lnTo>
                  <a:lnTo>
                    <a:pt x="5107711" y="1443190"/>
                  </a:lnTo>
                  <a:lnTo>
                    <a:pt x="5140878" y="1449147"/>
                  </a:lnTo>
                  <a:lnTo>
                    <a:pt x="5174045" y="1455050"/>
                  </a:lnTo>
                  <a:lnTo>
                    <a:pt x="5207212" y="1460899"/>
                  </a:lnTo>
                  <a:lnTo>
                    <a:pt x="5240379" y="1466694"/>
                  </a:lnTo>
                  <a:lnTo>
                    <a:pt x="5273546" y="1472435"/>
                  </a:lnTo>
                  <a:lnTo>
                    <a:pt x="5306713" y="1478123"/>
                  </a:lnTo>
                  <a:lnTo>
                    <a:pt x="5339880" y="1483757"/>
                  </a:lnTo>
                  <a:lnTo>
                    <a:pt x="5373047" y="1489338"/>
                  </a:lnTo>
                  <a:lnTo>
                    <a:pt x="5406214" y="1494865"/>
                  </a:lnTo>
                  <a:lnTo>
                    <a:pt x="5439381" y="1500340"/>
                  </a:lnTo>
                  <a:lnTo>
                    <a:pt x="5472548" y="1505762"/>
                  </a:lnTo>
                  <a:lnTo>
                    <a:pt x="5505715" y="1511132"/>
                  </a:lnTo>
                  <a:lnTo>
                    <a:pt x="5538882" y="1516449"/>
                  </a:lnTo>
                  <a:lnTo>
                    <a:pt x="5572049" y="1521714"/>
                  </a:lnTo>
                  <a:lnTo>
                    <a:pt x="5605216" y="1526927"/>
                  </a:lnTo>
                  <a:lnTo>
                    <a:pt x="5638383" y="1532089"/>
                  </a:lnTo>
                  <a:lnTo>
                    <a:pt x="5671550" y="1537198"/>
                  </a:lnTo>
                  <a:lnTo>
                    <a:pt x="5704717" y="1542257"/>
                  </a:lnTo>
                  <a:lnTo>
                    <a:pt x="5737884" y="1547264"/>
                  </a:lnTo>
                  <a:lnTo>
                    <a:pt x="5771050" y="1552219"/>
                  </a:lnTo>
                  <a:lnTo>
                    <a:pt x="5804217" y="1557125"/>
                  </a:lnTo>
                  <a:lnTo>
                    <a:pt x="5837384" y="1561979"/>
                  </a:lnTo>
                  <a:lnTo>
                    <a:pt x="5870551" y="1566783"/>
                  </a:lnTo>
                  <a:lnTo>
                    <a:pt x="5903718" y="1571536"/>
                  </a:lnTo>
                  <a:lnTo>
                    <a:pt x="5936885" y="1576239"/>
                  </a:lnTo>
                  <a:lnTo>
                    <a:pt x="5970052" y="1580893"/>
                  </a:lnTo>
                  <a:lnTo>
                    <a:pt x="6003219" y="1585496"/>
                  </a:lnTo>
                  <a:lnTo>
                    <a:pt x="6036386" y="1590050"/>
                  </a:lnTo>
                  <a:lnTo>
                    <a:pt x="6069553" y="1594555"/>
                  </a:lnTo>
                  <a:lnTo>
                    <a:pt x="6102720" y="1599010"/>
                  </a:lnTo>
                  <a:lnTo>
                    <a:pt x="6135887" y="1603416"/>
                  </a:lnTo>
                  <a:lnTo>
                    <a:pt x="6169054" y="1607774"/>
                  </a:lnTo>
                  <a:lnTo>
                    <a:pt x="6202221" y="1612082"/>
                  </a:lnTo>
                  <a:lnTo>
                    <a:pt x="6235388" y="1616342"/>
                  </a:lnTo>
                  <a:lnTo>
                    <a:pt x="6268555" y="1620554"/>
                  </a:lnTo>
                  <a:lnTo>
                    <a:pt x="6301722" y="1624718"/>
                  </a:lnTo>
                  <a:lnTo>
                    <a:pt x="6334889" y="1628834"/>
                  </a:lnTo>
                  <a:lnTo>
                    <a:pt x="6368056" y="1632902"/>
                  </a:lnTo>
                  <a:lnTo>
                    <a:pt x="6401223" y="1636922"/>
                  </a:lnTo>
                  <a:lnTo>
                    <a:pt x="6434390" y="1640895"/>
                  </a:lnTo>
                  <a:lnTo>
                    <a:pt x="6467557" y="1644821"/>
                  </a:lnTo>
                  <a:lnTo>
                    <a:pt x="6500724" y="1648699"/>
                  </a:lnTo>
                  <a:lnTo>
                    <a:pt x="6533891" y="1652531"/>
                  </a:lnTo>
                  <a:lnTo>
                    <a:pt x="6567058" y="1656316"/>
                  </a:lnTo>
                  <a:lnTo>
                    <a:pt x="6600224" y="1660055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219303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34444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469582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94721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1719860"/>
              <a:ext cx="7260247" cy="0"/>
            </a:xfrm>
            <a:custGeom>
              <a:avLst/>
              <a:pathLst>
                <a:path w="7260247" h="0">
                  <a:moveTo>
                    <a:pt x="0" y="0"/>
                  </a:moveTo>
                  <a:lnTo>
                    <a:pt x="7260247" y="0"/>
                  </a:lnTo>
                  <a:lnTo>
                    <a:pt x="72602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7188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00524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3860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47196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205320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72037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405395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38754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872112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941876" y="5149314"/>
              <a:ext cx="330011" cy="6998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271887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38566" y="4752711"/>
              <a:ext cx="366679" cy="466592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2005245" y="4682722"/>
              <a:ext cx="366679" cy="536581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371925" y="4239459"/>
              <a:ext cx="366679" cy="97984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738604" y="3632889"/>
              <a:ext cx="366679" cy="1586414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105283" y="3002989"/>
              <a:ext cx="366679" cy="221631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471962" y="2069804"/>
              <a:ext cx="366679" cy="314949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3838641" y="2513067"/>
              <a:ext cx="366679" cy="2706235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205320" y="2559726"/>
              <a:ext cx="366679" cy="265957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4572000" y="2583056"/>
              <a:ext cx="366679" cy="2636247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4938679" y="2186452"/>
              <a:ext cx="366679" cy="303285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5305358" y="2956330"/>
              <a:ext cx="366679" cy="226297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5672037" y="2746363"/>
              <a:ext cx="366679" cy="2472939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6038716" y="4006163"/>
              <a:ext cx="366679" cy="1213140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6405395" y="4402766"/>
              <a:ext cx="366679" cy="81653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6772074" y="4799370"/>
              <a:ext cx="366679" cy="419933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7138754" y="5009336"/>
              <a:ext cx="366679" cy="209966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7505433" y="5125985"/>
              <a:ext cx="366679" cy="9331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7872112" y="5102655"/>
              <a:ext cx="330011" cy="116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47483647" y="2147483647"/>
              <a:ext cx="-2147483648" cy="-2147483648"/>
            </a:xfrm>
            <a:prstGeom prst="rect">
              <a:avLst/>
            </a:prstGeom>
            <a:solidFill>
              <a:srgbClr val="F8766D">
                <a:alpha val="54901"/>
              </a:srgbClr>
            </a:solidFill>
            <a:ln w="813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938679" y="1544888"/>
              <a:ext cx="0" cy="3849387"/>
            </a:xfrm>
            <a:custGeom>
              <a:avLst/>
              <a:pathLst>
                <a:path w="0" h="3849387">
                  <a:moveTo>
                    <a:pt x="0" y="384938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1271887" y="4460134"/>
              <a:ext cx="6600224" cy="694576"/>
            </a:xfrm>
            <a:custGeom>
              <a:avLst/>
              <a:pathLst>
                <a:path w="6600224" h="694576">
                  <a:moveTo>
                    <a:pt x="0" y="0"/>
                  </a:moveTo>
                  <a:lnTo>
                    <a:pt x="33166" y="14767"/>
                  </a:lnTo>
                  <a:lnTo>
                    <a:pt x="66333" y="29315"/>
                  </a:lnTo>
                  <a:lnTo>
                    <a:pt x="99500" y="43641"/>
                  </a:lnTo>
                  <a:lnTo>
                    <a:pt x="132667" y="57746"/>
                  </a:lnTo>
                  <a:lnTo>
                    <a:pt x="165834" y="71629"/>
                  </a:lnTo>
                  <a:lnTo>
                    <a:pt x="199001" y="85288"/>
                  </a:lnTo>
                  <a:lnTo>
                    <a:pt x="232168" y="98724"/>
                  </a:lnTo>
                  <a:lnTo>
                    <a:pt x="265335" y="111935"/>
                  </a:lnTo>
                  <a:lnTo>
                    <a:pt x="298502" y="124920"/>
                  </a:lnTo>
                  <a:lnTo>
                    <a:pt x="331669" y="137680"/>
                  </a:lnTo>
                  <a:lnTo>
                    <a:pt x="364836" y="150212"/>
                  </a:lnTo>
                  <a:lnTo>
                    <a:pt x="398003" y="162517"/>
                  </a:lnTo>
                  <a:lnTo>
                    <a:pt x="431170" y="174593"/>
                  </a:lnTo>
                  <a:lnTo>
                    <a:pt x="464337" y="186441"/>
                  </a:lnTo>
                  <a:lnTo>
                    <a:pt x="497504" y="198058"/>
                  </a:lnTo>
                  <a:lnTo>
                    <a:pt x="530671" y="209445"/>
                  </a:lnTo>
                  <a:lnTo>
                    <a:pt x="563838" y="220600"/>
                  </a:lnTo>
                  <a:lnTo>
                    <a:pt x="597005" y="231524"/>
                  </a:lnTo>
                  <a:lnTo>
                    <a:pt x="630172" y="242215"/>
                  </a:lnTo>
                  <a:lnTo>
                    <a:pt x="663339" y="252674"/>
                  </a:lnTo>
                  <a:lnTo>
                    <a:pt x="696506" y="262899"/>
                  </a:lnTo>
                  <a:lnTo>
                    <a:pt x="729673" y="272891"/>
                  </a:lnTo>
                  <a:lnTo>
                    <a:pt x="762840" y="282649"/>
                  </a:lnTo>
                  <a:lnTo>
                    <a:pt x="796007" y="292173"/>
                  </a:lnTo>
                  <a:lnTo>
                    <a:pt x="829173" y="301464"/>
                  </a:lnTo>
                  <a:lnTo>
                    <a:pt x="862340" y="310523"/>
                  </a:lnTo>
                  <a:lnTo>
                    <a:pt x="895507" y="319349"/>
                  </a:lnTo>
                  <a:lnTo>
                    <a:pt x="928674" y="327943"/>
                  </a:lnTo>
                  <a:lnTo>
                    <a:pt x="961841" y="336307"/>
                  </a:lnTo>
                  <a:lnTo>
                    <a:pt x="995008" y="344443"/>
                  </a:lnTo>
                  <a:lnTo>
                    <a:pt x="1028175" y="352352"/>
                  </a:lnTo>
                  <a:lnTo>
                    <a:pt x="1061342" y="360036"/>
                  </a:lnTo>
                  <a:lnTo>
                    <a:pt x="1094509" y="367498"/>
                  </a:lnTo>
                  <a:lnTo>
                    <a:pt x="1127676" y="374741"/>
                  </a:lnTo>
                  <a:lnTo>
                    <a:pt x="1160843" y="381768"/>
                  </a:lnTo>
                  <a:lnTo>
                    <a:pt x="1194010" y="388583"/>
                  </a:lnTo>
                  <a:lnTo>
                    <a:pt x="1227177" y="395190"/>
                  </a:lnTo>
                  <a:lnTo>
                    <a:pt x="1260344" y="401594"/>
                  </a:lnTo>
                  <a:lnTo>
                    <a:pt x="1293511" y="407800"/>
                  </a:lnTo>
                  <a:lnTo>
                    <a:pt x="1326678" y="413812"/>
                  </a:lnTo>
                  <a:lnTo>
                    <a:pt x="1359845" y="419636"/>
                  </a:lnTo>
                  <a:lnTo>
                    <a:pt x="1393012" y="425279"/>
                  </a:lnTo>
                  <a:lnTo>
                    <a:pt x="1426179" y="430746"/>
                  </a:lnTo>
                  <a:lnTo>
                    <a:pt x="1459346" y="436042"/>
                  </a:lnTo>
                  <a:lnTo>
                    <a:pt x="1492513" y="441175"/>
                  </a:lnTo>
                  <a:lnTo>
                    <a:pt x="1525680" y="446150"/>
                  </a:lnTo>
                  <a:lnTo>
                    <a:pt x="1558847" y="450973"/>
                  </a:lnTo>
                  <a:lnTo>
                    <a:pt x="1592014" y="455651"/>
                  </a:lnTo>
                  <a:lnTo>
                    <a:pt x="1625181" y="460187"/>
                  </a:lnTo>
                  <a:lnTo>
                    <a:pt x="1658347" y="464588"/>
                  </a:lnTo>
                  <a:lnTo>
                    <a:pt x="1691514" y="468858"/>
                  </a:lnTo>
                  <a:lnTo>
                    <a:pt x="1724681" y="473001"/>
                  </a:lnTo>
                  <a:lnTo>
                    <a:pt x="1757848" y="477021"/>
                  </a:lnTo>
                  <a:lnTo>
                    <a:pt x="1791015" y="480919"/>
                  </a:lnTo>
                  <a:lnTo>
                    <a:pt x="1824182" y="484687"/>
                  </a:lnTo>
                  <a:lnTo>
                    <a:pt x="1857349" y="488318"/>
                  </a:lnTo>
                  <a:lnTo>
                    <a:pt x="1890516" y="491809"/>
                  </a:lnTo>
                  <a:lnTo>
                    <a:pt x="1923683" y="495157"/>
                  </a:lnTo>
                  <a:lnTo>
                    <a:pt x="1956850" y="498359"/>
                  </a:lnTo>
                  <a:lnTo>
                    <a:pt x="1990017" y="501411"/>
                  </a:lnTo>
                  <a:lnTo>
                    <a:pt x="2023184" y="504311"/>
                  </a:lnTo>
                  <a:lnTo>
                    <a:pt x="2056351" y="507057"/>
                  </a:lnTo>
                  <a:lnTo>
                    <a:pt x="2089518" y="509647"/>
                  </a:lnTo>
                  <a:lnTo>
                    <a:pt x="2122685" y="512083"/>
                  </a:lnTo>
                  <a:lnTo>
                    <a:pt x="2155852" y="514366"/>
                  </a:lnTo>
                  <a:lnTo>
                    <a:pt x="2189019" y="516500"/>
                  </a:lnTo>
                  <a:lnTo>
                    <a:pt x="2222186" y="518490"/>
                  </a:lnTo>
                  <a:lnTo>
                    <a:pt x="2255353" y="520342"/>
                  </a:lnTo>
                  <a:lnTo>
                    <a:pt x="2288520" y="522065"/>
                  </a:lnTo>
                  <a:lnTo>
                    <a:pt x="2321687" y="523667"/>
                  </a:lnTo>
                  <a:lnTo>
                    <a:pt x="2354854" y="525271"/>
                  </a:lnTo>
                  <a:lnTo>
                    <a:pt x="2388021" y="526958"/>
                  </a:lnTo>
                  <a:lnTo>
                    <a:pt x="2421188" y="528665"/>
                  </a:lnTo>
                  <a:lnTo>
                    <a:pt x="2454355" y="530328"/>
                  </a:lnTo>
                  <a:lnTo>
                    <a:pt x="2487521" y="531887"/>
                  </a:lnTo>
                  <a:lnTo>
                    <a:pt x="2520688" y="533291"/>
                  </a:lnTo>
                  <a:lnTo>
                    <a:pt x="2553855" y="534501"/>
                  </a:lnTo>
                  <a:lnTo>
                    <a:pt x="2587022" y="535493"/>
                  </a:lnTo>
                  <a:lnTo>
                    <a:pt x="2620189" y="536257"/>
                  </a:lnTo>
                  <a:lnTo>
                    <a:pt x="2653356" y="536800"/>
                  </a:lnTo>
                  <a:lnTo>
                    <a:pt x="2686523" y="537138"/>
                  </a:lnTo>
                  <a:lnTo>
                    <a:pt x="2719690" y="537300"/>
                  </a:lnTo>
                  <a:lnTo>
                    <a:pt x="2752857" y="537318"/>
                  </a:lnTo>
                  <a:lnTo>
                    <a:pt x="2786024" y="537257"/>
                  </a:lnTo>
                  <a:lnTo>
                    <a:pt x="2819191" y="537185"/>
                  </a:lnTo>
                  <a:lnTo>
                    <a:pt x="2852358" y="537045"/>
                  </a:lnTo>
                  <a:lnTo>
                    <a:pt x="2885525" y="536766"/>
                  </a:lnTo>
                  <a:lnTo>
                    <a:pt x="2918692" y="536287"/>
                  </a:lnTo>
                  <a:lnTo>
                    <a:pt x="2951859" y="535556"/>
                  </a:lnTo>
                  <a:lnTo>
                    <a:pt x="2985026" y="534541"/>
                  </a:lnTo>
                  <a:lnTo>
                    <a:pt x="3018193" y="533232"/>
                  </a:lnTo>
                  <a:lnTo>
                    <a:pt x="3051360" y="531645"/>
                  </a:lnTo>
                  <a:lnTo>
                    <a:pt x="3084527" y="529819"/>
                  </a:lnTo>
                  <a:lnTo>
                    <a:pt x="3117694" y="527816"/>
                  </a:lnTo>
                  <a:lnTo>
                    <a:pt x="3150861" y="525710"/>
                  </a:lnTo>
                  <a:lnTo>
                    <a:pt x="3184028" y="523589"/>
                  </a:lnTo>
                  <a:lnTo>
                    <a:pt x="3217195" y="521542"/>
                  </a:lnTo>
                  <a:lnTo>
                    <a:pt x="3250362" y="519537"/>
                  </a:lnTo>
                  <a:lnTo>
                    <a:pt x="3283529" y="517367"/>
                  </a:lnTo>
                  <a:lnTo>
                    <a:pt x="3316695" y="514998"/>
                  </a:lnTo>
                  <a:lnTo>
                    <a:pt x="3349862" y="512403"/>
                  </a:lnTo>
                  <a:lnTo>
                    <a:pt x="3383029" y="509556"/>
                  </a:lnTo>
                  <a:lnTo>
                    <a:pt x="3416196" y="506444"/>
                  </a:lnTo>
                  <a:lnTo>
                    <a:pt x="3449363" y="503064"/>
                  </a:lnTo>
                  <a:lnTo>
                    <a:pt x="3482530" y="499432"/>
                  </a:lnTo>
                  <a:lnTo>
                    <a:pt x="3515697" y="495582"/>
                  </a:lnTo>
                  <a:lnTo>
                    <a:pt x="3548864" y="491568"/>
                  </a:lnTo>
                  <a:lnTo>
                    <a:pt x="3582031" y="487461"/>
                  </a:lnTo>
                  <a:lnTo>
                    <a:pt x="3615198" y="483348"/>
                  </a:lnTo>
                  <a:lnTo>
                    <a:pt x="3648365" y="479327"/>
                  </a:lnTo>
                  <a:lnTo>
                    <a:pt x="3681532" y="475499"/>
                  </a:lnTo>
                  <a:lnTo>
                    <a:pt x="3714699" y="471968"/>
                  </a:lnTo>
                  <a:lnTo>
                    <a:pt x="3747866" y="468598"/>
                  </a:lnTo>
                  <a:lnTo>
                    <a:pt x="3781033" y="464874"/>
                  </a:lnTo>
                  <a:lnTo>
                    <a:pt x="3814200" y="460808"/>
                  </a:lnTo>
                  <a:lnTo>
                    <a:pt x="3847367" y="456444"/>
                  </a:lnTo>
                  <a:lnTo>
                    <a:pt x="3880534" y="451830"/>
                  </a:lnTo>
                  <a:lnTo>
                    <a:pt x="3913701" y="447027"/>
                  </a:lnTo>
                  <a:lnTo>
                    <a:pt x="3946868" y="442103"/>
                  </a:lnTo>
                  <a:lnTo>
                    <a:pt x="3980035" y="437142"/>
                  </a:lnTo>
                  <a:lnTo>
                    <a:pt x="4013202" y="432239"/>
                  </a:lnTo>
                  <a:lnTo>
                    <a:pt x="4046369" y="427498"/>
                  </a:lnTo>
                  <a:lnTo>
                    <a:pt x="4079536" y="423035"/>
                  </a:lnTo>
                  <a:lnTo>
                    <a:pt x="4112703" y="418970"/>
                  </a:lnTo>
                  <a:lnTo>
                    <a:pt x="4145869" y="415423"/>
                  </a:lnTo>
                  <a:lnTo>
                    <a:pt x="4179036" y="412417"/>
                  </a:lnTo>
                  <a:lnTo>
                    <a:pt x="4212203" y="409490"/>
                  </a:lnTo>
                  <a:lnTo>
                    <a:pt x="4245370" y="406561"/>
                  </a:lnTo>
                  <a:lnTo>
                    <a:pt x="4278537" y="403626"/>
                  </a:lnTo>
                  <a:lnTo>
                    <a:pt x="4311704" y="400682"/>
                  </a:lnTo>
                  <a:lnTo>
                    <a:pt x="4344871" y="397728"/>
                  </a:lnTo>
                  <a:lnTo>
                    <a:pt x="4378038" y="394765"/>
                  </a:lnTo>
                  <a:lnTo>
                    <a:pt x="4411205" y="391798"/>
                  </a:lnTo>
                  <a:lnTo>
                    <a:pt x="4444372" y="388832"/>
                  </a:lnTo>
                  <a:lnTo>
                    <a:pt x="4477539" y="385873"/>
                  </a:lnTo>
                  <a:lnTo>
                    <a:pt x="4510706" y="382932"/>
                  </a:lnTo>
                  <a:lnTo>
                    <a:pt x="4543873" y="380019"/>
                  </a:lnTo>
                  <a:lnTo>
                    <a:pt x="4577040" y="377146"/>
                  </a:lnTo>
                  <a:lnTo>
                    <a:pt x="4610207" y="374324"/>
                  </a:lnTo>
                  <a:lnTo>
                    <a:pt x="4643374" y="371566"/>
                  </a:lnTo>
                  <a:lnTo>
                    <a:pt x="4676541" y="368883"/>
                  </a:lnTo>
                  <a:lnTo>
                    <a:pt x="4709708" y="366257"/>
                  </a:lnTo>
                  <a:lnTo>
                    <a:pt x="4742875" y="363565"/>
                  </a:lnTo>
                  <a:lnTo>
                    <a:pt x="4776042" y="360798"/>
                  </a:lnTo>
                  <a:lnTo>
                    <a:pt x="4809209" y="357964"/>
                  </a:lnTo>
                  <a:lnTo>
                    <a:pt x="4842376" y="355069"/>
                  </a:lnTo>
                  <a:lnTo>
                    <a:pt x="4875543" y="352120"/>
                  </a:lnTo>
                  <a:lnTo>
                    <a:pt x="4908710" y="349121"/>
                  </a:lnTo>
                  <a:lnTo>
                    <a:pt x="4941876" y="346078"/>
                  </a:lnTo>
                  <a:lnTo>
                    <a:pt x="4975043" y="342996"/>
                  </a:lnTo>
                  <a:lnTo>
                    <a:pt x="5008210" y="339878"/>
                  </a:lnTo>
                  <a:lnTo>
                    <a:pt x="5041377" y="336729"/>
                  </a:lnTo>
                  <a:lnTo>
                    <a:pt x="5074544" y="333551"/>
                  </a:lnTo>
                  <a:lnTo>
                    <a:pt x="5107711" y="330347"/>
                  </a:lnTo>
                  <a:lnTo>
                    <a:pt x="5140878" y="327119"/>
                  </a:lnTo>
                  <a:lnTo>
                    <a:pt x="5174045" y="323871"/>
                  </a:lnTo>
                  <a:lnTo>
                    <a:pt x="5207212" y="320602"/>
                  </a:lnTo>
                  <a:lnTo>
                    <a:pt x="5240379" y="317315"/>
                  </a:lnTo>
                  <a:lnTo>
                    <a:pt x="5273546" y="314011"/>
                  </a:lnTo>
                  <a:lnTo>
                    <a:pt x="5306713" y="310689"/>
                  </a:lnTo>
                  <a:lnTo>
                    <a:pt x="5339880" y="307352"/>
                  </a:lnTo>
                  <a:lnTo>
                    <a:pt x="5373047" y="303999"/>
                  </a:lnTo>
                  <a:lnTo>
                    <a:pt x="5406214" y="300630"/>
                  </a:lnTo>
                  <a:lnTo>
                    <a:pt x="5439381" y="297245"/>
                  </a:lnTo>
                  <a:lnTo>
                    <a:pt x="5472548" y="293844"/>
                  </a:lnTo>
                  <a:lnTo>
                    <a:pt x="5505715" y="290425"/>
                  </a:lnTo>
                  <a:lnTo>
                    <a:pt x="5538882" y="286989"/>
                  </a:lnTo>
                  <a:lnTo>
                    <a:pt x="5572049" y="283535"/>
                  </a:lnTo>
                  <a:lnTo>
                    <a:pt x="5605216" y="280060"/>
                  </a:lnTo>
                  <a:lnTo>
                    <a:pt x="5638383" y="276566"/>
                  </a:lnTo>
                  <a:lnTo>
                    <a:pt x="5671550" y="273050"/>
                  </a:lnTo>
                  <a:lnTo>
                    <a:pt x="5704717" y="269510"/>
                  </a:lnTo>
                  <a:lnTo>
                    <a:pt x="5737884" y="265947"/>
                  </a:lnTo>
                  <a:lnTo>
                    <a:pt x="5771050" y="262357"/>
                  </a:lnTo>
                  <a:lnTo>
                    <a:pt x="5804217" y="258740"/>
                  </a:lnTo>
                  <a:lnTo>
                    <a:pt x="5837384" y="255095"/>
                  </a:lnTo>
                  <a:lnTo>
                    <a:pt x="5870551" y="251419"/>
                  </a:lnTo>
                  <a:lnTo>
                    <a:pt x="5903718" y="247711"/>
                  </a:lnTo>
                  <a:lnTo>
                    <a:pt x="5936885" y="243969"/>
                  </a:lnTo>
                  <a:lnTo>
                    <a:pt x="5970052" y="240192"/>
                  </a:lnTo>
                  <a:lnTo>
                    <a:pt x="6003219" y="236379"/>
                  </a:lnTo>
                  <a:lnTo>
                    <a:pt x="6036386" y="232526"/>
                  </a:lnTo>
                  <a:lnTo>
                    <a:pt x="6069553" y="228634"/>
                  </a:lnTo>
                  <a:lnTo>
                    <a:pt x="6102720" y="224699"/>
                  </a:lnTo>
                  <a:lnTo>
                    <a:pt x="6135887" y="220722"/>
                  </a:lnTo>
                  <a:lnTo>
                    <a:pt x="6169054" y="216699"/>
                  </a:lnTo>
                  <a:lnTo>
                    <a:pt x="6202221" y="212629"/>
                  </a:lnTo>
                  <a:lnTo>
                    <a:pt x="6235388" y="208512"/>
                  </a:lnTo>
                  <a:lnTo>
                    <a:pt x="6268555" y="204345"/>
                  </a:lnTo>
                  <a:lnTo>
                    <a:pt x="6301722" y="200128"/>
                  </a:lnTo>
                  <a:lnTo>
                    <a:pt x="6334889" y="195858"/>
                  </a:lnTo>
                  <a:lnTo>
                    <a:pt x="6368056" y="191534"/>
                  </a:lnTo>
                  <a:lnTo>
                    <a:pt x="6401223" y="187155"/>
                  </a:lnTo>
                  <a:lnTo>
                    <a:pt x="6434390" y="182721"/>
                  </a:lnTo>
                  <a:lnTo>
                    <a:pt x="6467557" y="178229"/>
                  </a:lnTo>
                  <a:lnTo>
                    <a:pt x="6500724" y="173679"/>
                  </a:lnTo>
                  <a:lnTo>
                    <a:pt x="6533891" y="169069"/>
                  </a:lnTo>
                  <a:lnTo>
                    <a:pt x="6567058" y="164400"/>
                  </a:lnTo>
                  <a:lnTo>
                    <a:pt x="6600224" y="159669"/>
                  </a:lnTo>
                  <a:lnTo>
                    <a:pt x="6600224" y="561917"/>
                  </a:lnTo>
                  <a:lnTo>
                    <a:pt x="6567058" y="559641"/>
                  </a:lnTo>
                  <a:lnTo>
                    <a:pt x="6533891" y="557463"/>
                  </a:lnTo>
                  <a:lnTo>
                    <a:pt x="6500724" y="555380"/>
                  </a:lnTo>
                  <a:lnTo>
                    <a:pt x="6467557" y="553391"/>
                  </a:lnTo>
                  <a:lnTo>
                    <a:pt x="6434390" y="551494"/>
                  </a:lnTo>
                  <a:lnTo>
                    <a:pt x="6401223" y="549689"/>
                  </a:lnTo>
                  <a:lnTo>
                    <a:pt x="6368056" y="547972"/>
                  </a:lnTo>
                  <a:lnTo>
                    <a:pt x="6334889" y="546343"/>
                  </a:lnTo>
                  <a:lnTo>
                    <a:pt x="6301722" y="544799"/>
                  </a:lnTo>
                  <a:lnTo>
                    <a:pt x="6268555" y="543338"/>
                  </a:lnTo>
                  <a:lnTo>
                    <a:pt x="6235388" y="541960"/>
                  </a:lnTo>
                  <a:lnTo>
                    <a:pt x="6202221" y="540660"/>
                  </a:lnTo>
                  <a:lnTo>
                    <a:pt x="6169054" y="539439"/>
                  </a:lnTo>
                  <a:lnTo>
                    <a:pt x="6135887" y="538292"/>
                  </a:lnTo>
                  <a:lnTo>
                    <a:pt x="6102720" y="537220"/>
                  </a:lnTo>
                  <a:lnTo>
                    <a:pt x="6069553" y="536218"/>
                  </a:lnTo>
                  <a:lnTo>
                    <a:pt x="6036386" y="535285"/>
                  </a:lnTo>
                  <a:lnTo>
                    <a:pt x="6003219" y="534419"/>
                  </a:lnTo>
                  <a:lnTo>
                    <a:pt x="5970052" y="533618"/>
                  </a:lnTo>
                  <a:lnTo>
                    <a:pt x="5936885" y="532879"/>
                  </a:lnTo>
                  <a:lnTo>
                    <a:pt x="5903718" y="532200"/>
                  </a:lnTo>
                  <a:lnTo>
                    <a:pt x="5870551" y="531579"/>
                  </a:lnTo>
                  <a:lnTo>
                    <a:pt x="5837384" y="531014"/>
                  </a:lnTo>
                  <a:lnTo>
                    <a:pt x="5804217" y="530502"/>
                  </a:lnTo>
                  <a:lnTo>
                    <a:pt x="5771050" y="530042"/>
                  </a:lnTo>
                  <a:lnTo>
                    <a:pt x="5737884" y="529631"/>
                  </a:lnTo>
                  <a:lnTo>
                    <a:pt x="5704717" y="529267"/>
                  </a:lnTo>
                  <a:lnTo>
                    <a:pt x="5671550" y="528948"/>
                  </a:lnTo>
                  <a:lnTo>
                    <a:pt x="5638383" y="528673"/>
                  </a:lnTo>
                  <a:lnTo>
                    <a:pt x="5605216" y="528438"/>
                  </a:lnTo>
                  <a:lnTo>
                    <a:pt x="5572049" y="528244"/>
                  </a:lnTo>
                  <a:lnTo>
                    <a:pt x="5538882" y="528087"/>
                  </a:lnTo>
                  <a:lnTo>
                    <a:pt x="5505715" y="527967"/>
                  </a:lnTo>
                  <a:lnTo>
                    <a:pt x="5472548" y="527881"/>
                  </a:lnTo>
                  <a:lnTo>
                    <a:pt x="5439381" y="527830"/>
                  </a:lnTo>
                  <a:lnTo>
                    <a:pt x="5406214" y="527811"/>
                  </a:lnTo>
                  <a:lnTo>
                    <a:pt x="5373047" y="527823"/>
                  </a:lnTo>
                  <a:lnTo>
                    <a:pt x="5339880" y="527866"/>
                  </a:lnTo>
                  <a:lnTo>
                    <a:pt x="5306713" y="527940"/>
                  </a:lnTo>
                  <a:lnTo>
                    <a:pt x="5273546" y="528044"/>
                  </a:lnTo>
                  <a:lnTo>
                    <a:pt x="5240379" y="528177"/>
                  </a:lnTo>
                  <a:lnTo>
                    <a:pt x="5207212" y="528341"/>
                  </a:lnTo>
                  <a:lnTo>
                    <a:pt x="5174045" y="528535"/>
                  </a:lnTo>
                  <a:lnTo>
                    <a:pt x="5140878" y="528760"/>
                  </a:lnTo>
                  <a:lnTo>
                    <a:pt x="5107711" y="529018"/>
                  </a:lnTo>
                  <a:lnTo>
                    <a:pt x="5074544" y="529309"/>
                  </a:lnTo>
                  <a:lnTo>
                    <a:pt x="5041377" y="529636"/>
                  </a:lnTo>
                  <a:lnTo>
                    <a:pt x="5008210" y="530001"/>
                  </a:lnTo>
                  <a:lnTo>
                    <a:pt x="4975043" y="530407"/>
                  </a:lnTo>
                  <a:lnTo>
                    <a:pt x="4941876" y="530855"/>
                  </a:lnTo>
                  <a:lnTo>
                    <a:pt x="4908710" y="531351"/>
                  </a:lnTo>
                  <a:lnTo>
                    <a:pt x="4875543" y="531897"/>
                  </a:lnTo>
                  <a:lnTo>
                    <a:pt x="4842376" y="532499"/>
                  </a:lnTo>
                  <a:lnTo>
                    <a:pt x="4809209" y="533162"/>
                  </a:lnTo>
                  <a:lnTo>
                    <a:pt x="4776042" y="533890"/>
                  </a:lnTo>
                  <a:lnTo>
                    <a:pt x="4742875" y="534690"/>
                  </a:lnTo>
                  <a:lnTo>
                    <a:pt x="4709708" y="535568"/>
                  </a:lnTo>
                  <a:lnTo>
                    <a:pt x="4676541" y="536536"/>
                  </a:lnTo>
                  <a:lnTo>
                    <a:pt x="4643374" y="537638"/>
                  </a:lnTo>
                  <a:lnTo>
                    <a:pt x="4610207" y="538883"/>
                  </a:lnTo>
                  <a:lnTo>
                    <a:pt x="4577040" y="540271"/>
                  </a:lnTo>
                  <a:lnTo>
                    <a:pt x="4543873" y="541805"/>
                  </a:lnTo>
                  <a:lnTo>
                    <a:pt x="4510706" y="543485"/>
                  </a:lnTo>
                  <a:lnTo>
                    <a:pt x="4477539" y="545313"/>
                  </a:lnTo>
                  <a:lnTo>
                    <a:pt x="4444372" y="547287"/>
                  </a:lnTo>
                  <a:lnTo>
                    <a:pt x="4411205" y="549407"/>
                  </a:lnTo>
                  <a:lnTo>
                    <a:pt x="4378038" y="551668"/>
                  </a:lnTo>
                  <a:lnTo>
                    <a:pt x="4344871" y="554067"/>
                  </a:lnTo>
                  <a:lnTo>
                    <a:pt x="4311704" y="556595"/>
                  </a:lnTo>
                  <a:lnTo>
                    <a:pt x="4278537" y="559242"/>
                  </a:lnTo>
                  <a:lnTo>
                    <a:pt x="4245370" y="561998"/>
                  </a:lnTo>
                  <a:lnTo>
                    <a:pt x="4212203" y="564849"/>
                  </a:lnTo>
                  <a:lnTo>
                    <a:pt x="4179036" y="567778"/>
                  </a:lnTo>
                  <a:lnTo>
                    <a:pt x="4145869" y="570820"/>
                  </a:lnTo>
                  <a:lnTo>
                    <a:pt x="4112703" y="574274"/>
                  </a:lnTo>
                  <a:lnTo>
                    <a:pt x="4079536" y="578151"/>
                  </a:lnTo>
                  <a:lnTo>
                    <a:pt x="4046369" y="582402"/>
                  </a:lnTo>
                  <a:lnTo>
                    <a:pt x="4013202" y="586977"/>
                  </a:lnTo>
                  <a:lnTo>
                    <a:pt x="3980035" y="591819"/>
                  </a:lnTo>
                  <a:lnTo>
                    <a:pt x="3946868" y="596864"/>
                  </a:lnTo>
                  <a:lnTo>
                    <a:pt x="3913701" y="602035"/>
                  </a:lnTo>
                  <a:lnTo>
                    <a:pt x="3880534" y="607245"/>
                  </a:lnTo>
                  <a:lnTo>
                    <a:pt x="3847367" y="612394"/>
                  </a:lnTo>
                  <a:lnTo>
                    <a:pt x="3814200" y="617369"/>
                  </a:lnTo>
                  <a:lnTo>
                    <a:pt x="3781033" y="622049"/>
                  </a:lnTo>
                  <a:lnTo>
                    <a:pt x="3747866" y="626307"/>
                  </a:lnTo>
                  <a:lnTo>
                    <a:pt x="3714699" y="630035"/>
                  </a:lnTo>
                  <a:lnTo>
                    <a:pt x="3681532" y="633604"/>
                  </a:lnTo>
                  <a:lnTo>
                    <a:pt x="3648365" y="637200"/>
                  </a:lnTo>
                  <a:lnTo>
                    <a:pt x="3615198" y="640842"/>
                  </a:lnTo>
                  <a:lnTo>
                    <a:pt x="3582031" y="644551"/>
                  </a:lnTo>
                  <a:lnTo>
                    <a:pt x="3548864" y="648340"/>
                  </a:lnTo>
                  <a:lnTo>
                    <a:pt x="3515697" y="652213"/>
                  </a:lnTo>
                  <a:lnTo>
                    <a:pt x="3482530" y="656158"/>
                  </a:lnTo>
                  <a:lnTo>
                    <a:pt x="3449363" y="660145"/>
                  </a:lnTo>
                  <a:lnTo>
                    <a:pt x="3416196" y="664125"/>
                  </a:lnTo>
                  <a:lnTo>
                    <a:pt x="3383029" y="668031"/>
                  </a:lnTo>
                  <a:lnTo>
                    <a:pt x="3349862" y="671777"/>
                  </a:lnTo>
                  <a:lnTo>
                    <a:pt x="3316695" y="675265"/>
                  </a:lnTo>
                  <a:lnTo>
                    <a:pt x="3283529" y="678389"/>
                  </a:lnTo>
                  <a:lnTo>
                    <a:pt x="3250362" y="681035"/>
                  </a:lnTo>
                  <a:lnTo>
                    <a:pt x="3217195" y="683100"/>
                  </a:lnTo>
                  <a:lnTo>
                    <a:pt x="3184028" y="684718"/>
                  </a:lnTo>
                  <a:lnTo>
                    <a:pt x="3150861" y="686043"/>
                  </a:lnTo>
                  <a:lnTo>
                    <a:pt x="3117694" y="687152"/>
                  </a:lnTo>
                  <a:lnTo>
                    <a:pt x="3084527" y="688121"/>
                  </a:lnTo>
                  <a:lnTo>
                    <a:pt x="3051360" y="689013"/>
                  </a:lnTo>
                  <a:lnTo>
                    <a:pt x="3018193" y="689877"/>
                  </a:lnTo>
                  <a:lnTo>
                    <a:pt x="2985026" y="690742"/>
                  </a:lnTo>
                  <a:lnTo>
                    <a:pt x="2951859" y="691610"/>
                  </a:lnTo>
                  <a:lnTo>
                    <a:pt x="2918692" y="692462"/>
                  </a:lnTo>
                  <a:lnTo>
                    <a:pt x="2885525" y="693252"/>
                  </a:lnTo>
                  <a:lnTo>
                    <a:pt x="2852358" y="693919"/>
                  </a:lnTo>
                  <a:lnTo>
                    <a:pt x="2819191" y="694387"/>
                  </a:lnTo>
                  <a:lnTo>
                    <a:pt x="2786024" y="694576"/>
                  </a:lnTo>
                  <a:lnTo>
                    <a:pt x="2752857" y="694412"/>
                  </a:lnTo>
                  <a:lnTo>
                    <a:pt x="2719690" y="693888"/>
                  </a:lnTo>
                  <a:lnTo>
                    <a:pt x="2686523" y="693078"/>
                  </a:lnTo>
                  <a:lnTo>
                    <a:pt x="2653356" y="692054"/>
                  </a:lnTo>
                  <a:lnTo>
                    <a:pt x="2620189" y="690885"/>
                  </a:lnTo>
                  <a:lnTo>
                    <a:pt x="2587022" y="689628"/>
                  </a:lnTo>
                  <a:lnTo>
                    <a:pt x="2553855" y="688328"/>
                  </a:lnTo>
                  <a:lnTo>
                    <a:pt x="2520688" y="687016"/>
                  </a:lnTo>
                  <a:lnTo>
                    <a:pt x="2487521" y="685708"/>
                  </a:lnTo>
                  <a:lnTo>
                    <a:pt x="2454355" y="684406"/>
                  </a:lnTo>
                  <a:lnTo>
                    <a:pt x="2421188" y="683097"/>
                  </a:lnTo>
                  <a:lnTo>
                    <a:pt x="2388021" y="681764"/>
                  </a:lnTo>
                  <a:lnTo>
                    <a:pt x="2354854" y="680380"/>
                  </a:lnTo>
                  <a:lnTo>
                    <a:pt x="2321687" y="678923"/>
                  </a:lnTo>
                  <a:lnTo>
                    <a:pt x="2288520" y="677381"/>
                  </a:lnTo>
                  <a:lnTo>
                    <a:pt x="2255353" y="675766"/>
                  </a:lnTo>
                  <a:lnTo>
                    <a:pt x="2222186" y="674084"/>
                  </a:lnTo>
                  <a:lnTo>
                    <a:pt x="2189019" y="672344"/>
                  </a:lnTo>
                  <a:lnTo>
                    <a:pt x="2155852" y="670552"/>
                  </a:lnTo>
                  <a:lnTo>
                    <a:pt x="2122685" y="668713"/>
                  </a:lnTo>
                  <a:lnTo>
                    <a:pt x="2089518" y="666830"/>
                  </a:lnTo>
                  <a:lnTo>
                    <a:pt x="2056351" y="664904"/>
                  </a:lnTo>
                  <a:lnTo>
                    <a:pt x="2023184" y="662935"/>
                  </a:lnTo>
                  <a:lnTo>
                    <a:pt x="1990017" y="660922"/>
                  </a:lnTo>
                  <a:lnTo>
                    <a:pt x="1956850" y="658863"/>
                  </a:lnTo>
                  <a:lnTo>
                    <a:pt x="1923683" y="656753"/>
                  </a:lnTo>
                  <a:lnTo>
                    <a:pt x="1890516" y="654591"/>
                  </a:lnTo>
                  <a:lnTo>
                    <a:pt x="1857349" y="652371"/>
                  </a:lnTo>
                  <a:lnTo>
                    <a:pt x="1824182" y="650089"/>
                  </a:lnTo>
                  <a:lnTo>
                    <a:pt x="1791015" y="647744"/>
                  </a:lnTo>
                  <a:lnTo>
                    <a:pt x="1757848" y="645359"/>
                  </a:lnTo>
                  <a:lnTo>
                    <a:pt x="1724681" y="642990"/>
                  </a:lnTo>
                  <a:lnTo>
                    <a:pt x="1691514" y="640643"/>
                  </a:lnTo>
                  <a:lnTo>
                    <a:pt x="1658347" y="638318"/>
                  </a:lnTo>
                  <a:lnTo>
                    <a:pt x="1625181" y="636021"/>
                  </a:lnTo>
                  <a:lnTo>
                    <a:pt x="1592014" y="633754"/>
                  </a:lnTo>
                  <a:lnTo>
                    <a:pt x="1558847" y="631522"/>
                  </a:lnTo>
                  <a:lnTo>
                    <a:pt x="1525680" y="629331"/>
                  </a:lnTo>
                  <a:lnTo>
                    <a:pt x="1492513" y="627184"/>
                  </a:lnTo>
                  <a:lnTo>
                    <a:pt x="1459346" y="625088"/>
                  </a:lnTo>
                  <a:lnTo>
                    <a:pt x="1426179" y="623047"/>
                  </a:lnTo>
                  <a:lnTo>
                    <a:pt x="1393012" y="621067"/>
                  </a:lnTo>
                  <a:lnTo>
                    <a:pt x="1359845" y="619153"/>
                  </a:lnTo>
                  <a:lnTo>
                    <a:pt x="1326678" y="617311"/>
                  </a:lnTo>
                  <a:lnTo>
                    <a:pt x="1293511" y="615546"/>
                  </a:lnTo>
                  <a:lnTo>
                    <a:pt x="1260344" y="613863"/>
                  </a:lnTo>
                  <a:lnTo>
                    <a:pt x="1227177" y="612265"/>
                  </a:lnTo>
                  <a:lnTo>
                    <a:pt x="1194010" y="610758"/>
                  </a:lnTo>
                  <a:lnTo>
                    <a:pt x="1160843" y="609345"/>
                  </a:lnTo>
                  <a:lnTo>
                    <a:pt x="1127676" y="608029"/>
                  </a:lnTo>
                  <a:lnTo>
                    <a:pt x="1094509" y="606814"/>
                  </a:lnTo>
                  <a:lnTo>
                    <a:pt x="1061342" y="605703"/>
                  </a:lnTo>
                  <a:lnTo>
                    <a:pt x="1028175" y="604697"/>
                  </a:lnTo>
                  <a:lnTo>
                    <a:pt x="995008" y="603799"/>
                  </a:lnTo>
                  <a:lnTo>
                    <a:pt x="961841" y="603009"/>
                  </a:lnTo>
                  <a:lnTo>
                    <a:pt x="928674" y="602330"/>
                  </a:lnTo>
                  <a:lnTo>
                    <a:pt x="895507" y="601762"/>
                  </a:lnTo>
                  <a:lnTo>
                    <a:pt x="862340" y="601305"/>
                  </a:lnTo>
                  <a:lnTo>
                    <a:pt x="829173" y="600960"/>
                  </a:lnTo>
                  <a:lnTo>
                    <a:pt x="796007" y="600727"/>
                  </a:lnTo>
                  <a:lnTo>
                    <a:pt x="762840" y="600605"/>
                  </a:lnTo>
                  <a:lnTo>
                    <a:pt x="729673" y="600593"/>
                  </a:lnTo>
                  <a:lnTo>
                    <a:pt x="696506" y="600692"/>
                  </a:lnTo>
                  <a:lnTo>
                    <a:pt x="663339" y="600901"/>
                  </a:lnTo>
                  <a:lnTo>
                    <a:pt x="630172" y="601218"/>
                  </a:lnTo>
                  <a:lnTo>
                    <a:pt x="597005" y="601643"/>
                  </a:lnTo>
                  <a:lnTo>
                    <a:pt x="563838" y="602173"/>
                  </a:lnTo>
                  <a:lnTo>
                    <a:pt x="530671" y="602809"/>
                  </a:lnTo>
                  <a:lnTo>
                    <a:pt x="497504" y="603549"/>
                  </a:lnTo>
                  <a:lnTo>
                    <a:pt x="464337" y="604391"/>
                  </a:lnTo>
                  <a:lnTo>
                    <a:pt x="431170" y="605334"/>
                  </a:lnTo>
                  <a:lnTo>
                    <a:pt x="398003" y="606377"/>
                  </a:lnTo>
                  <a:lnTo>
                    <a:pt x="364836" y="607518"/>
                  </a:lnTo>
                  <a:lnTo>
                    <a:pt x="331669" y="608755"/>
                  </a:lnTo>
                  <a:lnTo>
                    <a:pt x="298502" y="610088"/>
                  </a:lnTo>
                  <a:lnTo>
                    <a:pt x="265335" y="611515"/>
                  </a:lnTo>
                  <a:lnTo>
                    <a:pt x="232168" y="613034"/>
                  </a:lnTo>
                  <a:lnTo>
                    <a:pt x="199001" y="614645"/>
                  </a:lnTo>
                  <a:lnTo>
                    <a:pt x="165834" y="616344"/>
                  </a:lnTo>
                  <a:lnTo>
                    <a:pt x="132667" y="618132"/>
                  </a:lnTo>
                  <a:lnTo>
                    <a:pt x="99500" y="620006"/>
                  </a:lnTo>
                  <a:lnTo>
                    <a:pt x="66333" y="621966"/>
                  </a:lnTo>
                  <a:lnTo>
                    <a:pt x="33166" y="624009"/>
                  </a:lnTo>
                  <a:lnTo>
                    <a:pt x="0" y="626135"/>
                  </a:lnTo>
                  <a:close/>
                </a:path>
              </a:pathLst>
            </a:custGeom>
            <a:solidFill>
              <a:srgbClr val="000000">
                <a:alpha val="12156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71887" y="4460134"/>
              <a:ext cx="6600224" cy="537318"/>
            </a:xfrm>
            <a:custGeom>
              <a:avLst/>
              <a:pathLst>
                <a:path w="6600224" h="537318">
                  <a:moveTo>
                    <a:pt x="0" y="0"/>
                  </a:moveTo>
                  <a:lnTo>
                    <a:pt x="33166" y="14767"/>
                  </a:lnTo>
                  <a:lnTo>
                    <a:pt x="66333" y="29315"/>
                  </a:lnTo>
                  <a:lnTo>
                    <a:pt x="99500" y="43641"/>
                  </a:lnTo>
                  <a:lnTo>
                    <a:pt x="132667" y="57746"/>
                  </a:lnTo>
                  <a:lnTo>
                    <a:pt x="165834" y="71629"/>
                  </a:lnTo>
                  <a:lnTo>
                    <a:pt x="199001" y="85288"/>
                  </a:lnTo>
                  <a:lnTo>
                    <a:pt x="232168" y="98724"/>
                  </a:lnTo>
                  <a:lnTo>
                    <a:pt x="265335" y="111935"/>
                  </a:lnTo>
                  <a:lnTo>
                    <a:pt x="298502" y="124920"/>
                  </a:lnTo>
                  <a:lnTo>
                    <a:pt x="331669" y="137680"/>
                  </a:lnTo>
                  <a:lnTo>
                    <a:pt x="364836" y="150212"/>
                  </a:lnTo>
                  <a:lnTo>
                    <a:pt x="398003" y="162517"/>
                  </a:lnTo>
                  <a:lnTo>
                    <a:pt x="431170" y="174593"/>
                  </a:lnTo>
                  <a:lnTo>
                    <a:pt x="464337" y="186441"/>
                  </a:lnTo>
                  <a:lnTo>
                    <a:pt x="497504" y="198058"/>
                  </a:lnTo>
                  <a:lnTo>
                    <a:pt x="530671" y="209445"/>
                  </a:lnTo>
                  <a:lnTo>
                    <a:pt x="563838" y="220600"/>
                  </a:lnTo>
                  <a:lnTo>
                    <a:pt x="597005" y="231524"/>
                  </a:lnTo>
                  <a:lnTo>
                    <a:pt x="630172" y="242215"/>
                  </a:lnTo>
                  <a:lnTo>
                    <a:pt x="663339" y="252674"/>
                  </a:lnTo>
                  <a:lnTo>
                    <a:pt x="696506" y="262899"/>
                  </a:lnTo>
                  <a:lnTo>
                    <a:pt x="729673" y="272891"/>
                  </a:lnTo>
                  <a:lnTo>
                    <a:pt x="762840" y="282649"/>
                  </a:lnTo>
                  <a:lnTo>
                    <a:pt x="796007" y="292173"/>
                  </a:lnTo>
                  <a:lnTo>
                    <a:pt x="829173" y="301464"/>
                  </a:lnTo>
                  <a:lnTo>
                    <a:pt x="862340" y="310523"/>
                  </a:lnTo>
                  <a:lnTo>
                    <a:pt x="895507" y="319349"/>
                  </a:lnTo>
                  <a:lnTo>
                    <a:pt x="928674" y="327943"/>
                  </a:lnTo>
                  <a:lnTo>
                    <a:pt x="961841" y="336307"/>
                  </a:lnTo>
                  <a:lnTo>
                    <a:pt x="995008" y="344443"/>
                  </a:lnTo>
                  <a:lnTo>
                    <a:pt x="1028175" y="352352"/>
                  </a:lnTo>
                  <a:lnTo>
                    <a:pt x="1061342" y="360036"/>
                  </a:lnTo>
                  <a:lnTo>
                    <a:pt x="1094509" y="367498"/>
                  </a:lnTo>
                  <a:lnTo>
                    <a:pt x="1127676" y="374741"/>
                  </a:lnTo>
                  <a:lnTo>
                    <a:pt x="1160843" y="381768"/>
                  </a:lnTo>
                  <a:lnTo>
                    <a:pt x="1194010" y="388583"/>
                  </a:lnTo>
                  <a:lnTo>
                    <a:pt x="1227177" y="395190"/>
                  </a:lnTo>
                  <a:lnTo>
                    <a:pt x="1260344" y="401594"/>
                  </a:lnTo>
                  <a:lnTo>
                    <a:pt x="1293511" y="407800"/>
                  </a:lnTo>
                  <a:lnTo>
                    <a:pt x="1326678" y="413812"/>
                  </a:lnTo>
                  <a:lnTo>
                    <a:pt x="1359845" y="419636"/>
                  </a:lnTo>
                  <a:lnTo>
                    <a:pt x="1393012" y="425279"/>
                  </a:lnTo>
                  <a:lnTo>
                    <a:pt x="1426179" y="430746"/>
                  </a:lnTo>
                  <a:lnTo>
                    <a:pt x="1459346" y="436042"/>
                  </a:lnTo>
                  <a:lnTo>
                    <a:pt x="1492513" y="441175"/>
                  </a:lnTo>
                  <a:lnTo>
                    <a:pt x="1525680" y="446150"/>
                  </a:lnTo>
                  <a:lnTo>
                    <a:pt x="1558847" y="450973"/>
                  </a:lnTo>
                  <a:lnTo>
                    <a:pt x="1592014" y="455651"/>
                  </a:lnTo>
                  <a:lnTo>
                    <a:pt x="1625181" y="460187"/>
                  </a:lnTo>
                  <a:lnTo>
                    <a:pt x="1658347" y="464588"/>
                  </a:lnTo>
                  <a:lnTo>
                    <a:pt x="1691514" y="468858"/>
                  </a:lnTo>
                  <a:lnTo>
                    <a:pt x="1724681" y="473001"/>
                  </a:lnTo>
                  <a:lnTo>
                    <a:pt x="1757848" y="477021"/>
                  </a:lnTo>
                  <a:lnTo>
                    <a:pt x="1791015" y="480919"/>
                  </a:lnTo>
                  <a:lnTo>
                    <a:pt x="1824182" y="484687"/>
                  </a:lnTo>
                  <a:lnTo>
                    <a:pt x="1857349" y="488318"/>
                  </a:lnTo>
                  <a:lnTo>
                    <a:pt x="1890516" y="491809"/>
                  </a:lnTo>
                  <a:lnTo>
                    <a:pt x="1923683" y="495157"/>
                  </a:lnTo>
                  <a:lnTo>
                    <a:pt x="1956850" y="498359"/>
                  </a:lnTo>
                  <a:lnTo>
                    <a:pt x="1990017" y="501411"/>
                  </a:lnTo>
                  <a:lnTo>
                    <a:pt x="2023184" y="504311"/>
                  </a:lnTo>
                  <a:lnTo>
                    <a:pt x="2056351" y="507057"/>
                  </a:lnTo>
                  <a:lnTo>
                    <a:pt x="2089518" y="509647"/>
                  </a:lnTo>
                  <a:lnTo>
                    <a:pt x="2122685" y="512083"/>
                  </a:lnTo>
                  <a:lnTo>
                    <a:pt x="2155852" y="514366"/>
                  </a:lnTo>
                  <a:lnTo>
                    <a:pt x="2189019" y="516500"/>
                  </a:lnTo>
                  <a:lnTo>
                    <a:pt x="2222186" y="518490"/>
                  </a:lnTo>
                  <a:lnTo>
                    <a:pt x="2255353" y="520342"/>
                  </a:lnTo>
                  <a:lnTo>
                    <a:pt x="2288520" y="522065"/>
                  </a:lnTo>
                  <a:lnTo>
                    <a:pt x="2321687" y="523667"/>
                  </a:lnTo>
                  <a:lnTo>
                    <a:pt x="2354854" y="525271"/>
                  </a:lnTo>
                  <a:lnTo>
                    <a:pt x="2388021" y="526958"/>
                  </a:lnTo>
                  <a:lnTo>
                    <a:pt x="2421188" y="528665"/>
                  </a:lnTo>
                  <a:lnTo>
                    <a:pt x="2454355" y="530328"/>
                  </a:lnTo>
                  <a:lnTo>
                    <a:pt x="2487521" y="531887"/>
                  </a:lnTo>
                  <a:lnTo>
                    <a:pt x="2520688" y="533291"/>
                  </a:lnTo>
                  <a:lnTo>
                    <a:pt x="2553855" y="534501"/>
                  </a:lnTo>
                  <a:lnTo>
                    <a:pt x="2587022" y="535493"/>
                  </a:lnTo>
                  <a:lnTo>
                    <a:pt x="2620189" y="536257"/>
                  </a:lnTo>
                  <a:lnTo>
                    <a:pt x="2653356" y="536800"/>
                  </a:lnTo>
                  <a:lnTo>
                    <a:pt x="2686523" y="537138"/>
                  </a:lnTo>
                  <a:lnTo>
                    <a:pt x="2719690" y="537300"/>
                  </a:lnTo>
                  <a:lnTo>
                    <a:pt x="2752857" y="537318"/>
                  </a:lnTo>
                  <a:lnTo>
                    <a:pt x="2786024" y="537257"/>
                  </a:lnTo>
                  <a:lnTo>
                    <a:pt x="2819191" y="537185"/>
                  </a:lnTo>
                  <a:lnTo>
                    <a:pt x="2852358" y="537045"/>
                  </a:lnTo>
                  <a:lnTo>
                    <a:pt x="2885525" y="536766"/>
                  </a:lnTo>
                  <a:lnTo>
                    <a:pt x="2918692" y="536287"/>
                  </a:lnTo>
                  <a:lnTo>
                    <a:pt x="2951859" y="535556"/>
                  </a:lnTo>
                  <a:lnTo>
                    <a:pt x="2985026" y="534541"/>
                  </a:lnTo>
                  <a:lnTo>
                    <a:pt x="3018193" y="533232"/>
                  </a:lnTo>
                  <a:lnTo>
                    <a:pt x="3051360" y="531645"/>
                  </a:lnTo>
                  <a:lnTo>
                    <a:pt x="3084527" y="529819"/>
                  </a:lnTo>
                  <a:lnTo>
                    <a:pt x="3117694" y="527816"/>
                  </a:lnTo>
                  <a:lnTo>
                    <a:pt x="3150861" y="525710"/>
                  </a:lnTo>
                  <a:lnTo>
                    <a:pt x="3184028" y="523589"/>
                  </a:lnTo>
                  <a:lnTo>
                    <a:pt x="3217195" y="521542"/>
                  </a:lnTo>
                  <a:lnTo>
                    <a:pt x="3250362" y="519537"/>
                  </a:lnTo>
                  <a:lnTo>
                    <a:pt x="3283529" y="517367"/>
                  </a:lnTo>
                  <a:lnTo>
                    <a:pt x="3316695" y="514998"/>
                  </a:lnTo>
                  <a:lnTo>
                    <a:pt x="3349862" y="512403"/>
                  </a:lnTo>
                  <a:lnTo>
                    <a:pt x="3383029" y="509556"/>
                  </a:lnTo>
                  <a:lnTo>
                    <a:pt x="3416196" y="506444"/>
                  </a:lnTo>
                  <a:lnTo>
                    <a:pt x="3449363" y="503064"/>
                  </a:lnTo>
                  <a:lnTo>
                    <a:pt x="3482530" y="499432"/>
                  </a:lnTo>
                  <a:lnTo>
                    <a:pt x="3515697" y="495582"/>
                  </a:lnTo>
                  <a:lnTo>
                    <a:pt x="3548864" y="491568"/>
                  </a:lnTo>
                  <a:lnTo>
                    <a:pt x="3582031" y="487461"/>
                  </a:lnTo>
                  <a:lnTo>
                    <a:pt x="3615198" y="483348"/>
                  </a:lnTo>
                  <a:lnTo>
                    <a:pt x="3648365" y="479327"/>
                  </a:lnTo>
                  <a:lnTo>
                    <a:pt x="3681532" y="475499"/>
                  </a:lnTo>
                  <a:lnTo>
                    <a:pt x="3714699" y="471968"/>
                  </a:lnTo>
                  <a:lnTo>
                    <a:pt x="3747866" y="468598"/>
                  </a:lnTo>
                  <a:lnTo>
                    <a:pt x="3781033" y="464874"/>
                  </a:lnTo>
                  <a:lnTo>
                    <a:pt x="3814200" y="460808"/>
                  </a:lnTo>
                  <a:lnTo>
                    <a:pt x="3847367" y="456444"/>
                  </a:lnTo>
                  <a:lnTo>
                    <a:pt x="3880534" y="451830"/>
                  </a:lnTo>
                  <a:lnTo>
                    <a:pt x="3913701" y="447027"/>
                  </a:lnTo>
                  <a:lnTo>
                    <a:pt x="3946868" y="442103"/>
                  </a:lnTo>
                  <a:lnTo>
                    <a:pt x="3980035" y="437142"/>
                  </a:lnTo>
                  <a:lnTo>
                    <a:pt x="4013202" y="432239"/>
                  </a:lnTo>
                  <a:lnTo>
                    <a:pt x="4046369" y="427498"/>
                  </a:lnTo>
                  <a:lnTo>
                    <a:pt x="4079536" y="423035"/>
                  </a:lnTo>
                  <a:lnTo>
                    <a:pt x="4112703" y="418970"/>
                  </a:lnTo>
                  <a:lnTo>
                    <a:pt x="4145869" y="415423"/>
                  </a:lnTo>
                  <a:lnTo>
                    <a:pt x="4179036" y="412417"/>
                  </a:lnTo>
                  <a:lnTo>
                    <a:pt x="4212203" y="409490"/>
                  </a:lnTo>
                  <a:lnTo>
                    <a:pt x="4245370" y="406561"/>
                  </a:lnTo>
                  <a:lnTo>
                    <a:pt x="4278537" y="403626"/>
                  </a:lnTo>
                  <a:lnTo>
                    <a:pt x="4311704" y="400682"/>
                  </a:lnTo>
                  <a:lnTo>
                    <a:pt x="4344871" y="397728"/>
                  </a:lnTo>
                  <a:lnTo>
                    <a:pt x="4378038" y="394765"/>
                  </a:lnTo>
                  <a:lnTo>
                    <a:pt x="4411205" y="391798"/>
                  </a:lnTo>
                  <a:lnTo>
                    <a:pt x="4444372" y="388832"/>
                  </a:lnTo>
                  <a:lnTo>
                    <a:pt x="4477539" y="385873"/>
                  </a:lnTo>
                  <a:lnTo>
                    <a:pt x="4510706" y="382932"/>
                  </a:lnTo>
                  <a:lnTo>
                    <a:pt x="4543873" y="380019"/>
                  </a:lnTo>
                  <a:lnTo>
                    <a:pt x="4577040" y="377146"/>
                  </a:lnTo>
                  <a:lnTo>
                    <a:pt x="4610207" y="374324"/>
                  </a:lnTo>
                  <a:lnTo>
                    <a:pt x="4643374" y="371566"/>
                  </a:lnTo>
                  <a:lnTo>
                    <a:pt x="4676541" y="368883"/>
                  </a:lnTo>
                  <a:lnTo>
                    <a:pt x="4709708" y="366257"/>
                  </a:lnTo>
                  <a:lnTo>
                    <a:pt x="4742875" y="363565"/>
                  </a:lnTo>
                  <a:lnTo>
                    <a:pt x="4776042" y="360798"/>
                  </a:lnTo>
                  <a:lnTo>
                    <a:pt x="4809209" y="357964"/>
                  </a:lnTo>
                  <a:lnTo>
                    <a:pt x="4842376" y="355069"/>
                  </a:lnTo>
                  <a:lnTo>
                    <a:pt x="4875543" y="352120"/>
                  </a:lnTo>
                  <a:lnTo>
                    <a:pt x="4908710" y="349121"/>
                  </a:lnTo>
                  <a:lnTo>
                    <a:pt x="4941876" y="346078"/>
                  </a:lnTo>
                  <a:lnTo>
                    <a:pt x="4975043" y="342996"/>
                  </a:lnTo>
                  <a:lnTo>
                    <a:pt x="5008210" y="339878"/>
                  </a:lnTo>
                  <a:lnTo>
                    <a:pt x="5041377" y="336729"/>
                  </a:lnTo>
                  <a:lnTo>
                    <a:pt x="5074544" y="333551"/>
                  </a:lnTo>
                  <a:lnTo>
                    <a:pt x="5107711" y="330347"/>
                  </a:lnTo>
                  <a:lnTo>
                    <a:pt x="5140878" y="327119"/>
                  </a:lnTo>
                  <a:lnTo>
                    <a:pt x="5174045" y="323871"/>
                  </a:lnTo>
                  <a:lnTo>
                    <a:pt x="5207212" y="320602"/>
                  </a:lnTo>
                  <a:lnTo>
                    <a:pt x="5240379" y="317315"/>
                  </a:lnTo>
                  <a:lnTo>
                    <a:pt x="5273546" y="314011"/>
                  </a:lnTo>
                  <a:lnTo>
                    <a:pt x="5306713" y="310689"/>
                  </a:lnTo>
                  <a:lnTo>
                    <a:pt x="5339880" y="307352"/>
                  </a:lnTo>
                  <a:lnTo>
                    <a:pt x="5373047" y="303999"/>
                  </a:lnTo>
                  <a:lnTo>
                    <a:pt x="5406214" y="300630"/>
                  </a:lnTo>
                  <a:lnTo>
                    <a:pt x="5439381" y="297245"/>
                  </a:lnTo>
                  <a:lnTo>
                    <a:pt x="5472548" y="293844"/>
                  </a:lnTo>
                  <a:lnTo>
                    <a:pt x="5505715" y="290425"/>
                  </a:lnTo>
                  <a:lnTo>
                    <a:pt x="5538882" y="286989"/>
                  </a:lnTo>
                  <a:lnTo>
                    <a:pt x="5572049" y="283535"/>
                  </a:lnTo>
                  <a:lnTo>
                    <a:pt x="5605216" y="280060"/>
                  </a:lnTo>
                  <a:lnTo>
                    <a:pt x="5638383" y="276566"/>
                  </a:lnTo>
                  <a:lnTo>
                    <a:pt x="5671550" y="273050"/>
                  </a:lnTo>
                  <a:lnTo>
                    <a:pt x="5704717" y="269510"/>
                  </a:lnTo>
                  <a:lnTo>
                    <a:pt x="5737884" y="265947"/>
                  </a:lnTo>
                  <a:lnTo>
                    <a:pt x="5771050" y="262357"/>
                  </a:lnTo>
                  <a:lnTo>
                    <a:pt x="5804217" y="258740"/>
                  </a:lnTo>
                  <a:lnTo>
                    <a:pt x="5837384" y="255095"/>
                  </a:lnTo>
                  <a:lnTo>
                    <a:pt x="5870551" y="251419"/>
                  </a:lnTo>
                  <a:lnTo>
                    <a:pt x="5903718" y="247711"/>
                  </a:lnTo>
                  <a:lnTo>
                    <a:pt x="5936885" y="243969"/>
                  </a:lnTo>
                  <a:lnTo>
                    <a:pt x="5970052" y="240192"/>
                  </a:lnTo>
                  <a:lnTo>
                    <a:pt x="6003219" y="236379"/>
                  </a:lnTo>
                  <a:lnTo>
                    <a:pt x="6036386" y="232526"/>
                  </a:lnTo>
                  <a:lnTo>
                    <a:pt x="6069553" y="228634"/>
                  </a:lnTo>
                  <a:lnTo>
                    <a:pt x="6102720" y="224699"/>
                  </a:lnTo>
                  <a:lnTo>
                    <a:pt x="6135887" y="220722"/>
                  </a:lnTo>
                  <a:lnTo>
                    <a:pt x="6169054" y="216699"/>
                  </a:lnTo>
                  <a:lnTo>
                    <a:pt x="6202221" y="212629"/>
                  </a:lnTo>
                  <a:lnTo>
                    <a:pt x="6235388" y="208512"/>
                  </a:lnTo>
                  <a:lnTo>
                    <a:pt x="6268555" y="204345"/>
                  </a:lnTo>
                  <a:lnTo>
                    <a:pt x="6301722" y="200128"/>
                  </a:lnTo>
                  <a:lnTo>
                    <a:pt x="6334889" y="195858"/>
                  </a:lnTo>
                  <a:lnTo>
                    <a:pt x="6368056" y="191534"/>
                  </a:lnTo>
                  <a:lnTo>
                    <a:pt x="6401223" y="187155"/>
                  </a:lnTo>
                  <a:lnTo>
                    <a:pt x="6434390" y="182721"/>
                  </a:lnTo>
                  <a:lnTo>
                    <a:pt x="6467557" y="178229"/>
                  </a:lnTo>
                  <a:lnTo>
                    <a:pt x="6500724" y="173679"/>
                  </a:lnTo>
                  <a:lnTo>
                    <a:pt x="6533891" y="169069"/>
                  </a:lnTo>
                  <a:lnTo>
                    <a:pt x="6567058" y="164400"/>
                  </a:lnTo>
                  <a:lnTo>
                    <a:pt x="6600224" y="1596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71887" y="4987945"/>
              <a:ext cx="6600224" cy="166765"/>
            </a:xfrm>
            <a:custGeom>
              <a:avLst/>
              <a:pathLst>
                <a:path w="6600224" h="166765">
                  <a:moveTo>
                    <a:pt x="6600224" y="34106"/>
                  </a:moveTo>
                  <a:lnTo>
                    <a:pt x="6567058" y="31830"/>
                  </a:lnTo>
                  <a:lnTo>
                    <a:pt x="6533891" y="29652"/>
                  </a:lnTo>
                  <a:lnTo>
                    <a:pt x="6500724" y="27569"/>
                  </a:lnTo>
                  <a:lnTo>
                    <a:pt x="6467557" y="25580"/>
                  </a:lnTo>
                  <a:lnTo>
                    <a:pt x="6434390" y="23683"/>
                  </a:lnTo>
                  <a:lnTo>
                    <a:pt x="6401223" y="21878"/>
                  </a:lnTo>
                  <a:lnTo>
                    <a:pt x="6368056" y="20161"/>
                  </a:lnTo>
                  <a:lnTo>
                    <a:pt x="6334889" y="18532"/>
                  </a:lnTo>
                  <a:lnTo>
                    <a:pt x="6301722" y="16988"/>
                  </a:lnTo>
                  <a:lnTo>
                    <a:pt x="6268555" y="15527"/>
                  </a:lnTo>
                  <a:lnTo>
                    <a:pt x="6235388" y="14148"/>
                  </a:lnTo>
                  <a:lnTo>
                    <a:pt x="6202221" y="12849"/>
                  </a:lnTo>
                  <a:lnTo>
                    <a:pt x="6169054" y="11628"/>
                  </a:lnTo>
                  <a:lnTo>
                    <a:pt x="6135887" y="10481"/>
                  </a:lnTo>
                  <a:lnTo>
                    <a:pt x="6102720" y="9409"/>
                  </a:lnTo>
                  <a:lnTo>
                    <a:pt x="6069553" y="8407"/>
                  </a:lnTo>
                  <a:lnTo>
                    <a:pt x="6036386" y="7474"/>
                  </a:lnTo>
                  <a:lnTo>
                    <a:pt x="6003219" y="6608"/>
                  </a:lnTo>
                  <a:lnTo>
                    <a:pt x="5970052" y="5807"/>
                  </a:lnTo>
                  <a:lnTo>
                    <a:pt x="5936885" y="5068"/>
                  </a:lnTo>
                  <a:lnTo>
                    <a:pt x="5903718" y="4389"/>
                  </a:lnTo>
                  <a:lnTo>
                    <a:pt x="5870551" y="3768"/>
                  </a:lnTo>
                  <a:lnTo>
                    <a:pt x="5837384" y="3203"/>
                  </a:lnTo>
                  <a:lnTo>
                    <a:pt x="5804217" y="2691"/>
                  </a:lnTo>
                  <a:lnTo>
                    <a:pt x="5771050" y="2231"/>
                  </a:lnTo>
                  <a:lnTo>
                    <a:pt x="5737884" y="1820"/>
                  </a:lnTo>
                  <a:lnTo>
                    <a:pt x="5704717" y="1456"/>
                  </a:lnTo>
                  <a:lnTo>
                    <a:pt x="5671550" y="1137"/>
                  </a:lnTo>
                  <a:lnTo>
                    <a:pt x="5638383" y="862"/>
                  </a:lnTo>
                  <a:lnTo>
                    <a:pt x="5605216" y="627"/>
                  </a:lnTo>
                  <a:lnTo>
                    <a:pt x="5572049" y="433"/>
                  </a:lnTo>
                  <a:lnTo>
                    <a:pt x="5538882" y="276"/>
                  </a:lnTo>
                  <a:lnTo>
                    <a:pt x="5505715" y="156"/>
                  </a:lnTo>
                  <a:lnTo>
                    <a:pt x="5472548" y="70"/>
                  </a:lnTo>
                  <a:lnTo>
                    <a:pt x="5439381" y="19"/>
                  </a:lnTo>
                  <a:lnTo>
                    <a:pt x="5406214" y="0"/>
                  </a:lnTo>
                  <a:lnTo>
                    <a:pt x="5373047" y="12"/>
                  </a:lnTo>
                  <a:lnTo>
                    <a:pt x="5339880" y="55"/>
                  </a:lnTo>
                  <a:lnTo>
                    <a:pt x="5306713" y="129"/>
                  </a:lnTo>
                  <a:lnTo>
                    <a:pt x="5273546" y="233"/>
                  </a:lnTo>
                  <a:lnTo>
                    <a:pt x="5240379" y="366"/>
                  </a:lnTo>
                  <a:lnTo>
                    <a:pt x="5207212" y="530"/>
                  </a:lnTo>
                  <a:lnTo>
                    <a:pt x="5174045" y="724"/>
                  </a:lnTo>
                  <a:lnTo>
                    <a:pt x="5140878" y="949"/>
                  </a:lnTo>
                  <a:lnTo>
                    <a:pt x="5107711" y="1207"/>
                  </a:lnTo>
                  <a:lnTo>
                    <a:pt x="5074544" y="1498"/>
                  </a:lnTo>
                  <a:lnTo>
                    <a:pt x="5041377" y="1825"/>
                  </a:lnTo>
                  <a:lnTo>
                    <a:pt x="5008210" y="2190"/>
                  </a:lnTo>
                  <a:lnTo>
                    <a:pt x="4975043" y="2595"/>
                  </a:lnTo>
                  <a:lnTo>
                    <a:pt x="4941876" y="3044"/>
                  </a:lnTo>
                  <a:lnTo>
                    <a:pt x="4908710" y="3540"/>
                  </a:lnTo>
                  <a:lnTo>
                    <a:pt x="4875543" y="4086"/>
                  </a:lnTo>
                  <a:lnTo>
                    <a:pt x="4842376" y="4688"/>
                  </a:lnTo>
                  <a:lnTo>
                    <a:pt x="4809209" y="5350"/>
                  </a:lnTo>
                  <a:lnTo>
                    <a:pt x="4776042" y="6079"/>
                  </a:lnTo>
                  <a:lnTo>
                    <a:pt x="4742875" y="6879"/>
                  </a:lnTo>
                  <a:lnTo>
                    <a:pt x="4709708" y="7757"/>
                  </a:lnTo>
                  <a:lnTo>
                    <a:pt x="4676541" y="8725"/>
                  </a:lnTo>
                  <a:lnTo>
                    <a:pt x="4643374" y="9827"/>
                  </a:lnTo>
                  <a:lnTo>
                    <a:pt x="4610207" y="11072"/>
                  </a:lnTo>
                  <a:lnTo>
                    <a:pt x="4577040" y="12460"/>
                  </a:lnTo>
                  <a:lnTo>
                    <a:pt x="4543873" y="13994"/>
                  </a:lnTo>
                  <a:lnTo>
                    <a:pt x="4510706" y="15674"/>
                  </a:lnTo>
                  <a:lnTo>
                    <a:pt x="4477539" y="17502"/>
                  </a:lnTo>
                  <a:lnTo>
                    <a:pt x="4444372" y="19476"/>
                  </a:lnTo>
                  <a:lnTo>
                    <a:pt x="4411205" y="21596"/>
                  </a:lnTo>
                  <a:lnTo>
                    <a:pt x="4378038" y="23857"/>
                  </a:lnTo>
                  <a:lnTo>
                    <a:pt x="4344871" y="26256"/>
                  </a:lnTo>
                  <a:lnTo>
                    <a:pt x="4311704" y="28784"/>
                  </a:lnTo>
                  <a:lnTo>
                    <a:pt x="4278537" y="31431"/>
                  </a:lnTo>
                  <a:lnTo>
                    <a:pt x="4245370" y="34187"/>
                  </a:lnTo>
                  <a:lnTo>
                    <a:pt x="4212203" y="37038"/>
                  </a:lnTo>
                  <a:lnTo>
                    <a:pt x="4179036" y="39967"/>
                  </a:lnTo>
                  <a:lnTo>
                    <a:pt x="4145869" y="43009"/>
                  </a:lnTo>
                  <a:lnTo>
                    <a:pt x="4112703" y="46463"/>
                  </a:lnTo>
                  <a:lnTo>
                    <a:pt x="4079536" y="50340"/>
                  </a:lnTo>
                  <a:lnTo>
                    <a:pt x="4046369" y="54591"/>
                  </a:lnTo>
                  <a:lnTo>
                    <a:pt x="4013202" y="59166"/>
                  </a:lnTo>
                  <a:lnTo>
                    <a:pt x="3980035" y="64008"/>
                  </a:lnTo>
                  <a:lnTo>
                    <a:pt x="3946868" y="69053"/>
                  </a:lnTo>
                  <a:lnTo>
                    <a:pt x="3913701" y="74224"/>
                  </a:lnTo>
                  <a:lnTo>
                    <a:pt x="3880534" y="79434"/>
                  </a:lnTo>
                  <a:lnTo>
                    <a:pt x="3847367" y="84583"/>
                  </a:lnTo>
                  <a:lnTo>
                    <a:pt x="3814200" y="89558"/>
                  </a:lnTo>
                  <a:lnTo>
                    <a:pt x="3781033" y="94238"/>
                  </a:lnTo>
                  <a:lnTo>
                    <a:pt x="3747866" y="98496"/>
                  </a:lnTo>
                  <a:lnTo>
                    <a:pt x="3714699" y="102224"/>
                  </a:lnTo>
                  <a:lnTo>
                    <a:pt x="3681532" y="105793"/>
                  </a:lnTo>
                  <a:lnTo>
                    <a:pt x="3648365" y="109389"/>
                  </a:lnTo>
                  <a:lnTo>
                    <a:pt x="3615198" y="113031"/>
                  </a:lnTo>
                  <a:lnTo>
                    <a:pt x="3582031" y="116740"/>
                  </a:lnTo>
                  <a:lnTo>
                    <a:pt x="3548864" y="120529"/>
                  </a:lnTo>
                  <a:lnTo>
                    <a:pt x="3515697" y="124402"/>
                  </a:lnTo>
                  <a:lnTo>
                    <a:pt x="3482530" y="128347"/>
                  </a:lnTo>
                  <a:lnTo>
                    <a:pt x="3449363" y="132334"/>
                  </a:lnTo>
                  <a:lnTo>
                    <a:pt x="3416196" y="136314"/>
                  </a:lnTo>
                  <a:lnTo>
                    <a:pt x="3383029" y="140220"/>
                  </a:lnTo>
                  <a:lnTo>
                    <a:pt x="3349862" y="143966"/>
                  </a:lnTo>
                  <a:lnTo>
                    <a:pt x="3316695" y="147454"/>
                  </a:lnTo>
                  <a:lnTo>
                    <a:pt x="3283529" y="150578"/>
                  </a:lnTo>
                  <a:lnTo>
                    <a:pt x="3250362" y="153224"/>
                  </a:lnTo>
                  <a:lnTo>
                    <a:pt x="3217195" y="155289"/>
                  </a:lnTo>
                  <a:lnTo>
                    <a:pt x="3184028" y="156907"/>
                  </a:lnTo>
                  <a:lnTo>
                    <a:pt x="3150861" y="158232"/>
                  </a:lnTo>
                  <a:lnTo>
                    <a:pt x="3117694" y="159341"/>
                  </a:lnTo>
                  <a:lnTo>
                    <a:pt x="3084527" y="160310"/>
                  </a:lnTo>
                  <a:lnTo>
                    <a:pt x="3051360" y="161202"/>
                  </a:lnTo>
                  <a:lnTo>
                    <a:pt x="3018193" y="162066"/>
                  </a:lnTo>
                  <a:lnTo>
                    <a:pt x="2985026" y="162931"/>
                  </a:lnTo>
                  <a:lnTo>
                    <a:pt x="2951859" y="163799"/>
                  </a:lnTo>
                  <a:lnTo>
                    <a:pt x="2918692" y="164651"/>
                  </a:lnTo>
                  <a:lnTo>
                    <a:pt x="2885525" y="165441"/>
                  </a:lnTo>
                  <a:lnTo>
                    <a:pt x="2852358" y="166108"/>
                  </a:lnTo>
                  <a:lnTo>
                    <a:pt x="2819191" y="166576"/>
                  </a:lnTo>
                  <a:lnTo>
                    <a:pt x="2786024" y="166765"/>
                  </a:lnTo>
                  <a:lnTo>
                    <a:pt x="2752857" y="166601"/>
                  </a:lnTo>
                  <a:lnTo>
                    <a:pt x="2719690" y="166077"/>
                  </a:lnTo>
                  <a:lnTo>
                    <a:pt x="2686523" y="165267"/>
                  </a:lnTo>
                  <a:lnTo>
                    <a:pt x="2653356" y="164243"/>
                  </a:lnTo>
                  <a:lnTo>
                    <a:pt x="2620189" y="163074"/>
                  </a:lnTo>
                  <a:lnTo>
                    <a:pt x="2587022" y="161817"/>
                  </a:lnTo>
                  <a:lnTo>
                    <a:pt x="2553855" y="160517"/>
                  </a:lnTo>
                  <a:lnTo>
                    <a:pt x="2520688" y="159205"/>
                  </a:lnTo>
                  <a:lnTo>
                    <a:pt x="2487521" y="157897"/>
                  </a:lnTo>
                  <a:lnTo>
                    <a:pt x="2454355" y="156594"/>
                  </a:lnTo>
                  <a:lnTo>
                    <a:pt x="2421188" y="155286"/>
                  </a:lnTo>
                  <a:lnTo>
                    <a:pt x="2388021" y="153953"/>
                  </a:lnTo>
                  <a:lnTo>
                    <a:pt x="2354854" y="152569"/>
                  </a:lnTo>
                  <a:lnTo>
                    <a:pt x="2321687" y="151112"/>
                  </a:lnTo>
                  <a:lnTo>
                    <a:pt x="2288520" y="149570"/>
                  </a:lnTo>
                  <a:lnTo>
                    <a:pt x="2255353" y="147955"/>
                  </a:lnTo>
                  <a:lnTo>
                    <a:pt x="2222186" y="146273"/>
                  </a:lnTo>
                  <a:lnTo>
                    <a:pt x="2189019" y="144533"/>
                  </a:lnTo>
                  <a:lnTo>
                    <a:pt x="2155852" y="142741"/>
                  </a:lnTo>
                  <a:lnTo>
                    <a:pt x="2122685" y="140902"/>
                  </a:lnTo>
                  <a:lnTo>
                    <a:pt x="2089518" y="139019"/>
                  </a:lnTo>
                  <a:lnTo>
                    <a:pt x="2056351" y="137093"/>
                  </a:lnTo>
                  <a:lnTo>
                    <a:pt x="2023184" y="135124"/>
                  </a:lnTo>
                  <a:lnTo>
                    <a:pt x="1990017" y="133111"/>
                  </a:lnTo>
                  <a:lnTo>
                    <a:pt x="1956850" y="131051"/>
                  </a:lnTo>
                  <a:lnTo>
                    <a:pt x="1923683" y="128942"/>
                  </a:lnTo>
                  <a:lnTo>
                    <a:pt x="1890516" y="126780"/>
                  </a:lnTo>
                  <a:lnTo>
                    <a:pt x="1857349" y="124560"/>
                  </a:lnTo>
                  <a:lnTo>
                    <a:pt x="1824182" y="122278"/>
                  </a:lnTo>
                  <a:lnTo>
                    <a:pt x="1791015" y="119933"/>
                  </a:lnTo>
                  <a:lnTo>
                    <a:pt x="1757848" y="117548"/>
                  </a:lnTo>
                  <a:lnTo>
                    <a:pt x="1724681" y="115179"/>
                  </a:lnTo>
                  <a:lnTo>
                    <a:pt x="1691514" y="112831"/>
                  </a:lnTo>
                  <a:lnTo>
                    <a:pt x="1658347" y="110507"/>
                  </a:lnTo>
                  <a:lnTo>
                    <a:pt x="1625181" y="108210"/>
                  </a:lnTo>
                  <a:lnTo>
                    <a:pt x="1592014" y="105943"/>
                  </a:lnTo>
                  <a:lnTo>
                    <a:pt x="1558847" y="103711"/>
                  </a:lnTo>
                  <a:lnTo>
                    <a:pt x="1525680" y="101520"/>
                  </a:lnTo>
                  <a:lnTo>
                    <a:pt x="1492513" y="99373"/>
                  </a:lnTo>
                  <a:lnTo>
                    <a:pt x="1459346" y="97276"/>
                  </a:lnTo>
                  <a:lnTo>
                    <a:pt x="1426179" y="95236"/>
                  </a:lnTo>
                  <a:lnTo>
                    <a:pt x="1393012" y="93256"/>
                  </a:lnTo>
                  <a:lnTo>
                    <a:pt x="1359845" y="91342"/>
                  </a:lnTo>
                  <a:lnTo>
                    <a:pt x="1326678" y="89500"/>
                  </a:lnTo>
                  <a:lnTo>
                    <a:pt x="1293511" y="87735"/>
                  </a:lnTo>
                  <a:lnTo>
                    <a:pt x="1260344" y="86052"/>
                  </a:lnTo>
                  <a:lnTo>
                    <a:pt x="1227177" y="84454"/>
                  </a:lnTo>
                  <a:lnTo>
                    <a:pt x="1194010" y="82947"/>
                  </a:lnTo>
                  <a:lnTo>
                    <a:pt x="1160843" y="81534"/>
                  </a:lnTo>
                  <a:lnTo>
                    <a:pt x="1127676" y="80218"/>
                  </a:lnTo>
                  <a:lnTo>
                    <a:pt x="1094509" y="79003"/>
                  </a:lnTo>
                  <a:lnTo>
                    <a:pt x="1061342" y="77892"/>
                  </a:lnTo>
                  <a:lnTo>
                    <a:pt x="1028175" y="76886"/>
                  </a:lnTo>
                  <a:lnTo>
                    <a:pt x="995008" y="75988"/>
                  </a:lnTo>
                  <a:lnTo>
                    <a:pt x="961841" y="75198"/>
                  </a:lnTo>
                  <a:lnTo>
                    <a:pt x="928674" y="74519"/>
                  </a:lnTo>
                  <a:lnTo>
                    <a:pt x="895507" y="73951"/>
                  </a:lnTo>
                  <a:lnTo>
                    <a:pt x="862340" y="73494"/>
                  </a:lnTo>
                  <a:lnTo>
                    <a:pt x="829173" y="73149"/>
                  </a:lnTo>
                  <a:lnTo>
                    <a:pt x="796007" y="72916"/>
                  </a:lnTo>
                  <a:lnTo>
                    <a:pt x="762840" y="72794"/>
                  </a:lnTo>
                  <a:lnTo>
                    <a:pt x="729673" y="72782"/>
                  </a:lnTo>
                  <a:lnTo>
                    <a:pt x="696506" y="72881"/>
                  </a:lnTo>
                  <a:lnTo>
                    <a:pt x="663339" y="73090"/>
                  </a:lnTo>
                  <a:lnTo>
                    <a:pt x="630172" y="73407"/>
                  </a:lnTo>
                  <a:lnTo>
                    <a:pt x="597005" y="73832"/>
                  </a:lnTo>
                  <a:lnTo>
                    <a:pt x="563838" y="74362"/>
                  </a:lnTo>
                  <a:lnTo>
                    <a:pt x="530671" y="74998"/>
                  </a:lnTo>
                  <a:lnTo>
                    <a:pt x="497504" y="75738"/>
                  </a:lnTo>
                  <a:lnTo>
                    <a:pt x="464337" y="76580"/>
                  </a:lnTo>
                  <a:lnTo>
                    <a:pt x="431170" y="77523"/>
                  </a:lnTo>
                  <a:lnTo>
                    <a:pt x="398003" y="78566"/>
                  </a:lnTo>
                  <a:lnTo>
                    <a:pt x="364836" y="79707"/>
                  </a:lnTo>
                  <a:lnTo>
                    <a:pt x="331669" y="80944"/>
                  </a:lnTo>
                  <a:lnTo>
                    <a:pt x="298502" y="82277"/>
                  </a:lnTo>
                  <a:lnTo>
                    <a:pt x="265335" y="83704"/>
                  </a:lnTo>
                  <a:lnTo>
                    <a:pt x="232168" y="85223"/>
                  </a:lnTo>
                  <a:lnTo>
                    <a:pt x="199001" y="86834"/>
                  </a:lnTo>
                  <a:lnTo>
                    <a:pt x="165834" y="88533"/>
                  </a:lnTo>
                  <a:lnTo>
                    <a:pt x="132667" y="90321"/>
                  </a:lnTo>
                  <a:lnTo>
                    <a:pt x="99500" y="92195"/>
                  </a:lnTo>
                  <a:lnTo>
                    <a:pt x="66333" y="94155"/>
                  </a:lnTo>
                  <a:lnTo>
                    <a:pt x="33166" y="96198"/>
                  </a:lnTo>
                  <a:lnTo>
                    <a:pt x="0" y="983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271887" y="4773202"/>
              <a:ext cx="6600224" cy="302849"/>
            </a:xfrm>
            <a:custGeom>
              <a:avLst/>
              <a:pathLst>
                <a:path w="6600224" h="302849">
                  <a:moveTo>
                    <a:pt x="0" y="0"/>
                  </a:moveTo>
                  <a:lnTo>
                    <a:pt x="33166" y="6320"/>
                  </a:lnTo>
                  <a:lnTo>
                    <a:pt x="66333" y="12572"/>
                  </a:lnTo>
                  <a:lnTo>
                    <a:pt x="99500" y="18756"/>
                  </a:lnTo>
                  <a:lnTo>
                    <a:pt x="132667" y="24871"/>
                  </a:lnTo>
                  <a:lnTo>
                    <a:pt x="165834" y="30919"/>
                  </a:lnTo>
                  <a:lnTo>
                    <a:pt x="199001" y="36898"/>
                  </a:lnTo>
                  <a:lnTo>
                    <a:pt x="232168" y="42811"/>
                  </a:lnTo>
                  <a:lnTo>
                    <a:pt x="265335" y="48657"/>
                  </a:lnTo>
                  <a:lnTo>
                    <a:pt x="298502" y="54436"/>
                  </a:lnTo>
                  <a:lnTo>
                    <a:pt x="331669" y="60150"/>
                  </a:lnTo>
                  <a:lnTo>
                    <a:pt x="364836" y="65797"/>
                  </a:lnTo>
                  <a:lnTo>
                    <a:pt x="398003" y="71379"/>
                  </a:lnTo>
                  <a:lnTo>
                    <a:pt x="431170" y="76896"/>
                  </a:lnTo>
                  <a:lnTo>
                    <a:pt x="464337" y="82348"/>
                  </a:lnTo>
                  <a:lnTo>
                    <a:pt x="497504" y="87736"/>
                  </a:lnTo>
                  <a:lnTo>
                    <a:pt x="530671" y="93059"/>
                  </a:lnTo>
                  <a:lnTo>
                    <a:pt x="563838" y="98319"/>
                  </a:lnTo>
                  <a:lnTo>
                    <a:pt x="597005" y="103515"/>
                  </a:lnTo>
                  <a:lnTo>
                    <a:pt x="630172" y="108649"/>
                  </a:lnTo>
                  <a:lnTo>
                    <a:pt x="663339" y="113719"/>
                  </a:lnTo>
                  <a:lnTo>
                    <a:pt x="696506" y="118728"/>
                  </a:lnTo>
                  <a:lnTo>
                    <a:pt x="729673" y="123674"/>
                  </a:lnTo>
                  <a:lnTo>
                    <a:pt x="762840" y="128559"/>
                  </a:lnTo>
                  <a:lnTo>
                    <a:pt x="796007" y="133382"/>
                  </a:lnTo>
                  <a:lnTo>
                    <a:pt x="829173" y="138144"/>
                  </a:lnTo>
                  <a:lnTo>
                    <a:pt x="862340" y="142846"/>
                  </a:lnTo>
                  <a:lnTo>
                    <a:pt x="895507" y="147487"/>
                  </a:lnTo>
                  <a:lnTo>
                    <a:pt x="928674" y="152069"/>
                  </a:lnTo>
                  <a:lnTo>
                    <a:pt x="961841" y="156590"/>
                  </a:lnTo>
                  <a:lnTo>
                    <a:pt x="995008" y="161053"/>
                  </a:lnTo>
                  <a:lnTo>
                    <a:pt x="1028175" y="165457"/>
                  </a:lnTo>
                  <a:lnTo>
                    <a:pt x="1061342" y="169801"/>
                  </a:lnTo>
                  <a:lnTo>
                    <a:pt x="1094509" y="174088"/>
                  </a:lnTo>
                  <a:lnTo>
                    <a:pt x="1127676" y="178317"/>
                  </a:lnTo>
                  <a:lnTo>
                    <a:pt x="1160843" y="182488"/>
                  </a:lnTo>
                  <a:lnTo>
                    <a:pt x="1194010" y="186602"/>
                  </a:lnTo>
                  <a:lnTo>
                    <a:pt x="1227177" y="190660"/>
                  </a:lnTo>
                  <a:lnTo>
                    <a:pt x="1260344" y="194660"/>
                  </a:lnTo>
                  <a:lnTo>
                    <a:pt x="1293511" y="198605"/>
                  </a:lnTo>
                  <a:lnTo>
                    <a:pt x="1326678" y="202494"/>
                  </a:lnTo>
                  <a:lnTo>
                    <a:pt x="1359845" y="206327"/>
                  </a:lnTo>
                  <a:lnTo>
                    <a:pt x="1393012" y="210105"/>
                  </a:lnTo>
                  <a:lnTo>
                    <a:pt x="1426179" y="213828"/>
                  </a:lnTo>
                  <a:lnTo>
                    <a:pt x="1459346" y="217497"/>
                  </a:lnTo>
                  <a:lnTo>
                    <a:pt x="1492513" y="221112"/>
                  </a:lnTo>
                  <a:lnTo>
                    <a:pt x="1525680" y="224672"/>
                  </a:lnTo>
                  <a:lnTo>
                    <a:pt x="1558847" y="228180"/>
                  </a:lnTo>
                  <a:lnTo>
                    <a:pt x="1592014" y="231634"/>
                  </a:lnTo>
                  <a:lnTo>
                    <a:pt x="1625181" y="235036"/>
                  </a:lnTo>
                  <a:lnTo>
                    <a:pt x="1658347" y="238385"/>
                  </a:lnTo>
                  <a:lnTo>
                    <a:pt x="1691514" y="241682"/>
                  </a:lnTo>
                  <a:lnTo>
                    <a:pt x="1724681" y="244928"/>
                  </a:lnTo>
                  <a:lnTo>
                    <a:pt x="1757848" y="248122"/>
                  </a:lnTo>
                  <a:lnTo>
                    <a:pt x="1791015" y="251264"/>
                  </a:lnTo>
                  <a:lnTo>
                    <a:pt x="1824182" y="254320"/>
                  </a:lnTo>
                  <a:lnTo>
                    <a:pt x="1857349" y="257276"/>
                  </a:lnTo>
                  <a:lnTo>
                    <a:pt x="1890516" y="260132"/>
                  </a:lnTo>
                  <a:lnTo>
                    <a:pt x="1923683" y="262887"/>
                  </a:lnTo>
                  <a:lnTo>
                    <a:pt x="1956850" y="265543"/>
                  </a:lnTo>
                  <a:lnTo>
                    <a:pt x="1990017" y="268099"/>
                  </a:lnTo>
                  <a:lnTo>
                    <a:pt x="2023184" y="270555"/>
                  </a:lnTo>
                  <a:lnTo>
                    <a:pt x="2056351" y="272912"/>
                  </a:lnTo>
                  <a:lnTo>
                    <a:pt x="2089518" y="275171"/>
                  </a:lnTo>
                  <a:lnTo>
                    <a:pt x="2122685" y="277330"/>
                  </a:lnTo>
                  <a:lnTo>
                    <a:pt x="2155852" y="279391"/>
                  </a:lnTo>
                  <a:lnTo>
                    <a:pt x="2189019" y="281354"/>
                  </a:lnTo>
                  <a:lnTo>
                    <a:pt x="2222186" y="283219"/>
                  </a:lnTo>
                  <a:lnTo>
                    <a:pt x="2255353" y="284986"/>
                  </a:lnTo>
                  <a:lnTo>
                    <a:pt x="2288520" y="286655"/>
                  </a:lnTo>
                  <a:lnTo>
                    <a:pt x="2321687" y="288227"/>
                  </a:lnTo>
                  <a:lnTo>
                    <a:pt x="2354854" y="289757"/>
                  </a:lnTo>
                  <a:lnTo>
                    <a:pt x="2388021" y="291293"/>
                  </a:lnTo>
                  <a:lnTo>
                    <a:pt x="2421188" y="292813"/>
                  </a:lnTo>
                  <a:lnTo>
                    <a:pt x="2454355" y="294299"/>
                  </a:lnTo>
                  <a:lnTo>
                    <a:pt x="2487521" y="295730"/>
                  </a:lnTo>
                  <a:lnTo>
                    <a:pt x="2520688" y="297085"/>
                  </a:lnTo>
                  <a:lnTo>
                    <a:pt x="2553855" y="298346"/>
                  </a:lnTo>
                  <a:lnTo>
                    <a:pt x="2587022" y="299492"/>
                  </a:lnTo>
                  <a:lnTo>
                    <a:pt x="2620189" y="300503"/>
                  </a:lnTo>
                  <a:lnTo>
                    <a:pt x="2653356" y="301359"/>
                  </a:lnTo>
                  <a:lnTo>
                    <a:pt x="2686523" y="302040"/>
                  </a:lnTo>
                  <a:lnTo>
                    <a:pt x="2719690" y="302526"/>
                  </a:lnTo>
                  <a:lnTo>
                    <a:pt x="2752857" y="302797"/>
                  </a:lnTo>
                  <a:lnTo>
                    <a:pt x="2786024" y="302849"/>
                  </a:lnTo>
                  <a:lnTo>
                    <a:pt x="2819191" y="302718"/>
                  </a:lnTo>
                  <a:lnTo>
                    <a:pt x="2852358" y="302414"/>
                  </a:lnTo>
                  <a:lnTo>
                    <a:pt x="2885525" y="301941"/>
                  </a:lnTo>
                  <a:lnTo>
                    <a:pt x="2918692" y="301306"/>
                  </a:lnTo>
                  <a:lnTo>
                    <a:pt x="2951859" y="300515"/>
                  </a:lnTo>
                  <a:lnTo>
                    <a:pt x="2985026" y="299573"/>
                  </a:lnTo>
                  <a:lnTo>
                    <a:pt x="3018193" y="298487"/>
                  </a:lnTo>
                  <a:lnTo>
                    <a:pt x="3051360" y="297261"/>
                  </a:lnTo>
                  <a:lnTo>
                    <a:pt x="3084527" y="295902"/>
                  </a:lnTo>
                  <a:lnTo>
                    <a:pt x="3117694" y="294416"/>
                  </a:lnTo>
                  <a:lnTo>
                    <a:pt x="3150861" y="292809"/>
                  </a:lnTo>
                  <a:lnTo>
                    <a:pt x="3184028" y="291086"/>
                  </a:lnTo>
                  <a:lnTo>
                    <a:pt x="3217195" y="289253"/>
                  </a:lnTo>
                  <a:lnTo>
                    <a:pt x="3250362" y="287218"/>
                  </a:lnTo>
                  <a:lnTo>
                    <a:pt x="3283529" y="284810"/>
                  </a:lnTo>
                  <a:lnTo>
                    <a:pt x="3316695" y="282064"/>
                  </a:lnTo>
                  <a:lnTo>
                    <a:pt x="3349862" y="279022"/>
                  </a:lnTo>
                  <a:lnTo>
                    <a:pt x="3383029" y="275726"/>
                  </a:lnTo>
                  <a:lnTo>
                    <a:pt x="3416196" y="272217"/>
                  </a:lnTo>
                  <a:lnTo>
                    <a:pt x="3449363" y="268536"/>
                  </a:lnTo>
                  <a:lnTo>
                    <a:pt x="3482530" y="264727"/>
                  </a:lnTo>
                  <a:lnTo>
                    <a:pt x="3515697" y="260830"/>
                  </a:lnTo>
                  <a:lnTo>
                    <a:pt x="3548864" y="256886"/>
                  </a:lnTo>
                  <a:lnTo>
                    <a:pt x="3582031" y="252938"/>
                  </a:lnTo>
                  <a:lnTo>
                    <a:pt x="3615198" y="249027"/>
                  </a:lnTo>
                  <a:lnTo>
                    <a:pt x="3648365" y="245195"/>
                  </a:lnTo>
                  <a:lnTo>
                    <a:pt x="3681532" y="241483"/>
                  </a:lnTo>
                  <a:lnTo>
                    <a:pt x="3714699" y="237934"/>
                  </a:lnTo>
                  <a:lnTo>
                    <a:pt x="3747866" y="234385"/>
                  </a:lnTo>
                  <a:lnTo>
                    <a:pt x="3781033" y="230394"/>
                  </a:lnTo>
                  <a:lnTo>
                    <a:pt x="3814200" y="226020"/>
                  </a:lnTo>
                  <a:lnTo>
                    <a:pt x="3847367" y="221351"/>
                  </a:lnTo>
                  <a:lnTo>
                    <a:pt x="3880534" y="216470"/>
                  </a:lnTo>
                  <a:lnTo>
                    <a:pt x="3913701" y="211463"/>
                  </a:lnTo>
                  <a:lnTo>
                    <a:pt x="3946868" y="206415"/>
                  </a:lnTo>
                  <a:lnTo>
                    <a:pt x="3980035" y="201413"/>
                  </a:lnTo>
                  <a:lnTo>
                    <a:pt x="4013202" y="196540"/>
                  </a:lnTo>
                  <a:lnTo>
                    <a:pt x="4046369" y="191882"/>
                  </a:lnTo>
                  <a:lnTo>
                    <a:pt x="4079536" y="187525"/>
                  </a:lnTo>
                  <a:lnTo>
                    <a:pt x="4112703" y="183554"/>
                  </a:lnTo>
                  <a:lnTo>
                    <a:pt x="4145869" y="180054"/>
                  </a:lnTo>
                  <a:lnTo>
                    <a:pt x="4179036" y="177030"/>
                  </a:lnTo>
                  <a:lnTo>
                    <a:pt x="4212203" y="174101"/>
                  </a:lnTo>
                  <a:lnTo>
                    <a:pt x="4245370" y="171211"/>
                  </a:lnTo>
                  <a:lnTo>
                    <a:pt x="4278537" y="168366"/>
                  </a:lnTo>
                  <a:lnTo>
                    <a:pt x="4311704" y="165570"/>
                  </a:lnTo>
                  <a:lnTo>
                    <a:pt x="4344871" y="162829"/>
                  </a:lnTo>
                  <a:lnTo>
                    <a:pt x="4378038" y="160149"/>
                  </a:lnTo>
                  <a:lnTo>
                    <a:pt x="4411205" y="157534"/>
                  </a:lnTo>
                  <a:lnTo>
                    <a:pt x="4444372" y="154991"/>
                  </a:lnTo>
                  <a:lnTo>
                    <a:pt x="4477539" y="152525"/>
                  </a:lnTo>
                  <a:lnTo>
                    <a:pt x="4510706" y="150141"/>
                  </a:lnTo>
                  <a:lnTo>
                    <a:pt x="4543873" y="147844"/>
                  </a:lnTo>
                  <a:lnTo>
                    <a:pt x="4577040" y="145640"/>
                  </a:lnTo>
                  <a:lnTo>
                    <a:pt x="4610207" y="143535"/>
                  </a:lnTo>
                  <a:lnTo>
                    <a:pt x="4643374" y="141534"/>
                  </a:lnTo>
                  <a:lnTo>
                    <a:pt x="4676541" y="139642"/>
                  </a:lnTo>
                  <a:lnTo>
                    <a:pt x="4709708" y="137845"/>
                  </a:lnTo>
                  <a:lnTo>
                    <a:pt x="4742875" y="136059"/>
                  </a:lnTo>
                  <a:lnTo>
                    <a:pt x="4776042" y="134276"/>
                  </a:lnTo>
                  <a:lnTo>
                    <a:pt x="4809209" y="132495"/>
                  </a:lnTo>
                  <a:lnTo>
                    <a:pt x="4842376" y="130716"/>
                  </a:lnTo>
                  <a:lnTo>
                    <a:pt x="4875543" y="128940"/>
                  </a:lnTo>
                  <a:lnTo>
                    <a:pt x="4908710" y="127168"/>
                  </a:lnTo>
                  <a:lnTo>
                    <a:pt x="4941876" y="125399"/>
                  </a:lnTo>
                  <a:lnTo>
                    <a:pt x="4975043" y="123633"/>
                  </a:lnTo>
                  <a:lnTo>
                    <a:pt x="5008210" y="121872"/>
                  </a:lnTo>
                  <a:lnTo>
                    <a:pt x="5041377" y="120115"/>
                  </a:lnTo>
                  <a:lnTo>
                    <a:pt x="5074544" y="118362"/>
                  </a:lnTo>
                  <a:lnTo>
                    <a:pt x="5107711" y="116614"/>
                  </a:lnTo>
                  <a:lnTo>
                    <a:pt x="5140878" y="114872"/>
                  </a:lnTo>
                  <a:lnTo>
                    <a:pt x="5174045" y="113135"/>
                  </a:lnTo>
                  <a:lnTo>
                    <a:pt x="5207212" y="111403"/>
                  </a:lnTo>
                  <a:lnTo>
                    <a:pt x="5240379" y="109678"/>
                  </a:lnTo>
                  <a:lnTo>
                    <a:pt x="5273546" y="107959"/>
                  </a:lnTo>
                  <a:lnTo>
                    <a:pt x="5306713" y="106247"/>
                  </a:lnTo>
                  <a:lnTo>
                    <a:pt x="5339880" y="104541"/>
                  </a:lnTo>
                  <a:lnTo>
                    <a:pt x="5373047" y="102843"/>
                  </a:lnTo>
                  <a:lnTo>
                    <a:pt x="5406214" y="101152"/>
                  </a:lnTo>
                  <a:lnTo>
                    <a:pt x="5439381" y="99469"/>
                  </a:lnTo>
                  <a:lnTo>
                    <a:pt x="5472548" y="97794"/>
                  </a:lnTo>
                  <a:lnTo>
                    <a:pt x="5505715" y="96128"/>
                  </a:lnTo>
                  <a:lnTo>
                    <a:pt x="5538882" y="94470"/>
                  </a:lnTo>
                  <a:lnTo>
                    <a:pt x="5572049" y="92821"/>
                  </a:lnTo>
                  <a:lnTo>
                    <a:pt x="5605216" y="91181"/>
                  </a:lnTo>
                  <a:lnTo>
                    <a:pt x="5638383" y="89551"/>
                  </a:lnTo>
                  <a:lnTo>
                    <a:pt x="5671550" y="87931"/>
                  </a:lnTo>
                  <a:lnTo>
                    <a:pt x="5704717" y="86321"/>
                  </a:lnTo>
                  <a:lnTo>
                    <a:pt x="5737884" y="84721"/>
                  </a:lnTo>
                  <a:lnTo>
                    <a:pt x="5771050" y="83132"/>
                  </a:lnTo>
                  <a:lnTo>
                    <a:pt x="5804217" y="81553"/>
                  </a:lnTo>
                  <a:lnTo>
                    <a:pt x="5837384" y="79986"/>
                  </a:lnTo>
                  <a:lnTo>
                    <a:pt x="5870551" y="78431"/>
                  </a:lnTo>
                  <a:lnTo>
                    <a:pt x="5903718" y="76888"/>
                  </a:lnTo>
                  <a:lnTo>
                    <a:pt x="5936885" y="75356"/>
                  </a:lnTo>
                  <a:lnTo>
                    <a:pt x="5970052" y="73837"/>
                  </a:lnTo>
                  <a:lnTo>
                    <a:pt x="6003219" y="72331"/>
                  </a:lnTo>
                  <a:lnTo>
                    <a:pt x="6036386" y="70838"/>
                  </a:lnTo>
                  <a:lnTo>
                    <a:pt x="6069553" y="69358"/>
                  </a:lnTo>
                  <a:lnTo>
                    <a:pt x="6102720" y="67891"/>
                  </a:lnTo>
                  <a:lnTo>
                    <a:pt x="6135887" y="66439"/>
                  </a:lnTo>
                  <a:lnTo>
                    <a:pt x="6169054" y="65001"/>
                  </a:lnTo>
                  <a:lnTo>
                    <a:pt x="6202221" y="63577"/>
                  </a:lnTo>
                  <a:lnTo>
                    <a:pt x="6235388" y="62168"/>
                  </a:lnTo>
                  <a:lnTo>
                    <a:pt x="6268555" y="60774"/>
                  </a:lnTo>
                  <a:lnTo>
                    <a:pt x="6301722" y="59395"/>
                  </a:lnTo>
                  <a:lnTo>
                    <a:pt x="6334889" y="58032"/>
                  </a:lnTo>
                  <a:lnTo>
                    <a:pt x="6368056" y="56685"/>
                  </a:lnTo>
                  <a:lnTo>
                    <a:pt x="6401223" y="55354"/>
                  </a:lnTo>
                  <a:lnTo>
                    <a:pt x="6434390" y="54040"/>
                  </a:lnTo>
                  <a:lnTo>
                    <a:pt x="6467557" y="52742"/>
                  </a:lnTo>
                  <a:lnTo>
                    <a:pt x="6500724" y="51461"/>
                  </a:lnTo>
                  <a:lnTo>
                    <a:pt x="6533891" y="50198"/>
                  </a:lnTo>
                  <a:lnTo>
                    <a:pt x="6567058" y="48953"/>
                  </a:lnTo>
                  <a:lnTo>
                    <a:pt x="6600224" y="47725"/>
                  </a:lnTo>
                </a:path>
              </a:pathLst>
            </a:custGeom>
            <a:ln w="46072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17066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54887" y="430439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754887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754887" y="2554670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692708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8264753" y="517925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8264753" y="459601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8264753" y="401277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264753" y="342953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264753" y="284629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8264753" y="226305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8264753" y="167980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141448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748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608165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334152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074881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80824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591295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293564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702692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7760281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520589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455459" y="3419472"/>
              <a:ext cx="206471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overdosed  (carboplatin ±20%)</a:t>
              </a:r>
            </a:p>
          </p:txBody>
        </p:sp>
        <p:sp>
          <p:nvSpPr>
            <p:cNvPr id="78" name="tx78"/>
            <p:cNvSpPr/>
            <p:nvPr/>
          </p:nvSpPr>
          <p:spPr>
            <a:xfrm rot="5400000">
              <a:off x="7864385" y="3419472"/>
              <a:ext cx="14054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F8766D">
                      <a:alpha val="100000"/>
                    </a:srgbClr>
                  </a:solidFill>
                  <a:latin typeface="Helvetica"/>
                  <a:cs typeface="Helvetica"/>
                </a:rPr>
                <a:t>Number of participants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941876" y="1367948"/>
              <a:ext cx="394097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Black line = % overdosed (left axis) · bars = distribution (right axis) · N = 1,200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2026-09-29T17:00:44Z</dcterms:modified>
  <cp:category/>
</cp:coreProperties>
</file>