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5986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078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629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51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2897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540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0840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9967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481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36097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3223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2026-09-08T07:45:51Z</dcterms:modified>
  <cp:category/>
</cp:coreProperties>
</file>