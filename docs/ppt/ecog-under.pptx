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5010260"/>
              <a:ext cx="317959" cy="8578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5010260"/>
              <a:ext cx="317959" cy="8578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981665"/>
              <a:ext cx="317959" cy="1143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972133"/>
              <a:ext cx="317959" cy="1239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905411"/>
              <a:ext cx="317959" cy="19063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5022076"/>
              <a:ext cx="317959" cy="7397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948106"/>
              <a:ext cx="317959" cy="14794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948106"/>
              <a:ext cx="317959" cy="14794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929613"/>
              <a:ext cx="317959" cy="1664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892628"/>
              <a:ext cx="317959" cy="20341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5096046"/>
              <a:ext cx="317959" cy="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896014"/>
              <a:ext cx="317959" cy="2000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896014"/>
              <a:ext cx="317959" cy="2000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896014"/>
              <a:ext cx="317959" cy="2000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76816"/>
              <a:ext cx="317959" cy="21922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10094"/>
              <a:ext cx="317959" cy="28595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33840"/>
              <a:ext cx="317959" cy="36220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695713"/>
              <a:ext cx="317959" cy="4003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590864"/>
              <a:ext cx="317959" cy="50518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11120"/>
              <a:ext cx="317959" cy="1849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07702"/>
              <a:ext cx="317959" cy="38834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78255"/>
              <a:ext cx="317959" cy="5177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22777"/>
              <a:ext cx="317959" cy="57326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22777"/>
              <a:ext cx="317959" cy="57326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96014"/>
              <a:ext cx="317959" cy="2000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695982"/>
              <a:ext cx="317959" cy="40006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595966"/>
              <a:ext cx="317959" cy="50008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495950"/>
              <a:ext cx="317959" cy="60009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495547"/>
              <a:ext cx="317959" cy="60049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323976"/>
              <a:ext cx="317959" cy="77207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209595"/>
              <a:ext cx="317959" cy="88645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038024"/>
              <a:ext cx="317959" cy="105802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809262"/>
              <a:ext cx="317959" cy="128678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356344"/>
              <a:ext cx="317959" cy="73970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838553"/>
              <a:ext cx="317959" cy="12574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468702"/>
              <a:ext cx="317959" cy="162734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450209"/>
              <a:ext cx="317959" cy="164583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265284"/>
              <a:ext cx="317959" cy="183076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3995870"/>
              <a:ext cx="317959" cy="110017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095725"/>
              <a:ext cx="317959" cy="200032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2695661"/>
              <a:ext cx="317959" cy="240038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2695661"/>
              <a:ext cx="317959" cy="240038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395613"/>
              <a:ext cx="317959" cy="27004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562269"/>
              <a:ext cx="317959" cy="53377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438357"/>
              <a:ext cx="317959" cy="65768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343039"/>
              <a:ext cx="317959" cy="75300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247722"/>
              <a:ext cx="317959" cy="84832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999897"/>
              <a:ext cx="317959" cy="10961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411822"/>
              <a:ext cx="317959" cy="68422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171419"/>
              <a:ext cx="317959" cy="92462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875538"/>
              <a:ext cx="317959" cy="122050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801568"/>
              <a:ext cx="317959" cy="129447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746090"/>
              <a:ext cx="317959" cy="134995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295918"/>
              <a:ext cx="317959" cy="80012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595805"/>
              <a:ext cx="317959" cy="150024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395773"/>
              <a:ext cx="317959" cy="170027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295757"/>
              <a:ext cx="317959" cy="180028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995709"/>
              <a:ext cx="317959" cy="210033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5000729"/>
              <a:ext cx="317959" cy="9531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905411"/>
              <a:ext cx="317959" cy="19063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95880"/>
              <a:ext cx="317959" cy="20016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67284"/>
              <a:ext cx="317959" cy="22876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848221"/>
              <a:ext cx="317959" cy="24782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48106"/>
              <a:ext cx="317959" cy="14794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81673"/>
              <a:ext cx="317959" cy="31437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726195"/>
              <a:ext cx="317959" cy="36985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670717"/>
              <a:ext cx="317959" cy="4253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670717"/>
              <a:ext cx="317959" cy="4253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996030"/>
              <a:ext cx="317959" cy="10001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395934"/>
              <a:ext cx="317959" cy="70011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395934"/>
              <a:ext cx="317959" cy="70011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295918"/>
              <a:ext cx="317959" cy="8001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86348"/>
              <a:ext cx="317959" cy="20969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71967"/>
              <a:ext cx="317959" cy="32407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14777"/>
              <a:ext cx="317959" cy="38126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648055"/>
              <a:ext cx="317959" cy="44799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543206"/>
              <a:ext cx="317959" cy="55284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11120"/>
              <a:ext cx="317959" cy="1849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633732"/>
              <a:ext cx="317959" cy="46231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485792"/>
              <a:ext cx="317959" cy="61025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485792"/>
              <a:ext cx="317959" cy="61025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411822"/>
              <a:ext cx="317959" cy="68422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695982"/>
              <a:ext cx="317959" cy="40006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395934"/>
              <a:ext cx="317959" cy="70011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295918"/>
              <a:ext cx="317959" cy="8001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895854"/>
              <a:ext cx="317959" cy="120019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72133"/>
              <a:ext cx="317959" cy="1239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57753"/>
              <a:ext cx="317959" cy="2382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00562"/>
              <a:ext cx="317959" cy="29548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52904"/>
              <a:ext cx="317959" cy="34314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05245"/>
              <a:ext cx="317959" cy="39080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48106"/>
              <a:ext cx="317959" cy="14794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26195"/>
              <a:ext cx="317959" cy="36985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689210"/>
              <a:ext cx="317959" cy="40683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41269"/>
              <a:ext cx="317959" cy="55477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485792"/>
              <a:ext cx="317959" cy="61025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96014"/>
              <a:ext cx="317959" cy="2000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896014"/>
              <a:ext cx="317959" cy="2000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795998"/>
              <a:ext cx="317959" cy="30004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595966"/>
              <a:ext cx="317959" cy="5000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72133"/>
              <a:ext cx="317959" cy="1239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924475"/>
              <a:ext cx="317959" cy="17157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914943"/>
              <a:ext cx="317959" cy="18110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76816"/>
              <a:ext cx="317959" cy="21922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52904"/>
              <a:ext cx="317959" cy="34314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5003583"/>
              <a:ext cx="317959" cy="924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837150"/>
              <a:ext cx="317959" cy="25889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818658"/>
              <a:ext cx="317959" cy="27738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763180"/>
              <a:ext cx="317959" cy="33286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652225"/>
              <a:ext cx="317959" cy="44382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795998"/>
              <a:ext cx="317959" cy="3000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595966"/>
              <a:ext cx="317959" cy="5000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595966"/>
              <a:ext cx="317959" cy="5000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395934"/>
              <a:ext cx="317959" cy="70011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2026-09-08T14:39:59Z</dcterms:modified>
  <cp:category/>
</cp:coreProperties>
</file>