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10260"/>
              <a:ext cx="317959" cy="857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5010260"/>
              <a:ext cx="317959" cy="8578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81665"/>
              <a:ext cx="317959" cy="1143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905411"/>
              <a:ext cx="317959" cy="190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22076"/>
              <a:ext cx="317959" cy="7397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48106"/>
              <a:ext cx="317959" cy="1479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48106"/>
              <a:ext cx="317959" cy="1479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29613"/>
              <a:ext cx="317959" cy="1664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628"/>
              <a:ext cx="317959" cy="20341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896014"/>
              <a:ext cx="317959" cy="2000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76816"/>
              <a:ext cx="317959" cy="21922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33840"/>
              <a:ext cx="317959" cy="3622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95713"/>
              <a:ext cx="317959" cy="4003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90864"/>
              <a:ext cx="317959" cy="50518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07702"/>
              <a:ext cx="317959" cy="38834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95950"/>
              <a:ext cx="317959" cy="6000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495547"/>
              <a:ext cx="317959" cy="6004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23976"/>
              <a:ext cx="317959" cy="772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209595"/>
              <a:ext cx="317959" cy="88645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38024"/>
              <a:ext cx="317959" cy="10580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09262"/>
              <a:ext cx="317959" cy="1286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56344"/>
              <a:ext cx="317959" cy="7397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38553"/>
              <a:ext cx="317959" cy="12574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468702"/>
              <a:ext cx="317959" cy="16273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50209"/>
              <a:ext cx="317959" cy="16458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265284"/>
              <a:ext cx="317959" cy="1830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095725"/>
              <a:ext cx="317959" cy="20003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695661"/>
              <a:ext cx="317959" cy="240038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695661"/>
              <a:ext cx="317959" cy="240038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395613"/>
              <a:ext cx="317959" cy="27004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62269"/>
              <a:ext cx="317959" cy="5337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38357"/>
              <a:ext cx="317959" cy="6576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43039"/>
              <a:ext cx="317959" cy="7530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47722"/>
              <a:ext cx="317959" cy="8483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999897"/>
              <a:ext cx="317959" cy="1096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1822"/>
              <a:ext cx="317959" cy="6842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171419"/>
              <a:ext cx="317959" cy="92462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875538"/>
              <a:ext cx="317959" cy="12205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01568"/>
              <a:ext cx="317959" cy="129447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46090"/>
              <a:ext cx="317959" cy="134995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95918"/>
              <a:ext cx="317959" cy="8001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5773"/>
              <a:ext cx="317959" cy="17002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95757"/>
              <a:ext cx="317959" cy="18002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95709"/>
              <a:ext cx="317959" cy="210033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0729"/>
              <a:ext cx="317959" cy="953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95880"/>
              <a:ext cx="317959" cy="2001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67284"/>
              <a:ext cx="317959" cy="2287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48221"/>
              <a:ext cx="317959" cy="2478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81673"/>
              <a:ext cx="317959" cy="3143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70717"/>
              <a:ext cx="317959" cy="425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70717"/>
              <a:ext cx="317959" cy="425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96030"/>
              <a:ext cx="317959" cy="1000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71967"/>
              <a:ext cx="317959" cy="3240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14777"/>
              <a:ext cx="317959" cy="3812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43206"/>
              <a:ext cx="317959" cy="552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33732"/>
              <a:ext cx="317959" cy="4623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85792"/>
              <a:ext cx="317959" cy="61025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11822"/>
              <a:ext cx="317959" cy="6842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57753"/>
              <a:ext cx="317959" cy="2382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00562"/>
              <a:ext cx="317959" cy="295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5245"/>
              <a:ext cx="317959" cy="39080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9210"/>
              <a:ext cx="317959" cy="40683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41269"/>
              <a:ext cx="317959" cy="5547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4475"/>
              <a:ext cx="317959" cy="1715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14943"/>
              <a:ext cx="317959" cy="1811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3583"/>
              <a:ext cx="317959" cy="924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37150"/>
              <a:ext cx="317959" cy="2588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818658"/>
              <a:ext cx="317959" cy="2773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52225"/>
              <a:ext cx="317959" cy="4438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2026-07-20T17:01:34Z</dcterms:modified>
  <cp:category/>
</cp:coreProperties>
</file>