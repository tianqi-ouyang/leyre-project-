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41379" y="282759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41379" y="256480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41379" y="230200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41379" y="203921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1379" y="295899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41379" y="269619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1379" y="2433405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1379" y="2170610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1379" y="1907815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41379" y="212024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042748" y="2120241"/>
              <a:ext cx="604106" cy="838753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69288" y="204873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344801" y="2048733"/>
              <a:ext cx="0" cy="140678"/>
            </a:xfrm>
            <a:custGeom>
              <a:avLst/>
              <a:pathLst>
                <a:path w="0" h="140678">
                  <a:moveTo>
                    <a:pt x="0" y="0"/>
                  </a:moveTo>
                  <a:lnTo>
                    <a:pt x="0" y="14067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9288" y="218941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41379" y="405758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1379" y="379478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41379" y="353199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1379" y="326919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41379" y="418897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1379" y="392618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41379" y="366338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41379" y="340059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41379" y="313779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41379" y="366995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042748" y="3669959"/>
              <a:ext cx="604106" cy="519019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69288" y="3607752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44801" y="3607752"/>
              <a:ext cx="0" cy="120490"/>
            </a:xfrm>
            <a:custGeom>
              <a:avLst/>
              <a:pathLst>
                <a:path w="0" h="120490">
                  <a:moveTo>
                    <a:pt x="0" y="0"/>
                  </a:moveTo>
                  <a:lnTo>
                    <a:pt x="0" y="12049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69288" y="372824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41379" y="5287566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41379" y="502477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41379" y="4761976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1379" y="449918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41379" y="541896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41379" y="515616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1379" y="489337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41379" y="463057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41379" y="436778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41379" y="5110180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042748" y="5110180"/>
              <a:ext cx="604106" cy="308783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69288" y="505872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344801" y="5058725"/>
              <a:ext cx="0" cy="97920"/>
            </a:xfrm>
            <a:custGeom>
              <a:avLst/>
              <a:pathLst>
                <a:path w="0" h="97920">
                  <a:moveTo>
                    <a:pt x="0" y="0"/>
                  </a:moveTo>
                  <a:lnTo>
                    <a:pt x="0" y="9792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69288" y="515664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911486" y="282759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911486" y="256480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911486" y="230200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911486" y="203921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911486" y="295899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911486" y="269619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911486" y="2433405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911486" y="2170610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1911486" y="1907815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1911486" y="212024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90929" y="2145028"/>
              <a:ext cx="604106" cy="81396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112855" y="2258208"/>
              <a:ext cx="604106" cy="70078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951892" y="2247607"/>
              <a:ext cx="604106" cy="711387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017469" y="189833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092982" y="1898338"/>
              <a:ext cx="0" cy="466412"/>
            </a:xfrm>
            <a:custGeom>
              <a:avLst/>
              <a:pathLst>
                <a:path w="0" h="466412">
                  <a:moveTo>
                    <a:pt x="0" y="0"/>
                  </a:moveTo>
                  <a:lnTo>
                    <a:pt x="0" y="46641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017469" y="236475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339395" y="206288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414908" y="2062887"/>
              <a:ext cx="0" cy="368083"/>
            </a:xfrm>
            <a:custGeom>
              <a:avLst/>
              <a:pathLst>
                <a:path w="0" h="368083">
                  <a:moveTo>
                    <a:pt x="0" y="0"/>
                  </a:moveTo>
                  <a:lnTo>
                    <a:pt x="0" y="36808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339395" y="243097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178432" y="210897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253945" y="2108974"/>
              <a:ext cx="0" cy="265742"/>
            </a:xfrm>
            <a:custGeom>
              <a:avLst/>
              <a:pathLst>
                <a:path w="0" h="265742">
                  <a:moveTo>
                    <a:pt x="0" y="0"/>
                  </a:moveTo>
                  <a:lnTo>
                    <a:pt x="0" y="26574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178432" y="237471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911486" y="405758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911486" y="379478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911486" y="353199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911486" y="326919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911486" y="418897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911486" y="392618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911486" y="366338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911486" y="340059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911486" y="313779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911486" y="366995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790929" y="3677343"/>
              <a:ext cx="604106" cy="511636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112855" y="3870440"/>
              <a:ext cx="604106" cy="318539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951892" y="3720300"/>
              <a:ext cx="604106" cy="46867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4017469" y="345370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092982" y="3453701"/>
              <a:ext cx="0" cy="403583"/>
            </a:xfrm>
            <a:custGeom>
              <a:avLst/>
              <a:pathLst>
                <a:path w="0" h="403583">
                  <a:moveTo>
                    <a:pt x="0" y="0"/>
                  </a:moveTo>
                  <a:lnTo>
                    <a:pt x="0" y="40358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4017469" y="385728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2339395" y="371337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2414908" y="3713373"/>
              <a:ext cx="0" cy="276840"/>
            </a:xfrm>
            <a:custGeom>
              <a:avLst/>
              <a:pathLst>
                <a:path w="0" h="276840">
                  <a:moveTo>
                    <a:pt x="0" y="0"/>
                  </a:moveTo>
                  <a:lnTo>
                    <a:pt x="0" y="27684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2339395" y="399021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178432" y="359701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3945" y="3597018"/>
              <a:ext cx="0" cy="230296"/>
            </a:xfrm>
            <a:custGeom>
              <a:avLst/>
              <a:pathLst>
                <a:path w="0" h="230296">
                  <a:moveTo>
                    <a:pt x="0" y="0"/>
                  </a:moveTo>
                  <a:lnTo>
                    <a:pt x="0" y="23029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178432" y="382731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1911486" y="5287566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1911486" y="502477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1911486" y="4761976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911486" y="449918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1911486" y="541896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1911486" y="515616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1911486" y="489337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1911486" y="463057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1911486" y="436778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1911486" y="5110180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790929" y="5186402"/>
              <a:ext cx="604106" cy="232561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112855" y="5211913"/>
              <a:ext cx="604106" cy="207050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951892" y="5167886"/>
              <a:ext cx="604106" cy="251077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4017469" y="500708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4092982" y="5007089"/>
              <a:ext cx="0" cy="298199"/>
            </a:xfrm>
            <a:custGeom>
              <a:avLst/>
              <a:pathLst>
                <a:path w="0" h="298199">
                  <a:moveTo>
                    <a:pt x="0" y="0"/>
                  </a:moveTo>
                  <a:lnTo>
                    <a:pt x="0" y="29819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4017469" y="530528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2339395" y="507480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2414908" y="5074804"/>
              <a:ext cx="0" cy="232162"/>
            </a:xfrm>
            <a:custGeom>
              <a:avLst/>
              <a:pathLst>
                <a:path w="0" h="232162">
                  <a:moveTo>
                    <a:pt x="0" y="0"/>
                  </a:moveTo>
                  <a:lnTo>
                    <a:pt x="0" y="23216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2339395" y="530696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3178432" y="506792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3253945" y="5067926"/>
              <a:ext cx="0" cy="179188"/>
            </a:xfrm>
            <a:custGeom>
              <a:avLst/>
              <a:pathLst>
                <a:path w="0" h="179188">
                  <a:moveTo>
                    <a:pt x="0" y="0"/>
                  </a:moveTo>
                  <a:lnTo>
                    <a:pt x="0" y="17918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3178432" y="524711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4659667" y="28275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4659667" y="256480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659667" y="230200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659667" y="203921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4659667" y="29589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4659667" y="26961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659667" y="243340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659667" y="217061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659667" y="190781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4659667" y="212024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700072" y="2098516"/>
              <a:ext cx="604106" cy="860478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861036" y="2107607"/>
              <a:ext cx="604106" cy="851387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5926612" y="192674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002126" y="1926748"/>
              <a:ext cx="0" cy="331453"/>
            </a:xfrm>
            <a:custGeom>
              <a:avLst/>
              <a:pathLst>
                <a:path w="0" h="331453">
                  <a:moveTo>
                    <a:pt x="0" y="0"/>
                  </a:moveTo>
                  <a:lnTo>
                    <a:pt x="0" y="33145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926612" y="225820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087575" y="199005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163089" y="1990055"/>
              <a:ext cx="0" cy="229148"/>
            </a:xfrm>
            <a:custGeom>
              <a:avLst/>
              <a:pathLst>
                <a:path w="0" h="229148">
                  <a:moveTo>
                    <a:pt x="0" y="0"/>
                  </a:moveTo>
                  <a:lnTo>
                    <a:pt x="0" y="22914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087575" y="221920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659667" y="405758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659667" y="379478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59667" y="353199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659667" y="32691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659667" y="41889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659667" y="39261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659667" y="366338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659667" y="34005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659667" y="31377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659667" y="366995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5700072" y="3688971"/>
              <a:ext cx="604106" cy="500007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861036" y="3655443"/>
              <a:ext cx="604106" cy="533536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5926612" y="353829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6002126" y="3538295"/>
              <a:ext cx="0" cy="279482"/>
            </a:xfrm>
            <a:custGeom>
              <a:avLst/>
              <a:pathLst>
                <a:path w="0" h="279482">
                  <a:moveTo>
                    <a:pt x="0" y="0"/>
                  </a:moveTo>
                  <a:lnTo>
                    <a:pt x="0" y="27948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5926612" y="381777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5087575" y="355146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163089" y="3551463"/>
              <a:ext cx="0" cy="197859"/>
            </a:xfrm>
            <a:custGeom>
              <a:avLst/>
              <a:pathLst>
                <a:path w="0" h="197859">
                  <a:moveTo>
                    <a:pt x="0" y="0"/>
                  </a:moveTo>
                  <a:lnTo>
                    <a:pt x="0" y="19785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087575" y="3749322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4659667" y="528756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4659667" y="502477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659667" y="476197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4659667" y="449918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659667" y="541896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4659667" y="515616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4659667" y="489337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659667" y="46305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4659667" y="43677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4659667" y="511018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700072" y="5093377"/>
              <a:ext cx="604106" cy="325586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4861036" y="5078409"/>
              <a:ext cx="604106" cy="340554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5926612" y="496153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6002126" y="4961536"/>
              <a:ext cx="0" cy="236867"/>
            </a:xfrm>
            <a:custGeom>
              <a:avLst/>
              <a:pathLst>
                <a:path w="0" h="236867">
                  <a:moveTo>
                    <a:pt x="0" y="0"/>
                  </a:moveTo>
                  <a:lnTo>
                    <a:pt x="0" y="23686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5926612" y="519840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087575" y="498892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5163089" y="4988924"/>
              <a:ext cx="0" cy="166280"/>
            </a:xfrm>
            <a:custGeom>
              <a:avLst/>
              <a:pathLst>
                <a:path w="0" h="166280">
                  <a:moveTo>
                    <a:pt x="0" y="0"/>
                  </a:moveTo>
                  <a:lnTo>
                    <a:pt x="0" y="16628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5087575" y="515520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6568810" y="28275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568810" y="256480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6568810" y="230200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6568810" y="203921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6568810" y="29589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6568810" y="26961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6568810" y="243340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6568810" y="217061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6568810" y="190781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6568810" y="212024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70179" y="2103383"/>
              <a:ext cx="604106" cy="855611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7609216" y="2106216"/>
              <a:ext cx="604106" cy="852778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6996719" y="197414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072233" y="1974141"/>
              <a:ext cx="0" cy="251407"/>
            </a:xfrm>
            <a:custGeom>
              <a:avLst/>
              <a:pathLst>
                <a:path w="0" h="251407">
                  <a:moveTo>
                    <a:pt x="0" y="0"/>
                  </a:moveTo>
                  <a:lnTo>
                    <a:pt x="0" y="25140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6996719" y="222554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7835756" y="195907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7911269" y="1959076"/>
              <a:ext cx="0" cy="285124"/>
            </a:xfrm>
            <a:custGeom>
              <a:avLst/>
              <a:pathLst>
                <a:path w="0" h="285124">
                  <a:moveTo>
                    <a:pt x="0" y="0"/>
                  </a:moveTo>
                  <a:lnTo>
                    <a:pt x="0" y="285124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7835756" y="224420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6568810" y="405758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6568810" y="379478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6568810" y="353199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6568810" y="32691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6568810" y="41889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6568810" y="39261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6568810" y="366338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6568810" y="34005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6568810" y="31377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6568810" y="366995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6770179" y="3720430"/>
              <a:ext cx="604106" cy="46854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7609216" y="3597255"/>
              <a:ext cx="604106" cy="591723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6996719" y="361046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7072233" y="3610463"/>
              <a:ext cx="0" cy="206781"/>
            </a:xfrm>
            <a:custGeom>
              <a:avLst/>
              <a:pathLst>
                <a:path w="0" h="206781">
                  <a:moveTo>
                    <a:pt x="0" y="0"/>
                  </a:moveTo>
                  <a:lnTo>
                    <a:pt x="0" y="206781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6996719" y="381724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7835756" y="346232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7911269" y="3462325"/>
              <a:ext cx="0" cy="255455"/>
            </a:xfrm>
            <a:custGeom>
              <a:avLst/>
              <a:pathLst>
                <a:path w="0" h="255455">
                  <a:moveTo>
                    <a:pt x="0" y="0"/>
                  </a:moveTo>
                  <a:lnTo>
                    <a:pt x="0" y="255455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7835756" y="371778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6568810" y="528756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6568810" y="502477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6568810" y="476197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6568810" y="449918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6568810" y="541896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6568810" y="515616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6568810" y="489337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6568810" y="46305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6568810" y="43677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6568810" y="511018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6770179" y="5140550"/>
              <a:ext cx="604106" cy="278413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7609216" y="5009978"/>
              <a:ext cx="604106" cy="408985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6996719" y="504849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072233" y="5048496"/>
              <a:ext cx="0" cy="167836"/>
            </a:xfrm>
            <a:custGeom>
              <a:avLst/>
              <a:pathLst>
                <a:path w="0" h="167836">
                  <a:moveTo>
                    <a:pt x="0" y="0"/>
                  </a:moveTo>
                  <a:lnTo>
                    <a:pt x="0" y="16783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6996719" y="521633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835756" y="488936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11269" y="4889366"/>
              <a:ext cx="0" cy="223056"/>
            </a:xfrm>
            <a:custGeom>
              <a:avLst/>
              <a:pathLst>
                <a:path w="0" h="223056">
                  <a:moveTo>
                    <a:pt x="0" y="0"/>
                  </a:moveTo>
                  <a:lnTo>
                    <a:pt x="0" y="22305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835756" y="511242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tx220"/>
            <p:cNvSpPr/>
            <p:nvPr/>
          </p:nvSpPr>
          <p:spPr>
            <a:xfrm>
              <a:off x="979681" y="1699735"/>
              <a:ext cx="730239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Whole cohort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942820" y="1699735"/>
              <a:ext cx="622249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Fried frailty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5331650" y="1699735"/>
              <a:ext cx="50191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955135" y="1699735"/>
              <a:ext cx="1073231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5400000">
              <a:off x="8103428" y="2387518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≥10% overdose</a:t>
              </a:r>
            </a:p>
          </p:txBody>
        </p:sp>
        <p:sp>
          <p:nvSpPr>
            <p:cNvPr id="225" name="tx225"/>
            <p:cNvSpPr/>
            <p:nvPr/>
          </p:nvSpPr>
          <p:spPr>
            <a:xfrm rot="5400000">
              <a:off x="8103428" y="3617503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≥15% overdose</a:t>
              </a:r>
            </a:p>
          </p:txBody>
        </p:sp>
        <p:sp>
          <p:nvSpPr>
            <p:cNvPr id="226" name="tx226"/>
            <p:cNvSpPr/>
            <p:nvPr/>
          </p:nvSpPr>
          <p:spPr>
            <a:xfrm rot="5400000">
              <a:off x="8103428" y="4847487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≥20% overdose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183867" y="5528933"/>
              <a:ext cx="32186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Overall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1131609" y="5638661"/>
              <a:ext cx="4263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(N=1200)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2222930" y="5528933"/>
              <a:ext cx="383956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2229971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076094" y="5528933"/>
              <a:ext cx="3557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069008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3994181" y="5528933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3908044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4883465" y="5528933"/>
              <a:ext cx="55924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 cachexia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4978151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5790305" y="5528933"/>
              <a:ext cx="42364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5817188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6804039" y="5528933"/>
              <a:ext cx="53638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ASG-PPP 1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6887295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7643076" y="5528933"/>
              <a:ext cx="53638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ASG-PPP 2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7726332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727933" y="292255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671423" y="265976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671423" y="239696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71423" y="213417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71423" y="187137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727933" y="41525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671423" y="388974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671423" y="362695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671423" y="336415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671423" y="310136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727933" y="538252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671423" y="511973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671423" y="485693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671423" y="459414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671423" y="433134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8" name="tx258"/>
            <p:cNvSpPr/>
            <p:nvPr/>
          </p:nvSpPr>
          <p:spPr>
            <a:xfrm rot="-5400000">
              <a:off x="195530" y="3613068"/>
              <a:ext cx="74102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841379" y="1355296"/>
              <a:ext cx="3978005" cy="774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CKD-EPI 2021 cr-cys vs measured GFR · absolute mL/min · exact binomial 95% CI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841379" y="1471882"/>
              <a:ext cx="2343972" cy="774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Dashed rule = whole-cohort rate at that threshold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841379" y="1160542"/>
              <a:ext cx="521866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when dosing by eGFRcr-cys, by frailty and cachexia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2026-09-08T15:40:54Z</dcterms:modified>
  <cp:category/>
</cp:coreProperties>
</file>