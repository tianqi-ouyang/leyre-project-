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767189" y="5528933"/>
              <a:ext cx="6100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Malnourished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572393" y="5528933"/>
              <a:ext cx="6777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Well-nourished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2026-09-08T15:45:44Z</dcterms:modified>
  <cp:category/>
</cp:coreProperties>
</file>