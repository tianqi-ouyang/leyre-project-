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3634212"/>
              <a:ext cx="4967725" cy="956283"/>
            </a:xfrm>
            <a:custGeom>
              <a:avLst/>
              <a:pathLst>
                <a:path w="4967725" h="956283">
                  <a:moveTo>
                    <a:pt x="0" y="956283"/>
                  </a:moveTo>
                  <a:lnTo>
                    <a:pt x="2483862" y="595459"/>
                  </a:lnTo>
                  <a:lnTo>
                    <a:pt x="4967725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548054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187230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3591770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4564134"/>
              <a:ext cx="4967725" cy="437235"/>
            </a:xfrm>
            <a:custGeom>
              <a:avLst/>
              <a:pathLst>
                <a:path w="4967725" h="437235">
                  <a:moveTo>
                    <a:pt x="0" y="437235"/>
                  </a:moveTo>
                  <a:lnTo>
                    <a:pt x="2483862" y="248482"/>
                  </a:lnTo>
                  <a:lnTo>
                    <a:pt x="4967725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958928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770175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452169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4952955"/>
              <a:ext cx="4967725" cy="91138"/>
            </a:xfrm>
            <a:custGeom>
              <a:avLst/>
              <a:pathLst>
                <a:path w="4967725" h="91138">
                  <a:moveTo>
                    <a:pt x="0" y="27871"/>
                  </a:moveTo>
                  <a:lnTo>
                    <a:pt x="2483862" y="0"/>
                  </a:lnTo>
                  <a:lnTo>
                    <a:pt x="4967725" y="91138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938385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910513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500165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5014096"/>
              <a:ext cx="4967725" cy="14425"/>
            </a:xfrm>
            <a:custGeom>
              <a:avLst/>
              <a:pathLst>
                <a:path w="4967725" h="14425">
                  <a:moveTo>
                    <a:pt x="0" y="7817"/>
                  </a:moveTo>
                  <a:lnTo>
                    <a:pt x="2483862" y="14425"/>
                  </a:lnTo>
                  <a:lnTo>
                    <a:pt x="4967725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97947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986080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4971654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4780230"/>
              <a:ext cx="4967725" cy="56789"/>
            </a:xfrm>
            <a:custGeom>
              <a:avLst/>
              <a:pathLst>
                <a:path w="4967725" h="56789">
                  <a:moveTo>
                    <a:pt x="0" y="56789"/>
                  </a:moveTo>
                  <a:lnTo>
                    <a:pt x="2483862" y="0"/>
                  </a:lnTo>
                  <a:lnTo>
                    <a:pt x="4967725" y="23883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794578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737789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476167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4894106"/>
              <a:ext cx="4967725" cy="148351"/>
            </a:xfrm>
            <a:custGeom>
              <a:avLst/>
              <a:pathLst>
                <a:path w="4967725" h="148351">
                  <a:moveTo>
                    <a:pt x="0" y="148351"/>
                  </a:moveTo>
                  <a:lnTo>
                    <a:pt x="2483862" y="102029"/>
                  </a:lnTo>
                  <a:lnTo>
                    <a:pt x="4967725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5000016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953694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4851665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4324154"/>
              <a:ext cx="4967725" cy="369059"/>
            </a:xfrm>
            <a:custGeom>
              <a:avLst/>
              <a:pathLst>
                <a:path w="4967725" h="369059">
                  <a:moveTo>
                    <a:pt x="0" y="369059"/>
                  </a:moveTo>
                  <a:lnTo>
                    <a:pt x="2483862" y="207785"/>
                  </a:lnTo>
                  <a:lnTo>
                    <a:pt x="4967725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65077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489498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428171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04089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566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0923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6180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4374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74713" y="3754419"/>
              <a:ext cx="1689026" cy="13496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58576" y="2535627"/>
              <a:ext cx="1689026" cy="256846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242438" y="4179770"/>
              <a:ext cx="1689026" cy="924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9227" y="4804114"/>
              <a:ext cx="4967725" cy="156168"/>
            </a:xfrm>
            <a:custGeom>
              <a:avLst/>
              <a:pathLst>
                <a:path w="4967725" h="156168">
                  <a:moveTo>
                    <a:pt x="0" y="156168"/>
                  </a:moveTo>
                  <a:lnTo>
                    <a:pt x="2483862" y="84069"/>
                  </a:lnTo>
                  <a:lnTo>
                    <a:pt x="4967725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076785" y="4917841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60647" y="4845741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044510" y="4761672"/>
              <a:ext cx="84883" cy="848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817066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754887" y="42166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887" y="336918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887" y="252175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167432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26933" y="506403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326933" y="409554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326933" y="31270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326933" y="21585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08137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157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07545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9963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78367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3498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79184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455459" y="335912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33" name="tx33"/>
            <p:cNvSpPr/>
            <p:nvPr/>
          </p:nvSpPr>
          <p:spPr>
            <a:xfrm rot="5400000">
              <a:off x="8213823" y="335912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41876" y="1367948"/>
              <a:ext cx="38709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% of cohort (right axis) · N = 592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2026-10-16T10:42:05Z</dcterms:modified>
  <cp:category/>
</cp:coreProperties>
</file>