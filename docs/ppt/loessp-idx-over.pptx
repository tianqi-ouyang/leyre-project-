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3328225"/>
              <a:ext cx="6015395" cy="1886511"/>
            </a:xfrm>
            <a:custGeom>
              <a:avLst/>
              <a:pathLst>
                <a:path w="6015395" h="1886511">
                  <a:moveTo>
                    <a:pt x="0" y="0"/>
                  </a:moveTo>
                  <a:lnTo>
                    <a:pt x="82883" y="39148"/>
                  </a:lnTo>
                  <a:lnTo>
                    <a:pt x="165766" y="77255"/>
                  </a:lnTo>
                  <a:lnTo>
                    <a:pt x="248649" y="114311"/>
                  </a:lnTo>
                  <a:lnTo>
                    <a:pt x="331532" y="150302"/>
                  </a:lnTo>
                  <a:lnTo>
                    <a:pt x="414416" y="185210"/>
                  </a:lnTo>
                  <a:lnTo>
                    <a:pt x="497299" y="219014"/>
                  </a:lnTo>
                  <a:lnTo>
                    <a:pt x="580182" y="251687"/>
                  </a:lnTo>
                  <a:lnTo>
                    <a:pt x="663065" y="283197"/>
                  </a:lnTo>
                  <a:lnTo>
                    <a:pt x="745948" y="313507"/>
                  </a:lnTo>
                  <a:lnTo>
                    <a:pt x="828832" y="342576"/>
                  </a:lnTo>
                  <a:lnTo>
                    <a:pt x="911715" y="370362"/>
                  </a:lnTo>
                  <a:lnTo>
                    <a:pt x="994598" y="396826"/>
                  </a:lnTo>
                  <a:lnTo>
                    <a:pt x="1077481" y="421939"/>
                  </a:lnTo>
                  <a:lnTo>
                    <a:pt x="1160364" y="445696"/>
                  </a:lnTo>
                  <a:lnTo>
                    <a:pt x="1243248" y="468124"/>
                  </a:lnTo>
                  <a:lnTo>
                    <a:pt x="1326131" y="489308"/>
                  </a:lnTo>
                  <a:lnTo>
                    <a:pt x="1409014" y="509399"/>
                  </a:lnTo>
                  <a:lnTo>
                    <a:pt x="1491897" y="528630"/>
                  </a:lnTo>
                  <a:lnTo>
                    <a:pt x="1574780" y="547304"/>
                  </a:lnTo>
                  <a:lnTo>
                    <a:pt x="1657664" y="565784"/>
                  </a:lnTo>
                  <a:lnTo>
                    <a:pt x="1740547" y="584449"/>
                  </a:lnTo>
                  <a:lnTo>
                    <a:pt x="1823430" y="604010"/>
                  </a:lnTo>
                  <a:lnTo>
                    <a:pt x="1906313" y="625195"/>
                  </a:lnTo>
                  <a:lnTo>
                    <a:pt x="1989196" y="647405"/>
                  </a:lnTo>
                  <a:lnTo>
                    <a:pt x="2072080" y="669962"/>
                  </a:lnTo>
                  <a:lnTo>
                    <a:pt x="2154963" y="692246"/>
                  </a:lnTo>
                  <a:lnTo>
                    <a:pt x="2237846" y="713744"/>
                  </a:lnTo>
                  <a:lnTo>
                    <a:pt x="2320729" y="735007"/>
                  </a:lnTo>
                  <a:lnTo>
                    <a:pt x="2403612" y="760260"/>
                  </a:lnTo>
                  <a:lnTo>
                    <a:pt x="2486496" y="786412"/>
                  </a:lnTo>
                  <a:lnTo>
                    <a:pt x="2569379" y="810412"/>
                  </a:lnTo>
                  <a:lnTo>
                    <a:pt x="2652262" y="831099"/>
                  </a:lnTo>
                  <a:lnTo>
                    <a:pt x="2735145" y="850103"/>
                  </a:lnTo>
                  <a:lnTo>
                    <a:pt x="2818028" y="866819"/>
                  </a:lnTo>
                  <a:lnTo>
                    <a:pt x="2900912" y="881017"/>
                  </a:lnTo>
                  <a:lnTo>
                    <a:pt x="2983795" y="895154"/>
                  </a:lnTo>
                  <a:lnTo>
                    <a:pt x="3066678" y="908826"/>
                  </a:lnTo>
                  <a:lnTo>
                    <a:pt x="3149561" y="918367"/>
                  </a:lnTo>
                  <a:lnTo>
                    <a:pt x="3232444" y="925462"/>
                  </a:lnTo>
                  <a:lnTo>
                    <a:pt x="3315328" y="935182"/>
                  </a:lnTo>
                  <a:lnTo>
                    <a:pt x="3398211" y="946794"/>
                  </a:lnTo>
                  <a:lnTo>
                    <a:pt x="3481094" y="956147"/>
                  </a:lnTo>
                  <a:lnTo>
                    <a:pt x="3563977" y="963481"/>
                  </a:lnTo>
                  <a:lnTo>
                    <a:pt x="3646860" y="970559"/>
                  </a:lnTo>
                  <a:lnTo>
                    <a:pt x="3729744" y="980140"/>
                  </a:lnTo>
                  <a:lnTo>
                    <a:pt x="3812627" y="990229"/>
                  </a:lnTo>
                  <a:lnTo>
                    <a:pt x="3895510" y="998736"/>
                  </a:lnTo>
                  <a:lnTo>
                    <a:pt x="3978393" y="1005568"/>
                  </a:lnTo>
                  <a:lnTo>
                    <a:pt x="4061276" y="1010877"/>
                  </a:lnTo>
                  <a:lnTo>
                    <a:pt x="4144160" y="1015059"/>
                  </a:lnTo>
                  <a:lnTo>
                    <a:pt x="4227043" y="1018686"/>
                  </a:lnTo>
                  <a:lnTo>
                    <a:pt x="4309926" y="1022382"/>
                  </a:lnTo>
                  <a:lnTo>
                    <a:pt x="4392809" y="1026154"/>
                  </a:lnTo>
                  <a:lnTo>
                    <a:pt x="4475692" y="1029724"/>
                  </a:lnTo>
                  <a:lnTo>
                    <a:pt x="4558576" y="1032985"/>
                  </a:lnTo>
                  <a:lnTo>
                    <a:pt x="4641459" y="1035776"/>
                  </a:lnTo>
                  <a:lnTo>
                    <a:pt x="4724342" y="1037890"/>
                  </a:lnTo>
                  <a:lnTo>
                    <a:pt x="4807225" y="1039093"/>
                  </a:lnTo>
                  <a:lnTo>
                    <a:pt x="4890108" y="1039144"/>
                  </a:lnTo>
                  <a:lnTo>
                    <a:pt x="4972992" y="1037808"/>
                  </a:lnTo>
                  <a:lnTo>
                    <a:pt x="5055875" y="1034871"/>
                  </a:lnTo>
                  <a:lnTo>
                    <a:pt x="5138758" y="1030154"/>
                  </a:lnTo>
                  <a:lnTo>
                    <a:pt x="5221641" y="1023514"/>
                  </a:lnTo>
                  <a:lnTo>
                    <a:pt x="5304524" y="1014848"/>
                  </a:lnTo>
                  <a:lnTo>
                    <a:pt x="5387408" y="1004087"/>
                  </a:lnTo>
                  <a:lnTo>
                    <a:pt x="5470291" y="991193"/>
                  </a:lnTo>
                  <a:lnTo>
                    <a:pt x="5553174" y="976148"/>
                  </a:lnTo>
                  <a:lnTo>
                    <a:pt x="5636057" y="958954"/>
                  </a:lnTo>
                  <a:lnTo>
                    <a:pt x="5718940" y="939622"/>
                  </a:lnTo>
                  <a:lnTo>
                    <a:pt x="5801824" y="918169"/>
                  </a:lnTo>
                  <a:lnTo>
                    <a:pt x="5884707" y="894617"/>
                  </a:lnTo>
                  <a:lnTo>
                    <a:pt x="5967590" y="868988"/>
                  </a:lnTo>
                  <a:lnTo>
                    <a:pt x="6015395" y="853020"/>
                  </a:lnTo>
                  <a:lnTo>
                    <a:pt x="6015395" y="1886511"/>
                  </a:lnTo>
                  <a:lnTo>
                    <a:pt x="5967590" y="1858921"/>
                  </a:lnTo>
                  <a:lnTo>
                    <a:pt x="5884707" y="1813121"/>
                  </a:lnTo>
                  <a:lnTo>
                    <a:pt x="5801824" y="1769409"/>
                  </a:lnTo>
                  <a:lnTo>
                    <a:pt x="5718940" y="1727839"/>
                  </a:lnTo>
                  <a:lnTo>
                    <a:pt x="5636057" y="1688465"/>
                  </a:lnTo>
                  <a:lnTo>
                    <a:pt x="5553174" y="1651338"/>
                  </a:lnTo>
                  <a:lnTo>
                    <a:pt x="5470291" y="1616502"/>
                  </a:lnTo>
                  <a:lnTo>
                    <a:pt x="5387408" y="1583988"/>
                  </a:lnTo>
                  <a:lnTo>
                    <a:pt x="5304524" y="1553814"/>
                  </a:lnTo>
                  <a:lnTo>
                    <a:pt x="5221641" y="1525973"/>
                  </a:lnTo>
                  <a:lnTo>
                    <a:pt x="5138758" y="1500429"/>
                  </a:lnTo>
                  <a:lnTo>
                    <a:pt x="5055875" y="1477110"/>
                  </a:lnTo>
                  <a:lnTo>
                    <a:pt x="4972992" y="1455908"/>
                  </a:lnTo>
                  <a:lnTo>
                    <a:pt x="4890108" y="1436673"/>
                  </a:lnTo>
                  <a:lnTo>
                    <a:pt x="4807225" y="1419227"/>
                  </a:lnTo>
                  <a:lnTo>
                    <a:pt x="4724342" y="1403366"/>
                  </a:lnTo>
                  <a:lnTo>
                    <a:pt x="4641459" y="1388881"/>
                  </a:lnTo>
                  <a:lnTo>
                    <a:pt x="4558576" y="1375570"/>
                  </a:lnTo>
                  <a:lnTo>
                    <a:pt x="4475692" y="1363261"/>
                  </a:lnTo>
                  <a:lnTo>
                    <a:pt x="4392809" y="1351822"/>
                  </a:lnTo>
                  <a:lnTo>
                    <a:pt x="4309926" y="1341182"/>
                  </a:lnTo>
                  <a:lnTo>
                    <a:pt x="4227043" y="1330970"/>
                  </a:lnTo>
                  <a:lnTo>
                    <a:pt x="4144160" y="1320715"/>
                  </a:lnTo>
                  <a:lnTo>
                    <a:pt x="4061276" y="1310513"/>
                  </a:lnTo>
                  <a:lnTo>
                    <a:pt x="3978393" y="1300412"/>
                  </a:lnTo>
                  <a:lnTo>
                    <a:pt x="3895510" y="1290280"/>
                  </a:lnTo>
                  <a:lnTo>
                    <a:pt x="3812627" y="1279743"/>
                  </a:lnTo>
                  <a:lnTo>
                    <a:pt x="3729744" y="1268183"/>
                  </a:lnTo>
                  <a:lnTo>
                    <a:pt x="3646860" y="1255615"/>
                  </a:lnTo>
                  <a:lnTo>
                    <a:pt x="3563977" y="1243665"/>
                  </a:lnTo>
                  <a:lnTo>
                    <a:pt x="3481094" y="1232932"/>
                  </a:lnTo>
                  <a:lnTo>
                    <a:pt x="3398211" y="1222874"/>
                  </a:lnTo>
                  <a:lnTo>
                    <a:pt x="3315328" y="1211429"/>
                  </a:lnTo>
                  <a:lnTo>
                    <a:pt x="3232444" y="1198529"/>
                  </a:lnTo>
                  <a:lnTo>
                    <a:pt x="3149561" y="1187476"/>
                  </a:lnTo>
                  <a:lnTo>
                    <a:pt x="3066678" y="1177667"/>
                  </a:lnTo>
                  <a:lnTo>
                    <a:pt x="2983795" y="1165074"/>
                  </a:lnTo>
                  <a:lnTo>
                    <a:pt x="2900912" y="1148803"/>
                  </a:lnTo>
                  <a:lnTo>
                    <a:pt x="2818028" y="1132790"/>
                  </a:lnTo>
                  <a:lnTo>
                    <a:pt x="2735145" y="1117639"/>
                  </a:lnTo>
                  <a:lnTo>
                    <a:pt x="2652262" y="1101270"/>
                  </a:lnTo>
                  <a:lnTo>
                    <a:pt x="2569379" y="1080163"/>
                  </a:lnTo>
                  <a:lnTo>
                    <a:pt x="2486496" y="1055519"/>
                  </a:lnTo>
                  <a:lnTo>
                    <a:pt x="2403612" y="1031183"/>
                  </a:lnTo>
                  <a:lnTo>
                    <a:pt x="2320729" y="1009242"/>
                  </a:lnTo>
                  <a:lnTo>
                    <a:pt x="2237846" y="989842"/>
                  </a:lnTo>
                  <a:lnTo>
                    <a:pt x="2154963" y="970200"/>
                  </a:lnTo>
                  <a:lnTo>
                    <a:pt x="2072080" y="950658"/>
                  </a:lnTo>
                  <a:lnTo>
                    <a:pt x="1989196" y="932011"/>
                  </a:lnTo>
                  <a:lnTo>
                    <a:pt x="1906313" y="914946"/>
                  </a:lnTo>
                  <a:lnTo>
                    <a:pt x="1823430" y="900092"/>
                  </a:lnTo>
                  <a:lnTo>
                    <a:pt x="1740547" y="888091"/>
                  </a:lnTo>
                  <a:lnTo>
                    <a:pt x="1657664" y="879151"/>
                  </a:lnTo>
                  <a:lnTo>
                    <a:pt x="1574780" y="873456"/>
                  </a:lnTo>
                  <a:lnTo>
                    <a:pt x="1491897" y="871334"/>
                  </a:lnTo>
                  <a:lnTo>
                    <a:pt x="1409014" y="873088"/>
                  </a:lnTo>
                  <a:lnTo>
                    <a:pt x="1326131" y="878970"/>
                  </a:lnTo>
                  <a:lnTo>
                    <a:pt x="1243248" y="889156"/>
                  </a:lnTo>
                  <a:lnTo>
                    <a:pt x="1160364" y="903744"/>
                  </a:lnTo>
                  <a:lnTo>
                    <a:pt x="1077481" y="922762"/>
                  </a:lnTo>
                  <a:lnTo>
                    <a:pt x="994598" y="946185"/>
                  </a:lnTo>
                  <a:lnTo>
                    <a:pt x="911715" y="973951"/>
                  </a:lnTo>
                  <a:lnTo>
                    <a:pt x="828832" y="1005978"/>
                  </a:lnTo>
                  <a:lnTo>
                    <a:pt x="745948" y="1042170"/>
                  </a:lnTo>
                  <a:lnTo>
                    <a:pt x="663065" y="1082432"/>
                  </a:lnTo>
                  <a:lnTo>
                    <a:pt x="580182" y="1126667"/>
                  </a:lnTo>
                  <a:lnTo>
                    <a:pt x="497299" y="1174785"/>
                  </a:lnTo>
                  <a:lnTo>
                    <a:pt x="414416" y="1226698"/>
                  </a:lnTo>
                  <a:lnTo>
                    <a:pt x="331532" y="1282325"/>
                  </a:lnTo>
                  <a:lnTo>
                    <a:pt x="248649" y="1341588"/>
                  </a:lnTo>
                  <a:lnTo>
                    <a:pt x="165766" y="1404416"/>
                  </a:lnTo>
                  <a:lnTo>
                    <a:pt x="82883" y="1470741"/>
                  </a:lnTo>
                  <a:lnTo>
                    <a:pt x="0" y="15404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3328225"/>
              <a:ext cx="6015395" cy="1039144"/>
            </a:xfrm>
            <a:custGeom>
              <a:avLst/>
              <a:pathLst>
                <a:path w="6015395" h="1039144">
                  <a:moveTo>
                    <a:pt x="0" y="0"/>
                  </a:moveTo>
                  <a:lnTo>
                    <a:pt x="82883" y="39148"/>
                  </a:lnTo>
                  <a:lnTo>
                    <a:pt x="165766" y="77255"/>
                  </a:lnTo>
                  <a:lnTo>
                    <a:pt x="248649" y="114311"/>
                  </a:lnTo>
                  <a:lnTo>
                    <a:pt x="331532" y="150302"/>
                  </a:lnTo>
                  <a:lnTo>
                    <a:pt x="414416" y="185210"/>
                  </a:lnTo>
                  <a:lnTo>
                    <a:pt x="497299" y="219014"/>
                  </a:lnTo>
                  <a:lnTo>
                    <a:pt x="580182" y="251687"/>
                  </a:lnTo>
                  <a:lnTo>
                    <a:pt x="663065" y="283197"/>
                  </a:lnTo>
                  <a:lnTo>
                    <a:pt x="745948" y="313507"/>
                  </a:lnTo>
                  <a:lnTo>
                    <a:pt x="828832" y="342576"/>
                  </a:lnTo>
                  <a:lnTo>
                    <a:pt x="911715" y="370362"/>
                  </a:lnTo>
                  <a:lnTo>
                    <a:pt x="994598" y="396826"/>
                  </a:lnTo>
                  <a:lnTo>
                    <a:pt x="1077481" y="421939"/>
                  </a:lnTo>
                  <a:lnTo>
                    <a:pt x="1160364" y="445696"/>
                  </a:lnTo>
                  <a:lnTo>
                    <a:pt x="1243248" y="468124"/>
                  </a:lnTo>
                  <a:lnTo>
                    <a:pt x="1326131" y="489308"/>
                  </a:lnTo>
                  <a:lnTo>
                    <a:pt x="1409014" y="509399"/>
                  </a:lnTo>
                  <a:lnTo>
                    <a:pt x="1491897" y="528630"/>
                  </a:lnTo>
                  <a:lnTo>
                    <a:pt x="1574780" y="547304"/>
                  </a:lnTo>
                  <a:lnTo>
                    <a:pt x="1657664" y="565784"/>
                  </a:lnTo>
                  <a:lnTo>
                    <a:pt x="1740547" y="584449"/>
                  </a:lnTo>
                  <a:lnTo>
                    <a:pt x="1823430" y="604010"/>
                  </a:lnTo>
                  <a:lnTo>
                    <a:pt x="1906313" y="625195"/>
                  </a:lnTo>
                  <a:lnTo>
                    <a:pt x="1989196" y="647405"/>
                  </a:lnTo>
                  <a:lnTo>
                    <a:pt x="2072080" y="669962"/>
                  </a:lnTo>
                  <a:lnTo>
                    <a:pt x="2154963" y="692246"/>
                  </a:lnTo>
                  <a:lnTo>
                    <a:pt x="2237846" y="713744"/>
                  </a:lnTo>
                  <a:lnTo>
                    <a:pt x="2320729" y="735007"/>
                  </a:lnTo>
                  <a:lnTo>
                    <a:pt x="2403612" y="760260"/>
                  </a:lnTo>
                  <a:lnTo>
                    <a:pt x="2486496" y="786412"/>
                  </a:lnTo>
                  <a:lnTo>
                    <a:pt x="2569379" y="810412"/>
                  </a:lnTo>
                  <a:lnTo>
                    <a:pt x="2652262" y="831099"/>
                  </a:lnTo>
                  <a:lnTo>
                    <a:pt x="2735145" y="850103"/>
                  </a:lnTo>
                  <a:lnTo>
                    <a:pt x="2818028" y="866819"/>
                  </a:lnTo>
                  <a:lnTo>
                    <a:pt x="2900912" y="881017"/>
                  </a:lnTo>
                  <a:lnTo>
                    <a:pt x="2983795" y="895154"/>
                  </a:lnTo>
                  <a:lnTo>
                    <a:pt x="3066678" y="908826"/>
                  </a:lnTo>
                  <a:lnTo>
                    <a:pt x="3149561" y="918367"/>
                  </a:lnTo>
                  <a:lnTo>
                    <a:pt x="3232444" y="925462"/>
                  </a:lnTo>
                  <a:lnTo>
                    <a:pt x="3315328" y="935182"/>
                  </a:lnTo>
                  <a:lnTo>
                    <a:pt x="3398211" y="946794"/>
                  </a:lnTo>
                  <a:lnTo>
                    <a:pt x="3481094" y="956147"/>
                  </a:lnTo>
                  <a:lnTo>
                    <a:pt x="3563977" y="963481"/>
                  </a:lnTo>
                  <a:lnTo>
                    <a:pt x="3646860" y="970559"/>
                  </a:lnTo>
                  <a:lnTo>
                    <a:pt x="3729744" y="980140"/>
                  </a:lnTo>
                  <a:lnTo>
                    <a:pt x="3812627" y="990229"/>
                  </a:lnTo>
                  <a:lnTo>
                    <a:pt x="3895510" y="998736"/>
                  </a:lnTo>
                  <a:lnTo>
                    <a:pt x="3978393" y="1005568"/>
                  </a:lnTo>
                  <a:lnTo>
                    <a:pt x="4061276" y="1010877"/>
                  </a:lnTo>
                  <a:lnTo>
                    <a:pt x="4144160" y="1015059"/>
                  </a:lnTo>
                  <a:lnTo>
                    <a:pt x="4227043" y="1018686"/>
                  </a:lnTo>
                  <a:lnTo>
                    <a:pt x="4309926" y="1022382"/>
                  </a:lnTo>
                  <a:lnTo>
                    <a:pt x="4392809" y="1026154"/>
                  </a:lnTo>
                  <a:lnTo>
                    <a:pt x="4475692" y="1029724"/>
                  </a:lnTo>
                  <a:lnTo>
                    <a:pt x="4558576" y="1032985"/>
                  </a:lnTo>
                  <a:lnTo>
                    <a:pt x="4641459" y="1035776"/>
                  </a:lnTo>
                  <a:lnTo>
                    <a:pt x="4724342" y="1037890"/>
                  </a:lnTo>
                  <a:lnTo>
                    <a:pt x="4807225" y="1039093"/>
                  </a:lnTo>
                  <a:lnTo>
                    <a:pt x="4890108" y="1039144"/>
                  </a:lnTo>
                  <a:lnTo>
                    <a:pt x="4972992" y="1037808"/>
                  </a:lnTo>
                  <a:lnTo>
                    <a:pt x="5055875" y="1034871"/>
                  </a:lnTo>
                  <a:lnTo>
                    <a:pt x="5138758" y="1030154"/>
                  </a:lnTo>
                  <a:lnTo>
                    <a:pt x="5221641" y="1023514"/>
                  </a:lnTo>
                  <a:lnTo>
                    <a:pt x="5304524" y="1014848"/>
                  </a:lnTo>
                  <a:lnTo>
                    <a:pt x="5387408" y="1004087"/>
                  </a:lnTo>
                  <a:lnTo>
                    <a:pt x="5470291" y="991193"/>
                  </a:lnTo>
                  <a:lnTo>
                    <a:pt x="5553174" y="976148"/>
                  </a:lnTo>
                  <a:lnTo>
                    <a:pt x="5636057" y="958954"/>
                  </a:lnTo>
                  <a:lnTo>
                    <a:pt x="5718940" y="939622"/>
                  </a:lnTo>
                  <a:lnTo>
                    <a:pt x="5801824" y="918169"/>
                  </a:lnTo>
                  <a:lnTo>
                    <a:pt x="5884707" y="894617"/>
                  </a:lnTo>
                  <a:lnTo>
                    <a:pt x="5967590" y="868988"/>
                  </a:lnTo>
                  <a:lnTo>
                    <a:pt x="6015395" y="8530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4199560"/>
              <a:ext cx="6015395" cy="1015177"/>
            </a:xfrm>
            <a:custGeom>
              <a:avLst/>
              <a:pathLst>
                <a:path w="6015395" h="1015177">
                  <a:moveTo>
                    <a:pt x="6015395" y="1015177"/>
                  </a:moveTo>
                  <a:lnTo>
                    <a:pt x="5967590" y="987587"/>
                  </a:lnTo>
                  <a:lnTo>
                    <a:pt x="5884707" y="941787"/>
                  </a:lnTo>
                  <a:lnTo>
                    <a:pt x="5801824" y="898074"/>
                  </a:lnTo>
                  <a:lnTo>
                    <a:pt x="5718940" y="856504"/>
                  </a:lnTo>
                  <a:lnTo>
                    <a:pt x="5636057" y="817131"/>
                  </a:lnTo>
                  <a:lnTo>
                    <a:pt x="5553174" y="780004"/>
                  </a:lnTo>
                  <a:lnTo>
                    <a:pt x="5470291" y="745167"/>
                  </a:lnTo>
                  <a:lnTo>
                    <a:pt x="5387408" y="712654"/>
                  </a:lnTo>
                  <a:lnTo>
                    <a:pt x="5304524" y="682480"/>
                  </a:lnTo>
                  <a:lnTo>
                    <a:pt x="5221641" y="654639"/>
                  </a:lnTo>
                  <a:lnTo>
                    <a:pt x="5138758" y="629094"/>
                  </a:lnTo>
                  <a:lnTo>
                    <a:pt x="5055875" y="605776"/>
                  </a:lnTo>
                  <a:lnTo>
                    <a:pt x="4972992" y="584574"/>
                  </a:lnTo>
                  <a:lnTo>
                    <a:pt x="4890108" y="565339"/>
                  </a:lnTo>
                  <a:lnTo>
                    <a:pt x="4807225" y="547893"/>
                  </a:lnTo>
                  <a:lnTo>
                    <a:pt x="4724342" y="532032"/>
                  </a:lnTo>
                  <a:lnTo>
                    <a:pt x="4641459" y="517546"/>
                  </a:lnTo>
                  <a:lnTo>
                    <a:pt x="4558576" y="504236"/>
                  </a:lnTo>
                  <a:lnTo>
                    <a:pt x="4475692" y="491927"/>
                  </a:lnTo>
                  <a:lnTo>
                    <a:pt x="4392809" y="480488"/>
                  </a:lnTo>
                  <a:lnTo>
                    <a:pt x="4309926" y="469847"/>
                  </a:lnTo>
                  <a:lnTo>
                    <a:pt x="4227043" y="459636"/>
                  </a:lnTo>
                  <a:lnTo>
                    <a:pt x="4144160" y="449381"/>
                  </a:lnTo>
                  <a:lnTo>
                    <a:pt x="4061276" y="439179"/>
                  </a:lnTo>
                  <a:lnTo>
                    <a:pt x="3978393" y="429078"/>
                  </a:lnTo>
                  <a:lnTo>
                    <a:pt x="3895510" y="418946"/>
                  </a:lnTo>
                  <a:lnTo>
                    <a:pt x="3812627" y="408409"/>
                  </a:lnTo>
                  <a:lnTo>
                    <a:pt x="3729744" y="396849"/>
                  </a:lnTo>
                  <a:lnTo>
                    <a:pt x="3646860" y="384281"/>
                  </a:lnTo>
                  <a:lnTo>
                    <a:pt x="3563977" y="372331"/>
                  </a:lnTo>
                  <a:lnTo>
                    <a:pt x="3481094" y="361598"/>
                  </a:lnTo>
                  <a:lnTo>
                    <a:pt x="3398211" y="351540"/>
                  </a:lnTo>
                  <a:lnTo>
                    <a:pt x="3315328" y="340095"/>
                  </a:lnTo>
                  <a:lnTo>
                    <a:pt x="3232444" y="327195"/>
                  </a:lnTo>
                  <a:lnTo>
                    <a:pt x="3149561" y="316142"/>
                  </a:lnTo>
                  <a:lnTo>
                    <a:pt x="3066678" y="306332"/>
                  </a:lnTo>
                  <a:lnTo>
                    <a:pt x="2983795" y="293739"/>
                  </a:lnTo>
                  <a:lnTo>
                    <a:pt x="2900912" y="277468"/>
                  </a:lnTo>
                  <a:lnTo>
                    <a:pt x="2818028" y="261456"/>
                  </a:lnTo>
                  <a:lnTo>
                    <a:pt x="2735145" y="246305"/>
                  </a:lnTo>
                  <a:lnTo>
                    <a:pt x="2652262" y="229936"/>
                  </a:lnTo>
                  <a:lnTo>
                    <a:pt x="2569379" y="208829"/>
                  </a:lnTo>
                  <a:lnTo>
                    <a:pt x="2486496" y="184185"/>
                  </a:lnTo>
                  <a:lnTo>
                    <a:pt x="2403612" y="159849"/>
                  </a:lnTo>
                  <a:lnTo>
                    <a:pt x="2320729" y="137908"/>
                  </a:lnTo>
                  <a:lnTo>
                    <a:pt x="2237846" y="118508"/>
                  </a:lnTo>
                  <a:lnTo>
                    <a:pt x="2154963" y="98865"/>
                  </a:lnTo>
                  <a:lnTo>
                    <a:pt x="2072080" y="79324"/>
                  </a:lnTo>
                  <a:lnTo>
                    <a:pt x="1989196" y="60677"/>
                  </a:lnTo>
                  <a:lnTo>
                    <a:pt x="1906313" y="43612"/>
                  </a:lnTo>
                  <a:lnTo>
                    <a:pt x="1823430" y="28758"/>
                  </a:lnTo>
                  <a:lnTo>
                    <a:pt x="1740547" y="16757"/>
                  </a:lnTo>
                  <a:lnTo>
                    <a:pt x="1657664" y="7817"/>
                  </a:lnTo>
                  <a:lnTo>
                    <a:pt x="1574780" y="2122"/>
                  </a:lnTo>
                  <a:lnTo>
                    <a:pt x="1491897" y="0"/>
                  </a:lnTo>
                  <a:lnTo>
                    <a:pt x="1409014" y="1754"/>
                  </a:lnTo>
                  <a:lnTo>
                    <a:pt x="1326131" y="7636"/>
                  </a:lnTo>
                  <a:lnTo>
                    <a:pt x="1243248" y="17822"/>
                  </a:lnTo>
                  <a:lnTo>
                    <a:pt x="1160364" y="32409"/>
                  </a:lnTo>
                  <a:lnTo>
                    <a:pt x="1077481" y="51428"/>
                  </a:lnTo>
                  <a:lnTo>
                    <a:pt x="994598" y="74851"/>
                  </a:lnTo>
                  <a:lnTo>
                    <a:pt x="911715" y="102617"/>
                  </a:lnTo>
                  <a:lnTo>
                    <a:pt x="828832" y="134643"/>
                  </a:lnTo>
                  <a:lnTo>
                    <a:pt x="745948" y="170836"/>
                  </a:lnTo>
                  <a:lnTo>
                    <a:pt x="663065" y="211098"/>
                  </a:lnTo>
                  <a:lnTo>
                    <a:pt x="580182" y="255333"/>
                  </a:lnTo>
                  <a:lnTo>
                    <a:pt x="497299" y="303451"/>
                  </a:lnTo>
                  <a:lnTo>
                    <a:pt x="414416" y="355364"/>
                  </a:lnTo>
                  <a:lnTo>
                    <a:pt x="331532" y="410990"/>
                  </a:lnTo>
                  <a:lnTo>
                    <a:pt x="248649" y="470254"/>
                  </a:lnTo>
                  <a:lnTo>
                    <a:pt x="165766" y="533082"/>
                  </a:lnTo>
                  <a:lnTo>
                    <a:pt x="82883" y="599407"/>
                  </a:lnTo>
                  <a:lnTo>
                    <a:pt x="0" y="6691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3999731"/>
              <a:ext cx="6015395" cy="698260"/>
            </a:xfrm>
            <a:custGeom>
              <a:avLst/>
              <a:pathLst>
                <a:path w="6015395" h="698260">
                  <a:moveTo>
                    <a:pt x="0" y="98743"/>
                  </a:moveTo>
                  <a:lnTo>
                    <a:pt x="82883" y="83439"/>
                  </a:lnTo>
                  <a:lnTo>
                    <a:pt x="165766" y="69330"/>
                  </a:lnTo>
                  <a:lnTo>
                    <a:pt x="248649" y="56444"/>
                  </a:lnTo>
                  <a:lnTo>
                    <a:pt x="331532" y="44807"/>
                  </a:lnTo>
                  <a:lnTo>
                    <a:pt x="414416" y="34448"/>
                  </a:lnTo>
                  <a:lnTo>
                    <a:pt x="497299" y="25394"/>
                  </a:lnTo>
                  <a:lnTo>
                    <a:pt x="580182" y="17672"/>
                  </a:lnTo>
                  <a:lnTo>
                    <a:pt x="663065" y="11309"/>
                  </a:lnTo>
                  <a:lnTo>
                    <a:pt x="745948" y="6333"/>
                  </a:lnTo>
                  <a:lnTo>
                    <a:pt x="828832" y="2771"/>
                  </a:lnTo>
                  <a:lnTo>
                    <a:pt x="911715" y="651"/>
                  </a:lnTo>
                  <a:lnTo>
                    <a:pt x="994598" y="0"/>
                  </a:lnTo>
                  <a:lnTo>
                    <a:pt x="1077481" y="845"/>
                  </a:lnTo>
                  <a:lnTo>
                    <a:pt x="1160364" y="3214"/>
                  </a:lnTo>
                  <a:lnTo>
                    <a:pt x="1243248" y="7134"/>
                  </a:lnTo>
                  <a:lnTo>
                    <a:pt x="1326131" y="12633"/>
                  </a:lnTo>
                  <a:lnTo>
                    <a:pt x="1409014" y="19738"/>
                  </a:lnTo>
                  <a:lnTo>
                    <a:pt x="1491897" y="28476"/>
                  </a:lnTo>
                  <a:lnTo>
                    <a:pt x="1574780" y="38875"/>
                  </a:lnTo>
                  <a:lnTo>
                    <a:pt x="1657664" y="50962"/>
                  </a:lnTo>
                  <a:lnTo>
                    <a:pt x="1740547" y="64764"/>
                  </a:lnTo>
                  <a:lnTo>
                    <a:pt x="1823430" y="80545"/>
                  </a:lnTo>
                  <a:lnTo>
                    <a:pt x="1906313" y="98565"/>
                  </a:lnTo>
                  <a:lnTo>
                    <a:pt x="1989196" y="118202"/>
                  </a:lnTo>
                  <a:lnTo>
                    <a:pt x="2072080" y="138804"/>
                  </a:lnTo>
                  <a:lnTo>
                    <a:pt x="2154963" y="159717"/>
                  </a:lnTo>
                  <a:lnTo>
                    <a:pt x="2237846" y="180287"/>
                  </a:lnTo>
                  <a:lnTo>
                    <a:pt x="2320729" y="200619"/>
                  </a:lnTo>
                  <a:lnTo>
                    <a:pt x="2403612" y="224216"/>
                  </a:lnTo>
                  <a:lnTo>
                    <a:pt x="2486496" y="249459"/>
                  </a:lnTo>
                  <a:lnTo>
                    <a:pt x="2569379" y="273782"/>
                  </a:lnTo>
                  <a:lnTo>
                    <a:pt x="2652262" y="294679"/>
                  </a:lnTo>
                  <a:lnTo>
                    <a:pt x="2735145" y="312365"/>
                  </a:lnTo>
                  <a:lnTo>
                    <a:pt x="2818028" y="328298"/>
                  </a:lnTo>
                  <a:lnTo>
                    <a:pt x="2900912" y="343404"/>
                  </a:lnTo>
                  <a:lnTo>
                    <a:pt x="2983795" y="358608"/>
                  </a:lnTo>
                  <a:lnTo>
                    <a:pt x="3066678" y="371740"/>
                  </a:lnTo>
                  <a:lnTo>
                    <a:pt x="3149561" y="381416"/>
                  </a:lnTo>
                  <a:lnTo>
                    <a:pt x="3232444" y="390490"/>
                  </a:lnTo>
                  <a:lnTo>
                    <a:pt x="3315328" y="401800"/>
                  </a:lnTo>
                  <a:lnTo>
                    <a:pt x="3398211" y="413328"/>
                  </a:lnTo>
                  <a:lnTo>
                    <a:pt x="3481094" y="423034"/>
                  </a:lnTo>
                  <a:lnTo>
                    <a:pt x="3563977" y="432068"/>
                  </a:lnTo>
                  <a:lnTo>
                    <a:pt x="3646860" y="441582"/>
                  </a:lnTo>
                  <a:lnTo>
                    <a:pt x="3729744" y="452656"/>
                  </a:lnTo>
                  <a:lnTo>
                    <a:pt x="3812627" y="463480"/>
                  </a:lnTo>
                  <a:lnTo>
                    <a:pt x="3895510" y="473002"/>
                  </a:lnTo>
                  <a:lnTo>
                    <a:pt x="3978393" y="481484"/>
                  </a:lnTo>
                  <a:lnTo>
                    <a:pt x="4061276" y="489190"/>
                  </a:lnTo>
                  <a:lnTo>
                    <a:pt x="4144160" y="496381"/>
                  </a:lnTo>
                  <a:lnTo>
                    <a:pt x="4227043" y="503322"/>
                  </a:lnTo>
                  <a:lnTo>
                    <a:pt x="4309926" y="510276"/>
                  </a:lnTo>
                  <a:lnTo>
                    <a:pt x="4392809" y="517482"/>
                  </a:lnTo>
                  <a:lnTo>
                    <a:pt x="4475692" y="524986"/>
                  </a:lnTo>
                  <a:lnTo>
                    <a:pt x="4558576" y="532772"/>
                  </a:lnTo>
                  <a:lnTo>
                    <a:pt x="4641459" y="540823"/>
                  </a:lnTo>
                  <a:lnTo>
                    <a:pt x="4724342" y="549122"/>
                  </a:lnTo>
                  <a:lnTo>
                    <a:pt x="4807225" y="557654"/>
                  </a:lnTo>
                  <a:lnTo>
                    <a:pt x="4890108" y="566403"/>
                  </a:lnTo>
                  <a:lnTo>
                    <a:pt x="4972992" y="575352"/>
                  </a:lnTo>
                  <a:lnTo>
                    <a:pt x="5055875" y="584485"/>
                  </a:lnTo>
                  <a:lnTo>
                    <a:pt x="5138758" y="593786"/>
                  </a:lnTo>
                  <a:lnTo>
                    <a:pt x="5221641" y="603238"/>
                  </a:lnTo>
                  <a:lnTo>
                    <a:pt x="5304524" y="612825"/>
                  </a:lnTo>
                  <a:lnTo>
                    <a:pt x="5387408" y="622532"/>
                  </a:lnTo>
                  <a:lnTo>
                    <a:pt x="5470291" y="632341"/>
                  </a:lnTo>
                  <a:lnTo>
                    <a:pt x="5553174" y="642237"/>
                  </a:lnTo>
                  <a:lnTo>
                    <a:pt x="5636057" y="652204"/>
                  </a:lnTo>
                  <a:lnTo>
                    <a:pt x="5718940" y="662224"/>
                  </a:lnTo>
                  <a:lnTo>
                    <a:pt x="5801824" y="672283"/>
                  </a:lnTo>
                  <a:lnTo>
                    <a:pt x="5884707" y="682363"/>
                  </a:lnTo>
                  <a:lnTo>
                    <a:pt x="5967590" y="692449"/>
                  </a:lnTo>
                  <a:lnTo>
                    <a:pt x="6015395" y="6982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035025"/>
              <a:ext cx="6015395" cy="1783656"/>
            </a:xfrm>
            <a:custGeom>
              <a:avLst/>
              <a:pathLst>
                <a:path w="6015395" h="1783656">
                  <a:moveTo>
                    <a:pt x="0" y="0"/>
                  </a:moveTo>
                  <a:lnTo>
                    <a:pt x="82883" y="27402"/>
                  </a:lnTo>
                  <a:lnTo>
                    <a:pt x="165766" y="54284"/>
                  </a:lnTo>
                  <a:lnTo>
                    <a:pt x="248649" y="80607"/>
                  </a:lnTo>
                  <a:lnTo>
                    <a:pt x="331532" y="106332"/>
                  </a:lnTo>
                  <a:lnTo>
                    <a:pt x="414416" y="131412"/>
                  </a:lnTo>
                  <a:lnTo>
                    <a:pt x="497299" y="155798"/>
                  </a:lnTo>
                  <a:lnTo>
                    <a:pt x="580182" y="179434"/>
                  </a:lnTo>
                  <a:lnTo>
                    <a:pt x="663065" y="202258"/>
                  </a:lnTo>
                  <a:lnTo>
                    <a:pt x="745948" y="224203"/>
                  </a:lnTo>
                  <a:lnTo>
                    <a:pt x="828832" y="245199"/>
                  </a:lnTo>
                  <a:lnTo>
                    <a:pt x="911715" y="265172"/>
                  </a:lnTo>
                  <a:lnTo>
                    <a:pt x="994598" y="284054"/>
                  </a:lnTo>
                  <a:lnTo>
                    <a:pt x="1077481" y="301787"/>
                  </a:lnTo>
                  <a:lnTo>
                    <a:pt x="1160364" y="318337"/>
                  </a:lnTo>
                  <a:lnTo>
                    <a:pt x="1243248" y="333711"/>
                  </a:lnTo>
                  <a:lnTo>
                    <a:pt x="1326131" y="347977"/>
                  </a:lnTo>
                  <a:lnTo>
                    <a:pt x="1409014" y="361277"/>
                  </a:lnTo>
                  <a:lnTo>
                    <a:pt x="1491897" y="373844"/>
                  </a:lnTo>
                  <a:lnTo>
                    <a:pt x="1574780" y="385991"/>
                  </a:lnTo>
                  <a:lnTo>
                    <a:pt x="1657664" y="398093"/>
                  </a:lnTo>
                  <a:lnTo>
                    <a:pt x="1740547" y="410548"/>
                  </a:lnTo>
                  <a:lnTo>
                    <a:pt x="1823430" y="424102"/>
                  </a:lnTo>
                  <a:lnTo>
                    <a:pt x="1906313" y="439632"/>
                  </a:lnTo>
                  <a:lnTo>
                    <a:pt x="1989196" y="456734"/>
                  </a:lnTo>
                  <a:lnTo>
                    <a:pt x="2072080" y="474920"/>
                  </a:lnTo>
                  <a:lnTo>
                    <a:pt x="2154963" y="493764"/>
                  </a:lnTo>
                  <a:lnTo>
                    <a:pt x="2237846" y="512960"/>
                  </a:lnTo>
                  <a:lnTo>
                    <a:pt x="2320729" y="533658"/>
                  </a:lnTo>
                  <a:lnTo>
                    <a:pt x="2403612" y="561987"/>
                  </a:lnTo>
                  <a:lnTo>
                    <a:pt x="2486496" y="593599"/>
                  </a:lnTo>
                  <a:lnTo>
                    <a:pt x="2569379" y="623814"/>
                  </a:lnTo>
                  <a:lnTo>
                    <a:pt x="2652262" y="650247"/>
                  </a:lnTo>
                  <a:lnTo>
                    <a:pt x="2735145" y="678577"/>
                  </a:lnTo>
                  <a:lnTo>
                    <a:pt x="2818028" y="707823"/>
                  </a:lnTo>
                  <a:lnTo>
                    <a:pt x="2900912" y="734632"/>
                  </a:lnTo>
                  <a:lnTo>
                    <a:pt x="2983795" y="758641"/>
                  </a:lnTo>
                  <a:lnTo>
                    <a:pt x="3066678" y="780909"/>
                  </a:lnTo>
                  <a:lnTo>
                    <a:pt x="3149561" y="800329"/>
                  </a:lnTo>
                  <a:lnTo>
                    <a:pt x="3232444" y="816902"/>
                  </a:lnTo>
                  <a:lnTo>
                    <a:pt x="3315328" y="834404"/>
                  </a:lnTo>
                  <a:lnTo>
                    <a:pt x="3398211" y="852483"/>
                  </a:lnTo>
                  <a:lnTo>
                    <a:pt x="3481094" y="867815"/>
                  </a:lnTo>
                  <a:lnTo>
                    <a:pt x="3563977" y="880769"/>
                  </a:lnTo>
                  <a:lnTo>
                    <a:pt x="3646860" y="893405"/>
                  </a:lnTo>
                  <a:lnTo>
                    <a:pt x="3729744" y="908900"/>
                  </a:lnTo>
                  <a:lnTo>
                    <a:pt x="3812627" y="925330"/>
                  </a:lnTo>
                  <a:lnTo>
                    <a:pt x="3895510" y="940171"/>
                  </a:lnTo>
                  <a:lnTo>
                    <a:pt x="3978393" y="952907"/>
                  </a:lnTo>
                  <a:lnTo>
                    <a:pt x="4061276" y="963290"/>
                  </a:lnTo>
                  <a:lnTo>
                    <a:pt x="4144160" y="971348"/>
                  </a:lnTo>
                  <a:lnTo>
                    <a:pt x="4227043" y="977301"/>
                  </a:lnTo>
                  <a:lnTo>
                    <a:pt x="4309926" y="981439"/>
                  </a:lnTo>
                  <a:lnTo>
                    <a:pt x="4392809" y="984393"/>
                  </a:lnTo>
                  <a:lnTo>
                    <a:pt x="4475692" y="986460"/>
                  </a:lnTo>
                  <a:lnTo>
                    <a:pt x="4558576" y="987524"/>
                  </a:lnTo>
                  <a:lnTo>
                    <a:pt x="4641459" y="987402"/>
                  </a:lnTo>
                  <a:lnTo>
                    <a:pt x="4724342" y="985864"/>
                  </a:lnTo>
                  <a:lnTo>
                    <a:pt x="4807225" y="982650"/>
                  </a:lnTo>
                  <a:lnTo>
                    <a:pt x="4890108" y="977491"/>
                  </a:lnTo>
                  <a:lnTo>
                    <a:pt x="4972992" y="970124"/>
                  </a:lnTo>
                  <a:lnTo>
                    <a:pt x="5055875" y="960312"/>
                  </a:lnTo>
                  <a:lnTo>
                    <a:pt x="5138758" y="947854"/>
                  </a:lnTo>
                  <a:lnTo>
                    <a:pt x="5221641" y="932592"/>
                  </a:lnTo>
                  <a:lnTo>
                    <a:pt x="5304524" y="914409"/>
                  </a:lnTo>
                  <a:lnTo>
                    <a:pt x="5387408" y="893229"/>
                  </a:lnTo>
                  <a:lnTo>
                    <a:pt x="5470291" y="869009"/>
                  </a:lnTo>
                  <a:lnTo>
                    <a:pt x="5553174" y="841729"/>
                  </a:lnTo>
                  <a:lnTo>
                    <a:pt x="5636057" y="811389"/>
                  </a:lnTo>
                  <a:lnTo>
                    <a:pt x="5718940" y="778002"/>
                  </a:lnTo>
                  <a:lnTo>
                    <a:pt x="5801824" y="741588"/>
                  </a:lnTo>
                  <a:lnTo>
                    <a:pt x="5884707" y="702168"/>
                  </a:lnTo>
                  <a:lnTo>
                    <a:pt x="5967590" y="659768"/>
                  </a:lnTo>
                  <a:lnTo>
                    <a:pt x="6015395" y="633607"/>
                  </a:lnTo>
                  <a:lnTo>
                    <a:pt x="6015395" y="1783656"/>
                  </a:lnTo>
                  <a:lnTo>
                    <a:pt x="5967590" y="1761348"/>
                  </a:lnTo>
                  <a:lnTo>
                    <a:pt x="5884707" y="1724262"/>
                  </a:lnTo>
                  <a:lnTo>
                    <a:pt x="5801824" y="1688831"/>
                  </a:lnTo>
                  <a:lnTo>
                    <a:pt x="5718940" y="1655115"/>
                  </a:lnTo>
                  <a:lnTo>
                    <a:pt x="5636057" y="1623175"/>
                  </a:lnTo>
                  <a:lnTo>
                    <a:pt x="5553174" y="1593067"/>
                  </a:lnTo>
                  <a:lnTo>
                    <a:pt x="5470291" y="1564841"/>
                  </a:lnTo>
                  <a:lnTo>
                    <a:pt x="5387408" y="1538532"/>
                  </a:lnTo>
                  <a:lnTo>
                    <a:pt x="5304524" y="1514160"/>
                  </a:lnTo>
                  <a:lnTo>
                    <a:pt x="5221641" y="1491718"/>
                  </a:lnTo>
                  <a:lnTo>
                    <a:pt x="5138758" y="1471167"/>
                  </a:lnTo>
                  <a:lnTo>
                    <a:pt x="5055875" y="1452427"/>
                  </a:lnTo>
                  <a:lnTo>
                    <a:pt x="4972992" y="1435378"/>
                  </a:lnTo>
                  <a:lnTo>
                    <a:pt x="4890108" y="1419854"/>
                  </a:lnTo>
                  <a:lnTo>
                    <a:pt x="4807225" y="1405656"/>
                  </a:lnTo>
                  <a:lnTo>
                    <a:pt x="4724342" y="1392559"/>
                  </a:lnTo>
                  <a:lnTo>
                    <a:pt x="4641459" y="1380330"/>
                  </a:lnTo>
                  <a:lnTo>
                    <a:pt x="4558576" y="1368746"/>
                  </a:lnTo>
                  <a:lnTo>
                    <a:pt x="4475692" y="1357615"/>
                  </a:lnTo>
                  <a:lnTo>
                    <a:pt x="4392809" y="1346790"/>
                  </a:lnTo>
                  <a:lnTo>
                    <a:pt x="4309926" y="1336193"/>
                  </a:lnTo>
                  <a:lnTo>
                    <a:pt x="4227043" y="1324806"/>
                  </a:lnTo>
                  <a:lnTo>
                    <a:pt x="4144160" y="1311476"/>
                  </a:lnTo>
                  <a:lnTo>
                    <a:pt x="4061276" y="1296720"/>
                  </a:lnTo>
                  <a:lnTo>
                    <a:pt x="3978393" y="1281003"/>
                  </a:lnTo>
                  <a:lnTo>
                    <a:pt x="3895510" y="1264596"/>
                  </a:lnTo>
                  <a:lnTo>
                    <a:pt x="3812627" y="1247496"/>
                  </a:lnTo>
                  <a:lnTo>
                    <a:pt x="3729744" y="1229430"/>
                  </a:lnTo>
                  <a:lnTo>
                    <a:pt x="3646860" y="1210610"/>
                  </a:lnTo>
                  <a:lnTo>
                    <a:pt x="3563977" y="1192552"/>
                  </a:lnTo>
                  <a:lnTo>
                    <a:pt x="3481094" y="1175816"/>
                  </a:lnTo>
                  <a:lnTo>
                    <a:pt x="3398211" y="1159699"/>
                  </a:lnTo>
                  <a:lnTo>
                    <a:pt x="3315328" y="1141807"/>
                  </a:lnTo>
                  <a:lnTo>
                    <a:pt x="3232444" y="1120767"/>
                  </a:lnTo>
                  <a:lnTo>
                    <a:pt x="3149561" y="1099788"/>
                  </a:lnTo>
                  <a:lnTo>
                    <a:pt x="3066678" y="1080069"/>
                  </a:lnTo>
                  <a:lnTo>
                    <a:pt x="2983795" y="1059003"/>
                  </a:lnTo>
                  <a:lnTo>
                    <a:pt x="2900912" y="1032618"/>
                  </a:lnTo>
                  <a:lnTo>
                    <a:pt x="2818028" y="1003790"/>
                  </a:lnTo>
                  <a:lnTo>
                    <a:pt x="2735145" y="976286"/>
                  </a:lnTo>
                  <a:lnTo>
                    <a:pt x="2652262" y="950888"/>
                  </a:lnTo>
                  <a:lnTo>
                    <a:pt x="2569379" y="923988"/>
                  </a:lnTo>
                  <a:lnTo>
                    <a:pt x="2486496" y="893056"/>
                  </a:lnTo>
                  <a:lnTo>
                    <a:pt x="2403612" y="863465"/>
                  </a:lnTo>
                  <a:lnTo>
                    <a:pt x="2320729" y="838822"/>
                  </a:lnTo>
                  <a:lnTo>
                    <a:pt x="2237846" y="820197"/>
                  </a:lnTo>
                  <a:lnTo>
                    <a:pt x="2154963" y="803065"/>
                  </a:lnTo>
                  <a:lnTo>
                    <a:pt x="2072080" y="787273"/>
                  </a:lnTo>
                  <a:lnTo>
                    <a:pt x="1989196" y="773439"/>
                  </a:lnTo>
                  <a:lnTo>
                    <a:pt x="1906313" y="762061"/>
                  </a:lnTo>
                  <a:lnTo>
                    <a:pt x="1823430" y="753576"/>
                  </a:lnTo>
                  <a:lnTo>
                    <a:pt x="1740547" y="748436"/>
                  </a:lnTo>
                  <a:lnTo>
                    <a:pt x="1657664" y="746802"/>
                  </a:lnTo>
                  <a:lnTo>
                    <a:pt x="1574780" y="748926"/>
                  </a:lnTo>
                  <a:lnTo>
                    <a:pt x="1491897" y="755198"/>
                  </a:lnTo>
                  <a:lnTo>
                    <a:pt x="1409014" y="765983"/>
                  </a:lnTo>
                  <a:lnTo>
                    <a:pt x="1326131" y="781586"/>
                  </a:lnTo>
                  <a:lnTo>
                    <a:pt x="1243248" y="802228"/>
                  </a:lnTo>
                  <a:lnTo>
                    <a:pt x="1160364" y="828044"/>
                  </a:lnTo>
                  <a:lnTo>
                    <a:pt x="1077481" y="859093"/>
                  </a:lnTo>
                  <a:lnTo>
                    <a:pt x="994598" y="895371"/>
                  </a:lnTo>
                  <a:lnTo>
                    <a:pt x="911715" y="936835"/>
                  </a:lnTo>
                  <a:lnTo>
                    <a:pt x="828832" y="983420"/>
                  </a:lnTo>
                  <a:lnTo>
                    <a:pt x="745948" y="1035046"/>
                  </a:lnTo>
                  <a:lnTo>
                    <a:pt x="663065" y="1091631"/>
                  </a:lnTo>
                  <a:lnTo>
                    <a:pt x="580182" y="1153095"/>
                  </a:lnTo>
                  <a:lnTo>
                    <a:pt x="497299" y="1219361"/>
                  </a:lnTo>
                  <a:lnTo>
                    <a:pt x="414416" y="1290360"/>
                  </a:lnTo>
                  <a:lnTo>
                    <a:pt x="331532" y="1366025"/>
                  </a:lnTo>
                  <a:lnTo>
                    <a:pt x="248649" y="1446298"/>
                  </a:lnTo>
                  <a:lnTo>
                    <a:pt x="165766" y="1531124"/>
                  </a:lnTo>
                  <a:lnTo>
                    <a:pt x="82883" y="1620452"/>
                  </a:lnTo>
                  <a:lnTo>
                    <a:pt x="0" y="17142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035025"/>
              <a:ext cx="6015395" cy="987524"/>
            </a:xfrm>
            <a:custGeom>
              <a:avLst/>
              <a:pathLst>
                <a:path w="6015395" h="987524">
                  <a:moveTo>
                    <a:pt x="0" y="0"/>
                  </a:moveTo>
                  <a:lnTo>
                    <a:pt x="82883" y="27402"/>
                  </a:lnTo>
                  <a:lnTo>
                    <a:pt x="165766" y="54284"/>
                  </a:lnTo>
                  <a:lnTo>
                    <a:pt x="248649" y="80607"/>
                  </a:lnTo>
                  <a:lnTo>
                    <a:pt x="331532" y="106332"/>
                  </a:lnTo>
                  <a:lnTo>
                    <a:pt x="414416" y="131412"/>
                  </a:lnTo>
                  <a:lnTo>
                    <a:pt x="497299" y="155798"/>
                  </a:lnTo>
                  <a:lnTo>
                    <a:pt x="580182" y="179434"/>
                  </a:lnTo>
                  <a:lnTo>
                    <a:pt x="663065" y="202258"/>
                  </a:lnTo>
                  <a:lnTo>
                    <a:pt x="745948" y="224203"/>
                  </a:lnTo>
                  <a:lnTo>
                    <a:pt x="828832" y="245199"/>
                  </a:lnTo>
                  <a:lnTo>
                    <a:pt x="911715" y="265172"/>
                  </a:lnTo>
                  <a:lnTo>
                    <a:pt x="994598" y="284054"/>
                  </a:lnTo>
                  <a:lnTo>
                    <a:pt x="1077481" y="301787"/>
                  </a:lnTo>
                  <a:lnTo>
                    <a:pt x="1160364" y="318337"/>
                  </a:lnTo>
                  <a:lnTo>
                    <a:pt x="1243248" y="333711"/>
                  </a:lnTo>
                  <a:lnTo>
                    <a:pt x="1326131" y="347977"/>
                  </a:lnTo>
                  <a:lnTo>
                    <a:pt x="1409014" y="361277"/>
                  </a:lnTo>
                  <a:lnTo>
                    <a:pt x="1491897" y="373844"/>
                  </a:lnTo>
                  <a:lnTo>
                    <a:pt x="1574780" y="385991"/>
                  </a:lnTo>
                  <a:lnTo>
                    <a:pt x="1657664" y="398093"/>
                  </a:lnTo>
                  <a:lnTo>
                    <a:pt x="1740547" y="410548"/>
                  </a:lnTo>
                  <a:lnTo>
                    <a:pt x="1823430" y="424102"/>
                  </a:lnTo>
                  <a:lnTo>
                    <a:pt x="1906313" y="439632"/>
                  </a:lnTo>
                  <a:lnTo>
                    <a:pt x="1989196" y="456734"/>
                  </a:lnTo>
                  <a:lnTo>
                    <a:pt x="2072080" y="474920"/>
                  </a:lnTo>
                  <a:lnTo>
                    <a:pt x="2154963" y="493764"/>
                  </a:lnTo>
                  <a:lnTo>
                    <a:pt x="2237846" y="512960"/>
                  </a:lnTo>
                  <a:lnTo>
                    <a:pt x="2320729" y="533658"/>
                  </a:lnTo>
                  <a:lnTo>
                    <a:pt x="2403612" y="561987"/>
                  </a:lnTo>
                  <a:lnTo>
                    <a:pt x="2486496" y="593599"/>
                  </a:lnTo>
                  <a:lnTo>
                    <a:pt x="2569379" y="623814"/>
                  </a:lnTo>
                  <a:lnTo>
                    <a:pt x="2652262" y="650247"/>
                  </a:lnTo>
                  <a:lnTo>
                    <a:pt x="2735145" y="678577"/>
                  </a:lnTo>
                  <a:lnTo>
                    <a:pt x="2818028" y="707823"/>
                  </a:lnTo>
                  <a:lnTo>
                    <a:pt x="2900912" y="734632"/>
                  </a:lnTo>
                  <a:lnTo>
                    <a:pt x="2983795" y="758641"/>
                  </a:lnTo>
                  <a:lnTo>
                    <a:pt x="3066678" y="780909"/>
                  </a:lnTo>
                  <a:lnTo>
                    <a:pt x="3149561" y="800329"/>
                  </a:lnTo>
                  <a:lnTo>
                    <a:pt x="3232444" y="816902"/>
                  </a:lnTo>
                  <a:lnTo>
                    <a:pt x="3315328" y="834404"/>
                  </a:lnTo>
                  <a:lnTo>
                    <a:pt x="3398211" y="852483"/>
                  </a:lnTo>
                  <a:lnTo>
                    <a:pt x="3481094" y="867815"/>
                  </a:lnTo>
                  <a:lnTo>
                    <a:pt x="3563977" y="880769"/>
                  </a:lnTo>
                  <a:lnTo>
                    <a:pt x="3646860" y="893405"/>
                  </a:lnTo>
                  <a:lnTo>
                    <a:pt x="3729744" y="908900"/>
                  </a:lnTo>
                  <a:lnTo>
                    <a:pt x="3812627" y="925330"/>
                  </a:lnTo>
                  <a:lnTo>
                    <a:pt x="3895510" y="940171"/>
                  </a:lnTo>
                  <a:lnTo>
                    <a:pt x="3978393" y="952907"/>
                  </a:lnTo>
                  <a:lnTo>
                    <a:pt x="4061276" y="963290"/>
                  </a:lnTo>
                  <a:lnTo>
                    <a:pt x="4144160" y="971348"/>
                  </a:lnTo>
                  <a:lnTo>
                    <a:pt x="4227043" y="977301"/>
                  </a:lnTo>
                  <a:lnTo>
                    <a:pt x="4309926" y="981439"/>
                  </a:lnTo>
                  <a:lnTo>
                    <a:pt x="4392809" y="984393"/>
                  </a:lnTo>
                  <a:lnTo>
                    <a:pt x="4475692" y="986460"/>
                  </a:lnTo>
                  <a:lnTo>
                    <a:pt x="4558576" y="987524"/>
                  </a:lnTo>
                  <a:lnTo>
                    <a:pt x="4641459" y="987402"/>
                  </a:lnTo>
                  <a:lnTo>
                    <a:pt x="4724342" y="985864"/>
                  </a:lnTo>
                  <a:lnTo>
                    <a:pt x="4807225" y="982650"/>
                  </a:lnTo>
                  <a:lnTo>
                    <a:pt x="4890108" y="977491"/>
                  </a:lnTo>
                  <a:lnTo>
                    <a:pt x="4972992" y="970124"/>
                  </a:lnTo>
                  <a:lnTo>
                    <a:pt x="5055875" y="960312"/>
                  </a:lnTo>
                  <a:lnTo>
                    <a:pt x="5138758" y="947854"/>
                  </a:lnTo>
                  <a:lnTo>
                    <a:pt x="5221641" y="932592"/>
                  </a:lnTo>
                  <a:lnTo>
                    <a:pt x="5304524" y="914409"/>
                  </a:lnTo>
                  <a:lnTo>
                    <a:pt x="5387408" y="893229"/>
                  </a:lnTo>
                  <a:lnTo>
                    <a:pt x="5470291" y="869009"/>
                  </a:lnTo>
                  <a:lnTo>
                    <a:pt x="5553174" y="841729"/>
                  </a:lnTo>
                  <a:lnTo>
                    <a:pt x="5636057" y="811389"/>
                  </a:lnTo>
                  <a:lnTo>
                    <a:pt x="5718940" y="778002"/>
                  </a:lnTo>
                  <a:lnTo>
                    <a:pt x="5801824" y="741588"/>
                  </a:lnTo>
                  <a:lnTo>
                    <a:pt x="5884707" y="702168"/>
                  </a:lnTo>
                  <a:lnTo>
                    <a:pt x="5967590" y="659768"/>
                  </a:lnTo>
                  <a:lnTo>
                    <a:pt x="6015395" y="633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3781828"/>
              <a:ext cx="6015395" cy="1036854"/>
            </a:xfrm>
            <a:custGeom>
              <a:avLst/>
              <a:pathLst>
                <a:path w="6015395" h="1036854">
                  <a:moveTo>
                    <a:pt x="6015395" y="1036854"/>
                  </a:moveTo>
                  <a:lnTo>
                    <a:pt x="5967590" y="1014545"/>
                  </a:lnTo>
                  <a:lnTo>
                    <a:pt x="5884707" y="977460"/>
                  </a:lnTo>
                  <a:lnTo>
                    <a:pt x="5801824" y="942029"/>
                  </a:lnTo>
                  <a:lnTo>
                    <a:pt x="5718940" y="908313"/>
                  </a:lnTo>
                  <a:lnTo>
                    <a:pt x="5636057" y="876373"/>
                  </a:lnTo>
                  <a:lnTo>
                    <a:pt x="5553174" y="846265"/>
                  </a:lnTo>
                  <a:lnTo>
                    <a:pt x="5470291" y="818038"/>
                  </a:lnTo>
                  <a:lnTo>
                    <a:pt x="5387408" y="791730"/>
                  </a:lnTo>
                  <a:lnTo>
                    <a:pt x="5304524" y="767358"/>
                  </a:lnTo>
                  <a:lnTo>
                    <a:pt x="5221641" y="744916"/>
                  </a:lnTo>
                  <a:lnTo>
                    <a:pt x="5138758" y="724364"/>
                  </a:lnTo>
                  <a:lnTo>
                    <a:pt x="5055875" y="705625"/>
                  </a:lnTo>
                  <a:lnTo>
                    <a:pt x="4972992" y="688575"/>
                  </a:lnTo>
                  <a:lnTo>
                    <a:pt x="4890108" y="673051"/>
                  </a:lnTo>
                  <a:lnTo>
                    <a:pt x="4807225" y="658854"/>
                  </a:lnTo>
                  <a:lnTo>
                    <a:pt x="4724342" y="645757"/>
                  </a:lnTo>
                  <a:lnTo>
                    <a:pt x="4641459" y="633528"/>
                  </a:lnTo>
                  <a:lnTo>
                    <a:pt x="4558576" y="621944"/>
                  </a:lnTo>
                  <a:lnTo>
                    <a:pt x="4475692" y="610812"/>
                  </a:lnTo>
                  <a:lnTo>
                    <a:pt x="4392809" y="599988"/>
                  </a:lnTo>
                  <a:lnTo>
                    <a:pt x="4309926" y="589391"/>
                  </a:lnTo>
                  <a:lnTo>
                    <a:pt x="4227043" y="578003"/>
                  </a:lnTo>
                  <a:lnTo>
                    <a:pt x="4144160" y="564673"/>
                  </a:lnTo>
                  <a:lnTo>
                    <a:pt x="4061276" y="549917"/>
                  </a:lnTo>
                  <a:lnTo>
                    <a:pt x="3978393" y="534201"/>
                  </a:lnTo>
                  <a:lnTo>
                    <a:pt x="3895510" y="517794"/>
                  </a:lnTo>
                  <a:lnTo>
                    <a:pt x="3812627" y="500694"/>
                  </a:lnTo>
                  <a:lnTo>
                    <a:pt x="3729744" y="482627"/>
                  </a:lnTo>
                  <a:lnTo>
                    <a:pt x="3646860" y="463807"/>
                  </a:lnTo>
                  <a:lnTo>
                    <a:pt x="3563977" y="445750"/>
                  </a:lnTo>
                  <a:lnTo>
                    <a:pt x="3481094" y="429013"/>
                  </a:lnTo>
                  <a:lnTo>
                    <a:pt x="3398211" y="412896"/>
                  </a:lnTo>
                  <a:lnTo>
                    <a:pt x="3315328" y="395005"/>
                  </a:lnTo>
                  <a:lnTo>
                    <a:pt x="3232444" y="373964"/>
                  </a:lnTo>
                  <a:lnTo>
                    <a:pt x="3149561" y="352986"/>
                  </a:lnTo>
                  <a:lnTo>
                    <a:pt x="3066678" y="333267"/>
                  </a:lnTo>
                  <a:lnTo>
                    <a:pt x="2983795" y="312200"/>
                  </a:lnTo>
                  <a:lnTo>
                    <a:pt x="2900912" y="285816"/>
                  </a:lnTo>
                  <a:lnTo>
                    <a:pt x="2818028" y="256988"/>
                  </a:lnTo>
                  <a:lnTo>
                    <a:pt x="2735145" y="229484"/>
                  </a:lnTo>
                  <a:lnTo>
                    <a:pt x="2652262" y="204086"/>
                  </a:lnTo>
                  <a:lnTo>
                    <a:pt x="2569379" y="177186"/>
                  </a:lnTo>
                  <a:lnTo>
                    <a:pt x="2486496" y="146253"/>
                  </a:lnTo>
                  <a:lnTo>
                    <a:pt x="2403612" y="116663"/>
                  </a:lnTo>
                  <a:lnTo>
                    <a:pt x="2320729" y="92019"/>
                  </a:lnTo>
                  <a:lnTo>
                    <a:pt x="2237846" y="73394"/>
                  </a:lnTo>
                  <a:lnTo>
                    <a:pt x="2154963" y="56262"/>
                  </a:lnTo>
                  <a:lnTo>
                    <a:pt x="2072080" y="40471"/>
                  </a:lnTo>
                  <a:lnTo>
                    <a:pt x="1989196" y="26637"/>
                  </a:lnTo>
                  <a:lnTo>
                    <a:pt x="1906313" y="15259"/>
                  </a:lnTo>
                  <a:lnTo>
                    <a:pt x="1823430" y="6773"/>
                  </a:lnTo>
                  <a:lnTo>
                    <a:pt x="1740547" y="1634"/>
                  </a:lnTo>
                  <a:lnTo>
                    <a:pt x="1657664" y="0"/>
                  </a:lnTo>
                  <a:lnTo>
                    <a:pt x="1574780" y="2124"/>
                  </a:lnTo>
                  <a:lnTo>
                    <a:pt x="1491897" y="8396"/>
                  </a:lnTo>
                  <a:lnTo>
                    <a:pt x="1409014" y="19181"/>
                  </a:lnTo>
                  <a:lnTo>
                    <a:pt x="1326131" y="34783"/>
                  </a:lnTo>
                  <a:lnTo>
                    <a:pt x="1243248" y="55425"/>
                  </a:lnTo>
                  <a:lnTo>
                    <a:pt x="1160364" y="81242"/>
                  </a:lnTo>
                  <a:lnTo>
                    <a:pt x="1077481" y="112290"/>
                  </a:lnTo>
                  <a:lnTo>
                    <a:pt x="994598" y="148568"/>
                  </a:lnTo>
                  <a:lnTo>
                    <a:pt x="911715" y="190033"/>
                  </a:lnTo>
                  <a:lnTo>
                    <a:pt x="828832" y="236617"/>
                  </a:lnTo>
                  <a:lnTo>
                    <a:pt x="745948" y="288243"/>
                  </a:lnTo>
                  <a:lnTo>
                    <a:pt x="663065" y="344828"/>
                  </a:lnTo>
                  <a:lnTo>
                    <a:pt x="580182" y="406292"/>
                  </a:lnTo>
                  <a:lnTo>
                    <a:pt x="497299" y="472559"/>
                  </a:lnTo>
                  <a:lnTo>
                    <a:pt x="414416" y="543557"/>
                  </a:lnTo>
                  <a:lnTo>
                    <a:pt x="331532" y="619223"/>
                  </a:lnTo>
                  <a:lnTo>
                    <a:pt x="248649" y="699496"/>
                  </a:lnTo>
                  <a:lnTo>
                    <a:pt x="165766" y="784321"/>
                  </a:lnTo>
                  <a:lnTo>
                    <a:pt x="82883" y="873650"/>
                  </a:lnTo>
                  <a:lnTo>
                    <a:pt x="0" y="967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3598656"/>
              <a:ext cx="6015395" cy="653767"/>
            </a:xfrm>
            <a:custGeom>
              <a:avLst/>
              <a:pathLst>
                <a:path w="6015395" h="653767">
                  <a:moveTo>
                    <a:pt x="0" y="293488"/>
                  </a:moveTo>
                  <a:lnTo>
                    <a:pt x="82883" y="260297"/>
                  </a:lnTo>
                  <a:lnTo>
                    <a:pt x="165766" y="229073"/>
                  </a:lnTo>
                  <a:lnTo>
                    <a:pt x="248649" y="199822"/>
                  </a:lnTo>
                  <a:lnTo>
                    <a:pt x="331532" y="172548"/>
                  </a:lnTo>
                  <a:lnTo>
                    <a:pt x="414416" y="147255"/>
                  </a:lnTo>
                  <a:lnTo>
                    <a:pt x="497299" y="123949"/>
                  </a:lnTo>
                  <a:lnTo>
                    <a:pt x="580182" y="102634"/>
                  </a:lnTo>
                  <a:lnTo>
                    <a:pt x="663065" y="83314"/>
                  </a:lnTo>
                  <a:lnTo>
                    <a:pt x="745948" y="65994"/>
                  </a:lnTo>
                  <a:lnTo>
                    <a:pt x="828832" y="50679"/>
                  </a:lnTo>
                  <a:lnTo>
                    <a:pt x="911715" y="37373"/>
                  </a:lnTo>
                  <a:lnTo>
                    <a:pt x="994598" y="26082"/>
                  </a:lnTo>
                  <a:lnTo>
                    <a:pt x="1077481" y="16809"/>
                  </a:lnTo>
                  <a:lnTo>
                    <a:pt x="1160364" y="9560"/>
                  </a:lnTo>
                  <a:lnTo>
                    <a:pt x="1243248" y="4339"/>
                  </a:lnTo>
                  <a:lnTo>
                    <a:pt x="1326131" y="1151"/>
                  </a:lnTo>
                  <a:lnTo>
                    <a:pt x="1409014" y="0"/>
                  </a:lnTo>
                  <a:lnTo>
                    <a:pt x="1491897" y="890"/>
                  </a:lnTo>
                  <a:lnTo>
                    <a:pt x="1574780" y="3828"/>
                  </a:lnTo>
                  <a:lnTo>
                    <a:pt x="1657664" y="8817"/>
                  </a:lnTo>
                  <a:lnTo>
                    <a:pt x="1740547" y="15862"/>
                  </a:lnTo>
                  <a:lnTo>
                    <a:pt x="1823430" y="25208"/>
                  </a:lnTo>
                  <a:lnTo>
                    <a:pt x="1906313" y="37216"/>
                  </a:lnTo>
                  <a:lnTo>
                    <a:pt x="1989196" y="51456"/>
                  </a:lnTo>
                  <a:lnTo>
                    <a:pt x="2072080" y="67466"/>
                  </a:lnTo>
                  <a:lnTo>
                    <a:pt x="2154963" y="84784"/>
                  </a:lnTo>
                  <a:lnTo>
                    <a:pt x="2237846" y="102948"/>
                  </a:lnTo>
                  <a:lnTo>
                    <a:pt x="2320729" y="122610"/>
                  </a:lnTo>
                  <a:lnTo>
                    <a:pt x="2403612" y="149096"/>
                  </a:lnTo>
                  <a:lnTo>
                    <a:pt x="2486496" y="179697"/>
                  </a:lnTo>
                  <a:lnTo>
                    <a:pt x="2569379" y="210271"/>
                  </a:lnTo>
                  <a:lnTo>
                    <a:pt x="2652262" y="236937"/>
                  </a:lnTo>
                  <a:lnTo>
                    <a:pt x="2735145" y="263801"/>
                  </a:lnTo>
                  <a:lnTo>
                    <a:pt x="2818028" y="292176"/>
                  </a:lnTo>
                  <a:lnTo>
                    <a:pt x="2900912" y="319995"/>
                  </a:lnTo>
                  <a:lnTo>
                    <a:pt x="2983795" y="345192"/>
                  </a:lnTo>
                  <a:lnTo>
                    <a:pt x="3066678" y="366859"/>
                  </a:lnTo>
                  <a:lnTo>
                    <a:pt x="3149561" y="386428"/>
                  </a:lnTo>
                  <a:lnTo>
                    <a:pt x="3232444" y="405204"/>
                  </a:lnTo>
                  <a:lnTo>
                    <a:pt x="3315328" y="424475"/>
                  </a:lnTo>
                  <a:lnTo>
                    <a:pt x="3398211" y="442460"/>
                  </a:lnTo>
                  <a:lnTo>
                    <a:pt x="3481094" y="458185"/>
                  </a:lnTo>
                  <a:lnTo>
                    <a:pt x="3563977" y="473030"/>
                  </a:lnTo>
                  <a:lnTo>
                    <a:pt x="3646860" y="488377"/>
                  </a:lnTo>
                  <a:lnTo>
                    <a:pt x="3729744" y="505535"/>
                  </a:lnTo>
                  <a:lnTo>
                    <a:pt x="3812627" y="522783"/>
                  </a:lnTo>
                  <a:lnTo>
                    <a:pt x="3895510" y="538753"/>
                  </a:lnTo>
                  <a:lnTo>
                    <a:pt x="3978393" y="553325"/>
                  </a:lnTo>
                  <a:lnTo>
                    <a:pt x="4061276" y="566375"/>
                  </a:lnTo>
                  <a:lnTo>
                    <a:pt x="4144160" y="577781"/>
                  </a:lnTo>
                  <a:lnTo>
                    <a:pt x="4227043" y="587423"/>
                  </a:lnTo>
                  <a:lnTo>
                    <a:pt x="4309926" y="595186"/>
                  </a:lnTo>
                  <a:lnTo>
                    <a:pt x="4392809" y="601961"/>
                  </a:lnTo>
                  <a:lnTo>
                    <a:pt x="4475692" y="608407"/>
                  </a:lnTo>
                  <a:lnTo>
                    <a:pt x="4558576" y="614505"/>
                  </a:lnTo>
                  <a:lnTo>
                    <a:pt x="4641459" y="620235"/>
                  </a:lnTo>
                  <a:lnTo>
                    <a:pt x="4724342" y="625581"/>
                  </a:lnTo>
                  <a:lnTo>
                    <a:pt x="4807225" y="630523"/>
                  </a:lnTo>
                  <a:lnTo>
                    <a:pt x="4890108" y="635042"/>
                  </a:lnTo>
                  <a:lnTo>
                    <a:pt x="4972992" y="639120"/>
                  </a:lnTo>
                  <a:lnTo>
                    <a:pt x="5055875" y="642739"/>
                  </a:lnTo>
                  <a:lnTo>
                    <a:pt x="5138758" y="645880"/>
                  </a:lnTo>
                  <a:lnTo>
                    <a:pt x="5221641" y="648525"/>
                  </a:lnTo>
                  <a:lnTo>
                    <a:pt x="5304524" y="650654"/>
                  </a:lnTo>
                  <a:lnTo>
                    <a:pt x="5387408" y="652250"/>
                  </a:lnTo>
                  <a:lnTo>
                    <a:pt x="5470291" y="653294"/>
                  </a:lnTo>
                  <a:lnTo>
                    <a:pt x="5553174" y="653767"/>
                  </a:lnTo>
                  <a:lnTo>
                    <a:pt x="5636057" y="653652"/>
                  </a:lnTo>
                  <a:lnTo>
                    <a:pt x="5718940" y="652928"/>
                  </a:lnTo>
                  <a:lnTo>
                    <a:pt x="5801824" y="651579"/>
                  </a:lnTo>
                  <a:lnTo>
                    <a:pt x="5884707" y="649585"/>
                  </a:lnTo>
                  <a:lnTo>
                    <a:pt x="5967590" y="646927"/>
                  </a:lnTo>
                  <a:lnTo>
                    <a:pt x="6015395" y="64500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017351"/>
              <a:ext cx="6015395" cy="1361108"/>
            </a:xfrm>
            <a:custGeom>
              <a:avLst/>
              <a:pathLst>
                <a:path w="6015395" h="1361108">
                  <a:moveTo>
                    <a:pt x="0" y="254006"/>
                  </a:moveTo>
                  <a:lnTo>
                    <a:pt x="82883" y="275857"/>
                  </a:lnTo>
                  <a:lnTo>
                    <a:pt x="165766" y="296913"/>
                  </a:lnTo>
                  <a:lnTo>
                    <a:pt x="248649" y="317170"/>
                  </a:lnTo>
                  <a:lnTo>
                    <a:pt x="331532" y="336621"/>
                  </a:lnTo>
                  <a:lnTo>
                    <a:pt x="414416" y="355256"/>
                  </a:lnTo>
                  <a:lnTo>
                    <a:pt x="497299" y="373062"/>
                  </a:lnTo>
                  <a:lnTo>
                    <a:pt x="580182" y="390021"/>
                  </a:lnTo>
                  <a:lnTo>
                    <a:pt x="663065" y="406111"/>
                  </a:lnTo>
                  <a:lnTo>
                    <a:pt x="745948" y="421308"/>
                  </a:lnTo>
                  <a:lnTo>
                    <a:pt x="828832" y="435582"/>
                  </a:lnTo>
                  <a:lnTo>
                    <a:pt x="911715" y="448906"/>
                  </a:lnTo>
                  <a:lnTo>
                    <a:pt x="994598" y="461251"/>
                  </a:lnTo>
                  <a:lnTo>
                    <a:pt x="1077481" y="472599"/>
                  </a:lnTo>
                  <a:lnTo>
                    <a:pt x="1160364" y="482948"/>
                  </a:lnTo>
                  <a:lnTo>
                    <a:pt x="1243248" y="492324"/>
                  </a:lnTo>
                  <a:lnTo>
                    <a:pt x="1326131" y="500798"/>
                  </a:lnTo>
                  <a:lnTo>
                    <a:pt x="1409014" y="508491"/>
                  </a:lnTo>
                  <a:lnTo>
                    <a:pt x="1491897" y="515589"/>
                  </a:lnTo>
                  <a:lnTo>
                    <a:pt x="1574780" y="522334"/>
                  </a:lnTo>
                  <a:lnTo>
                    <a:pt x="1657664" y="529012"/>
                  </a:lnTo>
                  <a:lnTo>
                    <a:pt x="1740547" y="535925"/>
                  </a:lnTo>
                  <a:lnTo>
                    <a:pt x="1823430" y="543678"/>
                  </a:lnTo>
                  <a:lnTo>
                    <a:pt x="1906313" y="552916"/>
                  </a:lnTo>
                  <a:lnTo>
                    <a:pt x="1989196" y="563119"/>
                  </a:lnTo>
                  <a:lnTo>
                    <a:pt x="2072080" y="573694"/>
                  </a:lnTo>
                  <a:lnTo>
                    <a:pt x="2154963" y="584098"/>
                  </a:lnTo>
                  <a:lnTo>
                    <a:pt x="2237846" y="593867"/>
                  </a:lnTo>
                  <a:lnTo>
                    <a:pt x="2320729" y="602957"/>
                  </a:lnTo>
                  <a:lnTo>
                    <a:pt x="2403612" y="612630"/>
                  </a:lnTo>
                  <a:lnTo>
                    <a:pt x="2486496" y="621714"/>
                  </a:lnTo>
                  <a:lnTo>
                    <a:pt x="2569379" y="629628"/>
                  </a:lnTo>
                  <a:lnTo>
                    <a:pt x="2652262" y="637352"/>
                  </a:lnTo>
                  <a:lnTo>
                    <a:pt x="2735145" y="648998"/>
                  </a:lnTo>
                  <a:lnTo>
                    <a:pt x="2818028" y="662299"/>
                  </a:lnTo>
                  <a:lnTo>
                    <a:pt x="2900912" y="673674"/>
                  </a:lnTo>
                  <a:lnTo>
                    <a:pt x="2983795" y="681646"/>
                  </a:lnTo>
                  <a:lnTo>
                    <a:pt x="3066678" y="689522"/>
                  </a:lnTo>
                  <a:lnTo>
                    <a:pt x="3149561" y="698114"/>
                  </a:lnTo>
                  <a:lnTo>
                    <a:pt x="3232444" y="703816"/>
                  </a:lnTo>
                  <a:lnTo>
                    <a:pt x="3315328" y="705692"/>
                  </a:lnTo>
                  <a:lnTo>
                    <a:pt x="3398211" y="704747"/>
                  </a:lnTo>
                  <a:lnTo>
                    <a:pt x="3481094" y="700997"/>
                  </a:lnTo>
                  <a:lnTo>
                    <a:pt x="3563977" y="694304"/>
                  </a:lnTo>
                  <a:lnTo>
                    <a:pt x="3646860" y="685719"/>
                  </a:lnTo>
                  <a:lnTo>
                    <a:pt x="3729744" y="677088"/>
                  </a:lnTo>
                  <a:lnTo>
                    <a:pt x="3812627" y="667062"/>
                  </a:lnTo>
                  <a:lnTo>
                    <a:pt x="3895510" y="654490"/>
                  </a:lnTo>
                  <a:lnTo>
                    <a:pt x="3978393" y="639665"/>
                  </a:lnTo>
                  <a:lnTo>
                    <a:pt x="4061276" y="623071"/>
                  </a:lnTo>
                  <a:lnTo>
                    <a:pt x="4144160" y="605386"/>
                  </a:lnTo>
                  <a:lnTo>
                    <a:pt x="4227043" y="587422"/>
                  </a:lnTo>
                  <a:lnTo>
                    <a:pt x="4309926" y="570033"/>
                  </a:lnTo>
                  <a:lnTo>
                    <a:pt x="4392809" y="552960"/>
                  </a:lnTo>
                  <a:lnTo>
                    <a:pt x="4475692" y="535646"/>
                  </a:lnTo>
                  <a:lnTo>
                    <a:pt x="4558576" y="518001"/>
                  </a:lnTo>
                  <a:lnTo>
                    <a:pt x="4641459" y="499890"/>
                  </a:lnTo>
                  <a:lnTo>
                    <a:pt x="4724342" y="481146"/>
                  </a:lnTo>
                  <a:lnTo>
                    <a:pt x="4807225" y="461578"/>
                  </a:lnTo>
                  <a:lnTo>
                    <a:pt x="4890108" y="440990"/>
                  </a:lnTo>
                  <a:lnTo>
                    <a:pt x="4972992" y="419191"/>
                  </a:lnTo>
                  <a:lnTo>
                    <a:pt x="5055875" y="396008"/>
                  </a:lnTo>
                  <a:lnTo>
                    <a:pt x="5138758" y="371292"/>
                  </a:lnTo>
                  <a:lnTo>
                    <a:pt x="5221641" y="344926"/>
                  </a:lnTo>
                  <a:lnTo>
                    <a:pt x="5304524" y="316821"/>
                  </a:lnTo>
                  <a:lnTo>
                    <a:pt x="5387408" y="286917"/>
                  </a:lnTo>
                  <a:lnTo>
                    <a:pt x="5470291" y="255177"/>
                  </a:lnTo>
                  <a:lnTo>
                    <a:pt x="5553174" y="221581"/>
                  </a:lnTo>
                  <a:lnTo>
                    <a:pt x="5636057" y="186122"/>
                  </a:lnTo>
                  <a:lnTo>
                    <a:pt x="5718940" y="148803"/>
                  </a:lnTo>
                  <a:lnTo>
                    <a:pt x="5801824" y="109630"/>
                  </a:lnTo>
                  <a:lnTo>
                    <a:pt x="5884707" y="68614"/>
                  </a:lnTo>
                  <a:lnTo>
                    <a:pt x="5967590" y="25765"/>
                  </a:lnTo>
                  <a:lnTo>
                    <a:pt x="6015395" y="0"/>
                  </a:lnTo>
                  <a:lnTo>
                    <a:pt x="6015395" y="809688"/>
                  </a:lnTo>
                  <a:lnTo>
                    <a:pt x="5967590" y="801329"/>
                  </a:lnTo>
                  <a:lnTo>
                    <a:pt x="5884707" y="788217"/>
                  </a:lnTo>
                  <a:lnTo>
                    <a:pt x="5801824" y="776534"/>
                  </a:lnTo>
                  <a:lnTo>
                    <a:pt x="5718940" y="766331"/>
                  </a:lnTo>
                  <a:lnTo>
                    <a:pt x="5636057" y="757658"/>
                  </a:lnTo>
                  <a:lnTo>
                    <a:pt x="5553174" y="750558"/>
                  </a:lnTo>
                  <a:lnTo>
                    <a:pt x="5470291" y="745075"/>
                  </a:lnTo>
                  <a:lnTo>
                    <a:pt x="5387408" y="741241"/>
                  </a:lnTo>
                  <a:lnTo>
                    <a:pt x="5304524" y="739074"/>
                  </a:lnTo>
                  <a:lnTo>
                    <a:pt x="5221641" y="738578"/>
                  </a:lnTo>
                  <a:lnTo>
                    <a:pt x="5138758" y="739729"/>
                  </a:lnTo>
                  <a:lnTo>
                    <a:pt x="5055875" y="742480"/>
                  </a:lnTo>
                  <a:lnTo>
                    <a:pt x="4972992" y="746752"/>
                  </a:lnTo>
                  <a:lnTo>
                    <a:pt x="4890108" y="752434"/>
                  </a:lnTo>
                  <a:lnTo>
                    <a:pt x="4807225" y="759394"/>
                  </a:lnTo>
                  <a:lnTo>
                    <a:pt x="4724342" y="767478"/>
                  </a:lnTo>
                  <a:lnTo>
                    <a:pt x="4641459" y="776530"/>
                  </a:lnTo>
                  <a:lnTo>
                    <a:pt x="4558576" y="786399"/>
                  </a:lnTo>
                  <a:lnTo>
                    <a:pt x="4475692" y="796956"/>
                  </a:lnTo>
                  <a:lnTo>
                    <a:pt x="4392809" y="808106"/>
                  </a:lnTo>
                  <a:lnTo>
                    <a:pt x="4309926" y="819797"/>
                  </a:lnTo>
                  <a:lnTo>
                    <a:pt x="4227043" y="832082"/>
                  </a:lnTo>
                  <a:lnTo>
                    <a:pt x="4144160" y="844852"/>
                  </a:lnTo>
                  <a:lnTo>
                    <a:pt x="4061276" y="857821"/>
                  </a:lnTo>
                  <a:lnTo>
                    <a:pt x="3978393" y="870660"/>
                  </a:lnTo>
                  <a:lnTo>
                    <a:pt x="3895510" y="882901"/>
                  </a:lnTo>
                  <a:lnTo>
                    <a:pt x="3812627" y="893883"/>
                  </a:lnTo>
                  <a:lnTo>
                    <a:pt x="3729744" y="902756"/>
                  </a:lnTo>
                  <a:lnTo>
                    <a:pt x="3646860" y="909047"/>
                  </a:lnTo>
                  <a:lnTo>
                    <a:pt x="3563977" y="913814"/>
                  </a:lnTo>
                  <a:lnTo>
                    <a:pt x="3481094" y="917845"/>
                  </a:lnTo>
                  <a:lnTo>
                    <a:pt x="3398211" y="921042"/>
                  </a:lnTo>
                  <a:lnTo>
                    <a:pt x="3315328" y="922118"/>
                  </a:lnTo>
                  <a:lnTo>
                    <a:pt x="3232444" y="917751"/>
                  </a:lnTo>
                  <a:lnTo>
                    <a:pt x="3149561" y="908948"/>
                  </a:lnTo>
                  <a:lnTo>
                    <a:pt x="3066678" y="900146"/>
                  </a:lnTo>
                  <a:lnTo>
                    <a:pt x="2983795" y="893115"/>
                  </a:lnTo>
                  <a:lnTo>
                    <a:pt x="2900912" y="883471"/>
                  </a:lnTo>
                  <a:lnTo>
                    <a:pt x="2818028" y="870674"/>
                  </a:lnTo>
                  <a:lnTo>
                    <a:pt x="2735145" y="858599"/>
                  </a:lnTo>
                  <a:lnTo>
                    <a:pt x="2652262" y="849018"/>
                  </a:lnTo>
                  <a:lnTo>
                    <a:pt x="2569379" y="840966"/>
                  </a:lnTo>
                  <a:lnTo>
                    <a:pt x="2486496" y="832546"/>
                  </a:lnTo>
                  <a:lnTo>
                    <a:pt x="2403612" y="824885"/>
                  </a:lnTo>
                  <a:lnTo>
                    <a:pt x="2320729" y="817807"/>
                  </a:lnTo>
                  <a:lnTo>
                    <a:pt x="2237846" y="810176"/>
                  </a:lnTo>
                  <a:lnTo>
                    <a:pt x="2154963" y="801860"/>
                  </a:lnTo>
                  <a:lnTo>
                    <a:pt x="2072080" y="793606"/>
                  </a:lnTo>
                  <a:lnTo>
                    <a:pt x="1989196" y="786094"/>
                  </a:lnTo>
                  <a:lnTo>
                    <a:pt x="1906313" y="779922"/>
                  </a:lnTo>
                  <a:lnTo>
                    <a:pt x="1823430" y="775643"/>
                  </a:lnTo>
                  <a:lnTo>
                    <a:pt x="1740547" y="773814"/>
                  </a:lnTo>
                  <a:lnTo>
                    <a:pt x="1657664" y="774520"/>
                  </a:lnTo>
                  <a:lnTo>
                    <a:pt x="1574780" y="777858"/>
                  </a:lnTo>
                  <a:lnTo>
                    <a:pt x="1491897" y="784081"/>
                  </a:lnTo>
                  <a:lnTo>
                    <a:pt x="1409014" y="793423"/>
                  </a:lnTo>
                  <a:lnTo>
                    <a:pt x="1326131" y="806079"/>
                  </a:lnTo>
                  <a:lnTo>
                    <a:pt x="1243248" y="822182"/>
                  </a:lnTo>
                  <a:lnTo>
                    <a:pt x="1160364" y="841805"/>
                  </a:lnTo>
                  <a:lnTo>
                    <a:pt x="1077481" y="864968"/>
                  </a:lnTo>
                  <a:lnTo>
                    <a:pt x="994598" y="891646"/>
                  </a:lnTo>
                  <a:lnTo>
                    <a:pt x="911715" y="921788"/>
                  </a:lnTo>
                  <a:lnTo>
                    <a:pt x="828832" y="955325"/>
                  </a:lnTo>
                  <a:lnTo>
                    <a:pt x="745948" y="992179"/>
                  </a:lnTo>
                  <a:lnTo>
                    <a:pt x="663065" y="1032272"/>
                  </a:lnTo>
                  <a:lnTo>
                    <a:pt x="580182" y="1075524"/>
                  </a:lnTo>
                  <a:lnTo>
                    <a:pt x="497299" y="1121861"/>
                  </a:lnTo>
                  <a:lnTo>
                    <a:pt x="414416" y="1171210"/>
                  </a:lnTo>
                  <a:lnTo>
                    <a:pt x="331532" y="1223505"/>
                  </a:lnTo>
                  <a:lnTo>
                    <a:pt x="248649" y="1278681"/>
                  </a:lnTo>
                  <a:lnTo>
                    <a:pt x="165766" y="1336678"/>
                  </a:lnTo>
                  <a:lnTo>
                    <a:pt x="132441" y="13611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017351"/>
              <a:ext cx="6015395" cy="705692"/>
            </a:xfrm>
            <a:custGeom>
              <a:avLst/>
              <a:pathLst>
                <a:path w="6015395" h="705692">
                  <a:moveTo>
                    <a:pt x="0" y="254006"/>
                  </a:moveTo>
                  <a:lnTo>
                    <a:pt x="82883" y="275857"/>
                  </a:lnTo>
                  <a:lnTo>
                    <a:pt x="165766" y="296913"/>
                  </a:lnTo>
                  <a:lnTo>
                    <a:pt x="248649" y="317170"/>
                  </a:lnTo>
                  <a:lnTo>
                    <a:pt x="331532" y="336621"/>
                  </a:lnTo>
                  <a:lnTo>
                    <a:pt x="414416" y="355256"/>
                  </a:lnTo>
                  <a:lnTo>
                    <a:pt x="497299" y="373062"/>
                  </a:lnTo>
                  <a:lnTo>
                    <a:pt x="580182" y="390021"/>
                  </a:lnTo>
                  <a:lnTo>
                    <a:pt x="663065" y="406111"/>
                  </a:lnTo>
                  <a:lnTo>
                    <a:pt x="745948" y="421308"/>
                  </a:lnTo>
                  <a:lnTo>
                    <a:pt x="828832" y="435582"/>
                  </a:lnTo>
                  <a:lnTo>
                    <a:pt x="911715" y="448906"/>
                  </a:lnTo>
                  <a:lnTo>
                    <a:pt x="994598" y="461251"/>
                  </a:lnTo>
                  <a:lnTo>
                    <a:pt x="1077481" y="472599"/>
                  </a:lnTo>
                  <a:lnTo>
                    <a:pt x="1160364" y="482948"/>
                  </a:lnTo>
                  <a:lnTo>
                    <a:pt x="1243248" y="492324"/>
                  </a:lnTo>
                  <a:lnTo>
                    <a:pt x="1326131" y="500798"/>
                  </a:lnTo>
                  <a:lnTo>
                    <a:pt x="1409014" y="508491"/>
                  </a:lnTo>
                  <a:lnTo>
                    <a:pt x="1491897" y="515589"/>
                  </a:lnTo>
                  <a:lnTo>
                    <a:pt x="1574780" y="522334"/>
                  </a:lnTo>
                  <a:lnTo>
                    <a:pt x="1657664" y="529012"/>
                  </a:lnTo>
                  <a:lnTo>
                    <a:pt x="1740547" y="535925"/>
                  </a:lnTo>
                  <a:lnTo>
                    <a:pt x="1823430" y="543678"/>
                  </a:lnTo>
                  <a:lnTo>
                    <a:pt x="1906313" y="552916"/>
                  </a:lnTo>
                  <a:lnTo>
                    <a:pt x="1989196" y="563119"/>
                  </a:lnTo>
                  <a:lnTo>
                    <a:pt x="2072080" y="573694"/>
                  </a:lnTo>
                  <a:lnTo>
                    <a:pt x="2154963" y="584098"/>
                  </a:lnTo>
                  <a:lnTo>
                    <a:pt x="2237846" y="593867"/>
                  </a:lnTo>
                  <a:lnTo>
                    <a:pt x="2320729" y="602957"/>
                  </a:lnTo>
                  <a:lnTo>
                    <a:pt x="2403612" y="612630"/>
                  </a:lnTo>
                  <a:lnTo>
                    <a:pt x="2486496" y="621714"/>
                  </a:lnTo>
                  <a:lnTo>
                    <a:pt x="2569379" y="629628"/>
                  </a:lnTo>
                  <a:lnTo>
                    <a:pt x="2652262" y="637352"/>
                  </a:lnTo>
                  <a:lnTo>
                    <a:pt x="2735145" y="648998"/>
                  </a:lnTo>
                  <a:lnTo>
                    <a:pt x="2818028" y="662299"/>
                  </a:lnTo>
                  <a:lnTo>
                    <a:pt x="2900912" y="673674"/>
                  </a:lnTo>
                  <a:lnTo>
                    <a:pt x="2983795" y="681646"/>
                  </a:lnTo>
                  <a:lnTo>
                    <a:pt x="3066678" y="689522"/>
                  </a:lnTo>
                  <a:lnTo>
                    <a:pt x="3149561" y="698114"/>
                  </a:lnTo>
                  <a:lnTo>
                    <a:pt x="3232444" y="703816"/>
                  </a:lnTo>
                  <a:lnTo>
                    <a:pt x="3315328" y="705692"/>
                  </a:lnTo>
                  <a:lnTo>
                    <a:pt x="3398211" y="704747"/>
                  </a:lnTo>
                  <a:lnTo>
                    <a:pt x="3481094" y="700997"/>
                  </a:lnTo>
                  <a:lnTo>
                    <a:pt x="3563977" y="694304"/>
                  </a:lnTo>
                  <a:lnTo>
                    <a:pt x="3646860" y="685719"/>
                  </a:lnTo>
                  <a:lnTo>
                    <a:pt x="3729744" y="677088"/>
                  </a:lnTo>
                  <a:lnTo>
                    <a:pt x="3812627" y="667062"/>
                  </a:lnTo>
                  <a:lnTo>
                    <a:pt x="3895510" y="654490"/>
                  </a:lnTo>
                  <a:lnTo>
                    <a:pt x="3978393" y="639665"/>
                  </a:lnTo>
                  <a:lnTo>
                    <a:pt x="4061276" y="623071"/>
                  </a:lnTo>
                  <a:lnTo>
                    <a:pt x="4144160" y="605386"/>
                  </a:lnTo>
                  <a:lnTo>
                    <a:pt x="4227043" y="587422"/>
                  </a:lnTo>
                  <a:lnTo>
                    <a:pt x="4309926" y="570033"/>
                  </a:lnTo>
                  <a:lnTo>
                    <a:pt x="4392809" y="552960"/>
                  </a:lnTo>
                  <a:lnTo>
                    <a:pt x="4475692" y="535646"/>
                  </a:lnTo>
                  <a:lnTo>
                    <a:pt x="4558576" y="518001"/>
                  </a:lnTo>
                  <a:lnTo>
                    <a:pt x="4641459" y="499890"/>
                  </a:lnTo>
                  <a:lnTo>
                    <a:pt x="4724342" y="481146"/>
                  </a:lnTo>
                  <a:lnTo>
                    <a:pt x="4807225" y="461578"/>
                  </a:lnTo>
                  <a:lnTo>
                    <a:pt x="4890108" y="440990"/>
                  </a:lnTo>
                  <a:lnTo>
                    <a:pt x="4972992" y="419191"/>
                  </a:lnTo>
                  <a:lnTo>
                    <a:pt x="5055875" y="396008"/>
                  </a:lnTo>
                  <a:lnTo>
                    <a:pt x="5138758" y="371292"/>
                  </a:lnTo>
                  <a:lnTo>
                    <a:pt x="5221641" y="344926"/>
                  </a:lnTo>
                  <a:lnTo>
                    <a:pt x="5304524" y="316821"/>
                  </a:lnTo>
                  <a:lnTo>
                    <a:pt x="5387408" y="286917"/>
                  </a:lnTo>
                  <a:lnTo>
                    <a:pt x="5470291" y="255177"/>
                  </a:lnTo>
                  <a:lnTo>
                    <a:pt x="5553174" y="221581"/>
                  </a:lnTo>
                  <a:lnTo>
                    <a:pt x="5636057" y="186122"/>
                  </a:lnTo>
                  <a:lnTo>
                    <a:pt x="5718940" y="148803"/>
                  </a:lnTo>
                  <a:lnTo>
                    <a:pt x="5801824" y="109630"/>
                  </a:lnTo>
                  <a:lnTo>
                    <a:pt x="5884707" y="68614"/>
                  </a:lnTo>
                  <a:lnTo>
                    <a:pt x="5967590" y="25765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04906" y="4755929"/>
              <a:ext cx="5882953" cy="622530"/>
            </a:xfrm>
            <a:custGeom>
              <a:avLst/>
              <a:pathLst>
                <a:path w="5882953" h="622530">
                  <a:moveTo>
                    <a:pt x="5882953" y="71110"/>
                  </a:moveTo>
                  <a:lnTo>
                    <a:pt x="5835148" y="62751"/>
                  </a:lnTo>
                  <a:lnTo>
                    <a:pt x="5752265" y="49639"/>
                  </a:lnTo>
                  <a:lnTo>
                    <a:pt x="5669382" y="37956"/>
                  </a:lnTo>
                  <a:lnTo>
                    <a:pt x="5586499" y="27753"/>
                  </a:lnTo>
                  <a:lnTo>
                    <a:pt x="5503615" y="19079"/>
                  </a:lnTo>
                  <a:lnTo>
                    <a:pt x="5420732" y="11980"/>
                  </a:lnTo>
                  <a:lnTo>
                    <a:pt x="5337849" y="6497"/>
                  </a:lnTo>
                  <a:lnTo>
                    <a:pt x="5254966" y="2663"/>
                  </a:lnTo>
                  <a:lnTo>
                    <a:pt x="5172083" y="496"/>
                  </a:lnTo>
                  <a:lnTo>
                    <a:pt x="5089199" y="0"/>
                  </a:lnTo>
                  <a:lnTo>
                    <a:pt x="5006316" y="1151"/>
                  </a:lnTo>
                  <a:lnTo>
                    <a:pt x="4923433" y="3902"/>
                  </a:lnTo>
                  <a:lnTo>
                    <a:pt x="4840550" y="8174"/>
                  </a:lnTo>
                  <a:lnTo>
                    <a:pt x="4757667" y="13856"/>
                  </a:lnTo>
                  <a:lnTo>
                    <a:pt x="4674783" y="20816"/>
                  </a:lnTo>
                  <a:lnTo>
                    <a:pt x="4591900" y="28900"/>
                  </a:lnTo>
                  <a:lnTo>
                    <a:pt x="4509017" y="37952"/>
                  </a:lnTo>
                  <a:lnTo>
                    <a:pt x="4426134" y="47821"/>
                  </a:lnTo>
                  <a:lnTo>
                    <a:pt x="4343251" y="58378"/>
                  </a:lnTo>
                  <a:lnTo>
                    <a:pt x="4260367" y="69527"/>
                  </a:lnTo>
                  <a:lnTo>
                    <a:pt x="4177484" y="81219"/>
                  </a:lnTo>
                  <a:lnTo>
                    <a:pt x="4094601" y="93504"/>
                  </a:lnTo>
                  <a:lnTo>
                    <a:pt x="4011718" y="106274"/>
                  </a:lnTo>
                  <a:lnTo>
                    <a:pt x="3928835" y="119243"/>
                  </a:lnTo>
                  <a:lnTo>
                    <a:pt x="3845951" y="132082"/>
                  </a:lnTo>
                  <a:lnTo>
                    <a:pt x="3763068" y="144323"/>
                  </a:lnTo>
                  <a:lnTo>
                    <a:pt x="3680185" y="155305"/>
                  </a:lnTo>
                  <a:lnTo>
                    <a:pt x="3597302" y="164178"/>
                  </a:lnTo>
                  <a:lnTo>
                    <a:pt x="3514419" y="170469"/>
                  </a:lnTo>
                  <a:lnTo>
                    <a:pt x="3431535" y="175236"/>
                  </a:lnTo>
                  <a:lnTo>
                    <a:pt x="3348652" y="179267"/>
                  </a:lnTo>
                  <a:lnTo>
                    <a:pt x="3265769" y="182464"/>
                  </a:lnTo>
                  <a:lnTo>
                    <a:pt x="3182886" y="183540"/>
                  </a:lnTo>
                  <a:lnTo>
                    <a:pt x="3100003" y="179173"/>
                  </a:lnTo>
                  <a:lnTo>
                    <a:pt x="3017119" y="170370"/>
                  </a:lnTo>
                  <a:lnTo>
                    <a:pt x="2934236" y="161568"/>
                  </a:lnTo>
                  <a:lnTo>
                    <a:pt x="2851353" y="154537"/>
                  </a:lnTo>
                  <a:lnTo>
                    <a:pt x="2768470" y="144893"/>
                  </a:lnTo>
                  <a:lnTo>
                    <a:pt x="2685587" y="132096"/>
                  </a:lnTo>
                  <a:lnTo>
                    <a:pt x="2602703" y="120021"/>
                  </a:lnTo>
                  <a:lnTo>
                    <a:pt x="2519820" y="110440"/>
                  </a:lnTo>
                  <a:lnTo>
                    <a:pt x="2436937" y="102387"/>
                  </a:lnTo>
                  <a:lnTo>
                    <a:pt x="2354054" y="93968"/>
                  </a:lnTo>
                  <a:lnTo>
                    <a:pt x="2271171" y="86307"/>
                  </a:lnTo>
                  <a:lnTo>
                    <a:pt x="2188287" y="79229"/>
                  </a:lnTo>
                  <a:lnTo>
                    <a:pt x="2105404" y="71598"/>
                  </a:lnTo>
                  <a:lnTo>
                    <a:pt x="2022521" y="63282"/>
                  </a:lnTo>
                  <a:lnTo>
                    <a:pt x="1939638" y="55028"/>
                  </a:lnTo>
                  <a:lnTo>
                    <a:pt x="1856755" y="47516"/>
                  </a:lnTo>
                  <a:lnTo>
                    <a:pt x="1773871" y="41344"/>
                  </a:lnTo>
                  <a:lnTo>
                    <a:pt x="1690988" y="37065"/>
                  </a:lnTo>
                  <a:lnTo>
                    <a:pt x="1608105" y="35236"/>
                  </a:lnTo>
                  <a:lnTo>
                    <a:pt x="1525222" y="35942"/>
                  </a:lnTo>
                  <a:lnTo>
                    <a:pt x="1442339" y="39280"/>
                  </a:lnTo>
                  <a:lnTo>
                    <a:pt x="1359455" y="45503"/>
                  </a:lnTo>
                  <a:lnTo>
                    <a:pt x="1276572" y="54845"/>
                  </a:lnTo>
                  <a:lnTo>
                    <a:pt x="1193689" y="67501"/>
                  </a:lnTo>
                  <a:lnTo>
                    <a:pt x="1110806" y="83604"/>
                  </a:lnTo>
                  <a:lnTo>
                    <a:pt x="1027923" y="103227"/>
                  </a:lnTo>
                  <a:lnTo>
                    <a:pt x="945039" y="126390"/>
                  </a:lnTo>
                  <a:lnTo>
                    <a:pt x="862156" y="153068"/>
                  </a:lnTo>
                  <a:lnTo>
                    <a:pt x="779273" y="183210"/>
                  </a:lnTo>
                  <a:lnTo>
                    <a:pt x="696390" y="216747"/>
                  </a:lnTo>
                  <a:lnTo>
                    <a:pt x="613506" y="253601"/>
                  </a:lnTo>
                  <a:lnTo>
                    <a:pt x="530623" y="293694"/>
                  </a:lnTo>
                  <a:lnTo>
                    <a:pt x="447740" y="336946"/>
                  </a:lnTo>
                  <a:lnTo>
                    <a:pt x="364857" y="383283"/>
                  </a:lnTo>
                  <a:lnTo>
                    <a:pt x="281974" y="432632"/>
                  </a:lnTo>
                  <a:lnTo>
                    <a:pt x="199090" y="484927"/>
                  </a:lnTo>
                  <a:lnTo>
                    <a:pt x="116207" y="540103"/>
                  </a:lnTo>
                  <a:lnTo>
                    <a:pt x="33324" y="598100"/>
                  </a:lnTo>
                  <a:lnTo>
                    <a:pt x="0" y="622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422195"/>
              <a:ext cx="6015395" cy="452614"/>
            </a:xfrm>
            <a:custGeom>
              <a:avLst/>
              <a:pathLst>
                <a:path w="6015395" h="452614">
                  <a:moveTo>
                    <a:pt x="0" y="452614"/>
                  </a:moveTo>
                  <a:lnTo>
                    <a:pt x="82883" y="431804"/>
                  </a:lnTo>
                  <a:lnTo>
                    <a:pt x="165766" y="411951"/>
                  </a:lnTo>
                  <a:lnTo>
                    <a:pt x="248649" y="393081"/>
                  </a:lnTo>
                  <a:lnTo>
                    <a:pt x="331532" y="375219"/>
                  </a:lnTo>
                  <a:lnTo>
                    <a:pt x="414416" y="358389"/>
                  </a:lnTo>
                  <a:lnTo>
                    <a:pt x="497299" y="342617"/>
                  </a:lnTo>
                  <a:lnTo>
                    <a:pt x="580182" y="327928"/>
                  </a:lnTo>
                  <a:lnTo>
                    <a:pt x="663065" y="314347"/>
                  </a:lnTo>
                  <a:lnTo>
                    <a:pt x="745948" y="301899"/>
                  </a:lnTo>
                  <a:lnTo>
                    <a:pt x="828832" y="290609"/>
                  </a:lnTo>
                  <a:lnTo>
                    <a:pt x="911715" y="280503"/>
                  </a:lnTo>
                  <a:lnTo>
                    <a:pt x="994598" y="271604"/>
                  </a:lnTo>
                  <a:lnTo>
                    <a:pt x="1077481" y="263939"/>
                  </a:lnTo>
                  <a:lnTo>
                    <a:pt x="1160364" y="257532"/>
                  </a:lnTo>
                  <a:lnTo>
                    <a:pt x="1243248" y="252409"/>
                  </a:lnTo>
                  <a:lnTo>
                    <a:pt x="1326131" y="248594"/>
                  </a:lnTo>
                  <a:lnTo>
                    <a:pt x="1409014" y="246113"/>
                  </a:lnTo>
                  <a:lnTo>
                    <a:pt x="1491897" y="244990"/>
                  </a:lnTo>
                  <a:lnTo>
                    <a:pt x="1574780" y="245251"/>
                  </a:lnTo>
                  <a:lnTo>
                    <a:pt x="1657664" y="246921"/>
                  </a:lnTo>
                  <a:lnTo>
                    <a:pt x="1740547" y="250025"/>
                  </a:lnTo>
                  <a:lnTo>
                    <a:pt x="1823430" y="254816"/>
                  </a:lnTo>
                  <a:lnTo>
                    <a:pt x="1906313" y="261575"/>
                  </a:lnTo>
                  <a:lnTo>
                    <a:pt x="1989196" y="269762"/>
                  </a:lnTo>
                  <a:lnTo>
                    <a:pt x="2072080" y="278805"/>
                  </a:lnTo>
                  <a:lnTo>
                    <a:pt x="2154963" y="288134"/>
                  </a:lnTo>
                  <a:lnTo>
                    <a:pt x="2237846" y="297177"/>
                  </a:lnTo>
                  <a:lnTo>
                    <a:pt x="2320729" y="305538"/>
                  </a:lnTo>
                  <a:lnTo>
                    <a:pt x="2403612" y="313913"/>
                  </a:lnTo>
                  <a:lnTo>
                    <a:pt x="2486496" y="322286"/>
                  </a:lnTo>
                  <a:lnTo>
                    <a:pt x="2569379" y="330452"/>
                  </a:lnTo>
                  <a:lnTo>
                    <a:pt x="2652262" y="338340"/>
                  </a:lnTo>
                  <a:lnTo>
                    <a:pt x="2735145" y="348954"/>
                  </a:lnTo>
                  <a:lnTo>
                    <a:pt x="2818028" y="361642"/>
                  </a:lnTo>
                  <a:lnTo>
                    <a:pt x="2900912" y="373728"/>
                  </a:lnTo>
                  <a:lnTo>
                    <a:pt x="2983795" y="382536"/>
                  </a:lnTo>
                  <a:lnTo>
                    <a:pt x="3066678" y="389989"/>
                  </a:lnTo>
                  <a:lnTo>
                    <a:pt x="3149561" y="398687"/>
                  </a:lnTo>
                  <a:lnTo>
                    <a:pt x="3232444" y="405939"/>
                  </a:lnTo>
                  <a:lnTo>
                    <a:pt x="3315328" y="409060"/>
                  </a:lnTo>
                  <a:lnTo>
                    <a:pt x="3398211" y="408050"/>
                  </a:lnTo>
                  <a:lnTo>
                    <a:pt x="3481094" y="404576"/>
                  </a:lnTo>
                  <a:lnTo>
                    <a:pt x="3563977" y="399214"/>
                  </a:lnTo>
                  <a:lnTo>
                    <a:pt x="3646860" y="392538"/>
                  </a:lnTo>
                  <a:lnTo>
                    <a:pt x="3729744" y="385077"/>
                  </a:lnTo>
                  <a:lnTo>
                    <a:pt x="3812627" y="375628"/>
                  </a:lnTo>
                  <a:lnTo>
                    <a:pt x="3895510" y="363851"/>
                  </a:lnTo>
                  <a:lnTo>
                    <a:pt x="3978393" y="350318"/>
                  </a:lnTo>
                  <a:lnTo>
                    <a:pt x="4061276" y="335602"/>
                  </a:lnTo>
                  <a:lnTo>
                    <a:pt x="4144160" y="320274"/>
                  </a:lnTo>
                  <a:lnTo>
                    <a:pt x="4227043" y="304908"/>
                  </a:lnTo>
                  <a:lnTo>
                    <a:pt x="4309926" y="290070"/>
                  </a:lnTo>
                  <a:lnTo>
                    <a:pt x="4392809" y="275688"/>
                  </a:lnTo>
                  <a:lnTo>
                    <a:pt x="4475692" y="261457"/>
                  </a:lnTo>
                  <a:lnTo>
                    <a:pt x="4558576" y="247356"/>
                  </a:lnTo>
                  <a:lnTo>
                    <a:pt x="4641459" y="233366"/>
                  </a:lnTo>
                  <a:lnTo>
                    <a:pt x="4724342" y="219468"/>
                  </a:lnTo>
                  <a:lnTo>
                    <a:pt x="4807225" y="205641"/>
                  </a:lnTo>
                  <a:lnTo>
                    <a:pt x="4890108" y="191868"/>
                  </a:lnTo>
                  <a:lnTo>
                    <a:pt x="4972992" y="178127"/>
                  </a:lnTo>
                  <a:lnTo>
                    <a:pt x="5055875" y="164400"/>
                  </a:lnTo>
                  <a:lnTo>
                    <a:pt x="5138758" y="150666"/>
                  </a:lnTo>
                  <a:lnTo>
                    <a:pt x="5221641" y="136907"/>
                  </a:lnTo>
                  <a:lnTo>
                    <a:pt x="5304524" y="123103"/>
                  </a:lnTo>
                  <a:lnTo>
                    <a:pt x="5387408" y="109235"/>
                  </a:lnTo>
                  <a:lnTo>
                    <a:pt x="5470291" y="95282"/>
                  </a:lnTo>
                  <a:lnTo>
                    <a:pt x="5553174" y="81225"/>
                  </a:lnTo>
                  <a:lnTo>
                    <a:pt x="5636057" y="67045"/>
                  </a:lnTo>
                  <a:lnTo>
                    <a:pt x="5718940" y="52723"/>
                  </a:lnTo>
                  <a:lnTo>
                    <a:pt x="5801824" y="38238"/>
                  </a:lnTo>
                  <a:lnTo>
                    <a:pt x="5884707" y="23571"/>
                  </a:lnTo>
                  <a:lnTo>
                    <a:pt x="5967590" y="8703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3924857"/>
              <a:ext cx="6015395" cy="1207668"/>
            </a:xfrm>
            <a:custGeom>
              <a:avLst/>
              <a:pathLst>
                <a:path w="6015395" h="1207668">
                  <a:moveTo>
                    <a:pt x="0" y="0"/>
                  </a:moveTo>
                  <a:lnTo>
                    <a:pt x="82883" y="49120"/>
                  </a:lnTo>
                  <a:lnTo>
                    <a:pt x="165766" y="96398"/>
                  </a:lnTo>
                  <a:lnTo>
                    <a:pt x="248649" y="141836"/>
                  </a:lnTo>
                  <a:lnTo>
                    <a:pt x="331532" y="185432"/>
                  </a:lnTo>
                  <a:lnTo>
                    <a:pt x="414416" y="227183"/>
                  </a:lnTo>
                  <a:lnTo>
                    <a:pt x="497299" y="267081"/>
                  </a:lnTo>
                  <a:lnTo>
                    <a:pt x="580182" y="305114"/>
                  </a:lnTo>
                  <a:lnTo>
                    <a:pt x="663065" y="341267"/>
                  </a:lnTo>
                  <a:lnTo>
                    <a:pt x="745948" y="375520"/>
                  </a:lnTo>
                  <a:lnTo>
                    <a:pt x="828832" y="407851"/>
                  </a:lnTo>
                  <a:lnTo>
                    <a:pt x="911715" y="438236"/>
                  </a:lnTo>
                  <a:lnTo>
                    <a:pt x="994598" y="466655"/>
                  </a:lnTo>
                  <a:lnTo>
                    <a:pt x="1077481" y="493094"/>
                  </a:lnTo>
                  <a:lnTo>
                    <a:pt x="1160364" y="517558"/>
                  </a:lnTo>
                  <a:lnTo>
                    <a:pt x="1243248" y="540079"/>
                  </a:lnTo>
                  <a:lnTo>
                    <a:pt x="1326131" y="560732"/>
                  </a:lnTo>
                  <a:lnTo>
                    <a:pt x="1409014" y="579646"/>
                  </a:lnTo>
                  <a:lnTo>
                    <a:pt x="1491897" y="597012"/>
                  </a:lnTo>
                  <a:lnTo>
                    <a:pt x="1574780" y="613079"/>
                  </a:lnTo>
                  <a:lnTo>
                    <a:pt x="1657664" y="628138"/>
                  </a:lnTo>
                  <a:lnTo>
                    <a:pt x="1740547" y="642498"/>
                  </a:lnTo>
                  <a:lnTo>
                    <a:pt x="1823430" y="656668"/>
                  </a:lnTo>
                  <a:lnTo>
                    <a:pt x="1906313" y="671092"/>
                  </a:lnTo>
                  <a:lnTo>
                    <a:pt x="1989196" y="685309"/>
                  </a:lnTo>
                  <a:lnTo>
                    <a:pt x="2072080" y="698808"/>
                  </a:lnTo>
                  <a:lnTo>
                    <a:pt x="2154963" y="711118"/>
                  </a:lnTo>
                  <a:lnTo>
                    <a:pt x="2237846" y="721854"/>
                  </a:lnTo>
                  <a:lnTo>
                    <a:pt x="2320729" y="730457"/>
                  </a:lnTo>
                  <a:lnTo>
                    <a:pt x="2403612" y="735372"/>
                  </a:lnTo>
                  <a:lnTo>
                    <a:pt x="2486496" y="737156"/>
                  </a:lnTo>
                  <a:lnTo>
                    <a:pt x="2569379" y="737733"/>
                  </a:lnTo>
                  <a:lnTo>
                    <a:pt x="2652262" y="740434"/>
                  </a:lnTo>
                  <a:lnTo>
                    <a:pt x="2735145" y="746885"/>
                  </a:lnTo>
                  <a:lnTo>
                    <a:pt x="2818028" y="754053"/>
                  </a:lnTo>
                  <a:lnTo>
                    <a:pt x="2900912" y="759641"/>
                  </a:lnTo>
                  <a:lnTo>
                    <a:pt x="2983795" y="763458"/>
                  </a:lnTo>
                  <a:lnTo>
                    <a:pt x="3066678" y="768616"/>
                  </a:lnTo>
                  <a:lnTo>
                    <a:pt x="3149561" y="774830"/>
                  </a:lnTo>
                  <a:lnTo>
                    <a:pt x="3232444" y="778723"/>
                  </a:lnTo>
                  <a:lnTo>
                    <a:pt x="3315328" y="779595"/>
                  </a:lnTo>
                  <a:lnTo>
                    <a:pt x="3398211" y="778644"/>
                  </a:lnTo>
                  <a:lnTo>
                    <a:pt x="3481094" y="775684"/>
                  </a:lnTo>
                  <a:lnTo>
                    <a:pt x="3563977" y="770243"/>
                  </a:lnTo>
                  <a:lnTo>
                    <a:pt x="3646860" y="763042"/>
                  </a:lnTo>
                  <a:lnTo>
                    <a:pt x="3729744" y="755607"/>
                  </a:lnTo>
                  <a:lnTo>
                    <a:pt x="3812627" y="746801"/>
                  </a:lnTo>
                  <a:lnTo>
                    <a:pt x="3895510" y="735614"/>
                  </a:lnTo>
                  <a:lnTo>
                    <a:pt x="3978393" y="722261"/>
                  </a:lnTo>
                  <a:lnTo>
                    <a:pt x="4061276" y="707146"/>
                  </a:lnTo>
                  <a:lnTo>
                    <a:pt x="4144160" y="690868"/>
                  </a:lnTo>
                  <a:lnTo>
                    <a:pt x="4227043" y="674162"/>
                  </a:lnTo>
                  <a:lnTo>
                    <a:pt x="4309926" y="657800"/>
                  </a:lnTo>
                  <a:lnTo>
                    <a:pt x="4392809" y="641605"/>
                  </a:lnTo>
                  <a:lnTo>
                    <a:pt x="4475692" y="625105"/>
                  </a:lnTo>
                  <a:lnTo>
                    <a:pt x="4558576" y="608211"/>
                  </a:lnTo>
                  <a:lnTo>
                    <a:pt x="4641459" y="590789"/>
                  </a:lnTo>
                  <a:lnTo>
                    <a:pt x="4724342" y="572670"/>
                  </a:lnTo>
                  <a:lnTo>
                    <a:pt x="4807225" y="553666"/>
                  </a:lnTo>
                  <a:lnTo>
                    <a:pt x="4890108" y="533579"/>
                  </a:lnTo>
                  <a:lnTo>
                    <a:pt x="4972992" y="512221"/>
                  </a:lnTo>
                  <a:lnTo>
                    <a:pt x="5055875" y="489416"/>
                  </a:lnTo>
                  <a:lnTo>
                    <a:pt x="5138758" y="465018"/>
                  </a:lnTo>
                  <a:lnTo>
                    <a:pt x="5221641" y="438909"/>
                  </a:lnTo>
                  <a:lnTo>
                    <a:pt x="5304524" y="411000"/>
                  </a:lnTo>
                  <a:lnTo>
                    <a:pt x="5387408" y="381232"/>
                  </a:lnTo>
                  <a:lnTo>
                    <a:pt x="5470291" y="349568"/>
                  </a:lnTo>
                  <a:lnTo>
                    <a:pt x="5553174" y="315989"/>
                  </a:lnTo>
                  <a:lnTo>
                    <a:pt x="5636057" y="280488"/>
                  </a:lnTo>
                  <a:lnTo>
                    <a:pt x="5718940" y="243067"/>
                  </a:lnTo>
                  <a:lnTo>
                    <a:pt x="5801824" y="203735"/>
                  </a:lnTo>
                  <a:lnTo>
                    <a:pt x="5884707" y="162502"/>
                  </a:lnTo>
                  <a:lnTo>
                    <a:pt x="5967590" y="119379"/>
                  </a:lnTo>
                  <a:lnTo>
                    <a:pt x="6015395" y="93422"/>
                  </a:lnTo>
                  <a:lnTo>
                    <a:pt x="6015395" y="903623"/>
                  </a:lnTo>
                  <a:lnTo>
                    <a:pt x="5967590" y="895434"/>
                  </a:lnTo>
                  <a:lnTo>
                    <a:pt x="5884707" y="882560"/>
                  </a:lnTo>
                  <a:lnTo>
                    <a:pt x="5801824" y="871062"/>
                  </a:lnTo>
                  <a:lnTo>
                    <a:pt x="5718940" y="860987"/>
                  </a:lnTo>
                  <a:lnTo>
                    <a:pt x="5636057" y="852385"/>
                  </a:lnTo>
                  <a:lnTo>
                    <a:pt x="5553174" y="845301"/>
                  </a:lnTo>
                  <a:lnTo>
                    <a:pt x="5470291" y="839777"/>
                  </a:lnTo>
                  <a:lnTo>
                    <a:pt x="5387408" y="835843"/>
                  </a:lnTo>
                  <a:lnTo>
                    <a:pt x="5304524" y="833520"/>
                  </a:lnTo>
                  <a:lnTo>
                    <a:pt x="5221641" y="832809"/>
                  </a:lnTo>
                  <a:lnTo>
                    <a:pt x="5138758" y="833688"/>
                  </a:lnTo>
                  <a:lnTo>
                    <a:pt x="5055875" y="836108"/>
                  </a:lnTo>
                  <a:lnTo>
                    <a:pt x="4972992" y="839989"/>
                  </a:lnTo>
                  <a:lnTo>
                    <a:pt x="4890108" y="845221"/>
                  </a:lnTo>
                  <a:lnTo>
                    <a:pt x="4807225" y="851670"/>
                  </a:lnTo>
                  <a:lnTo>
                    <a:pt x="4724342" y="859184"/>
                  </a:lnTo>
                  <a:lnTo>
                    <a:pt x="4641459" y="867604"/>
                  </a:lnTo>
                  <a:lnTo>
                    <a:pt x="4558576" y="876779"/>
                  </a:lnTo>
                  <a:lnTo>
                    <a:pt x="4475692" y="886581"/>
                  </a:lnTo>
                  <a:lnTo>
                    <a:pt x="4392809" y="896912"/>
                  </a:lnTo>
                  <a:lnTo>
                    <a:pt x="4309926" y="907722"/>
                  </a:lnTo>
                  <a:lnTo>
                    <a:pt x="4227043" y="918976"/>
                  </a:lnTo>
                  <a:lnTo>
                    <a:pt x="4144160" y="930486"/>
                  </a:lnTo>
                  <a:lnTo>
                    <a:pt x="4061276" y="942045"/>
                  </a:lnTo>
                  <a:lnTo>
                    <a:pt x="3978393" y="953403"/>
                  </a:lnTo>
                  <a:lnTo>
                    <a:pt x="3895510" y="964169"/>
                  </a:lnTo>
                  <a:lnTo>
                    <a:pt x="3812627" y="973765"/>
                  </a:lnTo>
                  <a:lnTo>
                    <a:pt x="3729744" y="981417"/>
                  </a:lnTo>
                  <a:lnTo>
                    <a:pt x="3646860" y="986511"/>
                  </a:lnTo>
                  <a:lnTo>
                    <a:pt x="3563977" y="989893"/>
                  </a:lnTo>
                  <a:lnTo>
                    <a:pt x="3481094" y="992669"/>
                  </a:lnTo>
                  <a:lnTo>
                    <a:pt x="3398211" y="995076"/>
                  </a:lnTo>
                  <a:lnTo>
                    <a:pt x="3315328" y="996158"/>
                  </a:lnTo>
                  <a:lnTo>
                    <a:pt x="3232444" y="992793"/>
                  </a:lnTo>
                  <a:lnTo>
                    <a:pt x="3149561" y="985797"/>
                  </a:lnTo>
                  <a:lnTo>
                    <a:pt x="3066678" y="979372"/>
                  </a:lnTo>
                  <a:lnTo>
                    <a:pt x="2983795" y="975061"/>
                  </a:lnTo>
                  <a:lnTo>
                    <a:pt x="2900912" y="969570"/>
                  </a:lnTo>
                  <a:lnTo>
                    <a:pt x="2818028" y="962560"/>
                  </a:lnTo>
                  <a:lnTo>
                    <a:pt x="2735145" y="956619"/>
                  </a:lnTo>
                  <a:lnTo>
                    <a:pt x="2652262" y="952233"/>
                  </a:lnTo>
                  <a:lnTo>
                    <a:pt x="2569379" y="949204"/>
                  </a:lnTo>
                  <a:lnTo>
                    <a:pt x="2486496" y="948121"/>
                  </a:lnTo>
                  <a:lnTo>
                    <a:pt x="2403612" y="947761"/>
                  </a:lnTo>
                  <a:lnTo>
                    <a:pt x="2320729" y="945442"/>
                  </a:lnTo>
                  <a:lnTo>
                    <a:pt x="2237846" y="938300"/>
                  </a:lnTo>
                  <a:lnTo>
                    <a:pt x="2154963" y="929019"/>
                  </a:lnTo>
                  <a:lnTo>
                    <a:pt x="2072080" y="918859"/>
                  </a:lnTo>
                  <a:lnTo>
                    <a:pt x="1989196" y="908426"/>
                  </a:lnTo>
                  <a:lnTo>
                    <a:pt x="1906313" y="898241"/>
                  </a:lnTo>
                  <a:lnTo>
                    <a:pt x="1823430" y="888780"/>
                  </a:lnTo>
                  <a:lnTo>
                    <a:pt x="1740547" y="880537"/>
                  </a:lnTo>
                  <a:lnTo>
                    <a:pt x="1657664" y="873801"/>
                  </a:lnTo>
                  <a:lnTo>
                    <a:pt x="1574780" y="868764"/>
                  </a:lnTo>
                  <a:lnTo>
                    <a:pt x="1491897" y="865674"/>
                  </a:lnTo>
                  <a:lnTo>
                    <a:pt x="1409014" y="864759"/>
                  </a:lnTo>
                  <a:lnTo>
                    <a:pt x="1326131" y="866207"/>
                  </a:lnTo>
                  <a:lnTo>
                    <a:pt x="1243248" y="870146"/>
                  </a:lnTo>
                  <a:lnTo>
                    <a:pt x="1160364" y="876643"/>
                  </a:lnTo>
                  <a:lnTo>
                    <a:pt x="1077481" y="885712"/>
                  </a:lnTo>
                  <a:lnTo>
                    <a:pt x="994598" y="897323"/>
                  </a:lnTo>
                  <a:lnTo>
                    <a:pt x="911715" y="911418"/>
                  </a:lnTo>
                  <a:lnTo>
                    <a:pt x="828832" y="927923"/>
                  </a:lnTo>
                  <a:lnTo>
                    <a:pt x="745948" y="946753"/>
                  </a:lnTo>
                  <a:lnTo>
                    <a:pt x="663065" y="967824"/>
                  </a:lnTo>
                  <a:lnTo>
                    <a:pt x="580182" y="991051"/>
                  </a:lnTo>
                  <a:lnTo>
                    <a:pt x="497299" y="1016354"/>
                  </a:lnTo>
                  <a:lnTo>
                    <a:pt x="414416" y="1043654"/>
                  </a:lnTo>
                  <a:lnTo>
                    <a:pt x="331532" y="1072877"/>
                  </a:lnTo>
                  <a:lnTo>
                    <a:pt x="248649" y="1103955"/>
                  </a:lnTo>
                  <a:lnTo>
                    <a:pt x="165766" y="1136821"/>
                  </a:lnTo>
                  <a:lnTo>
                    <a:pt x="82883" y="1171412"/>
                  </a:lnTo>
                  <a:lnTo>
                    <a:pt x="0" y="12076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3924857"/>
              <a:ext cx="6015395" cy="779595"/>
            </a:xfrm>
            <a:custGeom>
              <a:avLst/>
              <a:pathLst>
                <a:path w="6015395" h="779595">
                  <a:moveTo>
                    <a:pt x="0" y="0"/>
                  </a:moveTo>
                  <a:lnTo>
                    <a:pt x="82883" y="49120"/>
                  </a:lnTo>
                  <a:lnTo>
                    <a:pt x="165766" y="96398"/>
                  </a:lnTo>
                  <a:lnTo>
                    <a:pt x="248649" y="141836"/>
                  </a:lnTo>
                  <a:lnTo>
                    <a:pt x="331532" y="185432"/>
                  </a:lnTo>
                  <a:lnTo>
                    <a:pt x="414416" y="227183"/>
                  </a:lnTo>
                  <a:lnTo>
                    <a:pt x="497299" y="267081"/>
                  </a:lnTo>
                  <a:lnTo>
                    <a:pt x="580182" y="305114"/>
                  </a:lnTo>
                  <a:lnTo>
                    <a:pt x="663065" y="341267"/>
                  </a:lnTo>
                  <a:lnTo>
                    <a:pt x="745948" y="375520"/>
                  </a:lnTo>
                  <a:lnTo>
                    <a:pt x="828832" y="407851"/>
                  </a:lnTo>
                  <a:lnTo>
                    <a:pt x="911715" y="438236"/>
                  </a:lnTo>
                  <a:lnTo>
                    <a:pt x="994598" y="466655"/>
                  </a:lnTo>
                  <a:lnTo>
                    <a:pt x="1077481" y="493094"/>
                  </a:lnTo>
                  <a:lnTo>
                    <a:pt x="1160364" y="517558"/>
                  </a:lnTo>
                  <a:lnTo>
                    <a:pt x="1243248" y="540079"/>
                  </a:lnTo>
                  <a:lnTo>
                    <a:pt x="1326131" y="560732"/>
                  </a:lnTo>
                  <a:lnTo>
                    <a:pt x="1409014" y="579646"/>
                  </a:lnTo>
                  <a:lnTo>
                    <a:pt x="1491897" y="597012"/>
                  </a:lnTo>
                  <a:lnTo>
                    <a:pt x="1574780" y="613079"/>
                  </a:lnTo>
                  <a:lnTo>
                    <a:pt x="1657664" y="628138"/>
                  </a:lnTo>
                  <a:lnTo>
                    <a:pt x="1740547" y="642498"/>
                  </a:lnTo>
                  <a:lnTo>
                    <a:pt x="1823430" y="656668"/>
                  </a:lnTo>
                  <a:lnTo>
                    <a:pt x="1906313" y="671092"/>
                  </a:lnTo>
                  <a:lnTo>
                    <a:pt x="1989196" y="685309"/>
                  </a:lnTo>
                  <a:lnTo>
                    <a:pt x="2072080" y="698808"/>
                  </a:lnTo>
                  <a:lnTo>
                    <a:pt x="2154963" y="711118"/>
                  </a:lnTo>
                  <a:lnTo>
                    <a:pt x="2237846" y="721854"/>
                  </a:lnTo>
                  <a:lnTo>
                    <a:pt x="2320729" y="730457"/>
                  </a:lnTo>
                  <a:lnTo>
                    <a:pt x="2403612" y="735372"/>
                  </a:lnTo>
                  <a:lnTo>
                    <a:pt x="2486496" y="737156"/>
                  </a:lnTo>
                  <a:lnTo>
                    <a:pt x="2569379" y="737733"/>
                  </a:lnTo>
                  <a:lnTo>
                    <a:pt x="2652262" y="740434"/>
                  </a:lnTo>
                  <a:lnTo>
                    <a:pt x="2735145" y="746885"/>
                  </a:lnTo>
                  <a:lnTo>
                    <a:pt x="2818028" y="754053"/>
                  </a:lnTo>
                  <a:lnTo>
                    <a:pt x="2900912" y="759641"/>
                  </a:lnTo>
                  <a:lnTo>
                    <a:pt x="2983795" y="763458"/>
                  </a:lnTo>
                  <a:lnTo>
                    <a:pt x="3066678" y="768616"/>
                  </a:lnTo>
                  <a:lnTo>
                    <a:pt x="3149561" y="774830"/>
                  </a:lnTo>
                  <a:lnTo>
                    <a:pt x="3232444" y="778723"/>
                  </a:lnTo>
                  <a:lnTo>
                    <a:pt x="3315328" y="779595"/>
                  </a:lnTo>
                  <a:lnTo>
                    <a:pt x="3398211" y="778644"/>
                  </a:lnTo>
                  <a:lnTo>
                    <a:pt x="3481094" y="775684"/>
                  </a:lnTo>
                  <a:lnTo>
                    <a:pt x="3563977" y="770243"/>
                  </a:lnTo>
                  <a:lnTo>
                    <a:pt x="3646860" y="763042"/>
                  </a:lnTo>
                  <a:lnTo>
                    <a:pt x="3729744" y="755607"/>
                  </a:lnTo>
                  <a:lnTo>
                    <a:pt x="3812627" y="746801"/>
                  </a:lnTo>
                  <a:lnTo>
                    <a:pt x="3895510" y="735614"/>
                  </a:lnTo>
                  <a:lnTo>
                    <a:pt x="3978393" y="722261"/>
                  </a:lnTo>
                  <a:lnTo>
                    <a:pt x="4061276" y="707146"/>
                  </a:lnTo>
                  <a:lnTo>
                    <a:pt x="4144160" y="690868"/>
                  </a:lnTo>
                  <a:lnTo>
                    <a:pt x="4227043" y="674162"/>
                  </a:lnTo>
                  <a:lnTo>
                    <a:pt x="4309926" y="657800"/>
                  </a:lnTo>
                  <a:lnTo>
                    <a:pt x="4392809" y="641605"/>
                  </a:lnTo>
                  <a:lnTo>
                    <a:pt x="4475692" y="625105"/>
                  </a:lnTo>
                  <a:lnTo>
                    <a:pt x="4558576" y="608211"/>
                  </a:lnTo>
                  <a:lnTo>
                    <a:pt x="4641459" y="590789"/>
                  </a:lnTo>
                  <a:lnTo>
                    <a:pt x="4724342" y="572670"/>
                  </a:lnTo>
                  <a:lnTo>
                    <a:pt x="4807225" y="553666"/>
                  </a:lnTo>
                  <a:lnTo>
                    <a:pt x="4890108" y="533579"/>
                  </a:lnTo>
                  <a:lnTo>
                    <a:pt x="4972992" y="512221"/>
                  </a:lnTo>
                  <a:lnTo>
                    <a:pt x="5055875" y="489416"/>
                  </a:lnTo>
                  <a:lnTo>
                    <a:pt x="5138758" y="465018"/>
                  </a:lnTo>
                  <a:lnTo>
                    <a:pt x="5221641" y="438909"/>
                  </a:lnTo>
                  <a:lnTo>
                    <a:pt x="5304524" y="411000"/>
                  </a:lnTo>
                  <a:lnTo>
                    <a:pt x="5387408" y="381232"/>
                  </a:lnTo>
                  <a:lnTo>
                    <a:pt x="5470291" y="349568"/>
                  </a:lnTo>
                  <a:lnTo>
                    <a:pt x="5553174" y="315989"/>
                  </a:lnTo>
                  <a:lnTo>
                    <a:pt x="5636057" y="280488"/>
                  </a:lnTo>
                  <a:lnTo>
                    <a:pt x="5718940" y="243067"/>
                  </a:lnTo>
                  <a:lnTo>
                    <a:pt x="5801824" y="203735"/>
                  </a:lnTo>
                  <a:lnTo>
                    <a:pt x="5884707" y="162502"/>
                  </a:lnTo>
                  <a:lnTo>
                    <a:pt x="5967590" y="119379"/>
                  </a:lnTo>
                  <a:lnTo>
                    <a:pt x="6015395" y="93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4757667"/>
              <a:ext cx="6015395" cy="374858"/>
            </a:xfrm>
            <a:custGeom>
              <a:avLst/>
              <a:pathLst>
                <a:path w="6015395" h="374858">
                  <a:moveTo>
                    <a:pt x="6015395" y="70813"/>
                  </a:moveTo>
                  <a:lnTo>
                    <a:pt x="5967590" y="62624"/>
                  </a:lnTo>
                  <a:lnTo>
                    <a:pt x="5884707" y="49751"/>
                  </a:lnTo>
                  <a:lnTo>
                    <a:pt x="5801824" y="38252"/>
                  </a:lnTo>
                  <a:lnTo>
                    <a:pt x="5718940" y="28177"/>
                  </a:lnTo>
                  <a:lnTo>
                    <a:pt x="5636057" y="19575"/>
                  </a:lnTo>
                  <a:lnTo>
                    <a:pt x="5553174" y="12491"/>
                  </a:lnTo>
                  <a:lnTo>
                    <a:pt x="5470291" y="6967"/>
                  </a:lnTo>
                  <a:lnTo>
                    <a:pt x="5387408" y="3033"/>
                  </a:lnTo>
                  <a:lnTo>
                    <a:pt x="5304524" y="711"/>
                  </a:lnTo>
                  <a:lnTo>
                    <a:pt x="5221641" y="0"/>
                  </a:lnTo>
                  <a:lnTo>
                    <a:pt x="5138758" y="878"/>
                  </a:lnTo>
                  <a:lnTo>
                    <a:pt x="5055875" y="3298"/>
                  </a:lnTo>
                  <a:lnTo>
                    <a:pt x="4972992" y="7179"/>
                  </a:lnTo>
                  <a:lnTo>
                    <a:pt x="4890108" y="12411"/>
                  </a:lnTo>
                  <a:lnTo>
                    <a:pt x="4807225" y="18861"/>
                  </a:lnTo>
                  <a:lnTo>
                    <a:pt x="4724342" y="26374"/>
                  </a:lnTo>
                  <a:lnTo>
                    <a:pt x="4641459" y="34794"/>
                  </a:lnTo>
                  <a:lnTo>
                    <a:pt x="4558576" y="43969"/>
                  </a:lnTo>
                  <a:lnTo>
                    <a:pt x="4475692" y="53771"/>
                  </a:lnTo>
                  <a:lnTo>
                    <a:pt x="4392809" y="64102"/>
                  </a:lnTo>
                  <a:lnTo>
                    <a:pt x="4309926" y="74912"/>
                  </a:lnTo>
                  <a:lnTo>
                    <a:pt x="4227043" y="86166"/>
                  </a:lnTo>
                  <a:lnTo>
                    <a:pt x="4144160" y="97676"/>
                  </a:lnTo>
                  <a:lnTo>
                    <a:pt x="4061276" y="109235"/>
                  </a:lnTo>
                  <a:lnTo>
                    <a:pt x="3978393" y="120593"/>
                  </a:lnTo>
                  <a:lnTo>
                    <a:pt x="3895510" y="131360"/>
                  </a:lnTo>
                  <a:lnTo>
                    <a:pt x="3812627" y="140955"/>
                  </a:lnTo>
                  <a:lnTo>
                    <a:pt x="3729744" y="148608"/>
                  </a:lnTo>
                  <a:lnTo>
                    <a:pt x="3646860" y="153701"/>
                  </a:lnTo>
                  <a:lnTo>
                    <a:pt x="3563977" y="157083"/>
                  </a:lnTo>
                  <a:lnTo>
                    <a:pt x="3481094" y="159859"/>
                  </a:lnTo>
                  <a:lnTo>
                    <a:pt x="3398211" y="162266"/>
                  </a:lnTo>
                  <a:lnTo>
                    <a:pt x="3315328" y="163348"/>
                  </a:lnTo>
                  <a:lnTo>
                    <a:pt x="3232444" y="159984"/>
                  </a:lnTo>
                  <a:lnTo>
                    <a:pt x="3149561" y="152987"/>
                  </a:lnTo>
                  <a:lnTo>
                    <a:pt x="3066678" y="146563"/>
                  </a:lnTo>
                  <a:lnTo>
                    <a:pt x="2983795" y="142251"/>
                  </a:lnTo>
                  <a:lnTo>
                    <a:pt x="2900912" y="136761"/>
                  </a:lnTo>
                  <a:lnTo>
                    <a:pt x="2818028" y="129750"/>
                  </a:lnTo>
                  <a:lnTo>
                    <a:pt x="2735145" y="123809"/>
                  </a:lnTo>
                  <a:lnTo>
                    <a:pt x="2652262" y="119423"/>
                  </a:lnTo>
                  <a:lnTo>
                    <a:pt x="2569379" y="116394"/>
                  </a:lnTo>
                  <a:lnTo>
                    <a:pt x="2486496" y="115311"/>
                  </a:lnTo>
                  <a:lnTo>
                    <a:pt x="2403612" y="114951"/>
                  </a:lnTo>
                  <a:lnTo>
                    <a:pt x="2320729" y="112632"/>
                  </a:lnTo>
                  <a:lnTo>
                    <a:pt x="2237846" y="105490"/>
                  </a:lnTo>
                  <a:lnTo>
                    <a:pt x="2154963" y="96209"/>
                  </a:lnTo>
                  <a:lnTo>
                    <a:pt x="2072080" y="86049"/>
                  </a:lnTo>
                  <a:lnTo>
                    <a:pt x="1989196" y="75616"/>
                  </a:lnTo>
                  <a:lnTo>
                    <a:pt x="1906313" y="65431"/>
                  </a:lnTo>
                  <a:lnTo>
                    <a:pt x="1823430" y="55970"/>
                  </a:lnTo>
                  <a:lnTo>
                    <a:pt x="1740547" y="47727"/>
                  </a:lnTo>
                  <a:lnTo>
                    <a:pt x="1657664" y="40991"/>
                  </a:lnTo>
                  <a:lnTo>
                    <a:pt x="1574780" y="35955"/>
                  </a:lnTo>
                  <a:lnTo>
                    <a:pt x="1491897" y="32864"/>
                  </a:lnTo>
                  <a:lnTo>
                    <a:pt x="1409014" y="31949"/>
                  </a:lnTo>
                  <a:lnTo>
                    <a:pt x="1326131" y="33397"/>
                  </a:lnTo>
                  <a:lnTo>
                    <a:pt x="1243248" y="37336"/>
                  </a:lnTo>
                  <a:lnTo>
                    <a:pt x="1160364" y="43833"/>
                  </a:lnTo>
                  <a:lnTo>
                    <a:pt x="1077481" y="52902"/>
                  </a:lnTo>
                  <a:lnTo>
                    <a:pt x="994598" y="64513"/>
                  </a:lnTo>
                  <a:lnTo>
                    <a:pt x="911715" y="78608"/>
                  </a:lnTo>
                  <a:lnTo>
                    <a:pt x="828832" y="95113"/>
                  </a:lnTo>
                  <a:lnTo>
                    <a:pt x="745948" y="113943"/>
                  </a:lnTo>
                  <a:lnTo>
                    <a:pt x="663065" y="135014"/>
                  </a:lnTo>
                  <a:lnTo>
                    <a:pt x="580182" y="158242"/>
                  </a:lnTo>
                  <a:lnTo>
                    <a:pt x="497299" y="183544"/>
                  </a:lnTo>
                  <a:lnTo>
                    <a:pt x="414416" y="210844"/>
                  </a:lnTo>
                  <a:lnTo>
                    <a:pt x="331532" y="240068"/>
                  </a:lnTo>
                  <a:lnTo>
                    <a:pt x="248649" y="271145"/>
                  </a:lnTo>
                  <a:lnTo>
                    <a:pt x="165766" y="304011"/>
                  </a:lnTo>
                  <a:lnTo>
                    <a:pt x="82883" y="338602"/>
                  </a:lnTo>
                  <a:lnTo>
                    <a:pt x="0" y="374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423380"/>
              <a:ext cx="6015395" cy="389354"/>
            </a:xfrm>
            <a:custGeom>
              <a:avLst/>
              <a:pathLst>
                <a:path w="6015395" h="389354">
                  <a:moveTo>
                    <a:pt x="0" y="105311"/>
                  </a:moveTo>
                  <a:lnTo>
                    <a:pt x="82883" y="111743"/>
                  </a:lnTo>
                  <a:lnTo>
                    <a:pt x="165766" y="118087"/>
                  </a:lnTo>
                  <a:lnTo>
                    <a:pt x="248649" y="124372"/>
                  </a:lnTo>
                  <a:lnTo>
                    <a:pt x="331532" y="130632"/>
                  </a:lnTo>
                  <a:lnTo>
                    <a:pt x="414416" y="136895"/>
                  </a:lnTo>
                  <a:lnTo>
                    <a:pt x="497299" y="143194"/>
                  </a:lnTo>
                  <a:lnTo>
                    <a:pt x="580182" y="149560"/>
                  </a:lnTo>
                  <a:lnTo>
                    <a:pt x="663065" y="156022"/>
                  </a:lnTo>
                  <a:lnTo>
                    <a:pt x="745948" y="162613"/>
                  </a:lnTo>
                  <a:lnTo>
                    <a:pt x="828832" y="169364"/>
                  </a:lnTo>
                  <a:lnTo>
                    <a:pt x="911715" y="176304"/>
                  </a:lnTo>
                  <a:lnTo>
                    <a:pt x="994598" y="183466"/>
                  </a:lnTo>
                  <a:lnTo>
                    <a:pt x="1077481" y="190880"/>
                  </a:lnTo>
                  <a:lnTo>
                    <a:pt x="1160364" y="198578"/>
                  </a:lnTo>
                  <a:lnTo>
                    <a:pt x="1243248" y="206589"/>
                  </a:lnTo>
                  <a:lnTo>
                    <a:pt x="1326131" y="214946"/>
                  </a:lnTo>
                  <a:lnTo>
                    <a:pt x="1409014" y="223680"/>
                  </a:lnTo>
                  <a:lnTo>
                    <a:pt x="1491897" y="232820"/>
                  </a:lnTo>
                  <a:lnTo>
                    <a:pt x="1574780" y="242399"/>
                  </a:lnTo>
                  <a:lnTo>
                    <a:pt x="1657664" y="252446"/>
                  </a:lnTo>
                  <a:lnTo>
                    <a:pt x="1740547" y="262994"/>
                  </a:lnTo>
                  <a:lnTo>
                    <a:pt x="1823430" y="274201"/>
                  </a:lnTo>
                  <a:lnTo>
                    <a:pt x="1906313" y="286143"/>
                  </a:lnTo>
                  <a:lnTo>
                    <a:pt x="1989196" y="298345"/>
                  </a:lnTo>
                  <a:lnTo>
                    <a:pt x="2072080" y="310311"/>
                  </a:lnTo>
                  <a:lnTo>
                    <a:pt x="2154963" y="321545"/>
                  </a:lnTo>
                  <a:lnTo>
                    <a:pt x="2237846" y="331554"/>
                  </a:lnTo>
                  <a:lnTo>
                    <a:pt x="2320729" y="339426"/>
                  </a:lnTo>
                  <a:lnTo>
                    <a:pt x="2403612" y="343044"/>
                  </a:lnTo>
                  <a:lnTo>
                    <a:pt x="2486496" y="344115"/>
                  </a:lnTo>
                  <a:lnTo>
                    <a:pt x="2569379" y="344946"/>
                  </a:lnTo>
                  <a:lnTo>
                    <a:pt x="2652262" y="347811"/>
                  </a:lnTo>
                  <a:lnTo>
                    <a:pt x="2735145" y="353229"/>
                  </a:lnTo>
                  <a:lnTo>
                    <a:pt x="2818028" y="359783"/>
                  </a:lnTo>
                  <a:lnTo>
                    <a:pt x="2900912" y="366083"/>
                  </a:lnTo>
                  <a:lnTo>
                    <a:pt x="2983795" y="370736"/>
                  </a:lnTo>
                  <a:lnTo>
                    <a:pt x="3066678" y="375471"/>
                  </a:lnTo>
                  <a:lnTo>
                    <a:pt x="3149561" y="381790"/>
                  </a:lnTo>
                  <a:lnTo>
                    <a:pt x="3232444" y="387235"/>
                  </a:lnTo>
                  <a:lnTo>
                    <a:pt x="3315328" y="389354"/>
                  </a:lnTo>
                  <a:lnTo>
                    <a:pt x="3398211" y="388337"/>
                  </a:lnTo>
                  <a:lnTo>
                    <a:pt x="3481094" y="385653"/>
                  </a:lnTo>
                  <a:lnTo>
                    <a:pt x="3563977" y="381545"/>
                  </a:lnTo>
                  <a:lnTo>
                    <a:pt x="3646860" y="376254"/>
                  </a:lnTo>
                  <a:lnTo>
                    <a:pt x="3729744" y="369989"/>
                  </a:lnTo>
                  <a:lnTo>
                    <a:pt x="3812627" y="361760"/>
                  </a:lnTo>
                  <a:lnTo>
                    <a:pt x="3895510" y="351369"/>
                  </a:lnTo>
                  <a:lnTo>
                    <a:pt x="3978393" y="339309"/>
                  </a:lnTo>
                  <a:lnTo>
                    <a:pt x="4061276" y="326073"/>
                  </a:lnTo>
                  <a:lnTo>
                    <a:pt x="4144160" y="312154"/>
                  </a:lnTo>
                  <a:lnTo>
                    <a:pt x="4227043" y="298046"/>
                  </a:lnTo>
                  <a:lnTo>
                    <a:pt x="4309926" y="284238"/>
                  </a:lnTo>
                  <a:lnTo>
                    <a:pt x="4392809" y="270736"/>
                  </a:lnTo>
                  <a:lnTo>
                    <a:pt x="4475692" y="257320"/>
                  </a:lnTo>
                  <a:lnTo>
                    <a:pt x="4558576" y="243972"/>
                  </a:lnTo>
                  <a:lnTo>
                    <a:pt x="4641459" y="230673"/>
                  </a:lnTo>
                  <a:lnTo>
                    <a:pt x="4724342" y="217404"/>
                  </a:lnTo>
                  <a:lnTo>
                    <a:pt x="4807225" y="204145"/>
                  </a:lnTo>
                  <a:lnTo>
                    <a:pt x="4890108" y="190877"/>
                  </a:lnTo>
                  <a:lnTo>
                    <a:pt x="4972992" y="177582"/>
                  </a:lnTo>
                  <a:lnTo>
                    <a:pt x="5055875" y="164239"/>
                  </a:lnTo>
                  <a:lnTo>
                    <a:pt x="5138758" y="150830"/>
                  </a:lnTo>
                  <a:lnTo>
                    <a:pt x="5221641" y="137336"/>
                  </a:lnTo>
                  <a:lnTo>
                    <a:pt x="5304524" y="123737"/>
                  </a:lnTo>
                  <a:lnTo>
                    <a:pt x="5387408" y="110015"/>
                  </a:lnTo>
                  <a:lnTo>
                    <a:pt x="5470291" y="96149"/>
                  </a:lnTo>
                  <a:lnTo>
                    <a:pt x="5553174" y="82122"/>
                  </a:lnTo>
                  <a:lnTo>
                    <a:pt x="5636057" y="67913"/>
                  </a:lnTo>
                  <a:lnTo>
                    <a:pt x="5718940" y="53504"/>
                  </a:lnTo>
                  <a:lnTo>
                    <a:pt x="5801824" y="38876"/>
                  </a:lnTo>
                  <a:lnTo>
                    <a:pt x="5884707" y="24008"/>
                  </a:lnTo>
                  <a:lnTo>
                    <a:pt x="5967590" y="8883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3956358"/>
              <a:ext cx="6015395" cy="1096869"/>
            </a:xfrm>
            <a:custGeom>
              <a:avLst/>
              <a:pathLst>
                <a:path w="6015395" h="1096869">
                  <a:moveTo>
                    <a:pt x="0" y="0"/>
                  </a:moveTo>
                  <a:lnTo>
                    <a:pt x="82883" y="50392"/>
                  </a:lnTo>
                  <a:lnTo>
                    <a:pt x="165766" y="99007"/>
                  </a:lnTo>
                  <a:lnTo>
                    <a:pt x="248649" y="145848"/>
                  </a:lnTo>
                  <a:lnTo>
                    <a:pt x="331532" y="190917"/>
                  </a:lnTo>
                  <a:lnTo>
                    <a:pt x="414416" y="234214"/>
                  </a:lnTo>
                  <a:lnTo>
                    <a:pt x="497299" y="275734"/>
                  </a:lnTo>
                  <a:lnTo>
                    <a:pt x="580182" y="315470"/>
                  </a:lnTo>
                  <a:lnTo>
                    <a:pt x="663065" y="353410"/>
                  </a:lnTo>
                  <a:lnTo>
                    <a:pt x="745948" y="389539"/>
                  </a:lnTo>
                  <a:lnTo>
                    <a:pt x="828832" y="423840"/>
                  </a:lnTo>
                  <a:lnTo>
                    <a:pt x="911715" y="456295"/>
                  </a:lnTo>
                  <a:lnTo>
                    <a:pt x="994598" y="486887"/>
                  </a:lnTo>
                  <a:lnTo>
                    <a:pt x="1077481" y="515607"/>
                  </a:lnTo>
                  <a:lnTo>
                    <a:pt x="1160364" y="542461"/>
                  </a:lnTo>
                  <a:lnTo>
                    <a:pt x="1243248" y="567483"/>
                  </a:lnTo>
                  <a:lnTo>
                    <a:pt x="1326131" y="590743"/>
                  </a:lnTo>
                  <a:lnTo>
                    <a:pt x="1409014" y="612361"/>
                  </a:lnTo>
                  <a:lnTo>
                    <a:pt x="1491897" y="632513"/>
                  </a:lnTo>
                  <a:lnTo>
                    <a:pt x="1574780" y="651428"/>
                  </a:lnTo>
                  <a:lnTo>
                    <a:pt x="1657664" y="669374"/>
                  </a:lnTo>
                  <a:lnTo>
                    <a:pt x="1740547" y="686633"/>
                  </a:lnTo>
                  <a:lnTo>
                    <a:pt x="1823430" y="703689"/>
                  </a:lnTo>
                  <a:lnTo>
                    <a:pt x="1906313" y="720959"/>
                  </a:lnTo>
                  <a:lnTo>
                    <a:pt x="1989196" y="737980"/>
                  </a:lnTo>
                  <a:lnTo>
                    <a:pt x="2072080" y="754235"/>
                  </a:lnTo>
                  <a:lnTo>
                    <a:pt x="2154963" y="769248"/>
                  </a:lnTo>
                  <a:lnTo>
                    <a:pt x="2237846" y="782617"/>
                  </a:lnTo>
                  <a:lnTo>
                    <a:pt x="2320729" y="793748"/>
                  </a:lnTo>
                  <a:lnTo>
                    <a:pt x="2403612" y="801035"/>
                  </a:lnTo>
                  <a:lnTo>
                    <a:pt x="2486496" y="805157"/>
                  </a:lnTo>
                  <a:lnTo>
                    <a:pt x="2569379" y="808093"/>
                  </a:lnTo>
                  <a:lnTo>
                    <a:pt x="2652262" y="813110"/>
                  </a:lnTo>
                  <a:lnTo>
                    <a:pt x="2735145" y="822127"/>
                  </a:lnTo>
                  <a:lnTo>
                    <a:pt x="2818028" y="832143"/>
                  </a:lnTo>
                  <a:lnTo>
                    <a:pt x="2900912" y="840571"/>
                  </a:lnTo>
                  <a:lnTo>
                    <a:pt x="2983795" y="846736"/>
                  </a:lnTo>
                  <a:lnTo>
                    <a:pt x="3066678" y="854139"/>
                  </a:lnTo>
                  <a:lnTo>
                    <a:pt x="3149561" y="863098"/>
                  </a:lnTo>
                  <a:lnTo>
                    <a:pt x="3232444" y="869622"/>
                  </a:lnTo>
                  <a:lnTo>
                    <a:pt x="3315328" y="872151"/>
                  </a:lnTo>
                  <a:lnTo>
                    <a:pt x="3398211" y="872000"/>
                  </a:lnTo>
                  <a:lnTo>
                    <a:pt x="3481094" y="869628"/>
                  </a:lnTo>
                  <a:lnTo>
                    <a:pt x="3563977" y="864643"/>
                  </a:lnTo>
                  <a:lnTo>
                    <a:pt x="3646860" y="857737"/>
                  </a:lnTo>
                  <a:lnTo>
                    <a:pt x="3729744" y="850326"/>
                  </a:lnTo>
                  <a:lnTo>
                    <a:pt x="3812627" y="841326"/>
                  </a:lnTo>
                  <a:lnTo>
                    <a:pt x="3895510" y="829793"/>
                  </a:lnTo>
                  <a:lnTo>
                    <a:pt x="3978393" y="815943"/>
                  </a:lnTo>
                  <a:lnTo>
                    <a:pt x="4061276" y="800164"/>
                  </a:lnTo>
                  <a:lnTo>
                    <a:pt x="4144160" y="783017"/>
                  </a:lnTo>
                  <a:lnTo>
                    <a:pt x="4227043" y="765190"/>
                  </a:lnTo>
                  <a:lnTo>
                    <a:pt x="4309926" y="747405"/>
                  </a:lnTo>
                  <a:lnTo>
                    <a:pt x="4392809" y="729527"/>
                  </a:lnTo>
                  <a:lnTo>
                    <a:pt x="4475692" y="711138"/>
                  </a:lnTo>
                  <a:lnTo>
                    <a:pt x="4558576" y="692154"/>
                  </a:lnTo>
                  <a:lnTo>
                    <a:pt x="4641459" y="672454"/>
                  </a:lnTo>
                  <a:lnTo>
                    <a:pt x="4724342" y="651883"/>
                  </a:lnTo>
                  <a:lnTo>
                    <a:pt x="4807225" y="630268"/>
                  </a:lnTo>
                  <a:lnTo>
                    <a:pt x="4890108" y="607429"/>
                  </a:lnTo>
                  <a:lnTo>
                    <a:pt x="4972992" y="583194"/>
                  </a:lnTo>
                  <a:lnTo>
                    <a:pt x="5055875" y="557402"/>
                  </a:lnTo>
                  <a:lnTo>
                    <a:pt x="5138758" y="529918"/>
                  </a:lnTo>
                  <a:lnTo>
                    <a:pt x="5221641" y="500635"/>
                  </a:lnTo>
                  <a:lnTo>
                    <a:pt x="5304524" y="469471"/>
                  </a:lnTo>
                  <a:lnTo>
                    <a:pt x="5387408" y="436370"/>
                  </a:lnTo>
                  <a:lnTo>
                    <a:pt x="5470291" y="401299"/>
                  </a:lnTo>
                  <a:lnTo>
                    <a:pt x="5553174" y="364237"/>
                  </a:lnTo>
                  <a:lnTo>
                    <a:pt x="5636057" y="325179"/>
                  </a:lnTo>
                  <a:lnTo>
                    <a:pt x="5718940" y="284126"/>
                  </a:lnTo>
                  <a:lnTo>
                    <a:pt x="5801824" y="241083"/>
                  </a:lnTo>
                  <a:lnTo>
                    <a:pt x="5884707" y="196058"/>
                  </a:lnTo>
                  <a:lnTo>
                    <a:pt x="5967590" y="149060"/>
                  </a:lnTo>
                  <a:lnTo>
                    <a:pt x="6015395" y="120819"/>
                  </a:lnTo>
                  <a:lnTo>
                    <a:pt x="6015395" y="856688"/>
                  </a:lnTo>
                  <a:lnTo>
                    <a:pt x="5967590" y="853915"/>
                  </a:lnTo>
                  <a:lnTo>
                    <a:pt x="5884707" y="850054"/>
                  </a:lnTo>
                  <a:lnTo>
                    <a:pt x="5801824" y="847185"/>
                  </a:lnTo>
                  <a:lnTo>
                    <a:pt x="5718940" y="845354"/>
                  </a:lnTo>
                  <a:lnTo>
                    <a:pt x="5636057" y="844608"/>
                  </a:lnTo>
                  <a:lnTo>
                    <a:pt x="5553174" y="844988"/>
                  </a:lnTo>
                  <a:lnTo>
                    <a:pt x="5470291" y="846533"/>
                  </a:lnTo>
                  <a:lnTo>
                    <a:pt x="5387408" y="849273"/>
                  </a:lnTo>
                  <a:lnTo>
                    <a:pt x="5304524" y="853227"/>
                  </a:lnTo>
                  <a:lnTo>
                    <a:pt x="5221641" y="858397"/>
                  </a:lnTo>
                  <a:lnTo>
                    <a:pt x="5138758" y="864764"/>
                  </a:lnTo>
                  <a:lnTo>
                    <a:pt x="5055875" y="872286"/>
                  </a:lnTo>
                  <a:lnTo>
                    <a:pt x="4972992" y="880890"/>
                  </a:lnTo>
                  <a:lnTo>
                    <a:pt x="4890108" y="890479"/>
                  </a:lnTo>
                  <a:lnTo>
                    <a:pt x="4807225" y="900932"/>
                  </a:lnTo>
                  <a:lnTo>
                    <a:pt x="4724342" y="912110"/>
                  </a:lnTo>
                  <a:lnTo>
                    <a:pt x="4641459" y="923872"/>
                  </a:lnTo>
                  <a:lnTo>
                    <a:pt x="4558576" y="936082"/>
                  </a:lnTo>
                  <a:lnTo>
                    <a:pt x="4475692" y="948624"/>
                  </a:lnTo>
                  <a:lnTo>
                    <a:pt x="4392809" y="961410"/>
                  </a:lnTo>
                  <a:lnTo>
                    <a:pt x="4309926" y="974398"/>
                  </a:lnTo>
                  <a:lnTo>
                    <a:pt x="4227043" y="987543"/>
                  </a:lnTo>
                  <a:lnTo>
                    <a:pt x="4144160" y="1000650"/>
                  </a:lnTo>
                  <a:lnTo>
                    <a:pt x="4061276" y="1013511"/>
                  </a:lnTo>
                  <a:lnTo>
                    <a:pt x="3978393" y="1025879"/>
                  </a:lnTo>
                  <a:lnTo>
                    <a:pt x="3895510" y="1037380"/>
                  </a:lnTo>
                  <a:lnTo>
                    <a:pt x="3812627" y="1047467"/>
                  </a:lnTo>
                  <a:lnTo>
                    <a:pt x="3729744" y="1055420"/>
                  </a:lnTo>
                  <a:lnTo>
                    <a:pt x="3646860" y="1060703"/>
                  </a:lnTo>
                  <a:lnTo>
                    <a:pt x="3563977" y="1064141"/>
                  </a:lnTo>
                  <a:lnTo>
                    <a:pt x="3481094" y="1066705"/>
                  </a:lnTo>
                  <a:lnTo>
                    <a:pt x="3398211" y="1068575"/>
                  </a:lnTo>
                  <a:lnTo>
                    <a:pt x="3315328" y="1068846"/>
                  </a:lnTo>
                  <a:lnTo>
                    <a:pt x="3232444" y="1064052"/>
                  </a:lnTo>
                  <a:lnTo>
                    <a:pt x="3149561" y="1054710"/>
                  </a:lnTo>
                  <a:lnTo>
                    <a:pt x="3066678" y="1045560"/>
                  </a:lnTo>
                  <a:lnTo>
                    <a:pt x="2983795" y="1038925"/>
                  </a:lnTo>
                  <a:lnTo>
                    <a:pt x="2900912" y="1031240"/>
                  </a:lnTo>
                  <a:lnTo>
                    <a:pt x="2818028" y="1021521"/>
                  </a:lnTo>
                  <a:lnTo>
                    <a:pt x="2735145" y="1012619"/>
                  </a:lnTo>
                  <a:lnTo>
                    <a:pt x="2652262" y="1005478"/>
                  </a:lnTo>
                  <a:lnTo>
                    <a:pt x="2569379" y="1000162"/>
                  </a:lnTo>
                  <a:lnTo>
                    <a:pt x="2486496" y="996767"/>
                  </a:lnTo>
                  <a:lnTo>
                    <a:pt x="2403612" y="993938"/>
                  </a:lnTo>
                  <a:lnTo>
                    <a:pt x="2320729" y="989009"/>
                  </a:lnTo>
                  <a:lnTo>
                    <a:pt x="2237846" y="979205"/>
                  </a:lnTo>
                  <a:lnTo>
                    <a:pt x="2154963" y="967157"/>
                  </a:lnTo>
                  <a:lnTo>
                    <a:pt x="2072080" y="954097"/>
                  </a:lnTo>
                  <a:lnTo>
                    <a:pt x="1989196" y="940627"/>
                  </a:lnTo>
                  <a:lnTo>
                    <a:pt x="1906313" y="927269"/>
                  </a:lnTo>
                  <a:lnTo>
                    <a:pt x="1823430" y="914506"/>
                  </a:lnTo>
                  <a:lnTo>
                    <a:pt x="1740547" y="902834"/>
                  </a:lnTo>
                  <a:lnTo>
                    <a:pt x="1657664" y="892499"/>
                  </a:lnTo>
                  <a:lnTo>
                    <a:pt x="1574780" y="883656"/>
                  </a:lnTo>
                  <a:lnTo>
                    <a:pt x="1491897" y="876526"/>
                  </a:lnTo>
                  <a:lnTo>
                    <a:pt x="1409014" y="871316"/>
                  </a:lnTo>
                  <a:lnTo>
                    <a:pt x="1326131" y="868191"/>
                  </a:lnTo>
                  <a:lnTo>
                    <a:pt x="1243248" y="867267"/>
                  </a:lnTo>
                  <a:lnTo>
                    <a:pt x="1160364" y="868602"/>
                  </a:lnTo>
                  <a:lnTo>
                    <a:pt x="1077481" y="872203"/>
                  </a:lnTo>
                  <a:lnTo>
                    <a:pt x="994598" y="878043"/>
                  </a:lnTo>
                  <a:lnTo>
                    <a:pt x="911715" y="886064"/>
                  </a:lnTo>
                  <a:lnTo>
                    <a:pt x="828832" y="896197"/>
                  </a:lnTo>
                  <a:lnTo>
                    <a:pt x="745948" y="908364"/>
                  </a:lnTo>
                  <a:lnTo>
                    <a:pt x="663065" y="922483"/>
                  </a:lnTo>
                  <a:lnTo>
                    <a:pt x="580182" y="938475"/>
                  </a:lnTo>
                  <a:lnTo>
                    <a:pt x="497299" y="956264"/>
                  </a:lnTo>
                  <a:lnTo>
                    <a:pt x="414416" y="975777"/>
                  </a:lnTo>
                  <a:lnTo>
                    <a:pt x="331532" y="996943"/>
                  </a:lnTo>
                  <a:lnTo>
                    <a:pt x="248649" y="1019697"/>
                  </a:lnTo>
                  <a:lnTo>
                    <a:pt x="165766" y="1043976"/>
                  </a:lnTo>
                  <a:lnTo>
                    <a:pt x="82883" y="1069719"/>
                  </a:lnTo>
                  <a:lnTo>
                    <a:pt x="0" y="109686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3956358"/>
              <a:ext cx="6015395" cy="872151"/>
            </a:xfrm>
            <a:custGeom>
              <a:avLst/>
              <a:pathLst>
                <a:path w="6015395" h="872151">
                  <a:moveTo>
                    <a:pt x="0" y="0"/>
                  </a:moveTo>
                  <a:lnTo>
                    <a:pt x="82883" y="50392"/>
                  </a:lnTo>
                  <a:lnTo>
                    <a:pt x="165766" y="99007"/>
                  </a:lnTo>
                  <a:lnTo>
                    <a:pt x="248649" y="145848"/>
                  </a:lnTo>
                  <a:lnTo>
                    <a:pt x="331532" y="190917"/>
                  </a:lnTo>
                  <a:lnTo>
                    <a:pt x="414416" y="234214"/>
                  </a:lnTo>
                  <a:lnTo>
                    <a:pt x="497299" y="275734"/>
                  </a:lnTo>
                  <a:lnTo>
                    <a:pt x="580182" y="315470"/>
                  </a:lnTo>
                  <a:lnTo>
                    <a:pt x="663065" y="353410"/>
                  </a:lnTo>
                  <a:lnTo>
                    <a:pt x="745948" y="389539"/>
                  </a:lnTo>
                  <a:lnTo>
                    <a:pt x="828832" y="423840"/>
                  </a:lnTo>
                  <a:lnTo>
                    <a:pt x="911715" y="456295"/>
                  </a:lnTo>
                  <a:lnTo>
                    <a:pt x="994598" y="486887"/>
                  </a:lnTo>
                  <a:lnTo>
                    <a:pt x="1077481" y="515607"/>
                  </a:lnTo>
                  <a:lnTo>
                    <a:pt x="1160364" y="542461"/>
                  </a:lnTo>
                  <a:lnTo>
                    <a:pt x="1243248" y="567483"/>
                  </a:lnTo>
                  <a:lnTo>
                    <a:pt x="1326131" y="590743"/>
                  </a:lnTo>
                  <a:lnTo>
                    <a:pt x="1409014" y="612361"/>
                  </a:lnTo>
                  <a:lnTo>
                    <a:pt x="1491897" y="632513"/>
                  </a:lnTo>
                  <a:lnTo>
                    <a:pt x="1574780" y="651428"/>
                  </a:lnTo>
                  <a:lnTo>
                    <a:pt x="1657664" y="669374"/>
                  </a:lnTo>
                  <a:lnTo>
                    <a:pt x="1740547" y="686633"/>
                  </a:lnTo>
                  <a:lnTo>
                    <a:pt x="1823430" y="703689"/>
                  </a:lnTo>
                  <a:lnTo>
                    <a:pt x="1906313" y="720959"/>
                  </a:lnTo>
                  <a:lnTo>
                    <a:pt x="1989196" y="737980"/>
                  </a:lnTo>
                  <a:lnTo>
                    <a:pt x="2072080" y="754235"/>
                  </a:lnTo>
                  <a:lnTo>
                    <a:pt x="2154963" y="769248"/>
                  </a:lnTo>
                  <a:lnTo>
                    <a:pt x="2237846" y="782617"/>
                  </a:lnTo>
                  <a:lnTo>
                    <a:pt x="2320729" y="793748"/>
                  </a:lnTo>
                  <a:lnTo>
                    <a:pt x="2403612" y="801035"/>
                  </a:lnTo>
                  <a:lnTo>
                    <a:pt x="2486496" y="805157"/>
                  </a:lnTo>
                  <a:lnTo>
                    <a:pt x="2569379" y="808093"/>
                  </a:lnTo>
                  <a:lnTo>
                    <a:pt x="2652262" y="813110"/>
                  </a:lnTo>
                  <a:lnTo>
                    <a:pt x="2735145" y="822127"/>
                  </a:lnTo>
                  <a:lnTo>
                    <a:pt x="2818028" y="832143"/>
                  </a:lnTo>
                  <a:lnTo>
                    <a:pt x="2900912" y="840571"/>
                  </a:lnTo>
                  <a:lnTo>
                    <a:pt x="2983795" y="846736"/>
                  </a:lnTo>
                  <a:lnTo>
                    <a:pt x="3066678" y="854139"/>
                  </a:lnTo>
                  <a:lnTo>
                    <a:pt x="3149561" y="863098"/>
                  </a:lnTo>
                  <a:lnTo>
                    <a:pt x="3232444" y="869622"/>
                  </a:lnTo>
                  <a:lnTo>
                    <a:pt x="3315328" y="872151"/>
                  </a:lnTo>
                  <a:lnTo>
                    <a:pt x="3398211" y="872000"/>
                  </a:lnTo>
                  <a:lnTo>
                    <a:pt x="3481094" y="869628"/>
                  </a:lnTo>
                  <a:lnTo>
                    <a:pt x="3563977" y="864643"/>
                  </a:lnTo>
                  <a:lnTo>
                    <a:pt x="3646860" y="857737"/>
                  </a:lnTo>
                  <a:lnTo>
                    <a:pt x="3729744" y="850326"/>
                  </a:lnTo>
                  <a:lnTo>
                    <a:pt x="3812627" y="841326"/>
                  </a:lnTo>
                  <a:lnTo>
                    <a:pt x="3895510" y="829793"/>
                  </a:lnTo>
                  <a:lnTo>
                    <a:pt x="3978393" y="815943"/>
                  </a:lnTo>
                  <a:lnTo>
                    <a:pt x="4061276" y="800164"/>
                  </a:lnTo>
                  <a:lnTo>
                    <a:pt x="4144160" y="783017"/>
                  </a:lnTo>
                  <a:lnTo>
                    <a:pt x="4227043" y="765190"/>
                  </a:lnTo>
                  <a:lnTo>
                    <a:pt x="4309926" y="747405"/>
                  </a:lnTo>
                  <a:lnTo>
                    <a:pt x="4392809" y="729527"/>
                  </a:lnTo>
                  <a:lnTo>
                    <a:pt x="4475692" y="711138"/>
                  </a:lnTo>
                  <a:lnTo>
                    <a:pt x="4558576" y="692154"/>
                  </a:lnTo>
                  <a:lnTo>
                    <a:pt x="4641459" y="672454"/>
                  </a:lnTo>
                  <a:lnTo>
                    <a:pt x="4724342" y="651883"/>
                  </a:lnTo>
                  <a:lnTo>
                    <a:pt x="4807225" y="630268"/>
                  </a:lnTo>
                  <a:lnTo>
                    <a:pt x="4890108" y="607429"/>
                  </a:lnTo>
                  <a:lnTo>
                    <a:pt x="4972992" y="583194"/>
                  </a:lnTo>
                  <a:lnTo>
                    <a:pt x="5055875" y="557402"/>
                  </a:lnTo>
                  <a:lnTo>
                    <a:pt x="5138758" y="529918"/>
                  </a:lnTo>
                  <a:lnTo>
                    <a:pt x="5221641" y="500635"/>
                  </a:lnTo>
                  <a:lnTo>
                    <a:pt x="5304524" y="469471"/>
                  </a:lnTo>
                  <a:lnTo>
                    <a:pt x="5387408" y="436370"/>
                  </a:lnTo>
                  <a:lnTo>
                    <a:pt x="5470291" y="401299"/>
                  </a:lnTo>
                  <a:lnTo>
                    <a:pt x="5553174" y="364237"/>
                  </a:lnTo>
                  <a:lnTo>
                    <a:pt x="5636057" y="325179"/>
                  </a:lnTo>
                  <a:lnTo>
                    <a:pt x="5718940" y="284126"/>
                  </a:lnTo>
                  <a:lnTo>
                    <a:pt x="5801824" y="241083"/>
                  </a:lnTo>
                  <a:lnTo>
                    <a:pt x="5884707" y="196058"/>
                  </a:lnTo>
                  <a:lnTo>
                    <a:pt x="5967590" y="149060"/>
                  </a:lnTo>
                  <a:lnTo>
                    <a:pt x="6015395" y="120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4800966"/>
              <a:ext cx="6015395" cy="252261"/>
            </a:xfrm>
            <a:custGeom>
              <a:avLst/>
              <a:pathLst>
                <a:path w="6015395" h="252261">
                  <a:moveTo>
                    <a:pt x="6015395" y="12080"/>
                  </a:moveTo>
                  <a:lnTo>
                    <a:pt x="5967590" y="9307"/>
                  </a:lnTo>
                  <a:lnTo>
                    <a:pt x="5884707" y="5445"/>
                  </a:lnTo>
                  <a:lnTo>
                    <a:pt x="5801824" y="2576"/>
                  </a:lnTo>
                  <a:lnTo>
                    <a:pt x="5718940" y="746"/>
                  </a:lnTo>
                  <a:lnTo>
                    <a:pt x="5636057" y="0"/>
                  </a:lnTo>
                  <a:lnTo>
                    <a:pt x="5553174" y="380"/>
                  </a:lnTo>
                  <a:lnTo>
                    <a:pt x="5470291" y="1925"/>
                  </a:lnTo>
                  <a:lnTo>
                    <a:pt x="5387408" y="4665"/>
                  </a:lnTo>
                  <a:lnTo>
                    <a:pt x="5304524" y="8618"/>
                  </a:lnTo>
                  <a:lnTo>
                    <a:pt x="5221641" y="13788"/>
                  </a:lnTo>
                  <a:lnTo>
                    <a:pt x="5138758" y="20156"/>
                  </a:lnTo>
                  <a:lnTo>
                    <a:pt x="5055875" y="27678"/>
                  </a:lnTo>
                  <a:lnTo>
                    <a:pt x="4972992" y="36282"/>
                  </a:lnTo>
                  <a:lnTo>
                    <a:pt x="4890108" y="45871"/>
                  </a:lnTo>
                  <a:lnTo>
                    <a:pt x="4807225" y="56324"/>
                  </a:lnTo>
                  <a:lnTo>
                    <a:pt x="4724342" y="67502"/>
                  </a:lnTo>
                  <a:lnTo>
                    <a:pt x="4641459" y="79264"/>
                  </a:lnTo>
                  <a:lnTo>
                    <a:pt x="4558576" y="91474"/>
                  </a:lnTo>
                  <a:lnTo>
                    <a:pt x="4475692" y="104016"/>
                  </a:lnTo>
                  <a:lnTo>
                    <a:pt x="4392809" y="116802"/>
                  </a:lnTo>
                  <a:lnTo>
                    <a:pt x="4309926" y="129790"/>
                  </a:lnTo>
                  <a:lnTo>
                    <a:pt x="4227043" y="142935"/>
                  </a:lnTo>
                  <a:lnTo>
                    <a:pt x="4144160" y="156042"/>
                  </a:lnTo>
                  <a:lnTo>
                    <a:pt x="4061276" y="168903"/>
                  </a:lnTo>
                  <a:lnTo>
                    <a:pt x="3978393" y="181271"/>
                  </a:lnTo>
                  <a:lnTo>
                    <a:pt x="3895510" y="192771"/>
                  </a:lnTo>
                  <a:lnTo>
                    <a:pt x="3812627" y="202859"/>
                  </a:lnTo>
                  <a:lnTo>
                    <a:pt x="3729744" y="210812"/>
                  </a:lnTo>
                  <a:lnTo>
                    <a:pt x="3646860" y="216095"/>
                  </a:lnTo>
                  <a:lnTo>
                    <a:pt x="3563977" y="219533"/>
                  </a:lnTo>
                  <a:lnTo>
                    <a:pt x="3481094" y="222097"/>
                  </a:lnTo>
                  <a:lnTo>
                    <a:pt x="3398211" y="223967"/>
                  </a:lnTo>
                  <a:lnTo>
                    <a:pt x="3315328" y="224238"/>
                  </a:lnTo>
                  <a:lnTo>
                    <a:pt x="3232444" y="219444"/>
                  </a:lnTo>
                  <a:lnTo>
                    <a:pt x="3149561" y="210102"/>
                  </a:lnTo>
                  <a:lnTo>
                    <a:pt x="3066678" y="200951"/>
                  </a:lnTo>
                  <a:lnTo>
                    <a:pt x="2983795" y="194317"/>
                  </a:lnTo>
                  <a:lnTo>
                    <a:pt x="2900912" y="186632"/>
                  </a:lnTo>
                  <a:lnTo>
                    <a:pt x="2818028" y="176912"/>
                  </a:lnTo>
                  <a:lnTo>
                    <a:pt x="2735145" y="168011"/>
                  </a:lnTo>
                  <a:lnTo>
                    <a:pt x="2652262" y="160870"/>
                  </a:lnTo>
                  <a:lnTo>
                    <a:pt x="2569379" y="155554"/>
                  </a:lnTo>
                  <a:lnTo>
                    <a:pt x="2486496" y="152159"/>
                  </a:lnTo>
                  <a:lnTo>
                    <a:pt x="2403612" y="149330"/>
                  </a:lnTo>
                  <a:lnTo>
                    <a:pt x="2320729" y="144401"/>
                  </a:lnTo>
                  <a:lnTo>
                    <a:pt x="2237846" y="134597"/>
                  </a:lnTo>
                  <a:lnTo>
                    <a:pt x="2154963" y="122548"/>
                  </a:lnTo>
                  <a:lnTo>
                    <a:pt x="2072080" y="109489"/>
                  </a:lnTo>
                  <a:lnTo>
                    <a:pt x="1989196" y="96019"/>
                  </a:lnTo>
                  <a:lnTo>
                    <a:pt x="1906313" y="82660"/>
                  </a:lnTo>
                  <a:lnTo>
                    <a:pt x="1823430" y="69898"/>
                  </a:lnTo>
                  <a:lnTo>
                    <a:pt x="1740547" y="58226"/>
                  </a:lnTo>
                  <a:lnTo>
                    <a:pt x="1657664" y="47891"/>
                  </a:lnTo>
                  <a:lnTo>
                    <a:pt x="1574780" y="39048"/>
                  </a:lnTo>
                  <a:lnTo>
                    <a:pt x="1491897" y="31918"/>
                  </a:lnTo>
                  <a:lnTo>
                    <a:pt x="1409014" y="26708"/>
                  </a:lnTo>
                  <a:lnTo>
                    <a:pt x="1326131" y="23583"/>
                  </a:lnTo>
                  <a:lnTo>
                    <a:pt x="1243248" y="22659"/>
                  </a:lnTo>
                  <a:lnTo>
                    <a:pt x="1160364" y="23994"/>
                  </a:lnTo>
                  <a:lnTo>
                    <a:pt x="1077481" y="27595"/>
                  </a:lnTo>
                  <a:lnTo>
                    <a:pt x="994598" y="33435"/>
                  </a:lnTo>
                  <a:lnTo>
                    <a:pt x="911715" y="41456"/>
                  </a:lnTo>
                  <a:lnTo>
                    <a:pt x="828832" y="51589"/>
                  </a:lnTo>
                  <a:lnTo>
                    <a:pt x="745948" y="63756"/>
                  </a:lnTo>
                  <a:lnTo>
                    <a:pt x="663065" y="77875"/>
                  </a:lnTo>
                  <a:lnTo>
                    <a:pt x="580182" y="93867"/>
                  </a:lnTo>
                  <a:lnTo>
                    <a:pt x="497299" y="111656"/>
                  </a:lnTo>
                  <a:lnTo>
                    <a:pt x="414416" y="131169"/>
                  </a:lnTo>
                  <a:lnTo>
                    <a:pt x="331532" y="152335"/>
                  </a:lnTo>
                  <a:lnTo>
                    <a:pt x="248649" y="175089"/>
                  </a:lnTo>
                  <a:lnTo>
                    <a:pt x="165766" y="199367"/>
                  </a:lnTo>
                  <a:lnTo>
                    <a:pt x="82883" y="225111"/>
                  </a:lnTo>
                  <a:lnTo>
                    <a:pt x="0" y="252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445112"/>
              <a:ext cx="6015395" cy="481744"/>
            </a:xfrm>
            <a:custGeom>
              <a:avLst/>
              <a:pathLst>
                <a:path w="6015395" h="481744">
                  <a:moveTo>
                    <a:pt x="0" y="59680"/>
                  </a:moveTo>
                  <a:lnTo>
                    <a:pt x="82883" y="71301"/>
                  </a:lnTo>
                  <a:lnTo>
                    <a:pt x="165766" y="82737"/>
                  </a:lnTo>
                  <a:lnTo>
                    <a:pt x="248649" y="94018"/>
                  </a:lnTo>
                  <a:lnTo>
                    <a:pt x="331532" y="105176"/>
                  </a:lnTo>
                  <a:lnTo>
                    <a:pt x="414416" y="116241"/>
                  </a:lnTo>
                  <a:lnTo>
                    <a:pt x="497299" y="127245"/>
                  </a:lnTo>
                  <a:lnTo>
                    <a:pt x="580182" y="138218"/>
                  </a:lnTo>
                  <a:lnTo>
                    <a:pt x="663065" y="149192"/>
                  </a:lnTo>
                  <a:lnTo>
                    <a:pt x="745948" y="160197"/>
                  </a:lnTo>
                  <a:lnTo>
                    <a:pt x="828832" y="171265"/>
                  </a:lnTo>
                  <a:lnTo>
                    <a:pt x="911715" y="182425"/>
                  </a:lnTo>
                  <a:lnTo>
                    <a:pt x="994598" y="193710"/>
                  </a:lnTo>
                  <a:lnTo>
                    <a:pt x="1077481" y="205151"/>
                  </a:lnTo>
                  <a:lnTo>
                    <a:pt x="1160364" y="216777"/>
                  </a:lnTo>
                  <a:lnTo>
                    <a:pt x="1243248" y="228621"/>
                  </a:lnTo>
                  <a:lnTo>
                    <a:pt x="1326131" y="240713"/>
                  </a:lnTo>
                  <a:lnTo>
                    <a:pt x="1409014" y="253084"/>
                  </a:lnTo>
                  <a:lnTo>
                    <a:pt x="1491897" y="265765"/>
                  </a:lnTo>
                  <a:lnTo>
                    <a:pt x="1574780" y="278788"/>
                  </a:lnTo>
                  <a:lnTo>
                    <a:pt x="1657664" y="292182"/>
                  </a:lnTo>
                  <a:lnTo>
                    <a:pt x="1740547" y="305979"/>
                  </a:lnTo>
                  <a:lnTo>
                    <a:pt x="1823430" y="320343"/>
                  </a:lnTo>
                  <a:lnTo>
                    <a:pt x="1906313" y="335360"/>
                  </a:lnTo>
                  <a:lnTo>
                    <a:pt x="1989196" y="350549"/>
                  </a:lnTo>
                  <a:lnTo>
                    <a:pt x="2072080" y="365412"/>
                  </a:lnTo>
                  <a:lnTo>
                    <a:pt x="2154963" y="379448"/>
                  </a:lnTo>
                  <a:lnTo>
                    <a:pt x="2237846" y="392157"/>
                  </a:lnTo>
                  <a:lnTo>
                    <a:pt x="2320729" y="402624"/>
                  </a:lnTo>
                  <a:lnTo>
                    <a:pt x="2403612" y="408733"/>
                  </a:lnTo>
                  <a:lnTo>
                    <a:pt x="2486496" y="412208"/>
                  </a:lnTo>
                  <a:lnTo>
                    <a:pt x="2569379" y="415373"/>
                  </a:lnTo>
                  <a:lnTo>
                    <a:pt x="2652262" y="420540"/>
                  </a:lnTo>
                  <a:lnTo>
                    <a:pt x="2735145" y="428619"/>
                  </a:lnTo>
                  <a:lnTo>
                    <a:pt x="2818028" y="438078"/>
                  </a:lnTo>
                  <a:lnTo>
                    <a:pt x="2900912" y="447152"/>
                  </a:lnTo>
                  <a:lnTo>
                    <a:pt x="2983795" y="454076"/>
                  </a:lnTo>
                  <a:lnTo>
                    <a:pt x="3066678" y="461095"/>
                  </a:lnTo>
                  <a:lnTo>
                    <a:pt x="3149561" y="470150"/>
                  </a:lnTo>
                  <a:lnTo>
                    <a:pt x="3232444" y="478083"/>
                  </a:lnTo>
                  <a:lnTo>
                    <a:pt x="3315328" y="481744"/>
                  </a:lnTo>
                  <a:lnTo>
                    <a:pt x="3398211" y="481533"/>
                  </a:lnTo>
                  <a:lnTo>
                    <a:pt x="3481094" y="479413"/>
                  </a:lnTo>
                  <a:lnTo>
                    <a:pt x="3563977" y="475638"/>
                  </a:lnTo>
                  <a:lnTo>
                    <a:pt x="3646860" y="470466"/>
                  </a:lnTo>
                  <a:lnTo>
                    <a:pt x="3729744" y="464119"/>
                  </a:lnTo>
                  <a:lnTo>
                    <a:pt x="3812627" y="455642"/>
                  </a:lnTo>
                  <a:lnTo>
                    <a:pt x="3895510" y="444832"/>
                  </a:lnTo>
                  <a:lnTo>
                    <a:pt x="3978393" y="432157"/>
                  </a:lnTo>
                  <a:lnTo>
                    <a:pt x="4061276" y="418083"/>
                  </a:lnTo>
                  <a:lnTo>
                    <a:pt x="4144160" y="403079"/>
                  </a:lnTo>
                  <a:lnTo>
                    <a:pt x="4227043" y="387612"/>
                  </a:lnTo>
                  <a:lnTo>
                    <a:pt x="4309926" y="372147"/>
                  </a:lnTo>
                  <a:lnTo>
                    <a:pt x="4392809" y="356715"/>
                  </a:lnTo>
                  <a:lnTo>
                    <a:pt x="4475692" y="341127"/>
                  </a:lnTo>
                  <a:lnTo>
                    <a:pt x="4558576" y="325364"/>
                  </a:lnTo>
                  <a:lnTo>
                    <a:pt x="4641459" y="309409"/>
                  </a:lnTo>
                  <a:lnTo>
                    <a:pt x="4724342" y="293242"/>
                  </a:lnTo>
                  <a:lnTo>
                    <a:pt x="4807225" y="276845"/>
                  </a:lnTo>
                  <a:lnTo>
                    <a:pt x="4890108" y="260200"/>
                  </a:lnTo>
                  <a:lnTo>
                    <a:pt x="4972992" y="243288"/>
                  </a:lnTo>
                  <a:lnTo>
                    <a:pt x="5055875" y="226089"/>
                  </a:lnTo>
                  <a:lnTo>
                    <a:pt x="5138758" y="208587"/>
                  </a:lnTo>
                  <a:lnTo>
                    <a:pt x="5221641" y="190761"/>
                  </a:lnTo>
                  <a:lnTo>
                    <a:pt x="5304524" y="172594"/>
                  </a:lnTo>
                  <a:lnTo>
                    <a:pt x="5387408" y="154067"/>
                  </a:lnTo>
                  <a:lnTo>
                    <a:pt x="5470291" y="135161"/>
                  </a:lnTo>
                  <a:lnTo>
                    <a:pt x="5553174" y="115858"/>
                  </a:lnTo>
                  <a:lnTo>
                    <a:pt x="5636057" y="96139"/>
                  </a:lnTo>
                  <a:lnTo>
                    <a:pt x="5718940" y="75986"/>
                  </a:lnTo>
                  <a:lnTo>
                    <a:pt x="5801824" y="55379"/>
                  </a:lnTo>
                  <a:lnTo>
                    <a:pt x="5884707" y="34301"/>
                  </a:lnTo>
                  <a:lnTo>
                    <a:pt x="5967590" y="12733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3944265"/>
              <a:ext cx="6015395" cy="1434194"/>
            </a:xfrm>
            <a:custGeom>
              <a:avLst/>
              <a:pathLst>
                <a:path w="6015395" h="1434194">
                  <a:moveTo>
                    <a:pt x="0" y="0"/>
                  </a:moveTo>
                  <a:lnTo>
                    <a:pt x="82883" y="46174"/>
                  </a:lnTo>
                  <a:lnTo>
                    <a:pt x="165766" y="90941"/>
                  </a:lnTo>
                  <a:lnTo>
                    <a:pt x="248649" y="134280"/>
                  </a:lnTo>
                  <a:lnTo>
                    <a:pt x="331532" y="176164"/>
                  </a:lnTo>
                  <a:lnTo>
                    <a:pt x="414416" y="216566"/>
                  </a:lnTo>
                  <a:lnTo>
                    <a:pt x="497299" y="255454"/>
                  </a:lnTo>
                  <a:lnTo>
                    <a:pt x="580182" y="292794"/>
                  </a:lnTo>
                  <a:lnTo>
                    <a:pt x="663065" y="328548"/>
                  </a:lnTo>
                  <a:lnTo>
                    <a:pt x="745948" y="362674"/>
                  </a:lnTo>
                  <a:lnTo>
                    <a:pt x="828832" y="395130"/>
                  </a:lnTo>
                  <a:lnTo>
                    <a:pt x="911715" y="425869"/>
                  </a:lnTo>
                  <a:lnTo>
                    <a:pt x="994598" y="454849"/>
                  </a:lnTo>
                  <a:lnTo>
                    <a:pt x="1077481" y="482036"/>
                  </a:lnTo>
                  <a:lnTo>
                    <a:pt x="1160364" y="507406"/>
                  </a:lnTo>
                  <a:lnTo>
                    <a:pt x="1243248" y="530966"/>
                  </a:lnTo>
                  <a:lnTo>
                    <a:pt x="1326131" y="552754"/>
                  </a:lnTo>
                  <a:lnTo>
                    <a:pt x="1409014" y="572859"/>
                  </a:lnTo>
                  <a:lnTo>
                    <a:pt x="1491897" y="591422"/>
                  </a:lnTo>
                  <a:lnTo>
                    <a:pt x="1574780" y="608634"/>
                  </a:lnTo>
                  <a:lnTo>
                    <a:pt x="1657664" y="624725"/>
                  </a:lnTo>
                  <a:lnTo>
                    <a:pt x="1740547" y="639937"/>
                  </a:lnTo>
                  <a:lnTo>
                    <a:pt x="1823430" y="654612"/>
                  </a:lnTo>
                  <a:lnTo>
                    <a:pt x="1906313" y="669091"/>
                  </a:lnTo>
                  <a:lnTo>
                    <a:pt x="1989196" y="683267"/>
                  </a:lnTo>
                  <a:lnTo>
                    <a:pt x="2072080" y="697001"/>
                  </a:lnTo>
                  <a:lnTo>
                    <a:pt x="2154963" y="710192"/>
                  </a:lnTo>
                  <a:lnTo>
                    <a:pt x="2237846" y="722808"/>
                  </a:lnTo>
                  <a:lnTo>
                    <a:pt x="2320729" y="735159"/>
                  </a:lnTo>
                  <a:lnTo>
                    <a:pt x="2403612" y="748373"/>
                  </a:lnTo>
                  <a:lnTo>
                    <a:pt x="2486496" y="761337"/>
                  </a:lnTo>
                  <a:lnTo>
                    <a:pt x="2569379" y="773462"/>
                  </a:lnTo>
                  <a:lnTo>
                    <a:pt x="2652262" y="785455"/>
                  </a:lnTo>
                  <a:lnTo>
                    <a:pt x="2735145" y="799535"/>
                  </a:lnTo>
                  <a:lnTo>
                    <a:pt x="2818028" y="814155"/>
                  </a:lnTo>
                  <a:lnTo>
                    <a:pt x="2900912" y="827516"/>
                  </a:lnTo>
                  <a:lnTo>
                    <a:pt x="2983795" y="839650"/>
                  </a:lnTo>
                  <a:lnTo>
                    <a:pt x="3066678" y="852472"/>
                  </a:lnTo>
                  <a:lnTo>
                    <a:pt x="3149561" y="865394"/>
                  </a:lnTo>
                  <a:lnTo>
                    <a:pt x="3232444" y="876600"/>
                  </a:lnTo>
                  <a:lnTo>
                    <a:pt x="3315328" y="886592"/>
                  </a:lnTo>
                  <a:lnTo>
                    <a:pt x="3398211" y="895788"/>
                  </a:lnTo>
                  <a:lnTo>
                    <a:pt x="3481094" y="903335"/>
                  </a:lnTo>
                  <a:lnTo>
                    <a:pt x="3563977" y="909247"/>
                  </a:lnTo>
                  <a:lnTo>
                    <a:pt x="3646860" y="914573"/>
                  </a:lnTo>
                  <a:lnTo>
                    <a:pt x="3729744" y="921045"/>
                  </a:lnTo>
                  <a:lnTo>
                    <a:pt x="3812627" y="927454"/>
                  </a:lnTo>
                  <a:lnTo>
                    <a:pt x="3895510" y="932607"/>
                  </a:lnTo>
                  <a:lnTo>
                    <a:pt x="3978393" y="936583"/>
                  </a:lnTo>
                  <a:lnTo>
                    <a:pt x="4061276" y="939627"/>
                  </a:lnTo>
                  <a:lnTo>
                    <a:pt x="4144160" y="942152"/>
                  </a:lnTo>
                  <a:lnTo>
                    <a:pt x="4227043" y="944688"/>
                  </a:lnTo>
                  <a:lnTo>
                    <a:pt x="4309926" y="947800"/>
                  </a:lnTo>
                  <a:lnTo>
                    <a:pt x="4392809" y="951113"/>
                  </a:lnTo>
                  <a:lnTo>
                    <a:pt x="4475692" y="954121"/>
                  </a:lnTo>
                  <a:lnTo>
                    <a:pt x="4558576" y="956756"/>
                  </a:lnTo>
                  <a:lnTo>
                    <a:pt x="4641459" y="958911"/>
                  </a:lnTo>
                  <a:lnTo>
                    <a:pt x="4724342" y="960452"/>
                  </a:lnTo>
                  <a:lnTo>
                    <a:pt x="4807225" y="961225"/>
                  </a:lnTo>
                  <a:lnTo>
                    <a:pt x="4890108" y="961069"/>
                  </a:lnTo>
                  <a:lnTo>
                    <a:pt x="4972992" y="959830"/>
                  </a:lnTo>
                  <a:lnTo>
                    <a:pt x="5055875" y="957368"/>
                  </a:lnTo>
                  <a:lnTo>
                    <a:pt x="5138758" y="953565"/>
                  </a:lnTo>
                  <a:lnTo>
                    <a:pt x="5221641" y="948330"/>
                  </a:lnTo>
                  <a:lnTo>
                    <a:pt x="5304524" y="941595"/>
                  </a:lnTo>
                  <a:lnTo>
                    <a:pt x="5387408" y="933320"/>
                  </a:lnTo>
                  <a:lnTo>
                    <a:pt x="5470291" y="923484"/>
                  </a:lnTo>
                  <a:lnTo>
                    <a:pt x="5553174" y="912080"/>
                  </a:lnTo>
                  <a:lnTo>
                    <a:pt x="5636057" y="899112"/>
                  </a:lnTo>
                  <a:lnTo>
                    <a:pt x="5718940" y="884595"/>
                  </a:lnTo>
                  <a:lnTo>
                    <a:pt x="5801824" y="868544"/>
                  </a:lnTo>
                  <a:lnTo>
                    <a:pt x="5884707" y="850979"/>
                  </a:lnTo>
                  <a:lnTo>
                    <a:pt x="5967590" y="831920"/>
                  </a:lnTo>
                  <a:lnTo>
                    <a:pt x="6015395" y="820077"/>
                  </a:lnTo>
                  <a:lnTo>
                    <a:pt x="6015395" y="1434194"/>
                  </a:lnTo>
                  <a:lnTo>
                    <a:pt x="5759532" y="1434194"/>
                  </a:lnTo>
                  <a:lnTo>
                    <a:pt x="5718940" y="1421048"/>
                  </a:lnTo>
                  <a:lnTo>
                    <a:pt x="5636057" y="1395611"/>
                  </a:lnTo>
                  <a:lnTo>
                    <a:pt x="5553174" y="1371608"/>
                  </a:lnTo>
                  <a:lnTo>
                    <a:pt x="5470291" y="1349064"/>
                  </a:lnTo>
                  <a:lnTo>
                    <a:pt x="5387408" y="1327996"/>
                  </a:lnTo>
                  <a:lnTo>
                    <a:pt x="5304524" y="1308411"/>
                  </a:lnTo>
                  <a:lnTo>
                    <a:pt x="5221641" y="1290299"/>
                  </a:lnTo>
                  <a:lnTo>
                    <a:pt x="5138758" y="1273630"/>
                  </a:lnTo>
                  <a:lnTo>
                    <a:pt x="5055875" y="1258353"/>
                  </a:lnTo>
                  <a:lnTo>
                    <a:pt x="4972992" y="1244386"/>
                  </a:lnTo>
                  <a:lnTo>
                    <a:pt x="4890108" y="1231624"/>
                  </a:lnTo>
                  <a:lnTo>
                    <a:pt x="4807225" y="1219941"/>
                  </a:lnTo>
                  <a:lnTo>
                    <a:pt x="4724342" y="1209192"/>
                  </a:lnTo>
                  <a:lnTo>
                    <a:pt x="4641459" y="1199231"/>
                  </a:lnTo>
                  <a:lnTo>
                    <a:pt x="4558576" y="1189916"/>
                  </a:lnTo>
                  <a:lnTo>
                    <a:pt x="4475692" y="1181124"/>
                  </a:lnTo>
                  <a:lnTo>
                    <a:pt x="4392809" y="1172760"/>
                  </a:lnTo>
                  <a:lnTo>
                    <a:pt x="4309926" y="1164772"/>
                  </a:lnTo>
                  <a:lnTo>
                    <a:pt x="4227043" y="1157226"/>
                  </a:lnTo>
                  <a:lnTo>
                    <a:pt x="4144160" y="1150178"/>
                  </a:lnTo>
                  <a:lnTo>
                    <a:pt x="4061276" y="1143557"/>
                  </a:lnTo>
                  <a:lnTo>
                    <a:pt x="3978393" y="1137251"/>
                  </a:lnTo>
                  <a:lnTo>
                    <a:pt x="3895510" y="1131030"/>
                  </a:lnTo>
                  <a:lnTo>
                    <a:pt x="3812627" y="1124496"/>
                  </a:lnTo>
                  <a:lnTo>
                    <a:pt x="3729744" y="1117085"/>
                  </a:lnTo>
                  <a:lnTo>
                    <a:pt x="3646860" y="1108580"/>
                  </a:lnTo>
                  <a:lnTo>
                    <a:pt x="3563977" y="1099938"/>
                  </a:lnTo>
                  <a:lnTo>
                    <a:pt x="3481094" y="1091713"/>
                  </a:lnTo>
                  <a:lnTo>
                    <a:pt x="3398211" y="1083685"/>
                  </a:lnTo>
                  <a:lnTo>
                    <a:pt x="3315328" y="1074604"/>
                  </a:lnTo>
                  <a:lnTo>
                    <a:pt x="3232444" y="1062448"/>
                  </a:lnTo>
                  <a:lnTo>
                    <a:pt x="3149561" y="1048547"/>
                  </a:lnTo>
                  <a:lnTo>
                    <a:pt x="3066678" y="1035443"/>
                  </a:lnTo>
                  <a:lnTo>
                    <a:pt x="2983795" y="1023355"/>
                  </a:lnTo>
                  <a:lnTo>
                    <a:pt x="2900912" y="1009769"/>
                  </a:lnTo>
                  <a:lnTo>
                    <a:pt x="2818028" y="995172"/>
                  </a:lnTo>
                  <a:lnTo>
                    <a:pt x="2735145" y="981618"/>
                  </a:lnTo>
                  <a:lnTo>
                    <a:pt x="2652262" y="969331"/>
                  </a:lnTo>
                  <a:lnTo>
                    <a:pt x="2569379" y="957052"/>
                  </a:lnTo>
                  <a:lnTo>
                    <a:pt x="2486496" y="944489"/>
                  </a:lnTo>
                  <a:lnTo>
                    <a:pt x="2403612" y="932761"/>
                  </a:lnTo>
                  <a:lnTo>
                    <a:pt x="2320729" y="921801"/>
                  </a:lnTo>
                  <a:lnTo>
                    <a:pt x="2237846" y="910718"/>
                  </a:lnTo>
                  <a:lnTo>
                    <a:pt x="2154963" y="899364"/>
                  </a:lnTo>
                  <a:lnTo>
                    <a:pt x="2072080" y="888041"/>
                  </a:lnTo>
                  <a:lnTo>
                    <a:pt x="1989196" y="876968"/>
                  </a:lnTo>
                  <a:lnTo>
                    <a:pt x="1906313" y="866293"/>
                  </a:lnTo>
                  <a:lnTo>
                    <a:pt x="1823430" y="856123"/>
                  </a:lnTo>
                  <a:lnTo>
                    <a:pt x="1740547" y="846594"/>
                  </a:lnTo>
                  <a:lnTo>
                    <a:pt x="1657664" y="838000"/>
                  </a:lnTo>
                  <a:lnTo>
                    <a:pt x="1574780" y="830610"/>
                  </a:lnTo>
                  <a:lnTo>
                    <a:pt x="1491897" y="824663"/>
                  </a:lnTo>
                  <a:lnTo>
                    <a:pt x="1409014" y="820383"/>
                  </a:lnTo>
                  <a:lnTo>
                    <a:pt x="1326131" y="817955"/>
                  </a:lnTo>
                  <a:lnTo>
                    <a:pt x="1243248" y="817516"/>
                  </a:lnTo>
                  <a:lnTo>
                    <a:pt x="1160364" y="819150"/>
                  </a:lnTo>
                  <a:lnTo>
                    <a:pt x="1077481" y="822891"/>
                  </a:lnTo>
                  <a:lnTo>
                    <a:pt x="994598" y="828739"/>
                  </a:lnTo>
                  <a:lnTo>
                    <a:pt x="911715" y="836667"/>
                  </a:lnTo>
                  <a:lnTo>
                    <a:pt x="828832" y="846635"/>
                  </a:lnTo>
                  <a:lnTo>
                    <a:pt x="745948" y="858596"/>
                  </a:lnTo>
                  <a:lnTo>
                    <a:pt x="663065" y="872500"/>
                  </a:lnTo>
                  <a:lnTo>
                    <a:pt x="580182" y="888298"/>
                  </a:lnTo>
                  <a:lnTo>
                    <a:pt x="497299" y="905943"/>
                  </a:lnTo>
                  <a:lnTo>
                    <a:pt x="414416" y="925393"/>
                  </a:lnTo>
                  <a:lnTo>
                    <a:pt x="331532" y="946609"/>
                  </a:lnTo>
                  <a:lnTo>
                    <a:pt x="248649" y="969554"/>
                  </a:lnTo>
                  <a:lnTo>
                    <a:pt x="165766" y="994196"/>
                  </a:lnTo>
                  <a:lnTo>
                    <a:pt x="82883" y="1020504"/>
                  </a:lnTo>
                  <a:lnTo>
                    <a:pt x="0" y="104845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3944265"/>
              <a:ext cx="6015395" cy="961225"/>
            </a:xfrm>
            <a:custGeom>
              <a:avLst/>
              <a:pathLst>
                <a:path w="6015395" h="961225">
                  <a:moveTo>
                    <a:pt x="0" y="0"/>
                  </a:moveTo>
                  <a:lnTo>
                    <a:pt x="82883" y="46174"/>
                  </a:lnTo>
                  <a:lnTo>
                    <a:pt x="165766" y="90941"/>
                  </a:lnTo>
                  <a:lnTo>
                    <a:pt x="248649" y="134280"/>
                  </a:lnTo>
                  <a:lnTo>
                    <a:pt x="331532" y="176164"/>
                  </a:lnTo>
                  <a:lnTo>
                    <a:pt x="414416" y="216566"/>
                  </a:lnTo>
                  <a:lnTo>
                    <a:pt x="497299" y="255454"/>
                  </a:lnTo>
                  <a:lnTo>
                    <a:pt x="580182" y="292794"/>
                  </a:lnTo>
                  <a:lnTo>
                    <a:pt x="663065" y="328548"/>
                  </a:lnTo>
                  <a:lnTo>
                    <a:pt x="745948" y="362674"/>
                  </a:lnTo>
                  <a:lnTo>
                    <a:pt x="828832" y="395130"/>
                  </a:lnTo>
                  <a:lnTo>
                    <a:pt x="911715" y="425869"/>
                  </a:lnTo>
                  <a:lnTo>
                    <a:pt x="994598" y="454849"/>
                  </a:lnTo>
                  <a:lnTo>
                    <a:pt x="1077481" y="482036"/>
                  </a:lnTo>
                  <a:lnTo>
                    <a:pt x="1160364" y="507406"/>
                  </a:lnTo>
                  <a:lnTo>
                    <a:pt x="1243248" y="530966"/>
                  </a:lnTo>
                  <a:lnTo>
                    <a:pt x="1326131" y="552754"/>
                  </a:lnTo>
                  <a:lnTo>
                    <a:pt x="1409014" y="572859"/>
                  </a:lnTo>
                  <a:lnTo>
                    <a:pt x="1491897" y="591422"/>
                  </a:lnTo>
                  <a:lnTo>
                    <a:pt x="1574780" y="608634"/>
                  </a:lnTo>
                  <a:lnTo>
                    <a:pt x="1657664" y="624725"/>
                  </a:lnTo>
                  <a:lnTo>
                    <a:pt x="1740547" y="639937"/>
                  </a:lnTo>
                  <a:lnTo>
                    <a:pt x="1823430" y="654612"/>
                  </a:lnTo>
                  <a:lnTo>
                    <a:pt x="1906313" y="669091"/>
                  </a:lnTo>
                  <a:lnTo>
                    <a:pt x="1989196" y="683267"/>
                  </a:lnTo>
                  <a:lnTo>
                    <a:pt x="2072080" y="697001"/>
                  </a:lnTo>
                  <a:lnTo>
                    <a:pt x="2154963" y="710192"/>
                  </a:lnTo>
                  <a:lnTo>
                    <a:pt x="2237846" y="722808"/>
                  </a:lnTo>
                  <a:lnTo>
                    <a:pt x="2320729" y="735159"/>
                  </a:lnTo>
                  <a:lnTo>
                    <a:pt x="2403612" y="748373"/>
                  </a:lnTo>
                  <a:lnTo>
                    <a:pt x="2486496" y="761337"/>
                  </a:lnTo>
                  <a:lnTo>
                    <a:pt x="2569379" y="773462"/>
                  </a:lnTo>
                  <a:lnTo>
                    <a:pt x="2652262" y="785455"/>
                  </a:lnTo>
                  <a:lnTo>
                    <a:pt x="2735145" y="799535"/>
                  </a:lnTo>
                  <a:lnTo>
                    <a:pt x="2818028" y="814155"/>
                  </a:lnTo>
                  <a:lnTo>
                    <a:pt x="2900912" y="827516"/>
                  </a:lnTo>
                  <a:lnTo>
                    <a:pt x="2983795" y="839650"/>
                  </a:lnTo>
                  <a:lnTo>
                    <a:pt x="3066678" y="852472"/>
                  </a:lnTo>
                  <a:lnTo>
                    <a:pt x="3149561" y="865394"/>
                  </a:lnTo>
                  <a:lnTo>
                    <a:pt x="3232444" y="876600"/>
                  </a:lnTo>
                  <a:lnTo>
                    <a:pt x="3315328" y="886592"/>
                  </a:lnTo>
                  <a:lnTo>
                    <a:pt x="3398211" y="895788"/>
                  </a:lnTo>
                  <a:lnTo>
                    <a:pt x="3481094" y="903335"/>
                  </a:lnTo>
                  <a:lnTo>
                    <a:pt x="3563977" y="909247"/>
                  </a:lnTo>
                  <a:lnTo>
                    <a:pt x="3646860" y="914573"/>
                  </a:lnTo>
                  <a:lnTo>
                    <a:pt x="3729744" y="921045"/>
                  </a:lnTo>
                  <a:lnTo>
                    <a:pt x="3812627" y="927454"/>
                  </a:lnTo>
                  <a:lnTo>
                    <a:pt x="3895510" y="932607"/>
                  </a:lnTo>
                  <a:lnTo>
                    <a:pt x="3978393" y="936583"/>
                  </a:lnTo>
                  <a:lnTo>
                    <a:pt x="4061276" y="939627"/>
                  </a:lnTo>
                  <a:lnTo>
                    <a:pt x="4144160" y="942152"/>
                  </a:lnTo>
                  <a:lnTo>
                    <a:pt x="4227043" y="944688"/>
                  </a:lnTo>
                  <a:lnTo>
                    <a:pt x="4309926" y="947800"/>
                  </a:lnTo>
                  <a:lnTo>
                    <a:pt x="4392809" y="951113"/>
                  </a:lnTo>
                  <a:lnTo>
                    <a:pt x="4475692" y="954121"/>
                  </a:lnTo>
                  <a:lnTo>
                    <a:pt x="4558576" y="956756"/>
                  </a:lnTo>
                  <a:lnTo>
                    <a:pt x="4641459" y="958911"/>
                  </a:lnTo>
                  <a:lnTo>
                    <a:pt x="4724342" y="960452"/>
                  </a:lnTo>
                  <a:lnTo>
                    <a:pt x="4807225" y="961225"/>
                  </a:lnTo>
                  <a:lnTo>
                    <a:pt x="4890108" y="961069"/>
                  </a:lnTo>
                  <a:lnTo>
                    <a:pt x="4972992" y="959830"/>
                  </a:lnTo>
                  <a:lnTo>
                    <a:pt x="5055875" y="957368"/>
                  </a:lnTo>
                  <a:lnTo>
                    <a:pt x="5138758" y="953565"/>
                  </a:lnTo>
                  <a:lnTo>
                    <a:pt x="5221641" y="948330"/>
                  </a:lnTo>
                  <a:lnTo>
                    <a:pt x="5304524" y="941595"/>
                  </a:lnTo>
                  <a:lnTo>
                    <a:pt x="5387408" y="933320"/>
                  </a:lnTo>
                  <a:lnTo>
                    <a:pt x="5470291" y="923484"/>
                  </a:lnTo>
                  <a:lnTo>
                    <a:pt x="5553174" y="912080"/>
                  </a:lnTo>
                  <a:lnTo>
                    <a:pt x="5636057" y="899112"/>
                  </a:lnTo>
                  <a:lnTo>
                    <a:pt x="5718940" y="884595"/>
                  </a:lnTo>
                  <a:lnTo>
                    <a:pt x="5801824" y="868544"/>
                  </a:lnTo>
                  <a:lnTo>
                    <a:pt x="5884707" y="850979"/>
                  </a:lnTo>
                  <a:lnTo>
                    <a:pt x="5967590" y="831920"/>
                  </a:lnTo>
                  <a:lnTo>
                    <a:pt x="6015395" y="820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4761782"/>
              <a:ext cx="5759532" cy="616677"/>
            </a:xfrm>
            <a:custGeom>
              <a:avLst/>
              <a:pathLst>
                <a:path w="5759532" h="616677">
                  <a:moveTo>
                    <a:pt x="5759532" y="616677"/>
                  </a:moveTo>
                  <a:lnTo>
                    <a:pt x="5718940" y="603531"/>
                  </a:lnTo>
                  <a:lnTo>
                    <a:pt x="5636057" y="578094"/>
                  </a:lnTo>
                  <a:lnTo>
                    <a:pt x="5553174" y="554091"/>
                  </a:lnTo>
                  <a:lnTo>
                    <a:pt x="5470291" y="531547"/>
                  </a:lnTo>
                  <a:lnTo>
                    <a:pt x="5387408" y="510479"/>
                  </a:lnTo>
                  <a:lnTo>
                    <a:pt x="5304524" y="490894"/>
                  </a:lnTo>
                  <a:lnTo>
                    <a:pt x="5221641" y="472782"/>
                  </a:lnTo>
                  <a:lnTo>
                    <a:pt x="5138758" y="456113"/>
                  </a:lnTo>
                  <a:lnTo>
                    <a:pt x="5055875" y="440836"/>
                  </a:lnTo>
                  <a:lnTo>
                    <a:pt x="4972992" y="426869"/>
                  </a:lnTo>
                  <a:lnTo>
                    <a:pt x="4890108" y="414107"/>
                  </a:lnTo>
                  <a:lnTo>
                    <a:pt x="4807225" y="402424"/>
                  </a:lnTo>
                  <a:lnTo>
                    <a:pt x="4724342" y="391675"/>
                  </a:lnTo>
                  <a:lnTo>
                    <a:pt x="4641459" y="381714"/>
                  </a:lnTo>
                  <a:lnTo>
                    <a:pt x="4558576" y="372399"/>
                  </a:lnTo>
                  <a:lnTo>
                    <a:pt x="4475692" y="363607"/>
                  </a:lnTo>
                  <a:lnTo>
                    <a:pt x="4392809" y="355244"/>
                  </a:lnTo>
                  <a:lnTo>
                    <a:pt x="4309926" y="347255"/>
                  </a:lnTo>
                  <a:lnTo>
                    <a:pt x="4227043" y="339709"/>
                  </a:lnTo>
                  <a:lnTo>
                    <a:pt x="4144160" y="332661"/>
                  </a:lnTo>
                  <a:lnTo>
                    <a:pt x="4061276" y="326040"/>
                  </a:lnTo>
                  <a:lnTo>
                    <a:pt x="3978393" y="319734"/>
                  </a:lnTo>
                  <a:lnTo>
                    <a:pt x="3895510" y="313513"/>
                  </a:lnTo>
                  <a:lnTo>
                    <a:pt x="3812627" y="306979"/>
                  </a:lnTo>
                  <a:lnTo>
                    <a:pt x="3729744" y="299568"/>
                  </a:lnTo>
                  <a:lnTo>
                    <a:pt x="3646860" y="291063"/>
                  </a:lnTo>
                  <a:lnTo>
                    <a:pt x="3563977" y="282421"/>
                  </a:lnTo>
                  <a:lnTo>
                    <a:pt x="3481094" y="274196"/>
                  </a:lnTo>
                  <a:lnTo>
                    <a:pt x="3398211" y="266168"/>
                  </a:lnTo>
                  <a:lnTo>
                    <a:pt x="3315328" y="257087"/>
                  </a:lnTo>
                  <a:lnTo>
                    <a:pt x="3232444" y="244931"/>
                  </a:lnTo>
                  <a:lnTo>
                    <a:pt x="3149561" y="231031"/>
                  </a:lnTo>
                  <a:lnTo>
                    <a:pt x="3066678" y="217926"/>
                  </a:lnTo>
                  <a:lnTo>
                    <a:pt x="2983795" y="205838"/>
                  </a:lnTo>
                  <a:lnTo>
                    <a:pt x="2900912" y="192252"/>
                  </a:lnTo>
                  <a:lnTo>
                    <a:pt x="2818028" y="177655"/>
                  </a:lnTo>
                  <a:lnTo>
                    <a:pt x="2735145" y="164101"/>
                  </a:lnTo>
                  <a:lnTo>
                    <a:pt x="2652262" y="151814"/>
                  </a:lnTo>
                  <a:lnTo>
                    <a:pt x="2569379" y="139535"/>
                  </a:lnTo>
                  <a:lnTo>
                    <a:pt x="2486496" y="126972"/>
                  </a:lnTo>
                  <a:lnTo>
                    <a:pt x="2403612" y="115244"/>
                  </a:lnTo>
                  <a:lnTo>
                    <a:pt x="2320729" y="104284"/>
                  </a:lnTo>
                  <a:lnTo>
                    <a:pt x="2237846" y="93202"/>
                  </a:lnTo>
                  <a:lnTo>
                    <a:pt x="2154963" y="81848"/>
                  </a:lnTo>
                  <a:lnTo>
                    <a:pt x="2072080" y="70524"/>
                  </a:lnTo>
                  <a:lnTo>
                    <a:pt x="1989196" y="59451"/>
                  </a:lnTo>
                  <a:lnTo>
                    <a:pt x="1906313" y="48776"/>
                  </a:lnTo>
                  <a:lnTo>
                    <a:pt x="1823430" y="38606"/>
                  </a:lnTo>
                  <a:lnTo>
                    <a:pt x="1740547" y="29077"/>
                  </a:lnTo>
                  <a:lnTo>
                    <a:pt x="1657664" y="20483"/>
                  </a:lnTo>
                  <a:lnTo>
                    <a:pt x="1574780" y="13094"/>
                  </a:lnTo>
                  <a:lnTo>
                    <a:pt x="1491897" y="7147"/>
                  </a:lnTo>
                  <a:lnTo>
                    <a:pt x="1409014" y="2866"/>
                  </a:lnTo>
                  <a:lnTo>
                    <a:pt x="1326131" y="438"/>
                  </a:lnTo>
                  <a:lnTo>
                    <a:pt x="1243248" y="0"/>
                  </a:lnTo>
                  <a:lnTo>
                    <a:pt x="1160364" y="1633"/>
                  </a:lnTo>
                  <a:lnTo>
                    <a:pt x="1077481" y="5374"/>
                  </a:lnTo>
                  <a:lnTo>
                    <a:pt x="994598" y="11222"/>
                  </a:lnTo>
                  <a:lnTo>
                    <a:pt x="911715" y="19150"/>
                  </a:lnTo>
                  <a:lnTo>
                    <a:pt x="828832" y="29119"/>
                  </a:lnTo>
                  <a:lnTo>
                    <a:pt x="745948" y="41079"/>
                  </a:lnTo>
                  <a:lnTo>
                    <a:pt x="663065" y="54983"/>
                  </a:lnTo>
                  <a:lnTo>
                    <a:pt x="580182" y="70781"/>
                  </a:lnTo>
                  <a:lnTo>
                    <a:pt x="497299" y="88426"/>
                  </a:lnTo>
                  <a:lnTo>
                    <a:pt x="414416" y="107877"/>
                  </a:lnTo>
                  <a:lnTo>
                    <a:pt x="331532" y="129092"/>
                  </a:lnTo>
                  <a:lnTo>
                    <a:pt x="248649" y="152037"/>
                  </a:lnTo>
                  <a:lnTo>
                    <a:pt x="165766" y="176679"/>
                  </a:lnTo>
                  <a:lnTo>
                    <a:pt x="82883" y="202987"/>
                  </a:lnTo>
                  <a:lnTo>
                    <a:pt x="0" y="2309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468490"/>
              <a:ext cx="6015395" cy="647545"/>
            </a:xfrm>
            <a:custGeom>
              <a:avLst/>
              <a:pathLst>
                <a:path w="6015395" h="647545">
                  <a:moveTo>
                    <a:pt x="0" y="0"/>
                  </a:moveTo>
                  <a:lnTo>
                    <a:pt x="82883" y="9113"/>
                  </a:lnTo>
                  <a:lnTo>
                    <a:pt x="165766" y="18343"/>
                  </a:lnTo>
                  <a:lnTo>
                    <a:pt x="248649" y="27692"/>
                  </a:lnTo>
                  <a:lnTo>
                    <a:pt x="331532" y="37161"/>
                  </a:lnTo>
                  <a:lnTo>
                    <a:pt x="414416" y="46754"/>
                  </a:lnTo>
                  <a:lnTo>
                    <a:pt x="497299" y="56473"/>
                  </a:lnTo>
                  <a:lnTo>
                    <a:pt x="580182" y="66321"/>
                  </a:lnTo>
                  <a:lnTo>
                    <a:pt x="663065" y="76299"/>
                  </a:lnTo>
                  <a:lnTo>
                    <a:pt x="745948" y="86410"/>
                  </a:lnTo>
                  <a:lnTo>
                    <a:pt x="828832" y="96657"/>
                  </a:lnTo>
                  <a:lnTo>
                    <a:pt x="911715" y="107043"/>
                  </a:lnTo>
                  <a:lnTo>
                    <a:pt x="994598" y="117569"/>
                  </a:lnTo>
                  <a:lnTo>
                    <a:pt x="1077481" y="128238"/>
                  </a:lnTo>
                  <a:lnTo>
                    <a:pt x="1160364" y="139053"/>
                  </a:lnTo>
                  <a:lnTo>
                    <a:pt x="1243248" y="150016"/>
                  </a:lnTo>
                  <a:lnTo>
                    <a:pt x="1326131" y="161129"/>
                  </a:lnTo>
                  <a:lnTo>
                    <a:pt x="1409014" y="172396"/>
                  </a:lnTo>
                  <a:lnTo>
                    <a:pt x="1491897" y="183817"/>
                  </a:lnTo>
                  <a:lnTo>
                    <a:pt x="1574780" y="195397"/>
                  </a:lnTo>
                  <a:lnTo>
                    <a:pt x="1657664" y="207137"/>
                  </a:lnTo>
                  <a:lnTo>
                    <a:pt x="1740547" y="219040"/>
                  </a:lnTo>
                  <a:lnTo>
                    <a:pt x="1823430" y="231142"/>
                  </a:lnTo>
                  <a:lnTo>
                    <a:pt x="1906313" y="243466"/>
                  </a:lnTo>
                  <a:lnTo>
                    <a:pt x="1989196" y="255892"/>
                  </a:lnTo>
                  <a:lnTo>
                    <a:pt x="2072080" y="268296"/>
                  </a:lnTo>
                  <a:lnTo>
                    <a:pt x="2154963" y="280553"/>
                  </a:lnTo>
                  <a:lnTo>
                    <a:pt x="2237846" y="292538"/>
                  </a:lnTo>
                  <a:lnTo>
                    <a:pt x="2320729" y="304255"/>
                  </a:lnTo>
                  <a:lnTo>
                    <a:pt x="2403612" y="316342"/>
                  </a:lnTo>
                  <a:lnTo>
                    <a:pt x="2486496" y="328688"/>
                  </a:lnTo>
                  <a:lnTo>
                    <a:pt x="2569379" y="341032"/>
                  </a:lnTo>
                  <a:lnTo>
                    <a:pt x="2652262" y="353168"/>
                  </a:lnTo>
                  <a:lnTo>
                    <a:pt x="2735145" y="366352"/>
                  </a:lnTo>
                  <a:lnTo>
                    <a:pt x="2818028" y="380438"/>
                  </a:lnTo>
                  <a:lnTo>
                    <a:pt x="2900912" y="394417"/>
                  </a:lnTo>
                  <a:lnTo>
                    <a:pt x="2983795" y="407278"/>
                  </a:lnTo>
                  <a:lnTo>
                    <a:pt x="3066678" y="419732"/>
                  </a:lnTo>
                  <a:lnTo>
                    <a:pt x="3149561" y="432746"/>
                  </a:lnTo>
                  <a:lnTo>
                    <a:pt x="3232444" y="445299"/>
                  </a:lnTo>
                  <a:lnTo>
                    <a:pt x="3315328" y="456373"/>
                  </a:lnTo>
                  <a:lnTo>
                    <a:pt x="3398211" y="465511"/>
                  </a:lnTo>
                  <a:lnTo>
                    <a:pt x="3481094" y="473299"/>
                  </a:lnTo>
                  <a:lnTo>
                    <a:pt x="3563977" y="480368"/>
                  </a:lnTo>
                  <a:lnTo>
                    <a:pt x="3646860" y="487351"/>
                  </a:lnTo>
                  <a:lnTo>
                    <a:pt x="3729744" y="494840"/>
                  </a:lnTo>
                  <a:lnTo>
                    <a:pt x="3812627" y="501750"/>
                  </a:lnTo>
                  <a:lnTo>
                    <a:pt x="3895510" y="507593"/>
                  </a:lnTo>
                  <a:lnTo>
                    <a:pt x="3978393" y="512692"/>
                  </a:lnTo>
                  <a:lnTo>
                    <a:pt x="4061276" y="517367"/>
                  </a:lnTo>
                  <a:lnTo>
                    <a:pt x="4144160" y="521940"/>
                  </a:lnTo>
                  <a:lnTo>
                    <a:pt x="4227043" y="526732"/>
                  </a:lnTo>
                  <a:lnTo>
                    <a:pt x="4309926" y="532061"/>
                  </a:lnTo>
                  <a:lnTo>
                    <a:pt x="4392809" y="537712"/>
                  </a:lnTo>
                  <a:lnTo>
                    <a:pt x="4475692" y="543397"/>
                  </a:lnTo>
                  <a:lnTo>
                    <a:pt x="4558576" y="549111"/>
                  </a:lnTo>
                  <a:lnTo>
                    <a:pt x="4641459" y="554846"/>
                  </a:lnTo>
                  <a:lnTo>
                    <a:pt x="4724342" y="560597"/>
                  </a:lnTo>
                  <a:lnTo>
                    <a:pt x="4807225" y="566358"/>
                  </a:lnTo>
                  <a:lnTo>
                    <a:pt x="4890108" y="572122"/>
                  </a:lnTo>
                  <a:lnTo>
                    <a:pt x="4972992" y="577883"/>
                  </a:lnTo>
                  <a:lnTo>
                    <a:pt x="5055875" y="583635"/>
                  </a:lnTo>
                  <a:lnTo>
                    <a:pt x="5138758" y="589373"/>
                  </a:lnTo>
                  <a:lnTo>
                    <a:pt x="5221641" y="595089"/>
                  </a:lnTo>
                  <a:lnTo>
                    <a:pt x="5304524" y="600778"/>
                  </a:lnTo>
                  <a:lnTo>
                    <a:pt x="5387408" y="606433"/>
                  </a:lnTo>
                  <a:lnTo>
                    <a:pt x="5470291" y="612049"/>
                  </a:lnTo>
                  <a:lnTo>
                    <a:pt x="5553174" y="617619"/>
                  </a:lnTo>
                  <a:lnTo>
                    <a:pt x="5636057" y="623136"/>
                  </a:lnTo>
                  <a:lnTo>
                    <a:pt x="5718940" y="628596"/>
                  </a:lnTo>
                  <a:lnTo>
                    <a:pt x="5801824" y="633992"/>
                  </a:lnTo>
                  <a:lnTo>
                    <a:pt x="5884707" y="639317"/>
                  </a:lnTo>
                  <a:lnTo>
                    <a:pt x="5967590" y="644565"/>
                  </a:lnTo>
                  <a:lnTo>
                    <a:pt x="6015395" y="6475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419069"/>
              <a:ext cx="6015395" cy="1959389"/>
            </a:xfrm>
            <a:custGeom>
              <a:avLst/>
              <a:pathLst>
                <a:path w="6015395" h="1959389">
                  <a:moveTo>
                    <a:pt x="0" y="0"/>
                  </a:moveTo>
                  <a:lnTo>
                    <a:pt x="82883" y="61136"/>
                  </a:lnTo>
                  <a:lnTo>
                    <a:pt x="165766" y="120374"/>
                  </a:lnTo>
                  <a:lnTo>
                    <a:pt x="248649" y="177696"/>
                  </a:lnTo>
                  <a:lnTo>
                    <a:pt x="331532" y="233081"/>
                  </a:lnTo>
                  <a:lnTo>
                    <a:pt x="414416" y="286503"/>
                  </a:lnTo>
                  <a:lnTo>
                    <a:pt x="497299" y="337935"/>
                  </a:lnTo>
                  <a:lnTo>
                    <a:pt x="580182" y="387344"/>
                  </a:lnTo>
                  <a:lnTo>
                    <a:pt x="663065" y="434693"/>
                  </a:lnTo>
                  <a:lnTo>
                    <a:pt x="745948" y="479940"/>
                  </a:lnTo>
                  <a:lnTo>
                    <a:pt x="828832" y="523042"/>
                  </a:lnTo>
                  <a:lnTo>
                    <a:pt x="911715" y="563953"/>
                  </a:lnTo>
                  <a:lnTo>
                    <a:pt x="994598" y="602631"/>
                  </a:lnTo>
                  <a:lnTo>
                    <a:pt x="1077481" y="639040"/>
                  </a:lnTo>
                  <a:lnTo>
                    <a:pt x="1160364" y="673167"/>
                  </a:lnTo>
                  <a:lnTo>
                    <a:pt x="1243248" y="705024"/>
                  </a:lnTo>
                  <a:lnTo>
                    <a:pt x="1326131" y="734674"/>
                  </a:lnTo>
                  <a:lnTo>
                    <a:pt x="1409014" y="762235"/>
                  </a:lnTo>
                  <a:lnTo>
                    <a:pt x="1491897" y="787892"/>
                  </a:lnTo>
                  <a:lnTo>
                    <a:pt x="1574780" y="811894"/>
                  </a:lnTo>
                  <a:lnTo>
                    <a:pt x="1657664" y="834536"/>
                  </a:lnTo>
                  <a:lnTo>
                    <a:pt x="1740547" y="856128"/>
                  </a:lnTo>
                  <a:lnTo>
                    <a:pt x="1823430" y="877025"/>
                  </a:lnTo>
                  <a:lnTo>
                    <a:pt x="1906313" y="897453"/>
                  </a:lnTo>
                  <a:lnTo>
                    <a:pt x="1989196" y="917279"/>
                  </a:lnTo>
                  <a:lnTo>
                    <a:pt x="2072080" y="936335"/>
                  </a:lnTo>
                  <a:lnTo>
                    <a:pt x="2154963" y="954499"/>
                  </a:lnTo>
                  <a:lnTo>
                    <a:pt x="2237846" y="971742"/>
                  </a:lnTo>
                  <a:lnTo>
                    <a:pt x="2320729" y="988294"/>
                  </a:lnTo>
                  <a:lnTo>
                    <a:pt x="2403612" y="1004788"/>
                  </a:lnTo>
                  <a:lnTo>
                    <a:pt x="2486496" y="1020259"/>
                  </a:lnTo>
                  <a:lnTo>
                    <a:pt x="2569379" y="1034600"/>
                  </a:lnTo>
                  <a:lnTo>
                    <a:pt x="2652262" y="1049239"/>
                  </a:lnTo>
                  <a:lnTo>
                    <a:pt x="2735145" y="1065407"/>
                  </a:lnTo>
                  <a:lnTo>
                    <a:pt x="2818028" y="1081169"/>
                  </a:lnTo>
                  <a:lnTo>
                    <a:pt x="2900912" y="1095375"/>
                  </a:lnTo>
                  <a:lnTo>
                    <a:pt x="2983795" y="1109142"/>
                  </a:lnTo>
                  <a:lnTo>
                    <a:pt x="3066678" y="1123750"/>
                  </a:lnTo>
                  <a:lnTo>
                    <a:pt x="3149561" y="1137319"/>
                  </a:lnTo>
                  <a:lnTo>
                    <a:pt x="3232444" y="1149107"/>
                  </a:lnTo>
                  <a:lnTo>
                    <a:pt x="3315328" y="1161247"/>
                  </a:lnTo>
                  <a:lnTo>
                    <a:pt x="3398211" y="1174069"/>
                  </a:lnTo>
                  <a:lnTo>
                    <a:pt x="3481094" y="1185530"/>
                  </a:lnTo>
                  <a:lnTo>
                    <a:pt x="3563977" y="1195457"/>
                  </a:lnTo>
                  <a:lnTo>
                    <a:pt x="3646860" y="1204966"/>
                  </a:lnTo>
                  <a:lnTo>
                    <a:pt x="3729744" y="1216030"/>
                  </a:lnTo>
                  <a:lnTo>
                    <a:pt x="3812627" y="1227411"/>
                  </a:lnTo>
                  <a:lnTo>
                    <a:pt x="3895510" y="1237686"/>
                  </a:lnTo>
                  <a:lnTo>
                    <a:pt x="3978393" y="1246789"/>
                  </a:lnTo>
                  <a:lnTo>
                    <a:pt x="4061276" y="1254856"/>
                  </a:lnTo>
                  <a:lnTo>
                    <a:pt x="4144160" y="1262234"/>
                  </a:lnTo>
                  <a:lnTo>
                    <a:pt x="4227043" y="1269417"/>
                  </a:lnTo>
                  <a:lnTo>
                    <a:pt x="4309926" y="1276941"/>
                  </a:lnTo>
                  <a:lnTo>
                    <a:pt x="4392809" y="1284562"/>
                  </a:lnTo>
                  <a:lnTo>
                    <a:pt x="4475692" y="1291872"/>
                  </a:lnTo>
                  <a:lnTo>
                    <a:pt x="4558576" y="1298788"/>
                  </a:lnTo>
                  <a:lnTo>
                    <a:pt x="4641459" y="1305178"/>
                  </a:lnTo>
                  <a:lnTo>
                    <a:pt x="4724342" y="1310874"/>
                  </a:lnTo>
                  <a:lnTo>
                    <a:pt x="4807225" y="1315685"/>
                  </a:lnTo>
                  <a:lnTo>
                    <a:pt x="4890108" y="1319412"/>
                  </a:lnTo>
                  <a:lnTo>
                    <a:pt x="4972992" y="1321862"/>
                  </a:lnTo>
                  <a:lnTo>
                    <a:pt x="5055875" y="1322862"/>
                  </a:lnTo>
                  <a:lnTo>
                    <a:pt x="5138758" y="1322266"/>
                  </a:lnTo>
                  <a:lnTo>
                    <a:pt x="5221641" y="1319958"/>
                  </a:lnTo>
                  <a:lnTo>
                    <a:pt x="5304524" y="1315858"/>
                  </a:lnTo>
                  <a:lnTo>
                    <a:pt x="5387408" y="1309913"/>
                  </a:lnTo>
                  <a:lnTo>
                    <a:pt x="5470291" y="1302098"/>
                  </a:lnTo>
                  <a:lnTo>
                    <a:pt x="5553174" y="1292403"/>
                  </a:lnTo>
                  <a:lnTo>
                    <a:pt x="5636057" y="1280835"/>
                  </a:lnTo>
                  <a:lnTo>
                    <a:pt x="5718940" y="1267410"/>
                  </a:lnTo>
                  <a:lnTo>
                    <a:pt x="5801824" y="1252149"/>
                  </a:lnTo>
                  <a:lnTo>
                    <a:pt x="5884707" y="1235076"/>
                  </a:lnTo>
                  <a:lnTo>
                    <a:pt x="5967590" y="1216215"/>
                  </a:lnTo>
                  <a:lnTo>
                    <a:pt x="6015395" y="1204320"/>
                  </a:lnTo>
                  <a:lnTo>
                    <a:pt x="6015395" y="1959389"/>
                  </a:lnTo>
                  <a:lnTo>
                    <a:pt x="5775196" y="1959389"/>
                  </a:lnTo>
                  <a:lnTo>
                    <a:pt x="5718940" y="1933594"/>
                  </a:lnTo>
                  <a:lnTo>
                    <a:pt x="5636057" y="1897402"/>
                  </a:lnTo>
                  <a:lnTo>
                    <a:pt x="5553174" y="1863059"/>
                  </a:lnTo>
                  <a:lnTo>
                    <a:pt x="5470291" y="1830595"/>
                  </a:lnTo>
                  <a:lnTo>
                    <a:pt x="5387408" y="1800033"/>
                  </a:lnTo>
                  <a:lnTo>
                    <a:pt x="5304524" y="1771381"/>
                  </a:lnTo>
                  <a:lnTo>
                    <a:pt x="5221641" y="1744626"/>
                  </a:lnTo>
                  <a:lnTo>
                    <a:pt x="5138758" y="1719732"/>
                  </a:lnTo>
                  <a:lnTo>
                    <a:pt x="5055875" y="1696634"/>
                  </a:lnTo>
                  <a:lnTo>
                    <a:pt x="4972992" y="1675232"/>
                  </a:lnTo>
                  <a:lnTo>
                    <a:pt x="4890108" y="1655395"/>
                  </a:lnTo>
                  <a:lnTo>
                    <a:pt x="4807225" y="1636966"/>
                  </a:lnTo>
                  <a:lnTo>
                    <a:pt x="4724342" y="1619767"/>
                  </a:lnTo>
                  <a:lnTo>
                    <a:pt x="4641459" y="1603615"/>
                  </a:lnTo>
                  <a:lnTo>
                    <a:pt x="4558576" y="1588334"/>
                  </a:lnTo>
                  <a:lnTo>
                    <a:pt x="4475692" y="1573771"/>
                  </a:lnTo>
                  <a:lnTo>
                    <a:pt x="4392809" y="1559810"/>
                  </a:lnTo>
                  <a:lnTo>
                    <a:pt x="4309926" y="1546383"/>
                  </a:lnTo>
                  <a:lnTo>
                    <a:pt x="4227043" y="1533353"/>
                  </a:lnTo>
                  <a:lnTo>
                    <a:pt x="4144160" y="1520568"/>
                  </a:lnTo>
                  <a:lnTo>
                    <a:pt x="4061276" y="1508102"/>
                  </a:lnTo>
                  <a:lnTo>
                    <a:pt x="3978393" y="1495984"/>
                  </a:lnTo>
                  <a:lnTo>
                    <a:pt x="3895510" y="1484093"/>
                  </a:lnTo>
                  <a:lnTo>
                    <a:pt x="3812627" y="1472102"/>
                  </a:lnTo>
                  <a:lnTo>
                    <a:pt x="3729744" y="1459478"/>
                  </a:lnTo>
                  <a:lnTo>
                    <a:pt x="3646860" y="1445889"/>
                  </a:lnTo>
                  <a:lnTo>
                    <a:pt x="3563977" y="1432263"/>
                  </a:lnTo>
                  <a:lnTo>
                    <a:pt x="3481094" y="1419462"/>
                  </a:lnTo>
                  <a:lnTo>
                    <a:pt x="3398211" y="1407405"/>
                  </a:lnTo>
                  <a:lnTo>
                    <a:pt x="3315328" y="1394725"/>
                  </a:lnTo>
                  <a:lnTo>
                    <a:pt x="3232444" y="1379898"/>
                  </a:lnTo>
                  <a:lnTo>
                    <a:pt x="3149561" y="1364764"/>
                  </a:lnTo>
                  <a:lnTo>
                    <a:pt x="3066678" y="1350968"/>
                  </a:lnTo>
                  <a:lnTo>
                    <a:pt x="2983795" y="1337273"/>
                  </a:lnTo>
                  <a:lnTo>
                    <a:pt x="2900912" y="1321701"/>
                  </a:lnTo>
                  <a:lnTo>
                    <a:pt x="2818028" y="1305962"/>
                  </a:lnTo>
                  <a:lnTo>
                    <a:pt x="2735145" y="1291523"/>
                  </a:lnTo>
                  <a:lnTo>
                    <a:pt x="2652262" y="1277582"/>
                  </a:lnTo>
                  <a:lnTo>
                    <a:pt x="2569379" y="1262589"/>
                  </a:lnTo>
                  <a:lnTo>
                    <a:pt x="2486496" y="1247703"/>
                  </a:lnTo>
                  <a:lnTo>
                    <a:pt x="2403612" y="1233766"/>
                  </a:lnTo>
                  <a:lnTo>
                    <a:pt x="2320729" y="1220071"/>
                  </a:lnTo>
                  <a:lnTo>
                    <a:pt x="2237846" y="1205094"/>
                  </a:lnTo>
                  <a:lnTo>
                    <a:pt x="2154963" y="1189419"/>
                  </a:lnTo>
                  <a:lnTo>
                    <a:pt x="2072080" y="1173573"/>
                  </a:lnTo>
                  <a:lnTo>
                    <a:pt x="1989196" y="1157823"/>
                  </a:lnTo>
                  <a:lnTo>
                    <a:pt x="1906313" y="1142344"/>
                  </a:lnTo>
                  <a:lnTo>
                    <a:pt x="1823430" y="1127267"/>
                  </a:lnTo>
                  <a:lnTo>
                    <a:pt x="1740547" y="1112761"/>
                  </a:lnTo>
                  <a:lnTo>
                    <a:pt x="1657664" y="1099387"/>
                  </a:lnTo>
                  <a:lnTo>
                    <a:pt x="1574780" y="1087551"/>
                  </a:lnTo>
                  <a:lnTo>
                    <a:pt x="1491897" y="1077539"/>
                  </a:lnTo>
                  <a:lnTo>
                    <a:pt x="1409014" y="1069617"/>
                  </a:lnTo>
                  <a:lnTo>
                    <a:pt x="1326131" y="1064008"/>
                  </a:lnTo>
                  <a:lnTo>
                    <a:pt x="1243248" y="1060872"/>
                  </a:lnTo>
                  <a:lnTo>
                    <a:pt x="1160364" y="1060299"/>
                  </a:lnTo>
                  <a:lnTo>
                    <a:pt x="1077481" y="1062325"/>
                  </a:lnTo>
                  <a:lnTo>
                    <a:pt x="994598" y="1066937"/>
                  </a:lnTo>
                  <a:lnTo>
                    <a:pt x="911715" y="1074094"/>
                  </a:lnTo>
                  <a:lnTo>
                    <a:pt x="828832" y="1083735"/>
                  </a:lnTo>
                  <a:lnTo>
                    <a:pt x="745948" y="1095791"/>
                  </a:lnTo>
                  <a:lnTo>
                    <a:pt x="663065" y="1110189"/>
                  </a:lnTo>
                  <a:lnTo>
                    <a:pt x="580182" y="1126858"/>
                  </a:lnTo>
                  <a:lnTo>
                    <a:pt x="497299" y="1145732"/>
                  </a:lnTo>
                  <a:lnTo>
                    <a:pt x="414416" y="1166747"/>
                  </a:lnTo>
                  <a:lnTo>
                    <a:pt x="331532" y="1189843"/>
                  </a:lnTo>
                  <a:lnTo>
                    <a:pt x="248649" y="1214965"/>
                  </a:lnTo>
                  <a:lnTo>
                    <a:pt x="165766" y="1242063"/>
                  </a:lnTo>
                  <a:lnTo>
                    <a:pt x="82883" y="1271088"/>
                  </a:lnTo>
                  <a:lnTo>
                    <a:pt x="0" y="1301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419069"/>
              <a:ext cx="6015395" cy="1322862"/>
            </a:xfrm>
            <a:custGeom>
              <a:avLst/>
              <a:pathLst>
                <a:path w="6015395" h="1322862">
                  <a:moveTo>
                    <a:pt x="0" y="0"/>
                  </a:moveTo>
                  <a:lnTo>
                    <a:pt x="82883" y="61136"/>
                  </a:lnTo>
                  <a:lnTo>
                    <a:pt x="165766" y="120374"/>
                  </a:lnTo>
                  <a:lnTo>
                    <a:pt x="248649" y="177696"/>
                  </a:lnTo>
                  <a:lnTo>
                    <a:pt x="331532" y="233081"/>
                  </a:lnTo>
                  <a:lnTo>
                    <a:pt x="414416" y="286503"/>
                  </a:lnTo>
                  <a:lnTo>
                    <a:pt x="497299" y="337935"/>
                  </a:lnTo>
                  <a:lnTo>
                    <a:pt x="580182" y="387344"/>
                  </a:lnTo>
                  <a:lnTo>
                    <a:pt x="663065" y="434693"/>
                  </a:lnTo>
                  <a:lnTo>
                    <a:pt x="745948" y="479940"/>
                  </a:lnTo>
                  <a:lnTo>
                    <a:pt x="828832" y="523042"/>
                  </a:lnTo>
                  <a:lnTo>
                    <a:pt x="911715" y="563953"/>
                  </a:lnTo>
                  <a:lnTo>
                    <a:pt x="994598" y="602631"/>
                  </a:lnTo>
                  <a:lnTo>
                    <a:pt x="1077481" y="639040"/>
                  </a:lnTo>
                  <a:lnTo>
                    <a:pt x="1160364" y="673167"/>
                  </a:lnTo>
                  <a:lnTo>
                    <a:pt x="1243248" y="705024"/>
                  </a:lnTo>
                  <a:lnTo>
                    <a:pt x="1326131" y="734674"/>
                  </a:lnTo>
                  <a:lnTo>
                    <a:pt x="1409014" y="762235"/>
                  </a:lnTo>
                  <a:lnTo>
                    <a:pt x="1491897" y="787892"/>
                  </a:lnTo>
                  <a:lnTo>
                    <a:pt x="1574780" y="811894"/>
                  </a:lnTo>
                  <a:lnTo>
                    <a:pt x="1657664" y="834536"/>
                  </a:lnTo>
                  <a:lnTo>
                    <a:pt x="1740547" y="856128"/>
                  </a:lnTo>
                  <a:lnTo>
                    <a:pt x="1823430" y="877025"/>
                  </a:lnTo>
                  <a:lnTo>
                    <a:pt x="1906313" y="897453"/>
                  </a:lnTo>
                  <a:lnTo>
                    <a:pt x="1989196" y="917279"/>
                  </a:lnTo>
                  <a:lnTo>
                    <a:pt x="2072080" y="936335"/>
                  </a:lnTo>
                  <a:lnTo>
                    <a:pt x="2154963" y="954499"/>
                  </a:lnTo>
                  <a:lnTo>
                    <a:pt x="2237846" y="971742"/>
                  </a:lnTo>
                  <a:lnTo>
                    <a:pt x="2320729" y="988294"/>
                  </a:lnTo>
                  <a:lnTo>
                    <a:pt x="2403612" y="1004788"/>
                  </a:lnTo>
                  <a:lnTo>
                    <a:pt x="2486496" y="1020259"/>
                  </a:lnTo>
                  <a:lnTo>
                    <a:pt x="2569379" y="1034600"/>
                  </a:lnTo>
                  <a:lnTo>
                    <a:pt x="2652262" y="1049239"/>
                  </a:lnTo>
                  <a:lnTo>
                    <a:pt x="2735145" y="1065407"/>
                  </a:lnTo>
                  <a:lnTo>
                    <a:pt x="2818028" y="1081169"/>
                  </a:lnTo>
                  <a:lnTo>
                    <a:pt x="2900912" y="1095375"/>
                  </a:lnTo>
                  <a:lnTo>
                    <a:pt x="2983795" y="1109142"/>
                  </a:lnTo>
                  <a:lnTo>
                    <a:pt x="3066678" y="1123750"/>
                  </a:lnTo>
                  <a:lnTo>
                    <a:pt x="3149561" y="1137319"/>
                  </a:lnTo>
                  <a:lnTo>
                    <a:pt x="3232444" y="1149107"/>
                  </a:lnTo>
                  <a:lnTo>
                    <a:pt x="3315328" y="1161247"/>
                  </a:lnTo>
                  <a:lnTo>
                    <a:pt x="3398211" y="1174069"/>
                  </a:lnTo>
                  <a:lnTo>
                    <a:pt x="3481094" y="1185530"/>
                  </a:lnTo>
                  <a:lnTo>
                    <a:pt x="3563977" y="1195457"/>
                  </a:lnTo>
                  <a:lnTo>
                    <a:pt x="3646860" y="1204966"/>
                  </a:lnTo>
                  <a:lnTo>
                    <a:pt x="3729744" y="1216030"/>
                  </a:lnTo>
                  <a:lnTo>
                    <a:pt x="3812627" y="1227411"/>
                  </a:lnTo>
                  <a:lnTo>
                    <a:pt x="3895510" y="1237686"/>
                  </a:lnTo>
                  <a:lnTo>
                    <a:pt x="3978393" y="1246789"/>
                  </a:lnTo>
                  <a:lnTo>
                    <a:pt x="4061276" y="1254856"/>
                  </a:lnTo>
                  <a:lnTo>
                    <a:pt x="4144160" y="1262234"/>
                  </a:lnTo>
                  <a:lnTo>
                    <a:pt x="4227043" y="1269417"/>
                  </a:lnTo>
                  <a:lnTo>
                    <a:pt x="4309926" y="1276941"/>
                  </a:lnTo>
                  <a:lnTo>
                    <a:pt x="4392809" y="1284562"/>
                  </a:lnTo>
                  <a:lnTo>
                    <a:pt x="4475692" y="1291872"/>
                  </a:lnTo>
                  <a:lnTo>
                    <a:pt x="4558576" y="1298788"/>
                  </a:lnTo>
                  <a:lnTo>
                    <a:pt x="4641459" y="1305178"/>
                  </a:lnTo>
                  <a:lnTo>
                    <a:pt x="4724342" y="1310874"/>
                  </a:lnTo>
                  <a:lnTo>
                    <a:pt x="4807225" y="1315685"/>
                  </a:lnTo>
                  <a:lnTo>
                    <a:pt x="4890108" y="1319412"/>
                  </a:lnTo>
                  <a:lnTo>
                    <a:pt x="4972992" y="1321862"/>
                  </a:lnTo>
                  <a:lnTo>
                    <a:pt x="5055875" y="1322862"/>
                  </a:lnTo>
                  <a:lnTo>
                    <a:pt x="5138758" y="1322266"/>
                  </a:lnTo>
                  <a:lnTo>
                    <a:pt x="5221641" y="1319958"/>
                  </a:lnTo>
                  <a:lnTo>
                    <a:pt x="5304524" y="1315858"/>
                  </a:lnTo>
                  <a:lnTo>
                    <a:pt x="5387408" y="1309913"/>
                  </a:lnTo>
                  <a:lnTo>
                    <a:pt x="5470291" y="1302098"/>
                  </a:lnTo>
                  <a:lnTo>
                    <a:pt x="5553174" y="1292403"/>
                  </a:lnTo>
                  <a:lnTo>
                    <a:pt x="5636057" y="1280835"/>
                  </a:lnTo>
                  <a:lnTo>
                    <a:pt x="5718940" y="1267410"/>
                  </a:lnTo>
                  <a:lnTo>
                    <a:pt x="5801824" y="1252149"/>
                  </a:lnTo>
                  <a:lnTo>
                    <a:pt x="5884707" y="1235076"/>
                  </a:lnTo>
                  <a:lnTo>
                    <a:pt x="5967590" y="1216215"/>
                  </a:lnTo>
                  <a:lnTo>
                    <a:pt x="6015395" y="1204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4479369"/>
              <a:ext cx="5775196" cy="899090"/>
            </a:xfrm>
            <a:custGeom>
              <a:avLst/>
              <a:pathLst>
                <a:path w="5775196" h="899090">
                  <a:moveTo>
                    <a:pt x="5775196" y="899090"/>
                  </a:moveTo>
                  <a:lnTo>
                    <a:pt x="5718940" y="873295"/>
                  </a:lnTo>
                  <a:lnTo>
                    <a:pt x="5636057" y="837103"/>
                  </a:lnTo>
                  <a:lnTo>
                    <a:pt x="5553174" y="802759"/>
                  </a:lnTo>
                  <a:lnTo>
                    <a:pt x="5470291" y="770296"/>
                  </a:lnTo>
                  <a:lnTo>
                    <a:pt x="5387408" y="739734"/>
                  </a:lnTo>
                  <a:lnTo>
                    <a:pt x="5304524" y="711081"/>
                  </a:lnTo>
                  <a:lnTo>
                    <a:pt x="5221641" y="684326"/>
                  </a:lnTo>
                  <a:lnTo>
                    <a:pt x="5138758" y="659432"/>
                  </a:lnTo>
                  <a:lnTo>
                    <a:pt x="5055875" y="636334"/>
                  </a:lnTo>
                  <a:lnTo>
                    <a:pt x="4972992" y="614932"/>
                  </a:lnTo>
                  <a:lnTo>
                    <a:pt x="4890108" y="595096"/>
                  </a:lnTo>
                  <a:lnTo>
                    <a:pt x="4807225" y="576667"/>
                  </a:lnTo>
                  <a:lnTo>
                    <a:pt x="4724342" y="559468"/>
                  </a:lnTo>
                  <a:lnTo>
                    <a:pt x="4641459" y="543315"/>
                  </a:lnTo>
                  <a:lnTo>
                    <a:pt x="4558576" y="528034"/>
                  </a:lnTo>
                  <a:lnTo>
                    <a:pt x="4475692" y="513471"/>
                  </a:lnTo>
                  <a:lnTo>
                    <a:pt x="4392809" y="499510"/>
                  </a:lnTo>
                  <a:lnTo>
                    <a:pt x="4309926" y="486084"/>
                  </a:lnTo>
                  <a:lnTo>
                    <a:pt x="4227043" y="473054"/>
                  </a:lnTo>
                  <a:lnTo>
                    <a:pt x="4144160" y="460269"/>
                  </a:lnTo>
                  <a:lnTo>
                    <a:pt x="4061276" y="447803"/>
                  </a:lnTo>
                  <a:lnTo>
                    <a:pt x="3978393" y="435685"/>
                  </a:lnTo>
                  <a:lnTo>
                    <a:pt x="3895510" y="423794"/>
                  </a:lnTo>
                  <a:lnTo>
                    <a:pt x="3812627" y="411803"/>
                  </a:lnTo>
                  <a:lnTo>
                    <a:pt x="3729744" y="399178"/>
                  </a:lnTo>
                  <a:lnTo>
                    <a:pt x="3646860" y="385590"/>
                  </a:lnTo>
                  <a:lnTo>
                    <a:pt x="3563977" y="371964"/>
                  </a:lnTo>
                  <a:lnTo>
                    <a:pt x="3481094" y="359163"/>
                  </a:lnTo>
                  <a:lnTo>
                    <a:pt x="3398211" y="347106"/>
                  </a:lnTo>
                  <a:lnTo>
                    <a:pt x="3315328" y="334426"/>
                  </a:lnTo>
                  <a:lnTo>
                    <a:pt x="3232444" y="319599"/>
                  </a:lnTo>
                  <a:lnTo>
                    <a:pt x="3149561" y="304465"/>
                  </a:lnTo>
                  <a:lnTo>
                    <a:pt x="3066678" y="290668"/>
                  </a:lnTo>
                  <a:lnTo>
                    <a:pt x="2983795" y="276973"/>
                  </a:lnTo>
                  <a:lnTo>
                    <a:pt x="2900912" y="261401"/>
                  </a:lnTo>
                  <a:lnTo>
                    <a:pt x="2818028" y="245663"/>
                  </a:lnTo>
                  <a:lnTo>
                    <a:pt x="2735145" y="231224"/>
                  </a:lnTo>
                  <a:lnTo>
                    <a:pt x="2652262" y="217282"/>
                  </a:lnTo>
                  <a:lnTo>
                    <a:pt x="2569379" y="202289"/>
                  </a:lnTo>
                  <a:lnTo>
                    <a:pt x="2486496" y="187403"/>
                  </a:lnTo>
                  <a:lnTo>
                    <a:pt x="2403612" y="173466"/>
                  </a:lnTo>
                  <a:lnTo>
                    <a:pt x="2320729" y="159771"/>
                  </a:lnTo>
                  <a:lnTo>
                    <a:pt x="2237846" y="144794"/>
                  </a:lnTo>
                  <a:lnTo>
                    <a:pt x="2154963" y="129120"/>
                  </a:lnTo>
                  <a:lnTo>
                    <a:pt x="2072080" y="113274"/>
                  </a:lnTo>
                  <a:lnTo>
                    <a:pt x="1989196" y="97523"/>
                  </a:lnTo>
                  <a:lnTo>
                    <a:pt x="1906313" y="82045"/>
                  </a:lnTo>
                  <a:lnTo>
                    <a:pt x="1823430" y="66967"/>
                  </a:lnTo>
                  <a:lnTo>
                    <a:pt x="1740547" y="52461"/>
                  </a:lnTo>
                  <a:lnTo>
                    <a:pt x="1657664" y="39088"/>
                  </a:lnTo>
                  <a:lnTo>
                    <a:pt x="1574780" y="27252"/>
                  </a:lnTo>
                  <a:lnTo>
                    <a:pt x="1491897" y="17239"/>
                  </a:lnTo>
                  <a:lnTo>
                    <a:pt x="1409014" y="9317"/>
                  </a:lnTo>
                  <a:lnTo>
                    <a:pt x="1326131" y="3709"/>
                  </a:lnTo>
                  <a:lnTo>
                    <a:pt x="1243248" y="572"/>
                  </a:lnTo>
                  <a:lnTo>
                    <a:pt x="1160364" y="0"/>
                  </a:lnTo>
                  <a:lnTo>
                    <a:pt x="1077481" y="2025"/>
                  </a:lnTo>
                  <a:lnTo>
                    <a:pt x="994598" y="6638"/>
                  </a:lnTo>
                  <a:lnTo>
                    <a:pt x="911715" y="13795"/>
                  </a:lnTo>
                  <a:lnTo>
                    <a:pt x="828832" y="23436"/>
                  </a:lnTo>
                  <a:lnTo>
                    <a:pt x="745948" y="35491"/>
                  </a:lnTo>
                  <a:lnTo>
                    <a:pt x="663065" y="49889"/>
                  </a:lnTo>
                  <a:lnTo>
                    <a:pt x="580182" y="66559"/>
                  </a:lnTo>
                  <a:lnTo>
                    <a:pt x="497299" y="85433"/>
                  </a:lnTo>
                  <a:lnTo>
                    <a:pt x="414416" y="106447"/>
                  </a:lnTo>
                  <a:lnTo>
                    <a:pt x="331532" y="129543"/>
                  </a:lnTo>
                  <a:lnTo>
                    <a:pt x="248649" y="154665"/>
                  </a:lnTo>
                  <a:lnTo>
                    <a:pt x="165766" y="181763"/>
                  </a:lnTo>
                  <a:lnTo>
                    <a:pt x="82883" y="210789"/>
                  </a:lnTo>
                  <a:lnTo>
                    <a:pt x="0" y="241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070068"/>
              <a:ext cx="6015395" cy="990064"/>
            </a:xfrm>
            <a:custGeom>
              <a:avLst/>
              <a:pathLst>
                <a:path w="6015395" h="990064">
                  <a:moveTo>
                    <a:pt x="0" y="0"/>
                  </a:moveTo>
                  <a:lnTo>
                    <a:pt x="82883" y="15114"/>
                  </a:lnTo>
                  <a:lnTo>
                    <a:pt x="165766" y="30220"/>
                  </a:lnTo>
                  <a:lnTo>
                    <a:pt x="248649" y="45332"/>
                  </a:lnTo>
                  <a:lnTo>
                    <a:pt x="331532" y="60463"/>
                  </a:lnTo>
                  <a:lnTo>
                    <a:pt x="414416" y="75626"/>
                  </a:lnTo>
                  <a:lnTo>
                    <a:pt x="497299" y="90835"/>
                  </a:lnTo>
                  <a:lnTo>
                    <a:pt x="580182" y="106103"/>
                  </a:lnTo>
                  <a:lnTo>
                    <a:pt x="663065" y="121442"/>
                  </a:lnTo>
                  <a:lnTo>
                    <a:pt x="745948" y="136867"/>
                  </a:lnTo>
                  <a:lnTo>
                    <a:pt x="828832" y="152390"/>
                  </a:lnTo>
                  <a:lnTo>
                    <a:pt x="911715" y="168025"/>
                  </a:lnTo>
                  <a:lnTo>
                    <a:pt x="994598" y="183786"/>
                  </a:lnTo>
                  <a:lnTo>
                    <a:pt x="1077481" y="199684"/>
                  </a:lnTo>
                  <a:lnTo>
                    <a:pt x="1160364" y="215734"/>
                  </a:lnTo>
                  <a:lnTo>
                    <a:pt x="1243248" y="231949"/>
                  </a:lnTo>
                  <a:lnTo>
                    <a:pt x="1326131" y="248343"/>
                  </a:lnTo>
                  <a:lnTo>
                    <a:pt x="1409014" y="264927"/>
                  </a:lnTo>
                  <a:lnTo>
                    <a:pt x="1491897" y="281717"/>
                  </a:lnTo>
                  <a:lnTo>
                    <a:pt x="1574780" y="298724"/>
                  </a:lnTo>
                  <a:lnTo>
                    <a:pt x="1657664" y="315963"/>
                  </a:lnTo>
                  <a:lnTo>
                    <a:pt x="1740547" y="333446"/>
                  </a:lnTo>
                  <a:lnTo>
                    <a:pt x="1823430" y="351148"/>
                  </a:lnTo>
                  <a:lnTo>
                    <a:pt x="1906313" y="368900"/>
                  </a:lnTo>
                  <a:lnTo>
                    <a:pt x="1989196" y="386552"/>
                  </a:lnTo>
                  <a:lnTo>
                    <a:pt x="2072080" y="403956"/>
                  </a:lnTo>
                  <a:lnTo>
                    <a:pt x="2154963" y="420961"/>
                  </a:lnTo>
                  <a:lnTo>
                    <a:pt x="2237846" y="437419"/>
                  </a:lnTo>
                  <a:lnTo>
                    <a:pt x="2320729" y="453184"/>
                  </a:lnTo>
                  <a:lnTo>
                    <a:pt x="2403612" y="468278"/>
                  </a:lnTo>
                  <a:lnTo>
                    <a:pt x="2486496" y="482983"/>
                  </a:lnTo>
                  <a:lnTo>
                    <a:pt x="2569379" y="497596"/>
                  </a:lnTo>
                  <a:lnTo>
                    <a:pt x="2652262" y="512412"/>
                  </a:lnTo>
                  <a:lnTo>
                    <a:pt x="2735145" y="527467"/>
                  </a:lnTo>
                  <a:lnTo>
                    <a:pt x="2818028" y="542567"/>
                  </a:lnTo>
                  <a:lnTo>
                    <a:pt x="2900912" y="557539"/>
                  </a:lnTo>
                  <a:lnTo>
                    <a:pt x="2983795" y="572209"/>
                  </a:lnTo>
                  <a:lnTo>
                    <a:pt x="3066678" y="586360"/>
                  </a:lnTo>
                  <a:lnTo>
                    <a:pt x="3149561" y="600043"/>
                  </a:lnTo>
                  <a:lnTo>
                    <a:pt x="3232444" y="613504"/>
                  </a:lnTo>
                  <a:lnTo>
                    <a:pt x="3315328" y="626987"/>
                  </a:lnTo>
                  <a:lnTo>
                    <a:pt x="3398211" y="639739"/>
                  </a:lnTo>
                  <a:lnTo>
                    <a:pt x="3481094" y="651498"/>
                  </a:lnTo>
                  <a:lnTo>
                    <a:pt x="3563977" y="662862"/>
                  </a:lnTo>
                  <a:lnTo>
                    <a:pt x="3646860" y="674429"/>
                  </a:lnTo>
                  <a:lnTo>
                    <a:pt x="3729744" y="686755"/>
                  </a:lnTo>
                  <a:lnTo>
                    <a:pt x="3812627" y="698758"/>
                  </a:lnTo>
                  <a:lnTo>
                    <a:pt x="3895510" y="709891"/>
                  </a:lnTo>
                  <a:lnTo>
                    <a:pt x="3978393" y="720388"/>
                  </a:lnTo>
                  <a:lnTo>
                    <a:pt x="4061276" y="730481"/>
                  </a:lnTo>
                  <a:lnTo>
                    <a:pt x="4144160" y="740403"/>
                  </a:lnTo>
                  <a:lnTo>
                    <a:pt x="4227043" y="750387"/>
                  </a:lnTo>
                  <a:lnTo>
                    <a:pt x="4309926" y="760664"/>
                  </a:lnTo>
                  <a:lnTo>
                    <a:pt x="4392809" y="771187"/>
                  </a:lnTo>
                  <a:lnTo>
                    <a:pt x="4475692" y="781823"/>
                  </a:lnTo>
                  <a:lnTo>
                    <a:pt x="4558576" y="792562"/>
                  </a:lnTo>
                  <a:lnTo>
                    <a:pt x="4641459" y="803398"/>
                  </a:lnTo>
                  <a:lnTo>
                    <a:pt x="4724342" y="814322"/>
                  </a:lnTo>
                  <a:lnTo>
                    <a:pt x="4807225" y="825327"/>
                  </a:lnTo>
                  <a:lnTo>
                    <a:pt x="4890108" y="836405"/>
                  </a:lnTo>
                  <a:lnTo>
                    <a:pt x="4972992" y="847549"/>
                  </a:lnTo>
                  <a:lnTo>
                    <a:pt x="5055875" y="858750"/>
                  </a:lnTo>
                  <a:lnTo>
                    <a:pt x="5138758" y="870000"/>
                  </a:lnTo>
                  <a:lnTo>
                    <a:pt x="5221641" y="881293"/>
                  </a:lnTo>
                  <a:lnTo>
                    <a:pt x="5304524" y="892621"/>
                  </a:lnTo>
                  <a:lnTo>
                    <a:pt x="5387408" y="903975"/>
                  </a:lnTo>
                  <a:lnTo>
                    <a:pt x="5470291" y="915348"/>
                  </a:lnTo>
                  <a:lnTo>
                    <a:pt x="5553174" y="926732"/>
                  </a:lnTo>
                  <a:lnTo>
                    <a:pt x="5636057" y="938120"/>
                  </a:lnTo>
                  <a:lnTo>
                    <a:pt x="5718940" y="949504"/>
                  </a:lnTo>
                  <a:lnTo>
                    <a:pt x="5801824" y="960876"/>
                  </a:lnTo>
                  <a:lnTo>
                    <a:pt x="5884707" y="972228"/>
                  </a:lnTo>
                  <a:lnTo>
                    <a:pt x="5967590" y="983552"/>
                  </a:lnTo>
                  <a:lnTo>
                    <a:pt x="6015395" y="99006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320046"/>
              <a:ext cx="6015395" cy="1058413"/>
            </a:xfrm>
            <a:custGeom>
              <a:avLst/>
              <a:pathLst>
                <a:path w="6015395" h="1058413">
                  <a:moveTo>
                    <a:pt x="0" y="0"/>
                  </a:moveTo>
                  <a:lnTo>
                    <a:pt x="82883" y="28667"/>
                  </a:lnTo>
                  <a:lnTo>
                    <a:pt x="165766" y="56262"/>
                  </a:lnTo>
                  <a:lnTo>
                    <a:pt x="248649" y="82784"/>
                  </a:lnTo>
                  <a:lnTo>
                    <a:pt x="331532" y="108229"/>
                  </a:lnTo>
                  <a:lnTo>
                    <a:pt x="414416" y="132591"/>
                  </a:lnTo>
                  <a:lnTo>
                    <a:pt x="497299" y="155861"/>
                  </a:lnTo>
                  <a:lnTo>
                    <a:pt x="580182" y="178025"/>
                  </a:lnTo>
                  <a:lnTo>
                    <a:pt x="663065" y="199067"/>
                  </a:lnTo>
                  <a:lnTo>
                    <a:pt x="745948" y="218967"/>
                  </a:lnTo>
                  <a:lnTo>
                    <a:pt x="828832" y="237704"/>
                  </a:lnTo>
                  <a:lnTo>
                    <a:pt x="911715" y="255252"/>
                  </a:lnTo>
                  <a:lnTo>
                    <a:pt x="994598" y="271592"/>
                  </a:lnTo>
                  <a:lnTo>
                    <a:pt x="1077481" y="286709"/>
                  </a:lnTo>
                  <a:lnTo>
                    <a:pt x="1160364" y="300605"/>
                  </a:lnTo>
                  <a:lnTo>
                    <a:pt x="1243248" y="313304"/>
                  </a:lnTo>
                  <a:lnTo>
                    <a:pt x="1326131" y="324870"/>
                  </a:lnTo>
                  <a:lnTo>
                    <a:pt x="1409014" y="335415"/>
                  </a:lnTo>
                  <a:lnTo>
                    <a:pt x="1491897" y="345103"/>
                  </a:lnTo>
                  <a:lnTo>
                    <a:pt x="1574780" y="354151"/>
                  </a:lnTo>
                  <a:lnTo>
                    <a:pt x="1657664" y="362814"/>
                  </a:lnTo>
                  <a:lnTo>
                    <a:pt x="1740547" y="371361"/>
                  </a:lnTo>
                  <a:lnTo>
                    <a:pt x="1823430" y="380373"/>
                  </a:lnTo>
                  <a:lnTo>
                    <a:pt x="1906313" y="390494"/>
                  </a:lnTo>
                  <a:lnTo>
                    <a:pt x="1989196" y="401181"/>
                  </a:lnTo>
                  <a:lnTo>
                    <a:pt x="2072080" y="411830"/>
                  </a:lnTo>
                  <a:lnTo>
                    <a:pt x="2154963" y="421871"/>
                  </a:lnTo>
                  <a:lnTo>
                    <a:pt x="2237846" y="430810"/>
                  </a:lnTo>
                  <a:lnTo>
                    <a:pt x="2320729" y="438430"/>
                  </a:lnTo>
                  <a:lnTo>
                    <a:pt x="2403612" y="445386"/>
                  </a:lnTo>
                  <a:lnTo>
                    <a:pt x="2486496" y="451043"/>
                  </a:lnTo>
                  <a:lnTo>
                    <a:pt x="2569379" y="455421"/>
                  </a:lnTo>
                  <a:lnTo>
                    <a:pt x="2652262" y="459819"/>
                  </a:lnTo>
                  <a:lnTo>
                    <a:pt x="2735145" y="465803"/>
                  </a:lnTo>
                  <a:lnTo>
                    <a:pt x="2818028" y="471673"/>
                  </a:lnTo>
                  <a:lnTo>
                    <a:pt x="2900912" y="476037"/>
                  </a:lnTo>
                  <a:lnTo>
                    <a:pt x="2983795" y="479359"/>
                  </a:lnTo>
                  <a:lnTo>
                    <a:pt x="3066678" y="483332"/>
                  </a:lnTo>
                  <a:lnTo>
                    <a:pt x="3149561" y="486941"/>
                  </a:lnTo>
                  <a:lnTo>
                    <a:pt x="3232444" y="488681"/>
                  </a:lnTo>
                  <a:lnTo>
                    <a:pt x="3315328" y="489399"/>
                  </a:lnTo>
                  <a:lnTo>
                    <a:pt x="3398211" y="489360"/>
                  </a:lnTo>
                  <a:lnTo>
                    <a:pt x="3481094" y="487394"/>
                  </a:lnTo>
                  <a:lnTo>
                    <a:pt x="3563977" y="483472"/>
                  </a:lnTo>
                  <a:lnTo>
                    <a:pt x="3646860" y="478618"/>
                  </a:lnTo>
                  <a:lnTo>
                    <a:pt x="3729744" y="474543"/>
                  </a:lnTo>
                  <a:lnTo>
                    <a:pt x="3812627" y="469726"/>
                  </a:lnTo>
                  <a:lnTo>
                    <a:pt x="3895510" y="462993"/>
                  </a:lnTo>
                  <a:lnTo>
                    <a:pt x="3978393" y="454654"/>
                  </a:lnTo>
                  <a:lnTo>
                    <a:pt x="4061276" y="445186"/>
                  </a:lnTo>
                  <a:lnTo>
                    <a:pt x="4144160" y="435237"/>
                  </a:lnTo>
                  <a:lnTo>
                    <a:pt x="4227043" y="425576"/>
                  </a:lnTo>
                  <a:lnTo>
                    <a:pt x="4309926" y="417003"/>
                  </a:lnTo>
                  <a:lnTo>
                    <a:pt x="4392809" y="409267"/>
                  </a:lnTo>
                  <a:lnTo>
                    <a:pt x="4475692" y="401834"/>
                  </a:lnTo>
                  <a:lnTo>
                    <a:pt x="4558576" y="394626"/>
                  </a:lnTo>
                  <a:lnTo>
                    <a:pt x="4641459" y="387522"/>
                  </a:lnTo>
                  <a:lnTo>
                    <a:pt x="4724342" y="380373"/>
                  </a:lnTo>
                  <a:lnTo>
                    <a:pt x="4807225" y="373012"/>
                  </a:lnTo>
                  <a:lnTo>
                    <a:pt x="4890108" y="365264"/>
                  </a:lnTo>
                  <a:lnTo>
                    <a:pt x="4972992" y="356961"/>
                  </a:lnTo>
                  <a:lnTo>
                    <a:pt x="5055875" y="347947"/>
                  </a:lnTo>
                  <a:lnTo>
                    <a:pt x="5138758" y="338092"/>
                  </a:lnTo>
                  <a:lnTo>
                    <a:pt x="5221641" y="327291"/>
                  </a:lnTo>
                  <a:lnTo>
                    <a:pt x="5304524" y="315464"/>
                  </a:lnTo>
                  <a:lnTo>
                    <a:pt x="5387408" y="302559"/>
                  </a:lnTo>
                  <a:lnTo>
                    <a:pt x="5470291" y="288541"/>
                  </a:lnTo>
                  <a:lnTo>
                    <a:pt x="5553174" y="273392"/>
                  </a:lnTo>
                  <a:lnTo>
                    <a:pt x="5636057" y="257105"/>
                  </a:lnTo>
                  <a:lnTo>
                    <a:pt x="5718940" y="239682"/>
                  </a:lnTo>
                  <a:lnTo>
                    <a:pt x="5801824" y="221127"/>
                  </a:lnTo>
                  <a:lnTo>
                    <a:pt x="5884707" y="201449"/>
                  </a:lnTo>
                  <a:lnTo>
                    <a:pt x="5967590" y="180656"/>
                  </a:lnTo>
                  <a:lnTo>
                    <a:pt x="6015395" y="168024"/>
                  </a:lnTo>
                  <a:lnTo>
                    <a:pt x="6015395" y="881926"/>
                  </a:lnTo>
                  <a:lnTo>
                    <a:pt x="5967590" y="864470"/>
                  </a:lnTo>
                  <a:lnTo>
                    <a:pt x="5884707" y="835922"/>
                  </a:lnTo>
                  <a:lnTo>
                    <a:pt x="5801824" y="809136"/>
                  </a:lnTo>
                  <a:lnTo>
                    <a:pt x="5718940" y="784156"/>
                  </a:lnTo>
                  <a:lnTo>
                    <a:pt x="5636057" y="761028"/>
                  </a:lnTo>
                  <a:lnTo>
                    <a:pt x="5553174" y="739791"/>
                  </a:lnTo>
                  <a:lnTo>
                    <a:pt x="5470291" y="720484"/>
                  </a:lnTo>
                  <a:lnTo>
                    <a:pt x="5387408" y="703136"/>
                  </a:lnTo>
                  <a:lnTo>
                    <a:pt x="5304524" y="687764"/>
                  </a:lnTo>
                  <a:lnTo>
                    <a:pt x="5221641" y="674373"/>
                  </a:lnTo>
                  <a:lnTo>
                    <a:pt x="5138758" y="662942"/>
                  </a:lnTo>
                  <a:lnTo>
                    <a:pt x="5055875" y="653431"/>
                  </a:lnTo>
                  <a:lnTo>
                    <a:pt x="4972992" y="645771"/>
                  </a:lnTo>
                  <a:lnTo>
                    <a:pt x="4890108" y="639865"/>
                  </a:lnTo>
                  <a:lnTo>
                    <a:pt x="4807225" y="635597"/>
                  </a:lnTo>
                  <a:lnTo>
                    <a:pt x="4724342" y="632833"/>
                  </a:lnTo>
                  <a:lnTo>
                    <a:pt x="4641459" y="631435"/>
                  </a:lnTo>
                  <a:lnTo>
                    <a:pt x="4558576" y="631272"/>
                  </a:lnTo>
                  <a:lnTo>
                    <a:pt x="4475692" y="632231"/>
                  </a:lnTo>
                  <a:lnTo>
                    <a:pt x="4392809" y="634228"/>
                  </a:lnTo>
                  <a:lnTo>
                    <a:pt x="4309926" y="637219"/>
                  </a:lnTo>
                  <a:lnTo>
                    <a:pt x="4227043" y="641292"/>
                  </a:lnTo>
                  <a:lnTo>
                    <a:pt x="4144160" y="646374"/>
                  </a:lnTo>
                  <a:lnTo>
                    <a:pt x="4061276" y="652165"/>
                  </a:lnTo>
                  <a:lnTo>
                    <a:pt x="3978393" y="658322"/>
                  </a:lnTo>
                  <a:lnTo>
                    <a:pt x="3895510" y="664383"/>
                  </a:lnTo>
                  <a:lnTo>
                    <a:pt x="3812627" y="669714"/>
                  </a:lnTo>
                  <a:lnTo>
                    <a:pt x="3729744" y="673514"/>
                  </a:lnTo>
                  <a:lnTo>
                    <a:pt x="3646860" y="675526"/>
                  </a:lnTo>
                  <a:lnTo>
                    <a:pt x="3563977" y="677014"/>
                  </a:lnTo>
                  <a:lnTo>
                    <a:pt x="3481094" y="678588"/>
                  </a:lnTo>
                  <a:lnTo>
                    <a:pt x="3398211" y="680067"/>
                  </a:lnTo>
                  <a:lnTo>
                    <a:pt x="3315328" y="680222"/>
                  </a:lnTo>
                  <a:lnTo>
                    <a:pt x="3232444" y="677308"/>
                  </a:lnTo>
                  <a:lnTo>
                    <a:pt x="3149561" y="672833"/>
                  </a:lnTo>
                  <a:lnTo>
                    <a:pt x="3066678" y="669038"/>
                  </a:lnTo>
                  <a:lnTo>
                    <a:pt x="2983795" y="665811"/>
                  </a:lnTo>
                  <a:lnTo>
                    <a:pt x="2900912" y="661014"/>
                  </a:lnTo>
                  <a:lnTo>
                    <a:pt x="2818028" y="655397"/>
                  </a:lnTo>
                  <a:lnTo>
                    <a:pt x="2735145" y="650609"/>
                  </a:lnTo>
                  <a:lnTo>
                    <a:pt x="2652262" y="646444"/>
                  </a:lnTo>
                  <a:lnTo>
                    <a:pt x="2569379" y="641757"/>
                  </a:lnTo>
                  <a:lnTo>
                    <a:pt x="2486496" y="636933"/>
                  </a:lnTo>
                  <a:lnTo>
                    <a:pt x="2403612" y="632530"/>
                  </a:lnTo>
                  <a:lnTo>
                    <a:pt x="2320729" y="627863"/>
                  </a:lnTo>
                  <a:lnTo>
                    <a:pt x="2237846" y="621530"/>
                  </a:lnTo>
                  <a:lnTo>
                    <a:pt x="2154963" y="613872"/>
                  </a:lnTo>
                  <a:lnTo>
                    <a:pt x="2072080" y="605725"/>
                  </a:lnTo>
                  <a:lnTo>
                    <a:pt x="1989196" y="597778"/>
                  </a:lnTo>
                  <a:lnTo>
                    <a:pt x="1906313" y="590644"/>
                  </a:lnTo>
                  <a:lnTo>
                    <a:pt x="1823430" y="584897"/>
                  </a:lnTo>
                  <a:lnTo>
                    <a:pt x="1740547" y="581107"/>
                  </a:lnTo>
                  <a:lnTo>
                    <a:pt x="1657664" y="579278"/>
                  </a:lnTo>
                  <a:lnTo>
                    <a:pt x="1574780" y="579446"/>
                  </a:lnTo>
                  <a:lnTo>
                    <a:pt x="1491897" y="581832"/>
                  </a:lnTo>
                  <a:lnTo>
                    <a:pt x="1409014" y="586639"/>
                  </a:lnTo>
                  <a:lnTo>
                    <a:pt x="1326131" y="594036"/>
                  </a:lnTo>
                  <a:lnTo>
                    <a:pt x="1243248" y="604139"/>
                  </a:lnTo>
                  <a:lnTo>
                    <a:pt x="1160364" y="617009"/>
                  </a:lnTo>
                  <a:lnTo>
                    <a:pt x="1077481" y="632661"/>
                  </a:lnTo>
                  <a:lnTo>
                    <a:pt x="994598" y="651072"/>
                  </a:lnTo>
                  <a:lnTo>
                    <a:pt x="911715" y="672193"/>
                  </a:lnTo>
                  <a:lnTo>
                    <a:pt x="828832" y="695960"/>
                  </a:lnTo>
                  <a:lnTo>
                    <a:pt x="745948" y="722304"/>
                  </a:lnTo>
                  <a:lnTo>
                    <a:pt x="663065" y="751152"/>
                  </a:lnTo>
                  <a:lnTo>
                    <a:pt x="580182" y="782432"/>
                  </a:lnTo>
                  <a:lnTo>
                    <a:pt x="497299" y="816076"/>
                  </a:lnTo>
                  <a:lnTo>
                    <a:pt x="414416" y="852017"/>
                  </a:lnTo>
                  <a:lnTo>
                    <a:pt x="331532" y="890194"/>
                  </a:lnTo>
                  <a:lnTo>
                    <a:pt x="248649" y="930547"/>
                  </a:lnTo>
                  <a:lnTo>
                    <a:pt x="165766" y="973022"/>
                  </a:lnTo>
                  <a:lnTo>
                    <a:pt x="82883" y="1017565"/>
                  </a:lnTo>
                  <a:lnTo>
                    <a:pt x="10168" y="10584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320046"/>
              <a:ext cx="6015395" cy="489399"/>
            </a:xfrm>
            <a:custGeom>
              <a:avLst/>
              <a:pathLst>
                <a:path w="6015395" h="489399">
                  <a:moveTo>
                    <a:pt x="0" y="0"/>
                  </a:moveTo>
                  <a:lnTo>
                    <a:pt x="82883" y="28667"/>
                  </a:lnTo>
                  <a:lnTo>
                    <a:pt x="165766" y="56262"/>
                  </a:lnTo>
                  <a:lnTo>
                    <a:pt x="248649" y="82784"/>
                  </a:lnTo>
                  <a:lnTo>
                    <a:pt x="331532" y="108229"/>
                  </a:lnTo>
                  <a:lnTo>
                    <a:pt x="414416" y="132591"/>
                  </a:lnTo>
                  <a:lnTo>
                    <a:pt x="497299" y="155861"/>
                  </a:lnTo>
                  <a:lnTo>
                    <a:pt x="580182" y="178025"/>
                  </a:lnTo>
                  <a:lnTo>
                    <a:pt x="663065" y="199067"/>
                  </a:lnTo>
                  <a:lnTo>
                    <a:pt x="745948" y="218967"/>
                  </a:lnTo>
                  <a:lnTo>
                    <a:pt x="828832" y="237704"/>
                  </a:lnTo>
                  <a:lnTo>
                    <a:pt x="911715" y="255252"/>
                  </a:lnTo>
                  <a:lnTo>
                    <a:pt x="994598" y="271592"/>
                  </a:lnTo>
                  <a:lnTo>
                    <a:pt x="1077481" y="286709"/>
                  </a:lnTo>
                  <a:lnTo>
                    <a:pt x="1160364" y="300605"/>
                  </a:lnTo>
                  <a:lnTo>
                    <a:pt x="1243248" y="313304"/>
                  </a:lnTo>
                  <a:lnTo>
                    <a:pt x="1326131" y="324870"/>
                  </a:lnTo>
                  <a:lnTo>
                    <a:pt x="1409014" y="335415"/>
                  </a:lnTo>
                  <a:lnTo>
                    <a:pt x="1491897" y="345103"/>
                  </a:lnTo>
                  <a:lnTo>
                    <a:pt x="1574780" y="354151"/>
                  </a:lnTo>
                  <a:lnTo>
                    <a:pt x="1657664" y="362814"/>
                  </a:lnTo>
                  <a:lnTo>
                    <a:pt x="1740547" y="371361"/>
                  </a:lnTo>
                  <a:lnTo>
                    <a:pt x="1823430" y="380373"/>
                  </a:lnTo>
                  <a:lnTo>
                    <a:pt x="1906313" y="390494"/>
                  </a:lnTo>
                  <a:lnTo>
                    <a:pt x="1989196" y="401181"/>
                  </a:lnTo>
                  <a:lnTo>
                    <a:pt x="2072080" y="411830"/>
                  </a:lnTo>
                  <a:lnTo>
                    <a:pt x="2154963" y="421871"/>
                  </a:lnTo>
                  <a:lnTo>
                    <a:pt x="2237846" y="430810"/>
                  </a:lnTo>
                  <a:lnTo>
                    <a:pt x="2320729" y="438430"/>
                  </a:lnTo>
                  <a:lnTo>
                    <a:pt x="2403612" y="445386"/>
                  </a:lnTo>
                  <a:lnTo>
                    <a:pt x="2486496" y="451043"/>
                  </a:lnTo>
                  <a:lnTo>
                    <a:pt x="2569379" y="455421"/>
                  </a:lnTo>
                  <a:lnTo>
                    <a:pt x="2652262" y="459819"/>
                  </a:lnTo>
                  <a:lnTo>
                    <a:pt x="2735145" y="465803"/>
                  </a:lnTo>
                  <a:lnTo>
                    <a:pt x="2818028" y="471673"/>
                  </a:lnTo>
                  <a:lnTo>
                    <a:pt x="2900912" y="476037"/>
                  </a:lnTo>
                  <a:lnTo>
                    <a:pt x="2983795" y="479359"/>
                  </a:lnTo>
                  <a:lnTo>
                    <a:pt x="3066678" y="483332"/>
                  </a:lnTo>
                  <a:lnTo>
                    <a:pt x="3149561" y="486941"/>
                  </a:lnTo>
                  <a:lnTo>
                    <a:pt x="3232444" y="488681"/>
                  </a:lnTo>
                  <a:lnTo>
                    <a:pt x="3315328" y="489399"/>
                  </a:lnTo>
                  <a:lnTo>
                    <a:pt x="3398211" y="489360"/>
                  </a:lnTo>
                  <a:lnTo>
                    <a:pt x="3481094" y="487394"/>
                  </a:lnTo>
                  <a:lnTo>
                    <a:pt x="3563977" y="483472"/>
                  </a:lnTo>
                  <a:lnTo>
                    <a:pt x="3646860" y="478618"/>
                  </a:lnTo>
                  <a:lnTo>
                    <a:pt x="3729744" y="474543"/>
                  </a:lnTo>
                  <a:lnTo>
                    <a:pt x="3812627" y="469726"/>
                  </a:lnTo>
                  <a:lnTo>
                    <a:pt x="3895510" y="462993"/>
                  </a:lnTo>
                  <a:lnTo>
                    <a:pt x="3978393" y="454654"/>
                  </a:lnTo>
                  <a:lnTo>
                    <a:pt x="4061276" y="445186"/>
                  </a:lnTo>
                  <a:lnTo>
                    <a:pt x="4144160" y="435237"/>
                  </a:lnTo>
                  <a:lnTo>
                    <a:pt x="4227043" y="425576"/>
                  </a:lnTo>
                  <a:lnTo>
                    <a:pt x="4309926" y="417003"/>
                  </a:lnTo>
                  <a:lnTo>
                    <a:pt x="4392809" y="409267"/>
                  </a:lnTo>
                  <a:lnTo>
                    <a:pt x="4475692" y="401834"/>
                  </a:lnTo>
                  <a:lnTo>
                    <a:pt x="4558576" y="394626"/>
                  </a:lnTo>
                  <a:lnTo>
                    <a:pt x="4641459" y="387522"/>
                  </a:lnTo>
                  <a:lnTo>
                    <a:pt x="4724342" y="380373"/>
                  </a:lnTo>
                  <a:lnTo>
                    <a:pt x="4807225" y="373012"/>
                  </a:lnTo>
                  <a:lnTo>
                    <a:pt x="4890108" y="365264"/>
                  </a:lnTo>
                  <a:lnTo>
                    <a:pt x="4972992" y="356961"/>
                  </a:lnTo>
                  <a:lnTo>
                    <a:pt x="5055875" y="347947"/>
                  </a:lnTo>
                  <a:lnTo>
                    <a:pt x="5138758" y="338092"/>
                  </a:lnTo>
                  <a:lnTo>
                    <a:pt x="5221641" y="327291"/>
                  </a:lnTo>
                  <a:lnTo>
                    <a:pt x="5304524" y="315464"/>
                  </a:lnTo>
                  <a:lnTo>
                    <a:pt x="5387408" y="302559"/>
                  </a:lnTo>
                  <a:lnTo>
                    <a:pt x="5470291" y="288541"/>
                  </a:lnTo>
                  <a:lnTo>
                    <a:pt x="5553174" y="273392"/>
                  </a:lnTo>
                  <a:lnTo>
                    <a:pt x="5636057" y="257105"/>
                  </a:lnTo>
                  <a:lnTo>
                    <a:pt x="5718940" y="239682"/>
                  </a:lnTo>
                  <a:lnTo>
                    <a:pt x="5801824" y="221127"/>
                  </a:lnTo>
                  <a:lnTo>
                    <a:pt x="5884707" y="201449"/>
                  </a:lnTo>
                  <a:lnTo>
                    <a:pt x="5967590" y="180656"/>
                  </a:lnTo>
                  <a:lnTo>
                    <a:pt x="6015395" y="168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82634" y="4899324"/>
              <a:ext cx="6005226" cy="479135"/>
            </a:xfrm>
            <a:custGeom>
              <a:avLst/>
              <a:pathLst>
                <a:path w="6005226" h="479135">
                  <a:moveTo>
                    <a:pt x="6005226" y="302648"/>
                  </a:moveTo>
                  <a:lnTo>
                    <a:pt x="5957421" y="285191"/>
                  </a:lnTo>
                  <a:lnTo>
                    <a:pt x="5874538" y="256643"/>
                  </a:lnTo>
                  <a:lnTo>
                    <a:pt x="5791655" y="229857"/>
                  </a:lnTo>
                  <a:lnTo>
                    <a:pt x="5708771" y="204877"/>
                  </a:lnTo>
                  <a:lnTo>
                    <a:pt x="5625888" y="181749"/>
                  </a:lnTo>
                  <a:lnTo>
                    <a:pt x="5543005" y="160512"/>
                  </a:lnTo>
                  <a:lnTo>
                    <a:pt x="5460122" y="141205"/>
                  </a:lnTo>
                  <a:lnTo>
                    <a:pt x="5377239" y="123857"/>
                  </a:lnTo>
                  <a:lnTo>
                    <a:pt x="5294355" y="108486"/>
                  </a:lnTo>
                  <a:lnTo>
                    <a:pt x="5211472" y="95094"/>
                  </a:lnTo>
                  <a:lnTo>
                    <a:pt x="5128589" y="83664"/>
                  </a:lnTo>
                  <a:lnTo>
                    <a:pt x="5045706" y="74152"/>
                  </a:lnTo>
                  <a:lnTo>
                    <a:pt x="4962823" y="66492"/>
                  </a:lnTo>
                  <a:lnTo>
                    <a:pt x="4879939" y="60586"/>
                  </a:lnTo>
                  <a:lnTo>
                    <a:pt x="4797056" y="56318"/>
                  </a:lnTo>
                  <a:lnTo>
                    <a:pt x="4714173" y="53554"/>
                  </a:lnTo>
                  <a:lnTo>
                    <a:pt x="4631290" y="52156"/>
                  </a:lnTo>
                  <a:lnTo>
                    <a:pt x="4548407" y="51993"/>
                  </a:lnTo>
                  <a:lnTo>
                    <a:pt x="4465523" y="52952"/>
                  </a:lnTo>
                  <a:lnTo>
                    <a:pt x="4382640" y="54949"/>
                  </a:lnTo>
                  <a:lnTo>
                    <a:pt x="4299757" y="57941"/>
                  </a:lnTo>
                  <a:lnTo>
                    <a:pt x="4216874" y="62013"/>
                  </a:lnTo>
                  <a:lnTo>
                    <a:pt x="4133991" y="67095"/>
                  </a:lnTo>
                  <a:lnTo>
                    <a:pt x="4051107" y="72886"/>
                  </a:lnTo>
                  <a:lnTo>
                    <a:pt x="3968224" y="79043"/>
                  </a:lnTo>
                  <a:lnTo>
                    <a:pt x="3885341" y="85104"/>
                  </a:lnTo>
                  <a:lnTo>
                    <a:pt x="3802458" y="90435"/>
                  </a:lnTo>
                  <a:lnTo>
                    <a:pt x="3719575" y="94235"/>
                  </a:lnTo>
                  <a:lnTo>
                    <a:pt x="3636691" y="96247"/>
                  </a:lnTo>
                  <a:lnTo>
                    <a:pt x="3553808" y="97735"/>
                  </a:lnTo>
                  <a:lnTo>
                    <a:pt x="3470925" y="99309"/>
                  </a:lnTo>
                  <a:lnTo>
                    <a:pt x="3388042" y="100788"/>
                  </a:lnTo>
                  <a:lnTo>
                    <a:pt x="3305159" y="100943"/>
                  </a:lnTo>
                  <a:lnTo>
                    <a:pt x="3222275" y="98029"/>
                  </a:lnTo>
                  <a:lnTo>
                    <a:pt x="3139392" y="93554"/>
                  </a:lnTo>
                  <a:lnTo>
                    <a:pt x="3056509" y="89759"/>
                  </a:lnTo>
                  <a:lnTo>
                    <a:pt x="2973626" y="86532"/>
                  </a:lnTo>
                  <a:lnTo>
                    <a:pt x="2890743" y="81735"/>
                  </a:lnTo>
                  <a:lnTo>
                    <a:pt x="2807859" y="76118"/>
                  </a:lnTo>
                  <a:lnTo>
                    <a:pt x="2724976" y="71330"/>
                  </a:lnTo>
                  <a:lnTo>
                    <a:pt x="2642093" y="67165"/>
                  </a:lnTo>
                  <a:lnTo>
                    <a:pt x="2559210" y="62478"/>
                  </a:lnTo>
                  <a:lnTo>
                    <a:pt x="2476327" y="57654"/>
                  </a:lnTo>
                  <a:lnTo>
                    <a:pt x="2393443" y="53251"/>
                  </a:lnTo>
                  <a:lnTo>
                    <a:pt x="2310560" y="48584"/>
                  </a:lnTo>
                  <a:lnTo>
                    <a:pt x="2227677" y="42251"/>
                  </a:lnTo>
                  <a:lnTo>
                    <a:pt x="2144794" y="34593"/>
                  </a:lnTo>
                  <a:lnTo>
                    <a:pt x="2061911" y="26447"/>
                  </a:lnTo>
                  <a:lnTo>
                    <a:pt x="1979027" y="18500"/>
                  </a:lnTo>
                  <a:lnTo>
                    <a:pt x="1896144" y="11365"/>
                  </a:lnTo>
                  <a:lnTo>
                    <a:pt x="1813261" y="5618"/>
                  </a:lnTo>
                  <a:lnTo>
                    <a:pt x="1730378" y="1829"/>
                  </a:lnTo>
                  <a:lnTo>
                    <a:pt x="1647495" y="0"/>
                  </a:lnTo>
                  <a:lnTo>
                    <a:pt x="1564611" y="168"/>
                  </a:lnTo>
                  <a:lnTo>
                    <a:pt x="1481728" y="2553"/>
                  </a:lnTo>
                  <a:lnTo>
                    <a:pt x="1398845" y="7360"/>
                  </a:lnTo>
                  <a:lnTo>
                    <a:pt x="1315962" y="14757"/>
                  </a:lnTo>
                  <a:lnTo>
                    <a:pt x="1233079" y="24860"/>
                  </a:lnTo>
                  <a:lnTo>
                    <a:pt x="1150195" y="37730"/>
                  </a:lnTo>
                  <a:lnTo>
                    <a:pt x="1067312" y="53382"/>
                  </a:lnTo>
                  <a:lnTo>
                    <a:pt x="984429" y="71793"/>
                  </a:lnTo>
                  <a:lnTo>
                    <a:pt x="901546" y="92914"/>
                  </a:lnTo>
                  <a:lnTo>
                    <a:pt x="818663" y="116681"/>
                  </a:lnTo>
                  <a:lnTo>
                    <a:pt x="735779" y="143025"/>
                  </a:lnTo>
                  <a:lnTo>
                    <a:pt x="652896" y="171873"/>
                  </a:lnTo>
                  <a:lnTo>
                    <a:pt x="570013" y="203154"/>
                  </a:lnTo>
                  <a:lnTo>
                    <a:pt x="487130" y="236797"/>
                  </a:lnTo>
                  <a:lnTo>
                    <a:pt x="404247" y="272738"/>
                  </a:lnTo>
                  <a:lnTo>
                    <a:pt x="321363" y="310915"/>
                  </a:lnTo>
                  <a:lnTo>
                    <a:pt x="238480" y="351268"/>
                  </a:lnTo>
                  <a:lnTo>
                    <a:pt x="155597" y="393743"/>
                  </a:lnTo>
                  <a:lnTo>
                    <a:pt x="72714" y="438286"/>
                  </a:lnTo>
                  <a:lnTo>
                    <a:pt x="0" y="4791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778767"/>
              <a:ext cx="6015395" cy="126089"/>
            </a:xfrm>
            <a:custGeom>
              <a:avLst/>
              <a:pathLst>
                <a:path w="6015395" h="126089">
                  <a:moveTo>
                    <a:pt x="0" y="73341"/>
                  </a:moveTo>
                  <a:lnTo>
                    <a:pt x="82883" y="64394"/>
                  </a:lnTo>
                  <a:lnTo>
                    <a:pt x="165766" y="55920"/>
                  </a:lnTo>
                  <a:lnTo>
                    <a:pt x="248649" y="47944"/>
                  </a:lnTo>
                  <a:lnTo>
                    <a:pt x="331532" y="40489"/>
                  </a:lnTo>
                  <a:lnTo>
                    <a:pt x="414416" y="33582"/>
                  </a:lnTo>
                  <a:lnTo>
                    <a:pt x="497299" y="27247"/>
                  </a:lnTo>
                  <a:lnTo>
                    <a:pt x="580182" y="21507"/>
                  </a:lnTo>
                  <a:lnTo>
                    <a:pt x="663065" y="16388"/>
                  </a:lnTo>
                  <a:lnTo>
                    <a:pt x="745948" y="11914"/>
                  </a:lnTo>
                  <a:lnTo>
                    <a:pt x="828832" y="8110"/>
                  </a:lnTo>
                  <a:lnTo>
                    <a:pt x="911715" y="5001"/>
                  </a:lnTo>
                  <a:lnTo>
                    <a:pt x="994598" y="2610"/>
                  </a:lnTo>
                  <a:lnTo>
                    <a:pt x="1077481" y="964"/>
                  </a:lnTo>
                  <a:lnTo>
                    <a:pt x="1160364" y="85"/>
                  </a:lnTo>
                  <a:lnTo>
                    <a:pt x="1243248" y="0"/>
                  </a:lnTo>
                  <a:lnTo>
                    <a:pt x="1326131" y="731"/>
                  </a:lnTo>
                  <a:lnTo>
                    <a:pt x="1409014" y="2305"/>
                  </a:lnTo>
                  <a:lnTo>
                    <a:pt x="1491897" y="4745"/>
                  </a:lnTo>
                  <a:lnTo>
                    <a:pt x="1574780" y="8077"/>
                  </a:lnTo>
                  <a:lnTo>
                    <a:pt x="1657664" y="12325"/>
                  </a:lnTo>
                  <a:lnTo>
                    <a:pt x="1740547" y="17513"/>
                  </a:lnTo>
                  <a:lnTo>
                    <a:pt x="1823430" y="23913"/>
                  </a:lnTo>
                  <a:lnTo>
                    <a:pt x="1906313" y="31847"/>
                  </a:lnTo>
                  <a:lnTo>
                    <a:pt x="1989196" y="40758"/>
                  </a:lnTo>
                  <a:lnTo>
                    <a:pt x="2072080" y="50056"/>
                  </a:lnTo>
                  <a:lnTo>
                    <a:pt x="2154963" y="59149"/>
                  </a:lnTo>
                  <a:lnTo>
                    <a:pt x="2237846" y="67448"/>
                  </a:lnTo>
                  <a:lnTo>
                    <a:pt x="2320729" y="74425"/>
                  </a:lnTo>
                  <a:lnTo>
                    <a:pt x="2403612" y="80236"/>
                  </a:lnTo>
                  <a:lnTo>
                    <a:pt x="2486496" y="85266"/>
                  </a:lnTo>
                  <a:lnTo>
                    <a:pt x="2569379" y="89868"/>
                  </a:lnTo>
                  <a:lnTo>
                    <a:pt x="2652262" y="94410"/>
                  </a:lnTo>
                  <a:lnTo>
                    <a:pt x="2735145" y="99484"/>
                  </a:lnTo>
                  <a:lnTo>
                    <a:pt x="2818028" y="104813"/>
                  </a:lnTo>
                  <a:lnTo>
                    <a:pt x="2900912" y="109804"/>
                  </a:lnTo>
                  <a:lnTo>
                    <a:pt x="2983795" y="113864"/>
                  </a:lnTo>
                  <a:lnTo>
                    <a:pt x="3066678" y="117463"/>
                  </a:lnTo>
                  <a:lnTo>
                    <a:pt x="3149561" y="121165"/>
                  </a:lnTo>
                  <a:lnTo>
                    <a:pt x="3232444" y="124273"/>
                  </a:lnTo>
                  <a:lnTo>
                    <a:pt x="3315328" y="126089"/>
                  </a:lnTo>
                  <a:lnTo>
                    <a:pt x="3398211" y="125992"/>
                  </a:lnTo>
                  <a:lnTo>
                    <a:pt x="3481094" y="124269"/>
                  </a:lnTo>
                  <a:lnTo>
                    <a:pt x="3563977" y="121521"/>
                  </a:lnTo>
                  <a:lnTo>
                    <a:pt x="3646860" y="118350"/>
                  </a:lnTo>
                  <a:lnTo>
                    <a:pt x="3729744" y="115307"/>
                  </a:lnTo>
                  <a:lnTo>
                    <a:pt x="3812627" y="110998"/>
                  </a:lnTo>
                  <a:lnTo>
                    <a:pt x="3895510" y="104966"/>
                  </a:lnTo>
                  <a:lnTo>
                    <a:pt x="3978393" y="97766"/>
                  </a:lnTo>
                  <a:lnTo>
                    <a:pt x="4061276" y="89954"/>
                  </a:lnTo>
                  <a:lnTo>
                    <a:pt x="4144160" y="82084"/>
                  </a:lnTo>
                  <a:lnTo>
                    <a:pt x="4227043" y="74712"/>
                  </a:lnTo>
                  <a:lnTo>
                    <a:pt x="4309926" y="68389"/>
                  </a:lnTo>
                  <a:lnTo>
                    <a:pt x="4392809" y="63025"/>
                  </a:lnTo>
                  <a:lnTo>
                    <a:pt x="4475692" y="58311"/>
                  </a:lnTo>
                  <a:lnTo>
                    <a:pt x="4558576" y="54227"/>
                  </a:lnTo>
                  <a:lnTo>
                    <a:pt x="4641459" y="50757"/>
                  </a:lnTo>
                  <a:lnTo>
                    <a:pt x="4724342" y="47881"/>
                  </a:lnTo>
                  <a:lnTo>
                    <a:pt x="4807225" y="45583"/>
                  </a:lnTo>
                  <a:lnTo>
                    <a:pt x="4890108" y="43843"/>
                  </a:lnTo>
                  <a:lnTo>
                    <a:pt x="4972992" y="42644"/>
                  </a:lnTo>
                  <a:lnTo>
                    <a:pt x="5055875" y="41967"/>
                  </a:lnTo>
                  <a:lnTo>
                    <a:pt x="5138758" y="41795"/>
                  </a:lnTo>
                  <a:lnTo>
                    <a:pt x="5221641" y="42110"/>
                  </a:lnTo>
                  <a:lnTo>
                    <a:pt x="5304524" y="42893"/>
                  </a:lnTo>
                  <a:lnTo>
                    <a:pt x="5387408" y="44126"/>
                  </a:lnTo>
                  <a:lnTo>
                    <a:pt x="5470291" y="45791"/>
                  </a:lnTo>
                  <a:lnTo>
                    <a:pt x="5553174" y="47870"/>
                  </a:lnTo>
                  <a:lnTo>
                    <a:pt x="5636057" y="50345"/>
                  </a:lnTo>
                  <a:lnTo>
                    <a:pt x="5718940" y="53197"/>
                  </a:lnTo>
                  <a:lnTo>
                    <a:pt x="5801824" y="56410"/>
                  </a:lnTo>
                  <a:lnTo>
                    <a:pt x="5884707" y="59964"/>
                  </a:lnTo>
                  <a:lnTo>
                    <a:pt x="5967590" y="63841"/>
                  </a:lnTo>
                  <a:lnTo>
                    <a:pt x="6015395" y="662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085079"/>
              <a:ext cx="6015395" cy="1086941"/>
            </a:xfrm>
            <a:custGeom>
              <a:avLst/>
              <a:pathLst>
                <a:path w="6015395" h="1086941">
                  <a:moveTo>
                    <a:pt x="0" y="0"/>
                  </a:moveTo>
                  <a:lnTo>
                    <a:pt x="82883" y="43885"/>
                  </a:lnTo>
                  <a:lnTo>
                    <a:pt x="165766" y="86208"/>
                  </a:lnTo>
                  <a:lnTo>
                    <a:pt x="248649" y="126970"/>
                  </a:lnTo>
                  <a:lnTo>
                    <a:pt x="331532" y="166167"/>
                  </a:lnTo>
                  <a:lnTo>
                    <a:pt x="414416" y="203795"/>
                  </a:lnTo>
                  <a:lnTo>
                    <a:pt x="497299" y="239846"/>
                  </a:lnTo>
                  <a:lnTo>
                    <a:pt x="580182" y="274308"/>
                  </a:lnTo>
                  <a:lnTo>
                    <a:pt x="663065" y="307168"/>
                  </a:lnTo>
                  <a:lnTo>
                    <a:pt x="745948" y="338406"/>
                  </a:lnTo>
                  <a:lnTo>
                    <a:pt x="828832" y="368002"/>
                  </a:lnTo>
                  <a:lnTo>
                    <a:pt x="911715" y="395935"/>
                  </a:lnTo>
                  <a:lnTo>
                    <a:pt x="994598" y="422186"/>
                  </a:lnTo>
                  <a:lnTo>
                    <a:pt x="1077481" y="446742"/>
                  </a:lnTo>
                  <a:lnTo>
                    <a:pt x="1160364" y="469604"/>
                  </a:lnTo>
                  <a:lnTo>
                    <a:pt x="1243248" y="490800"/>
                  </a:lnTo>
                  <a:lnTo>
                    <a:pt x="1326131" y="510392"/>
                  </a:lnTo>
                  <a:lnTo>
                    <a:pt x="1409014" y="528490"/>
                  </a:lnTo>
                  <a:lnTo>
                    <a:pt x="1491897" y="545254"/>
                  </a:lnTo>
                  <a:lnTo>
                    <a:pt x="1574780" y="560896"/>
                  </a:lnTo>
                  <a:lnTo>
                    <a:pt x="1657664" y="575666"/>
                  </a:lnTo>
                  <a:lnTo>
                    <a:pt x="1740547" y="589824"/>
                  </a:lnTo>
                  <a:lnTo>
                    <a:pt x="1823430" y="603777"/>
                  </a:lnTo>
                  <a:lnTo>
                    <a:pt x="1906313" y="617860"/>
                  </a:lnTo>
                  <a:lnTo>
                    <a:pt x="1989196" y="631738"/>
                  </a:lnTo>
                  <a:lnTo>
                    <a:pt x="2072080" y="645030"/>
                  </a:lnTo>
                  <a:lnTo>
                    <a:pt x="2154963" y="657394"/>
                  </a:lnTo>
                  <a:lnTo>
                    <a:pt x="2237846" y="668560"/>
                  </a:lnTo>
                  <a:lnTo>
                    <a:pt x="2320729" y="677962"/>
                  </a:lnTo>
                  <a:lnTo>
                    <a:pt x="2403612" y="683583"/>
                  </a:lnTo>
                  <a:lnTo>
                    <a:pt x="2486496" y="686288"/>
                  </a:lnTo>
                  <a:lnTo>
                    <a:pt x="2569379" y="688312"/>
                  </a:lnTo>
                  <a:lnTo>
                    <a:pt x="2652262" y="693040"/>
                  </a:lnTo>
                  <a:lnTo>
                    <a:pt x="2735145" y="701075"/>
                  </a:lnTo>
                  <a:lnTo>
                    <a:pt x="2818028" y="709679"/>
                  </a:lnTo>
                  <a:lnTo>
                    <a:pt x="2900912" y="717360"/>
                  </a:lnTo>
                  <a:lnTo>
                    <a:pt x="2983795" y="724424"/>
                  </a:lnTo>
                  <a:lnTo>
                    <a:pt x="3066678" y="734518"/>
                  </a:lnTo>
                  <a:lnTo>
                    <a:pt x="3149561" y="747223"/>
                  </a:lnTo>
                  <a:lnTo>
                    <a:pt x="3232444" y="758205"/>
                  </a:lnTo>
                  <a:lnTo>
                    <a:pt x="3315328" y="765429"/>
                  </a:lnTo>
                  <a:lnTo>
                    <a:pt x="3398211" y="770873"/>
                  </a:lnTo>
                  <a:lnTo>
                    <a:pt x="3481094" y="775328"/>
                  </a:lnTo>
                  <a:lnTo>
                    <a:pt x="3563977" y="777765"/>
                  </a:lnTo>
                  <a:lnTo>
                    <a:pt x="3646860" y="778174"/>
                  </a:lnTo>
                  <a:lnTo>
                    <a:pt x="3729744" y="777261"/>
                  </a:lnTo>
                  <a:lnTo>
                    <a:pt x="3812627" y="774669"/>
                  </a:lnTo>
                  <a:lnTo>
                    <a:pt x="3895510" y="770023"/>
                  </a:lnTo>
                  <a:lnTo>
                    <a:pt x="3978393" y="763507"/>
                  </a:lnTo>
                  <a:lnTo>
                    <a:pt x="4061276" y="755468"/>
                  </a:lnTo>
                  <a:lnTo>
                    <a:pt x="4144160" y="746415"/>
                  </a:lnTo>
                  <a:lnTo>
                    <a:pt x="4227043" y="736979"/>
                  </a:lnTo>
                  <a:lnTo>
                    <a:pt x="4309926" y="727821"/>
                  </a:lnTo>
                  <a:lnTo>
                    <a:pt x="4392809" y="718952"/>
                  </a:lnTo>
                  <a:lnTo>
                    <a:pt x="4475692" y="710080"/>
                  </a:lnTo>
                  <a:lnTo>
                    <a:pt x="4558576" y="701124"/>
                  </a:lnTo>
                  <a:lnTo>
                    <a:pt x="4641459" y="691964"/>
                  </a:lnTo>
                  <a:lnTo>
                    <a:pt x="4724342" y="682452"/>
                  </a:lnTo>
                  <a:lnTo>
                    <a:pt x="4807225" y="672423"/>
                  </a:lnTo>
                  <a:lnTo>
                    <a:pt x="4890108" y="661702"/>
                  </a:lnTo>
                  <a:lnTo>
                    <a:pt x="4972992" y="650124"/>
                  </a:lnTo>
                  <a:lnTo>
                    <a:pt x="5055875" y="637534"/>
                  </a:lnTo>
                  <a:lnTo>
                    <a:pt x="5138758" y="623802"/>
                  </a:lnTo>
                  <a:lnTo>
                    <a:pt x="5221641" y="608822"/>
                  </a:lnTo>
                  <a:lnTo>
                    <a:pt x="5304524" y="592515"/>
                  </a:lnTo>
                  <a:lnTo>
                    <a:pt x="5387408" y="574825"/>
                  </a:lnTo>
                  <a:lnTo>
                    <a:pt x="5470291" y="555716"/>
                  </a:lnTo>
                  <a:lnTo>
                    <a:pt x="5553174" y="535166"/>
                  </a:lnTo>
                  <a:lnTo>
                    <a:pt x="5636057" y="513167"/>
                  </a:lnTo>
                  <a:lnTo>
                    <a:pt x="5718940" y="489714"/>
                  </a:lnTo>
                  <a:lnTo>
                    <a:pt x="5801824" y="464811"/>
                  </a:lnTo>
                  <a:lnTo>
                    <a:pt x="5884707" y="438462"/>
                  </a:lnTo>
                  <a:lnTo>
                    <a:pt x="5967590" y="410670"/>
                  </a:lnTo>
                  <a:lnTo>
                    <a:pt x="6015395" y="393812"/>
                  </a:lnTo>
                  <a:lnTo>
                    <a:pt x="6015395" y="1086941"/>
                  </a:lnTo>
                  <a:lnTo>
                    <a:pt x="5967590" y="1074587"/>
                  </a:lnTo>
                  <a:lnTo>
                    <a:pt x="5884707" y="1054473"/>
                  </a:lnTo>
                  <a:lnTo>
                    <a:pt x="5801824" y="1035710"/>
                  </a:lnTo>
                  <a:lnTo>
                    <a:pt x="5718940" y="1018346"/>
                  </a:lnTo>
                  <a:lnTo>
                    <a:pt x="5636057" y="1002426"/>
                  </a:lnTo>
                  <a:lnTo>
                    <a:pt x="5553174" y="987994"/>
                  </a:lnTo>
                  <a:lnTo>
                    <a:pt x="5470291" y="975090"/>
                  </a:lnTo>
                  <a:lnTo>
                    <a:pt x="5387408" y="963746"/>
                  </a:lnTo>
                  <a:lnTo>
                    <a:pt x="5304524" y="953982"/>
                  </a:lnTo>
                  <a:lnTo>
                    <a:pt x="5221641" y="945805"/>
                  </a:lnTo>
                  <a:lnTo>
                    <a:pt x="5138758" y="939199"/>
                  </a:lnTo>
                  <a:lnTo>
                    <a:pt x="5055875" y="934129"/>
                  </a:lnTo>
                  <a:lnTo>
                    <a:pt x="4972992" y="930530"/>
                  </a:lnTo>
                  <a:lnTo>
                    <a:pt x="4890108" y="928312"/>
                  </a:lnTo>
                  <a:lnTo>
                    <a:pt x="4807225" y="927366"/>
                  </a:lnTo>
                  <a:lnTo>
                    <a:pt x="4724342" y="927566"/>
                  </a:lnTo>
                  <a:lnTo>
                    <a:pt x="4641459" y="928780"/>
                  </a:lnTo>
                  <a:lnTo>
                    <a:pt x="4558576" y="930884"/>
                  </a:lnTo>
                  <a:lnTo>
                    <a:pt x="4475692" y="933772"/>
                  </a:lnTo>
                  <a:lnTo>
                    <a:pt x="4392809" y="937367"/>
                  </a:lnTo>
                  <a:lnTo>
                    <a:pt x="4309926" y="941629"/>
                  </a:lnTo>
                  <a:lnTo>
                    <a:pt x="4227043" y="946418"/>
                  </a:lnTo>
                  <a:lnTo>
                    <a:pt x="4144160" y="951409"/>
                  </a:lnTo>
                  <a:lnTo>
                    <a:pt x="4061276" y="956424"/>
                  </a:lnTo>
                  <a:lnTo>
                    <a:pt x="3978393" y="961249"/>
                  </a:lnTo>
                  <a:lnTo>
                    <a:pt x="3895510" y="965552"/>
                  </a:lnTo>
                  <a:lnTo>
                    <a:pt x="3812627" y="968837"/>
                  </a:lnTo>
                  <a:lnTo>
                    <a:pt x="3729744" y="970443"/>
                  </a:lnTo>
                  <a:lnTo>
                    <a:pt x="3646860" y="969352"/>
                  </a:lnTo>
                  <a:lnTo>
                    <a:pt x="3563977" y="965676"/>
                  </a:lnTo>
                  <a:lnTo>
                    <a:pt x="3481094" y="960959"/>
                  </a:lnTo>
                  <a:lnTo>
                    <a:pt x="3398211" y="956030"/>
                  </a:lnTo>
                  <a:lnTo>
                    <a:pt x="3315328" y="950699"/>
                  </a:lnTo>
                  <a:lnTo>
                    <a:pt x="3232444" y="941343"/>
                  </a:lnTo>
                  <a:lnTo>
                    <a:pt x="3149561" y="927706"/>
                  </a:lnTo>
                  <a:lnTo>
                    <a:pt x="3066678" y="914821"/>
                  </a:lnTo>
                  <a:lnTo>
                    <a:pt x="2983795" y="905451"/>
                  </a:lnTo>
                  <a:lnTo>
                    <a:pt x="2900912" y="896955"/>
                  </a:lnTo>
                  <a:lnTo>
                    <a:pt x="2818028" y="888057"/>
                  </a:lnTo>
                  <a:lnTo>
                    <a:pt x="2735145" y="880502"/>
                  </a:lnTo>
                  <a:lnTo>
                    <a:pt x="2652262" y="874235"/>
                  </a:lnTo>
                  <a:lnTo>
                    <a:pt x="2569379" y="869226"/>
                  </a:lnTo>
                  <a:lnTo>
                    <a:pt x="2486496" y="866769"/>
                  </a:lnTo>
                  <a:lnTo>
                    <a:pt x="2403612" y="865281"/>
                  </a:lnTo>
                  <a:lnTo>
                    <a:pt x="2320729" y="861883"/>
                  </a:lnTo>
                  <a:lnTo>
                    <a:pt x="2237846" y="853730"/>
                  </a:lnTo>
                  <a:lnTo>
                    <a:pt x="2154963" y="843808"/>
                  </a:lnTo>
                  <a:lnTo>
                    <a:pt x="2072080" y="833284"/>
                  </a:lnTo>
                  <a:lnTo>
                    <a:pt x="1989196" y="822615"/>
                  </a:lnTo>
                  <a:lnTo>
                    <a:pt x="1906313" y="812187"/>
                  </a:lnTo>
                  <a:lnTo>
                    <a:pt x="1823430" y="802349"/>
                  </a:lnTo>
                  <a:lnTo>
                    <a:pt x="1740547" y="793467"/>
                  </a:lnTo>
                  <a:lnTo>
                    <a:pt x="1657664" y="785831"/>
                  </a:lnTo>
                  <a:lnTo>
                    <a:pt x="1574780" y="779636"/>
                  </a:lnTo>
                  <a:lnTo>
                    <a:pt x="1491897" y="775094"/>
                  </a:lnTo>
                  <a:lnTo>
                    <a:pt x="1409014" y="772404"/>
                  </a:lnTo>
                  <a:lnTo>
                    <a:pt x="1326131" y="771726"/>
                  </a:lnTo>
                  <a:lnTo>
                    <a:pt x="1243248" y="773172"/>
                  </a:lnTo>
                  <a:lnTo>
                    <a:pt x="1160364" y="776802"/>
                  </a:lnTo>
                  <a:lnTo>
                    <a:pt x="1077481" y="782627"/>
                  </a:lnTo>
                  <a:lnTo>
                    <a:pt x="994598" y="790623"/>
                  </a:lnTo>
                  <a:lnTo>
                    <a:pt x="911715" y="800743"/>
                  </a:lnTo>
                  <a:lnTo>
                    <a:pt x="828832" y="812924"/>
                  </a:lnTo>
                  <a:lnTo>
                    <a:pt x="745948" y="827096"/>
                  </a:lnTo>
                  <a:lnTo>
                    <a:pt x="663065" y="843188"/>
                  </a:lnTo>
                  <a:lnTo>
                    <a:pt x="580182" y="861129"/>
                  </a:lnTo>
                  <a:lnTo>
                    <a:pt x="497299" y="880850"/>
                  </a:lnTo>
                  <a:lnTo>
                    <a:pt x="414416" y="902287"/>
                  </a:lnTo>
                  <a:lnTo>
                    <a:pt x="331532" y="925378"/>
                  </a:lnTo>
                  <a:lnTo>
                    <a:pt x="248649" y="950064"/>
                  </a:lnTo>
                  <a:lnTo>
                    <a:pt x="165766" y="976292"/>
                  </a:lnTo>
                  <a:lnTo>
                    <a:pt x="82883" y="1004008"/>
                  </a:lnTo>
                  <a:lnTo>
                    <a:pt x="0" y="1033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085079"/>
              <a:ext cx="6015395" cy="778174"/>
            </a:xfrm>
            <a:custGeom>
              <a:avLst/>
              <a:pathLst>
                <a:path w="6015395" h="778174">
                  <a:moveTo>
                    <a:pt x="0" y="0"/>
                  </a:moveTo>
                  <a:lnTo>
                    <a:pt x="82883" y="43885"/>
                  </a:lnTo>
                  <a:lnTo>
                    <a:pt x="165766" y="86208"/>
                  </a:lnTo>
                  <a:lnTo>
                    <a:pt x="248649" y="126970"/>
                  </a:lnTo>
                  <a:lnTo>
                    <a:pt x="331532" y="166167"/>
                  </a:lnTo>
                  <a:lnTo>
                    <a:pt x="414416" y="203795"/>
                  </a:lnTo>
                  <a:lnTo>
                    <a:pt x="497299" y="239846"/>
                  </a:lnTo>
                  <a:lnTo>
                    <a:pt x="580182" y="274308"/>
                  </a:lnTo>
                  <a:lnTo>
                    <a:pt x="663065" y="307168"/>
                  </a:lnTo>
                  <a:lnTo>
                    <a:pt x="745948" y="338406"/>
                  </a:lnTo>
                  <a:lnTo>
                    <a:pt x="828832" y="368002"/>
                  </a:lnTo>
                  <a:lnTo>
                    <a:pt x="911715" y="395935"/>
                  </a:lnTo>
                  <a:lnTo>
                    <a:pt x="994598" y="422186"/>
                  </a:lnTo>
                  <a:lnTo>
                    <a:pt x="1077481" y="446742"/>
                  </a:lnTo>
                  <a:lnTo>
                    <a:pt x="1160364" y="469604"/>
                  </a:lnTo>
                  <a:lnTo>
                    <a:pt x="1243248" y="490800"/>
                  </a:lnTo>
                  <a:lnTo>
                    <a:pt x="1326131" y="510392"/>
                  </a:lnTo>
                  <a:lnTo>
                    <a:pt x="1409014" y="528490"/>
                  </a:lnTo>
                  <a:lnTo>
                    <a:pt x="1491897" y="545254"/>
                  </a:lnTo>
                  <a:lnTo>
                    <a:pt x="1574780" y="560896"/>
                  </a:lnTo>
                  <a:lnTo>
                    <a:pt x="1657664" y="575666"/>
                  </a:lnTo>
                  <a:lnTo>
                    <a:pt x="1740547" y="589824"/>
                  </a:lnTo>
                  <a:lnTo>
                    <a:pt x="1823430" y="603777"/>
                  </a:lnTo>
                  <a:lnTo>
                    <a:pt x="1906313" y="617860"/>
                  </a:lnTo>
                  <a:lnTo>
                    <a:pt x="1989196" y="631738"/>
                  </a:lnTo>
                  <a:lnTo>
                    <a:pt x="2072080" y="645030"/>
                  </a:lnTo>
                  <a:lnTo>
                    <a:pt x="2154963" y="657394"/>
                  </a:lnTo>
                  <a:lnTo>
                    <a:pt x="2237846" y="668560"/>
                  </a:lnTo>
                  <a:lnTo>
                    <a:pt x="2320729" y="677962"/>
                  </a:lnTo>
                  <a:lnTo>
                    <a:pt x="2403612" y="683583"/>
                  </a:lnTo>
                  <a:lnTo>
                    <a:pt x="2486496" y="686288"/>
                  </a:lnTo>
                  <a:lnTo>
                    <a:pt x="2569379" y="688312"/>
                  </a:lnTo>
                  <a:lnTo>
                    <a:pt x="2652262" y="693040"/>
                  </a:lnTo>
                  <a:lnTo>
                    <a:pt x="2735145" y="701075"/>
                  </a:lnTo>
                  <a:lnTo>
                    <a:pt x="2818028" y="709679"/>
                  </a:lnTo>
                  <a:lnTo>
                    <a:pt x="2900912" y="717360"/>
                  </a:lnTo>
                  <a:lnTo>
                    <a:pt x="2983795" y="724424"/>
                  </a:lnTo>
                  <a:lnTo>
                    <a:pt x="3066678" y="734518"/>
                  </a:lnTo>
                  <a:lnTo>
                    <a:pt x="3149561" y="747223"/>
                  </a:lnTo>
                  <a:lnTo>
                    <a:pt x="3232444" y="758205"/>
                  </a:lnTo>
                  <a:lnTo>
                    <a:pt x="3315328" y="765429"/>
                  </a:lnTo>
                  <a:lnTo>
                    <a:pt x="3398211" y="770873"/>
                  </a:lnTo>
                  <a:lnTo>
                    <a:pt x="3481094" y="775328"/>
                  </a:lnTo>
                  <a:lnTo>
                    <a:pt x="3563977" y="777765"/>
                  </a:lnTo>
                  <a:lnTo>
                    <a:pt x="3646860" y="778174"/>
                  </a:lnTo>
                  <a:lnTo>
                    <a:pt x="3729744" y="777261"/>
                  </a:lnTo>
                  <a:lnTo>
                    <a:pt x="3812627" y="774669"/>
                  </a:lnTo>
                  <a:lnTo>
                    <a:pt x="3895510" y="770023"/>
                  </a:lnTo>
                  <a:lnTo>
                    <a:pt x="3978393" y="763507"/>
                  </a:lnTo>
                  <a:lnTo>
                    <a:pt x="4061276" y="755468"/>
                  </a:lnTo>
                  <a:lnTo>
                    <a:pt x="4144160" y="746415"/>
                  </a:lnTo>
                  <a:lnTo>
                    <a:pt x="4227043" y="736979"/>
                  </a:lnTo>
                  <a:lnTo>
                    <a:pt x="4309926" y="727821"/>
                  </a:lnTo>
                  <a:lnTo>
                    <a:pt x="4392809" y="718952"/>
                  </a:lnTo>
                  <a:lnTo>
                    <a:pt x="4475692" y="710080"/>
                  </a:lnTo>
                  <a:lnTo>
                    <a:pt x="4558576" y="701124"/>
                  </a:lnTo>
                  <a:lnTo>
                    <a:pt x="4641459" y="691964"/>
                  </a:lnTo>
                  <a:lnTo>
                    <a:pt x="4724342" y="682452"/>
                  </a:lnTo>
                  <a:lnTo>
                    <a:pt x="4807225" y="672423"/>
                  </a:lnTo>
                  <a:lnTo>
                    <a:pt x="4890108" y="661702"/>
                  </a:lnTo>
                  <a:lnTo>
                    <a:pt x="4972992" y="650124"/>
                  </a:lnTo>
                  <a:lnTo>
                    <a:pt x="5055875" y="637534"/>
                  </a:lnTo>
                  <a:lnTo>
                    <a:pt x="5138758" y="623802"/>
                  </a:lnTo>
                  <a:lnTo>
                    <a:pt x="5221641" y="608822"/>
                  </a:lnTo>
                  <a:lnTo>
                    <a:pt x="5304524" y="592515"/>
                  </a:lnTo>
                  <a:lnTo>
                    <a:pt x="5387408" y="574825"/>
                  </a:lnTo>
                  <a:lnTo>
                    <a:pt x="5470291" y="555716"/>
                  </a:lnTo>
                  <a:lnTo>
                    <a:pt x="5553174" y="535166"/>
                  </a:lnTo>
                  <a:lnTo>
                    <a:pt x="5636057" y="513167"/>
                  </a:lnTo>
                  <a:lnTo>
                    <a:pt x="5718940" y="489714"/>
                  </a:lnTo>
                  <a:lnTo>
                    <a:pt x="5801824" y="464811"/>
                  </a:lnTo>
                  <a:lnTo>
                    <a:pt x="5884707" y="438462"/>
                  </a:lnTo>
                  <a:lnTo>
                    <a:pt x="5967590" y="410670"/>
                  </a:lnTo>
                  <a:lnTo>
                    <a:pt x="6015395" y="3938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4856805"/>
              <a:ext cx="6015395" cy="315214"/>
            </a:xfrm>
            <a:custGeom>
              <a:avLst/>
              <a:pathLst>
                <a:path w="6015395" h="315214">
                  <a:moveTo>
                    <a:pt x="6015395" y="315214"/>
                  </a:moveTo>
                  <a:lnTo>
                    <a:pt x="5967590" y="302860"/>
                  </a:lnTo>
                  <a:lnTo>
                    <a:pt x="5884707" y="282746"/>
                  </a:lnTo>
                  <a:lnTo>
                    <a:pt x="5801824" y="263983"/>
                  </a:lnTo>
                  <a:lnTo>
                    <a:pt x="5718940" y="246619"/>
                  </a:lnTo>
                  <a:lnTo>
                    <a:pt x="5636057" y="230699"/>
                  </a:lnTo>
                  <a:lnTo>
                    <a:pt x="5553174" y="216268"/>
                  </a:lnTo>
                  <a:lnTo>
                    <a:pt x="5470291" y="203364"/>
                  </a:lnTo>
                  <a:lnTo>
                    <a:pt x="5387408" y="192019"/>
                  </a:lnTo>
                  <a:lnTo>
                    <a:pt x="5304524" y="182255"/>
                  </a:lnTo>
                  <a:lnTo>
                    <a:pt x="5221641" y="174078"/>
                  </a:lnTo>
                  <a:lnTo>
                    <a:pt x="5138758" y="167473"/>
                  </a:lnTo>
                  <a:lnTo>
                    <a:pt x="5055875" y="162402"/>
                  </a:lnTo>
                  <a:lnTo>
                    <a:pt x="4972992" y="158803"/>
                  </a:lnTo>
                  <a:lnTo>
                    <a:pt x="4890108" y="156586"/>
                  </a:lnTo>
                  <a:lnTo>
                    <a:pt x="4807225" y="155640"/>
                  </a:lnTo>
                  <a:lnTo>
                    <a:pt x="4724342" y="155839"/>
                  </a:lnTo>
                  <a:lnTo>
                    <a:pt x="4641459" y="157053"/>
                  </a:lnTo>
                  <a:lnTo>
                    <a:pt x="4558576" y="159158"/>
                  </a:lnTo>
                  <a:lnTo>
                    <a:pt x="4475692" y="162046"/>
                  </a:lnTo>
                  <a:lnTo>
                    <a:pt x="4392809" y="165641"/>
                  </a:lnTo>
                  <a:lnTo>
                    <a:pt x="4309926" y="169903"/>
                  </a:lnTo>
                  <a:lnTo>
                    <a:pt x="4227043" y="174691"/>
                  </a:lnTo>
                  <a:lnTo>
                    <a:pt x="4144160" y="179682"/>
                  </a:lnTo>
                  <a:lnTo>
                    <a:pt x="4061276" y="184697"/>
                  </a:lnTo>
                  <a:lnTo>
                    <a:pt x="3978393" y="189523"/>
                  </a:lnTo>
                  <a:lnTo>
                    <a:pt x="3895510" y="193826"/>
                  </a:lnTo>
                  <a:lnTo>
                    <a:pt x="3812627" y="197110"/>
                  </a:lnTo>
                  <a:lnTo>
                    <a:pt x="3729744" y="198716"/>
                  </a:lnTo>
                  <a:lnTo>
                    <a:pt x="3646860" y="197626"/>
                  </a:lnTo>
                  <a:lnTo>
                    <a:pt x="3563977" y="193949"/>
                  </a:lnTo>
                  <a:lnTo>
                    <a:pt x="3481094" y="189232"/>
                  </a:lnTo>
                  <a:lnTo>
                    <a:pt x="3398211" y="184304"/>
                  </a:lnTo>
                  <a:lnTo>
                    <a:pt x="3315328" y="178973"/>
                  </a:lnTo>
                  <a:lnTo>
                    <a:pt x="3232444" y="169616"/>
                  </a:lnTo>
                  <a:lnTo>
                    <a:pt x="3149561" y="155979"/>
                  </a:lnTo>
                  <a:lnTo>
                    <a:pt x="3066678" y="143094"/>
                  </a:lnTo>
                  <a:lnTo>
                    <a:pt x="2983795" y="133724"/>
                  </a:lnTo>
                  <a:lnTo>
                    <a:pt x="2900912" y="125228"/>
                  </a:lnTo>
                  <a:lnTo>
                    <a:pt x="2818028" y="116331"/>
                  </a:lnTo>
                  <a:lnTo>
                    <a:pt x="2735145" y="108776"/>
                  </a:lnTo>
                  <a:lnTo>
                    <a:pt x="2652262" y="102508"/>
                  </a:lnTo>
                  <a:lnTo>
                    <a:pt x="2569379" y="97499"/>
                  </a:lnTo>
                  <a:lnTo>
                    <a:pt x="2486496" y="95043"/>
                  </a:lnTo>
                  <a:lnTo>
                    <a:pt x="2403612" y="93555"/>
                  </a:lnTo>
                  <a:lnTo>
                    <a:pt x="2320729" y="90156"/>
                  </a:lnTo>
                  <a:lnTo>
                    <a:pt x="2237846" y="82003"/>
                  </a:lnTo>
                  <a:lnTo>
                    <a:pt x="2154963" y="72082"/>
                  </a:lnTo>
                  <a:lnTo>
                    <a:pt x="2072080" y="61557"/>
                  </a:lnTo>
                  <a:lnTo>
                    <a:pt x="1989196" y="50888"/>
                  </a:lnTo>
                  <a:lnTo>
                    <a:pt x="1906313" y="40460"/>
                  </a:lnTo>
                  <a:lnTo>
                    <a:pt x="1823430" y="30622"/>
                  </a:lnTo>
                  <a:lnTo>
                    <a:pt x="1740547" y="21741"/>
                  </a:lnTo>
                  <a:lnTo>
                    <a:pt x="1657664" y="14104"/>
                  </a:lnTo>
                  <a:lnTo>
                    <a:pt x="1574780" y="7909"/>
                  </a:lnTo>
                  <a:lnTo>
                    <a:pt x="1491897" y="3368"/>
                  </a:lnTo>
                  <a:lnTo>
                    <a:pt x="1409014" y="677"/>
                  </a:lnTo>
                  <a:lnTo>
                    <a:pt x="1326131" y="0"/>
                  </a:lnTo>
                  <a:lnTo>
                    <a:pt x="1243248" y="1446"/>
                  </a:lnTo>
                  <a:lnTo>
                    <a:pt x="1160364" y="5075"/>
                  </a:lnTo>
                  <a:lnTo>
                    <a:pt x="1077481" y="10900"/>
                  </a:lnTo>
                  <a:lnTo>
                    <a:pt x="994598" y="18897"/>
                  </a:lnTo>
                  <a:lnTo>
                    <a:pt x="911715" y="29017"/>
                  </a:lnTo>
                  <a:lnTo>
                    <a:pt x="828832" y="41198"/>
                  </a:lnTo>
                  <a:lnTo>
                    <a:pt x="745948" y="55370"/>
                  </a:lnTo>
                  <a:lnTo>
                    <a:pt x="663065" y="71462"/>
                  </a:lnTo>
                  <a:lnTo>
                    <a:pt x="580182" y="89402"/>
                  </a:lnTo>
                  <a:lnTo>
                    <a:pt x="497299" y="109123"/>
                  </a:lnTo>
                  <a:lnTo>
                    <a:pt x="414416" y="130560"/>
                  </a:lnTo>
                  <a:lnTo>
                    <a:pt x="331532" y="153651"/>
                  </a:lnTo>
                  <a:lnTo>
                    <a:pt x="248649" y="178338"/>
                  </a:lnTo>
                  <a:lnTo>
                    <a:pt x="165766" y="204565"/>
                  </a:lnTo>
                  <a:lnTo>
                    <a:pt x="82883" y="232281"/>
                  </a:lnTo>
                  <a:lnTo>
                    <a:pt x="0" y="261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601660"/>
              <a:ext cx="6015395" cy="357271"/>
            </a:xfrm>
            <a:custGeom>
              <a:avLst/>
              <a:pathLst>
                <a:path w="6015395" h="357271">
                  <a:moveTo>
                    <a:pt x="0" y="0"/>
                  </a:moveTo>
                  <a:lnTo>
                    <a:pt x="82883" y="7365"/>
                  </a:lnTo>
                  <a:lnTo>
                    <a:pt x="165766" y="14669"/>
                  </a:lnTo>
                  <a:lnTo>
                    <a:pt x="248649" y="21936"/>
                  </a:lnTo>
                  <a:lnTo>
                    <a:pt x="331532" y="29191"/>
                  </a:lnTo>
                  <a:lnTo>
                    <a:pt x="414416" y="36460"/>
                  </a:lnTo>
                  <a:lnTo>
                    <a:pt x="497299" y="43767"/>
                  </a:lnTo>
                  <a:lnTo>
                    <a:pt x="580182" y="51137"/>
                  </a:lnTo>
                  <a:lnTo>
                    <a:pt x="663065" y="58597"/>
                  </a:lnTo>
                  <a:lnTo>
                    <a:pt x="745948" y="66170"/>
                  </a:lnTo>
                  <a:lnTo>
                    <a:pt x="828832" y="73882"/>
                  </a:lnTo>
                  <a:lnTo>
                    <a:pt x="911715" y="81758"/>
                  </a:lnTo>
                  <a:lnTo>
                    <a:pt x="994598" y="89824"/>
                  </a:lnTo>
                  <a:lnTo>
                    <a:pt x="1077481" y="98103"/>
                  </a:lnTo>
                  <a:lnTo>
                    <a:pt x="1160364" y="106622"/>
                  </a:lnTo>
                  <a:lnTo>
                    <a:pt x="1243248" y="115405"/>
                  </a:lnTo>
                  <a:lnTo>
                    <a:pt x="1326131" y="124478"/>
                  </a:lnTo>
                  <a:lnTo>
                    <a:pt x="1409014" y="133866"/>
                  </a:lnTo>
                  <a:lnTo>
                    <a:pt x="1491897" y="143593"/>
                  </a:lnTo>
                  <a:lnTo>
                    <a:pt x="1574780" y="153685"/>
                  </a:lnTo>
                  <a:lnTo>
                    <a:pt x="1657664" y="164167"/>
                  </a:lnTo>
                  <a:lnTo>
                    <a:pt x="1740547" y="175064"/>
                  </a:lnTo>
                  <a:lnTo>
                    <a:pt x="1823430" y="186482"/>
                  </a:lnTo>
                  <a:lnTo>
                    <a:pt x="1906313" y="198442"/>
                  </a:lnTo>
                  <a:lnTo>
                    <a:pt x="1989196" y="210595"/>
                  </a:lnTo>
                  <a:lnTo>
                    <a:pt x="2072080" y="222576"/>
                  </a:lnTo>
                  <a:lnTo>
                    <a:pt x="2154963" y="234020"/>
                  </a:lnTo>
                  <a:lnTo>
                    <a:pt x="2237846" y="244564"/>
                  </a:lnTo>
                  <a:lnTo>
                    <a:pt x="2320729" y="253341"/>
                  </a:lnTo>
                  <a:lnTo>
                    <a:pt x="2403612" y="257851"/>
                  </a:lnTo>
                  <a:lnTo>
                    <a:pt x="2486496" y="259948"/>
                  </a:lnTo>
                  <a:lnTo>
                    <a:pt x="2569379" y="262188"/>
                  </a:lnTo>
                  <a:lnTo>
                    <a:pt x="2652262" y="267056"/>
                  </a:lnTo>
                  <a:lnTo>
                    <a:pt x="2735145" y="274207"/>
                  </a:lnTo>
                  <a:lnTo>
                    <a:pt x="2818028" y="282287"/>
                  </a:lnTo>
                  <a:lnTo>
                    <a:pt x="2900912" y="290576"/>
                  </a:lnTo>
                  <a:lnTo>
                    <a:pt x="2983795" y="298357"/>
                  </a:lnTo>
                  <a:lnTo>
                    <a:pt x="3066678" y="308088"/>
                  </a:lnTo>
                  <a:lnTo>
                    <a:pt x="3149561" y="320883"/>
                  </a:lnTo>
                  <a:lnTo>
                    <a:pt x="3232444" y="333193"/>
                  </a:lnTo>
                  <a:lnTo>
                    <a:pt x="3315328" y="341483"/>
                  </a:lnTo>
                  <a:lnTo>
                    <a:pt x="3398211" y="346870"/>
                  </a:lnTo>
                  <a:lnTo>
                    <a:pt x="3481094" y="351562"/>
                  </a:lnTo>
                  <a:lnTo>
                    <a:pt x="3563977" y="355139"/>
                  </a:lnTo>
                  <a:lnTo>
                    <a:pt x="3646860" y="357182"/>
                  </a:lnTo>
                  <a:lnTo>
                    <a:pt x="3729744" y="357271"/>
                  </a:lnTo>
                  <a:lnTo>
                    <a:pt x="3812627" y="355172"/>
                  </a:lnTo>
                  <a:lnTo>
                    <a:pt x="3895510" y="351207"/>
                  </a:lnTo>
                  <a:lnTo>
                    <a:pt x="3978393" y="345797"/>
                  </a:lnTo>
                  <a:lnTo>
                    <a:pt x="4061276" y="339365"/>
                  </a:lnTo>
                  <a:lnTo>
                    <a:pt x="4144160" y="332331"/>
                  </a:lnTo>
                  <a:lnTo>
                    <a:pt x="4227043" y="325117"/>
                  </a:lnTo>
                  <a:lnTo>
                    <a:pt x="4309926" y="318144"/>
                  </a:lnTo>
                  <a:lnTo>
                    <a:pt x="4392809" y="311578"/>
                  </a:lnTo>
                  <a:lnTo>
                    <a:pt x="4475692" y="305345"/>
                  </a:lnTo>
                  <a:lnTo>
                    <a:pt x="4558576" y="299423"/>
                  </a:lnTo>
                  <a:lnTo>
                    <a:pt x="4641459" y="293791"/>
                  </a:lnTo>
                  <a:lnTo>
                    <a:pt x="4724342" y="288428"/>
                  </a:lnTo>
                  <a:lnTo>
                    <a:pt x="4807225" y="283313"/>
                  </a:lnTo>
                  <a:lnTo>
                    <a:pt x="4890108" y="278426"/>
                  </a:lnTo>
                  <a:lnTo>
                    <a:pt x="4972992" y="273746"/>
                  </a:lnTo>
                  <a:lnTo>
                    <a:pt x="5055875" y="269250"/>
                  </a:lnTo>
                  <a:lnTo>
                    <a:pt x="5138758" y="264919"/>
                  </a:lnTo>
                  <a:lnTo>
                    <a:pt x="5221641" y="260732"/>
                  </a:lnTo>
                  <a:lnTo>
                    <a:pt x="5304524" y="256667"/>
                  </a:lnTo>
                  <a:lnTo>
                    <a:pt x="5387408" y="252704"/>
                  </a:lnTo>
                  <a:lnTo>
                    <a:pt x="5470291" y="248822"/>
                  </a:lnTo>
                  <a:lnTo>
                    <a:pt x="5553174" y="244999"/>
                  </a:lnTo>
                  <a:lnTo>
                    <a:pt x="5636057" y="241215"/>
                  </a:lnTo>
                  <a:lnTo>
                    <a:pt x="5718940" y="237449"/>
                  </a:lnTo>
                  <a:lnTo>
                    <a:pt x="5801824" y="233679"/>
                  </a:lnTo>
                  <a:lnTo>
                    <a:pt x="5884707" y="229886"/>
                  </a:lnTo>
                  <a:lnTo>
                    <a:pt x="5967590" y="226047"/>
                  </a:lnTo>
                  <a:lnTo>
                    <a:pt x="6015395" y="22379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125947"/>
              <a:ext cx="6015395" cy="1113921"/>
            </a:xfrm>
            <a:custGeom>
              <a:avLst/>
              <a:pathLst>
                <a:path w="6015395" h="1113921">
                  <a:moveTo>
                    <a:pt x="0" y="0"/>
                  </a:moveTo>
                  <a:lnTo>
                    <a:pt x="82883" y="44174"/>
                  </a:lnTo>
                  <a:lnTo>
                    <a:pt x="165766" y="86819"/>
                  </a:lnTo>
                  <a:lnTo>
                    <a:pt x="248649" y="127936"/>
                  </a:lnTo>
                  <a:lnTo>
                    <a:pt x="331532" y="167526"/>
                  </a:lnTo>
                  <a:lnTo>
                    <a:pt x="414416" y="205585"/>
                  </a:lnTo>
                  <a:lnTo>
                    <a:pt x="497299" y="242109"/>
                  </a:lnTo>
                  <a:lnTo>
                    <a:pt x="580182" y="277088"/>
                  </a:lnTo>
                  <a:lnTo>
                    <a:pt x="663065" y="310511"/>
                  </a:lnTo>
                  <a:lnTo>
                    <a:pt x="745948" y="342365"/>
                  </a:lnTo>
                  <a:lnTo>
                    <a:pt x="828832" y="372632"/>
                  </a:lnTo>
                  <a:lnTo>
                    <a:pt x="911715" y="401295"/>
                  </a:lnTo>
                  <a:lnTo>
                    <a:pt x="994598" y="428338"/>
                  </a:lnTo>
                  <a:lnTo>
                    <a:pt x="1077481" y="453752"/>
                  </a:lnTo>
                  <a:lnTo>
                    <a:pt x="1160364" y="477541"/>
                  </a:lnTo>
                  <a:lnTo>
                    <a:pt x="1243248" y="499730"/>
                  </a:lnTo>
                  <a:lnTo>
                    <a:pt x="1326131" y="520377"/>
                  </a:lnTo>
                  <a:lnTo>
                    <a:pt x="1409014" y="539583"/>
                  </a:lnTo>
                  <a:lnTo>
                    <a:pt x="1491897" y="557494"/>
                  </a:lnTo>
                  <a:lnTo>
                    <a:pt x="1574780" y="574303"/>
                  </a:lnTo>
                  <a:lnTo>
                    <a:pt x="1657664" y="590235"/>
                  </a:lnTo>
                  <a:lnTo>
                    <a:pt x="1740547" y="605527"/>
                  </a:lnTo>
                  <a:lnTo>
                    <a:pt x="1823430" y="620538"/>
                  </a:lnTo>
                  <a:lnTo>
                    <a:pt x="1906313" y="635543"/>
                  </a:lnTo>
                  <a:lnTo>
                    <a:pt x="1989196" y="650227"/>
                  </a:lnTo>
                  <a:lnTo>
                    <a:pt x="2072080" y="664241"/>
                  </a:lnTo>
                  <a:lnTo>
                    <a:pt x="2154963" y="677267"/>
                  </a:lnTo>
                  <a:lnTo>
                    <a:pt x="2237846" y="689052"/>
                  </a:lnTo>
                  <a:lnTo>
                    <a:pt x="2320729" y="698974"/>
                  </a:lnTo>
                  <a:lnTo>
                    <a:pt x="2403612" y="704716"/>
                  </a:lnTo>
                  <a:lnTo>
                    <a:pt x="2486496" y="707400"/>
                  </a:lnTo>
                  <a:lnTo>
                    <a:pt x="2569379" y="709517"/>
                  </a:lnTo>
                  <a:lnTo>
                    <a:pt x="2652262" y="714551"/>
                  </a:lnTo>
                  <a:lnTo>
                    <a:pt x="2735145" y="722267"/>
                  </a:lnTo>
                  <a:lnTo>
                    <a:pt x="2818028" y="730151"/>
                  </a:lnTo>
                  <a:lnTo>
                    <a:pt x="2900912" y="737406"/>
                  </a:lnTo>
                  <a:lnTo>
                    <a:pt x="2983795" y="744854"/>
                  </a:lnTo>
                  <a:lnTo>
                    <a:pt x="3066678" y="755326"/>
                  </a:lnTo>
                  <a:lnTo>
                    <a:pt x="3149561" y="767864"/>
                  </a:lnTo>
                  <a:lnTo>
                    <a:pt x="3232444" y="779140"/>
                  </a:lnTo>
                  <a:lnTo>
                    <a:pt x="3315328" y="787888"/>
                  </a:lnTo>
                  <a:lnTo>
                    <a:pt x="3398211" y="795558"/>
                  </a:lnTo>
                  <a:lnTo>
                    <a:pt x="3481094" y="802468"/>
                  </a:lnTo>
                  <a:lnTo>
                    <a:pt x="3563977" y="807863"/>
                  </a:lnTo>
                  <a:lnTo>
                    <a:pt x="3646860" y="811908"/>
                  </a:lnTo>
                  <a:lnTo>
                    <a:pt x="3729744" y="815408"/>
                  </a:lnTo>
                  <a:lnTo>
                    <a:pt x="3812627" y="818045"/>
                  </a:lnTo>
                  <a:lnTo>
                    <a:pt x="3895510" y="819261"/>
                  </a:lnTo>
                  <a:lnTo>
                    <a:pt x="3978393" y="818997"/>
                  </a:lnTo>
                  <a:lnTo>
                    <a:pt x="4061276" y="817339"/>
                  </a:lnTo>
                  <a:lnTo>
                    <a:pt x="4144160" y="814520"/>
                  </a:lnTo>
                  <a:lnTo>
                    <a:pt x="4227043" y="810881"/>
                  </a:lnTo>
                  <a:lnTo>
                    <a:pt x="4309926" y="806794"/>
                  </a:lnTo>
                  <a:lnTo>
                    <a:pt x="4392809" y="802342"/>
                  </a:lnTo>
                  <a:lnTo>
                    <a:pt x="4475692" y="797409"/>
                  </a:lnTo>
                  <a:lnTo>
                    <a:pt x="4558576" y="791929"/>
                  </a:lnTo>
                  <a:lnTo>
                    <a:pt x="4641459" y="785801"/>
                  </a:lnTo>
                  <a:lnTo>
                    <a:pt x="4724342" y="778898"/>
                  </a:lnTo>
                  <a:lnTo>
                    <a:pt x="4807225" y="771076"/>
                  </a:lnTo>
                  <a:lnTo>
                    <a:pt x="4890108" y="762186"/>
                  </a:lnTo>
                  <a:lnTo>
                    <a:pt x="4972992" y="752084"/>
                  </a:lnTo>
                  <a:lnTo>
                    <a:pt x="5055875" y="740637"/>
                  </a:lnTo>
                  <a:lnTo>
                    <a:pt x="5138758" y="727735"/>
                  </a:lnTo>
                  <a:lnTo>
                    <a:pt x="5221641" y="713289"/>
                  </a:lnTo>
                  <a:lnTo>
                    <a:pt x="5304524" y="697234"/>
                  </a:lnTo>
                  <a:lnTo>
                    <a:pt x="5387408" y="679524"/>
                  </a:lnTo>
                  <a:lnTo>
                    <a:pt x="5470291" y="660134"/>
                  </a:lnTo>
                  <a:lnTo>
                    <a:pt x="5553174" y="639052"/>
                  </a:lnTo>
                  <a:lnTo>
                    <a:pt x="5636057" y="616274"/>
                  </a:lnTo>
                  <a:lnTo>
                    <a:pt x="5718940" y="591804"/>
                  </a:lnTo>
                  <a:lnTo>
                    <a:pt x="5801824" y="565650"/>
                  </a:lnTo>
                  <a:lnTo>
                    <a:pt x="5884707" y="537822"/>
                  </a:lnTo>
                  <a:lnTo>
                    <a:pt x="5967590" y="508332"/>
                  </a:lnTo>
                  <a:lnTo>
                    <a:pt x="6015395" y="490369"/>
                  </a:lnTo>
                  <a:lnTo>
                    <a:pt x="6015395" y="1113921"/>
                  </a:lnTo>
                  <a:lnTo>
                    <a:pt x="5967590" y="1105604"/>
                  </a:lnTo>
                  <a:lnTo>
                    <a:pt x="5884707" y="1091998"/>
                  </a:lnTo>
                  <a:lnTo>
                    <a:pt x="5801824" y="1079242"/>
                  </a:lnTo>
                  <a:lnTo>
                    <a:pt x="5718940" y="1067371"/>
                  </a:lnTo>
                  <a:lnTo>
                    <a:pt x="5636057" y="1056421"/>
                  </a:lnTo>
                  <a:lnTo>
                    <a:pt x="5553174" y="1046424"/>
                  </a:lnTo>
                  <a:lnTo>
                    <a:pt x="5470291" y="1037412"/>
                  </a:lnTo>
                  <a:lnTo>
                    <a:pt x="5387408" y="1029405"/>
                  </a:lnTo>
                  <a:lnTo>
                    <a:pt x="5304524" y="1022416"/>
                  </a:lnTo>
                  <a:lnTo>
                    <a:pt x="5221641" y="1016445"/>
                  </a:lnTo>
                  <a:lnTo>
                    <a:pt x="5138758" y="1011473"/>
                  </a:lnTo>
                  <a:lnTo>
                    <a:pt x="5055875" y="1007460"/>
                  </a:lnTo>
                  <a:lnTo>
                    <a:pt x="4972992" y="1004342"/>
                  </a:lnTo>
                  <a:lnTo>
                    <a:pt x="4890108" y="1002034"/>
                  </a:lnTo>
                  <a:lnTo>
                    <a:pt x="4807225" y="1000428"/>
                  </a:lnTo>
                  <a:lnTo>
                    <a:pt x="4724342" y="999407"/>
                  </a:lnTo>
                  <a:lnTo>
                    <a:pt x="4641459" y="998845"/>
                  </a:lnTo>
                  <a:lnTo>
                    <a:pt x="4558576" y="998626"/>
                  </a:lnTo>
                  <a:lnTo>
                    <a:pt x="4475692" y="998647"/>
                  </a:lnTo>
                  <a:lnTo>
                    <a:pt x="4392809" y="998832"/>
                  </a:lnTo>
                  <a:lnTo>
                    <a:pt x="4309926" y="999141"/>
                  </a:lnTo>
                  <a:lnTo>
                    <a:pt x="4227043" y="999296"/>
                  </a:lnTo>
                  <a:lnTo>
                    <a:pt x="4144160" y="998936"/>
                  </a:lnTo>
                  <a:lnTo>
                    <a:pt x="4061276" y="998123"/>
                  </a:lnTo>
                  <a:lnTo>
                    <a:pt x="3978393" y="996890"/>
                  </a:lnTo>
                  <a:lnTo>
                    <a:pt x="3895510" y="995163"/>
                  </a:lnTo>
                  <a:lnTo>
                    <a:pt x="3812627" y="992722"/>
                  </a:lnTo>
                  <a:lnTo>
                    <a:pt x="3729744" y="989198"/>
                  </a:lnTo>
                  <a:lnTo>
                    <a:pt x="3646860" y="983896"/>
                  </a:lnTo>
                  <a:lnTo>
                    <a:pt x="3563977" y="976911"/>
                  </a:lnTo>
                  <a:lnTo>
                    <a:pt x="3481094" y="969465"/>
                  </a:lnTo>
                  <a:lnTo>
                    <a:pt x="3398211" y="962129"/>
                  </a:lnTo>
                  <a:lnTo>
                    <a:pt x="3315328" y="954561"/>
                  </a:lnTo>
                  <a:lnTo>
                    <a:pt x="3232444" y="943894"/>
                  </a:lnTo>
                  <a:lnTo>
                    <a:pt x="3149561" y="930230"/>
                  </a:lnTo>
                  <a:lnTo>
                    <a:pt x="3066678" y="917529"/>
                  </a:lnTo>
                  <a:lnTo>
                    <a:pt x="2983795" y="907708"/>
                  </a:lnTo>
                  <a:lnTo>
                    <a:pt x="2900912" y="898973"/>
                  </a:lnTo>
                  <a:lnTo>
                    <a:pt x="2818028" y="890623"/>
                  </a:lnTo>
                  <a:lnTo>
                    <a:pt x="2735145" y="883684"/>
                  </a:lnTo>
                  <a:lnTo>
                    <a:pt x="2652262" y="877557"/>
                  </a:lnTo>
                  <a:lnTo>
                    <a:pt x="2569379" y="872270"/>
                  </a:lnTo>
                  <a:lnTo>
                    <a:pt x="2486496" y="869764"/>
                  </a:lnTo>
                  <a:lnTo>
                    <a:pt x="2403612" y="868176"/>
                  </a:lnTo>
                  <a:lnTo>
                    <a:pt x="2320729" y="864432"/>
                  </a:lnTo>
                  <a:lnTo>
                    <a:pt x="2237846" y="855635"/>
                  </a:lnTo>
                  <a:lnTo>
                    <a:pt x="2154963" y="844969"/>
                  </a:lnTo>
                  <a:lnTo>
                    <a:pt x="2072080" y="833598"/>
                  </a:lnTo>
                  <a:lnTo>
                    <a:pt x="1989196" y="821944"/>
                  </a:lnTo>
                  <a:lnTo>
                    <a:pt x="1906313" y="810362"/>
                  </a:lnTo>
                  <a:lnTo>
                    <a:pt x="1823430" y="799178"/>
                  </a:lnTo>
                  <a:lnTo>
                    <a:pt x="1740547" y="788729"/>
                  </a:lnTo>
                  <a:lnTo>
                    <a:pt x="1657664" y="779304"/>
                  </a:lnTo>
                  <a:lnTo>
                    <a:pt x="1574780" y="771085"/>
                  </a:lnTo>
                  <a:lnTo>
                    <a:pt x="1491897" y="764263"/>
                  </a:lnTo>
                  <a:lnTo>
                    <a:pt x="1409014" y="759013"/>
                  </a:lnTo>
                  <a:lnTo>
                    <a:pt x="1326131" y="755478"/>
                  </a:lnTo>
                  <a:lnTo>
                    <a:pt x="1243248" y="753757"/>
                  </a:lnTo>
                  <a:lnTo>
                    <a:pt x="1160364" y="753902"/>
                  </a:lnTo>
                  <a:lnTo>
                    <a:pt x="1077481" y="755921"/>
                  </a:lnTo>
                  <a:lnTo>
                    <a:pt x="994598" y="759792"/>
                  </a:lnTo>
                  <a:lnTo>
                    <a:pt x="911715" y="765468"/>
                  </a:lnTo>
                  <a:lnTo>
                    <a:pt x="828832" y="772893"/>
                  </a:lnTo>
                  <a:lnTo>
                    <a:pt x="745948" y="782001"/>
                  </a:lnTo>
                  <a:lnTo>
                    <a:pt x="663065" y="792726"/>
                  </a:lnTo>
                  <a:lnTo>
                    <a:pt x="580182" y="805003"/>
                  </a:lnTo>
                  <a:lnTo>
                    <a:pt x="497299" y="818768"/>
                  </a:lnTo>
                  <a:lnTo>
                    <a:pt x="414416" y="833962"/>
                  </a:lnTo>
                  <a:lnTo>
                    <a:pt x="331532" y="850527"/>
                  </a:lnTo>
                  <a:lnTo>
                    <a:pt x="248649" y="868409"/>
                  </a:lnTo>
                  <a:lnTo>
                    <a:pt x="165766" y="887556"/>
                  </a:lnTo>
                  <a:lnTo>
                    <a:pt x="82883" y="907919"/>
                  </a:lnTo>
                  <a:lnTo>
                    <a:pt x="0" y="9294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125947"/>
              <a:ext cx="6015395" cy="819261"/>
            </a:xfrm>
            <a:custGeom>
              <a:avLst/>
              <a:pathLst>
                <a:path w="6015395" h="819261">
                  <a:moveTo>
                    <a:pt x="0" y="0"/>
                  </a:moveTo>
                  <a:lnTo>
                    <a:pt x="82883" y="44174"/>
                  </a:lnTo>
                  <a:lnTo>
                    <a:pt x="165766" y="86819"/>
                  </a:lnTo>
                  <a:lnTo>
                    <a:pt x="248649" y="127936"/>
                  </a:lnTo>
                  <a:lnTo>
                    <a:pt x="331532" y="167526"/>
                  </a:lnTo>
                  <a:lnTo>
                    <a:pt x="414416" y="205585"/>
                  </a:lnTo>
                  <a:lnTo>
                    <a:pt x="497299" y="242109"/>
                  </a:lnTo>
                  <a:lnTo>
                    <a:pt x="580182" y="277088"/>
                  </a:lnTo>
                  <a:lnTo>
                    <a:pt x="663065" y="310511"/>
                  </a:lnTo>
                  <a:lnTo>
                    <a:pt x="745948" y="342365"/>
                  </a:lnTo>
                  <a:lnTo>
                    <a:pt x="828832" y="372632"/>
                  </a:lnTo>
                  <a:lnTo>
                    <a:pt x="911715" y="401295"/>
                  </a:lnTo>
                  <a:lnTo>
                    <a:pt x="994598" y="428338"/>
                  </a:lnTo>
                  <a:lnTo>
                    <a:pt x="1077481" y="453752"/>
                  </a:lnTo>
                  <a:lnTo>
                    <a:pt x="1160364" y="477541"/>
                  </a:lnTo>
                  <a:lnTo>
                    <a:pt x="1243248" y="499730"/>
                  </a:lnTo>
                  <a:lnTo>
                    <a:pt x="1326131" y="520377"/>
                  </a:lnTo>
                  <a:lnTo>
                    <a:pt x="1409014" y="539583"/>
                  </a:lnTo>
                  <a:lnTo>
                    <a:pt x="1491897" y="557494"/>
                  </a:lnTo>
                  <a:lnTo>
                    <a:pt x="1574780" y="574303"/>
                  </a:lnTo>
                  <a:lnTo>
                    <a:pt x="1657664" y="590235"/>
                  </a:lnTo>
                  <a:lnTo>
                    <a:pt x="1740547" y="605527"/>
                  </a:lnTo>
                  <a:lnTo>
                    <a:pt x="1823430" y="620538"/>
                  </a:lnTo>
                  <a:lnTo>
                    <a:pt x="1906313" y="635543"/>
                  </a:lnTo>
                  <a:lnTo>
                    <a:pt x="1989196" y="650227"/>
                  </a:lnTo>
                  <a:lnTo>
                    <a:pt x="2072080" y="664241"/>
                  </a:lnTo>
                  <a:lnTo>
                    <a:pt x="2154963" y="677267"/>
                  </a:lnTo>
                  <a:lnTo>
                    <a:pt x="2237846" y="689052"/>
                  </a:lnTo>
                  <a:lnTo>
                    <a:pt x="2320729" y="698974"/>
                  </a:lnTo>
                  <a:lnTo>
                    <a:pt x="2403612" y="704716"/>
                  </a:lnTo>
                  <a:lnTo>
                    <a:pt x="2486496" y="707400"/>
                  </a:lnTo>
                  <a:lnTo>
                    <a:pt x="2569379" y="709517"/>
                  </a:lnTo>
                  <a:lnTo>
                    <a:pt x="2652262" y="714551"/>
                  </a:lnTo>
                  <a:lnTo>
                    <a:pt x="2735145" y="722267"/>
                  </a:lnTo>
                  <a:lnTo>
                    <a:pt x="2818028" y="730151"/>
                  </a:lnTo>
                  <a:lnTo>
                    <a:pt x="2900912" y="737406"/>
                  </a:lnTo>
                  <a:lnTo>
                    <a:pt x="2983795" y="744854"/>
                  </a:lnTo>
                  <a:lnTo>
                    <a:pt x="3066678" y="755326"/>
                  </a:lnTo>
                  <a:lnTo>
                    <a:pt x="3149561" y="767864"/>
                  </a:lnTo>
                  <a:lnTo>
                    <a:pt x="3232444" y="779140"/>
                  </a:lnTo>
                  <a:lnTo>
                    <a:pt x="3315328" y="787888"/>
                  </a:lnTo>
                  <a:lnTo>
                    <a:pt x="3398211" y="795558"/>
                  </a:lnTo>
                  <a:lnTo>
                    <a:pt x="3481094" y="802468"/>
                  </a:lnTo>
                  <a:lnTo>
                    <a:pt x="3563977" y="807863"/>
                  </a:lnTo>
                  <a:lnTo>
                    <a:pt x="3646860" y="811908"/>
                  </a:lnTo>
                  <a:lnTo>
                    <a:pt x="3729744" y="815408"/>
                  </a:lnTo>
                  <a:lnTo>
                    <a:pt x="3812627" y="818045"/>
                  </a:lnTo>
                  <a:lnTo>
                    <a:pt x="3895510" y="819261"/>
                  </a:lnTo>
                  <a:lnTo>
                    <a:pt x="3978393" y="818997"/>
                  </a:lnTo>
                  <a:lnTo>
                    <a:pt x="4061276" y="817339"/>
                  </a:lnTo>
                  <a:lnTo>
                    <a:pt x="4144160" y="814520"/>
                  </a:lnTo>
                  <a:lnTo>
                    <a:pt x="4227043" y="810881"/>
                  </a:lnTo>
                  <a:lnTo>
                    <a:pt x="4309926" y="806794"/>
                  </a:lnTo>
                  <a:lnTo>
                    <a:pt x="4392809" y="802342"/>
                  </a:lnTo>
                  <a:lnTo>
                    <a:pt x="4475692" y="797409"/>
                  </a:lnTo>
                  <a:lnTo>
                    <a:pt x="4558576" y="791929"/>
                  </a:lnTo>
                  <a:lnTo>
                    <a:pt x="4641459" y="785801"/>
                  </a:lnTo>
                  <a:lnTo>
                    <a:pt x="4724342" y="778898"/>
                  </a:lnTo>
                  <a:lnTo>
                    <a:pt x="4807225" y="771076"/>
                  </a:lnTo>
                  <a:lnTo>
                    <a:pt x="4890108" y="762186"/>
                  </a:lnTo>
                  <a:lnTo>
                    <a:pt x="4972992" y="752084"/>
                  </a:lnTo>
                  <a:lnTo>
                    <a:pt x="5055875" y="740637"/>
                  </a:lnTo>
                  <a:lnTo>
                    <a:pt x="5138758" y="727735"/>
                  </a:lnTo>
                  <a:lnTo>
                    <a:pt x="5221641" y="713289"/>
                  </a:lnTo>
                  <a:lnTo>
                    <a:pt x="5304524" y="697234"/>
                  </a:lnTo>
                  <a:lnTo>
                    <a:pt x="5387408" y="679524"/>
                  </a:lnTo>
                  <a:lnTo>
                    <a:pt x="5470291" y="660134"/>
                  </a:lnTo>
                  <a:lnTo>
                    <a:pt x="5553174" y="639052"/>
                  </a:lnTo>
                  <a:lnTo>
                    <a:pt x="5636057" y="616274"/>
                  </a:lnTo>
                  <a:lnTo>
                    <a:pt x="5718940" y="591804"/>
                  </a:lnTo>
                  <a:lnTo>
                    <a:pt x="5801824" y="565650"/>
                  </a:lnTo>
                  <a:lnTo>
                    <a:pt x="5884707" y="537822"/>
                  </a:lnTo>
                  <a:lnTo>
                    <a:pt x="5967590" y="508332"/>
                  </a:lnTo>
                  <a:lnTo>
                    <a:pt x="6015395" y="490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4879705"/>
              <a:ext cx="6015395" cy="360163"/>
            </a:xfrm>
            <a:custGeom>
              <a:avLst/>
              <a:pathLst>
                <a:path w="6015395" h="360163">
                  <a:moveTo>
                    <a:pt x="6015395" y="360163"/>
                  </a:moveTo>
                  <a:lnTo>
                    <a:pt x="5967590" y="351846"/>
                  </a:lnTo>
                  <a:lnTo>
                    <a:pt x="5884707" y="338240"/>
                  </a:lnTo>
                  <a:lnTo>
                    <a:pt x="5801824" y="325484"/>
                  </a:lnTo>
                  <a:lnTo>
                    <a:pt x="5718940" y="313613"/>
                  </a:lnTo>
                  <a:lnTo>
                    <a:pt x="5636057" y="302663"/>
                  </a:lnTo>
                  <a:lnTo>
                    <a:pt x="5553174" y="292666"/>
                  </a:lnTo>
                  <a:lnTo>
                    <a:pt x="5470291" y="283654"/>
                  </a:lnTo>
                  <a:lnTo>
                    <a:pt x="5387408" y="275647"/>
                  </a:lnTo>
                  <a:lnTo>
                    <a:pt x="5304524" y="268658"/>
                  </a:lnTo>
                  <a:lnTo>
                    <a:pt x="5221641" y="262687"/>
                  </a:lnTo>
                  <a:lnTo>
                    <a:pt x="5138758" y="257715"/>
                  </a:lnTo>
                  <a:lnTo>
                    <a:pt x="5055875" y="253702"/>
                  </a:lnTo>
                  <a:lnTo>
                    <a:pt x="4972992" y="250584"/>
                  </a:lnTo>
                  <a:lnTo>
                    <a:pt x="4890108" y="248276"/>
                  </a:lnTo>
                  <a:lnTo>
                    <a:pt x="4807225" y="246670"/>
                  </a:lnTo>
                  <a:lnTo>
                    <a:pt x="4724342" y="245649"/>
                  </a:lnTo>
                  <a:lnTo>
                    <a:pt x="4641459" y="245087"/>
                  </a:lnTo>
                  <a:lnTo>
                    <a:pt x="4558576" y="244868"/>
                  </a:lnTo>
                  <a:lnTo>
                    <a:pt x="4475692" y="244889"/>
                  </a:lnTo>
                  <a:lnTo>
                    <a:pt x="4392809" y="245074"/>
                  </a:lnTo>
                  <a:lnTo>
                    <a:pt x="4309926" y="245383"/>
                  </a:lnTo>
                  <a:lnTo>
                    <a:pt x="4227043" y="245538"/>
                  </a:lnTo>
                  <a:lnTo>
                    <a:pt x="4144160" y="245178"/>
                  </a:lnTo>
                  <a:lnTo>
                    <a:pt x="4061276" y="244365"/>
                  </a:lnTo>
                  <a:lnTo>
                    <a:pt x="3978393" y="243132"/>
                  </a:lnTo>
                  <a:lnTo>
                    <a:pt x="3895510" y="241405"/>
                  </a:lnTo>
                  <a:lnTo>
                    <a:pt x="3812627" y="238964"/>
                  </a:lnTo>
                  <a:lnTo>
                    <a:pt x="3729744" y="235440"/>
                  </a:lnTo>
                  <a:lnTo>
                    <a:pt x="3646860" y="230138"/>
                  </a:lnTo>
                  <a:lnTo>
                    <a:pt x="3563977" y="223153"/>
                  </a:lnTo>
                  <a:lnTo>
                    <a:pt x="3481094" y="215707"/>
                  </a:lnTo>
                  <a:lnTo>
                    <a:pt x="3398211" y="208371"/>
                  </a:lnTo>
                  <a:lnTo>
                    <a:pt x="3315328" y="200803"/>
                  </a:lnTo>
                  <a:lnTo>
                    <a:pt x="3232444" y="190136"/>
                  </a:lnTo>
                  <a:lnTo>
                    <a:pt x="3149561" y="176472"/>
                  </a:lnTo>
                  <a:lnTo>
                    <a:pt x="3066678" y="163771"/>
                  </a:lnTo>
                  <a:lnTo>
                    <a:pt x="2983795" y="153951"/>
                  </a:lnTo>
                  <a:lnTo>
                    <a:pt x="2900912" y="145215"/>
                  </a:lnTo>
                  <a:lnTo>
                    <a:pt x="2818028" y="136865"/>
                  </a:lnTo>
                  <a:lnTo>
                    <a:pt x="2735145" y="129926"/>
                  </a:lnTo>
                  <a:lnTo>
                    <a:pt x="2652262" y="123799"/>
                  </a:lnTo>
                  <a:lnTo>
                    <a:pt x="2569379" y="118512"/>
                  </a:lnTo>
                  <a:lnTo>
                    <a:pt x="2486496" y="116006"/>
                  </a:lnTo>
                  <a:lnTo>
                    <a:pt x="2403612" y="114418"/>
                  </a:lnTo>
                  <a:lnTo>
                    <a:pt x="2320729" y="110674"/>
                  </a:lnTo>
                  <a:lnTo>
                    <a:pt x="2237846" y="101877"/>
                  </a:lnTo>
                  <a:lnTo>
                    <a:pt x="2154963" y="91211"/>
                  </a:lnTo>
                  <a:lnTo>
                    <a:pt x="2072080" y="79840"/>
                  </a:lnTo>
                  <a:lnTo>
                    <a:pt x="1989196" y="68186"/>
                  </a:lnTo>
                  <a:lnTo>
                    <a:pt x="1906313" y="56604"/>
                  </a:lnTo>
                  <a:lnTo>
                    <a:pt x="1823430" y="45420"/>
                  </a:lnTo>
                  <a:lnTo>
                    <a:pt x="1740547" y="34971"/>
                  </a:lnTo>
                  <a:lnTo>
                    <a:pt x="1657664" y="25546"/>
                  </a:lnTo>
                  <a:lnTo>
                    <a:pt x="1574780" y="17327"/>
                  </a:lnTo>
                  <a:lnTo>
                    <a:pt x="1491897" y="10505"/>
                  </a:lnTo>
                  <a:lnTo>
                    <a:pt x="1409014" y="5255"/>
                  </a:lnTo>
                  <a:lnTo>
                    <a:pt x="1326131" y="1720"/>
                  </a:lnTo>
                  <a:lnTo>
                    <a:pt x="1243248" y="0"/>
                  </a:lnTo>
                  <a:lnTo>
                    <a:pt x="1160364" y="144"/>
                  </a:lnTo>
                  <a:lnTo>
                    <a:pt x="1077481" y="2163"/>
                  </a:lnTo>
                  <a:lnTo>
                    <a:pt x="994598" y="6034"/>
                  </a:lnTo>
                  <a:lnTo>
                    <a:pt x="911715" y="11710"/>
                  </a:lnTo>
                  <a:lnTo>
                    <a:pt x="828832" y="19135"/>
                  </a:lnTo>
                  <a:lnTo>
                    <a:pt x="745948" y="28243"/>
                  </a:lnTo>
                  <a:lnTo>
                    <a:pt x="663065" y="38968"/>
                  </a:lnTo>
                  <a:lnTo>
                    <a:pt x="580182" y="51245"/>
                  </a:lnTo>
                  <a:lnTo>
                    <a:pt x="497299" y="65010"/>
                  </a:lnTo>
                  <a:lnTo>
                    <a:pt x="414416" y="80204"/>
                  </a:lnTo>
                  <a:lnTo>
                    <a:pt x="331532" y="96769"/>
                  </a:lnTo>
                  <a:lnTo>
                    <a:pt x="248649" y="114651"/>
                  </a:lnTo>
                  <a:lnTo>
                    <a:pt x="165766" y="133798"/>
                  </a:lnTo>
                  <a:lnTo>
                    <a:pt x="82883" y="154161"/>
                  </a:lnTo>
                  <a:lnTo>
                    <a:pt x="0" y="175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590673"/>
              <a:ext cx="6015395" cy="443217"/>
            </a:xfrm>
            <a:custGeom>
              <a:avLst/>
              <a:pathLst>
                <a:path w="6015395" h="443217">
                  <a:moveTo>
                    <a:pt x="0" y="0"/>
                  </a:moveTo>
                  <a:lnTo>
                    <a:pt x="82883" y="11320"/>
                  </a:lnTo>
                  <a:lnTo>
                    <a:pt x="165766" y="22461"/>
                  </a:lnTo>
                  <a:lnTo>
                    <a:pt x="248649" y="33446"/>
                  </a:lnTo>
                  <a:lnTo>
                    <a:pt x="331532" y="44300"/>
                  </a:lnTo>
                  <a:lnTo>
                    <a:pt x="414416" y="55047"/>
                  </a:lnTo>
                  <a:lnTo>
                    <a:pt x="497299" y="65712"/>
                  </a:lnTo>
                  <a:lnTo>
                    <a:pt x="580182" y="76319"/>
                  </a:lnTo>
                  <a:lnTo>
                    <a:pt x="663065" y="86892"/>
                  </a:lnTo>
                  <a:lnTo>
                    <a:pt x="745948" y="97456"/>
                  </a:lnTo>
                  <a:lnTo>
                    <a:pt x="828832" y="108036"/>
                  </a:lnTo>
                  <a:lnTo>
                    <a:pt x="911715" y="118655"/>
                  </a:lnTo>
                  <a:lnTo>
                    <a:pt x="994598" y="129338"/>
                  </a:lnTo>
                  <a:lnTo>
                    <a:pt x="1077481" y="140110"/>
                  </a:lnTo>
                  <a:lnTo>
                    <a:pt x="1160364" y="150995"/>
                  </a:lnTo>
                  <a:lnTo>
                    <a:pt x="1243248" y="162017"/>
                  </a:lnTo>
                  <a:lnTo>
                    <a:pt x="1326131" y="173201"/>
                  </a:lnTo>
                  <a:lnTo>
                    <a:pt x="1409014" y="184571"/>
                  </a:lnTo>
                  <a:lnTo>
                    <a:pt x="1491897" y="196152"/>
                  </a:lnTo>
                  <a:lnTo>
                    <a:pt x="1574780" y="207968"/>
                  </a:lnTo>
                  <a:lnTo>
                    <a:pt x="1657664" y="220043"/>
                  </a:lnTo>
                  <a:lnTo>
                    <a:pt x="1740547" y="232402"/>
                  </a:lnTo>
                  <a:lnTo>
                    <a:pt x="1823430" y="245131"/>
                  </a:lnTo>
                  <a:lnTo>
                    <a:pt x="1906313" y="258226"/>
                  </a:lnTo>
                  <a:lnTo>
                    <a:pt x="1989196" y="271359"/>
                  </a:lnTo>
                  <a:lnTo>
                    <a:pt x="2072080" y="284194"/>
                  </a:lnTo>
                  <a:lnTo>
                    <a:pt x="2154963" y="296392"/>
                  </a:lnTo>
                  <a:lnTo>
                    <a:pt x="2237846" y="307617"/>
                  </a:lnTo>
                  <a:lnTo>
                    <a:pt x="2320729" y="316976"/>
                  </a:lnTo>
                  <a:lnTo>
                    <a:pt x="2403612" y="321719"/>
                  </a:lnTo>
                  <a:lnTo>
                    <a:pt x="2486496" y="323856"/>
                  </a:lnTo>
                  <a:lnTo>
                    <a:pt x="2569379" y="326167"/>
                  </a:lnTo>
                  <a:lnTo>
                    <a:pt x="2652262" y="331327"/>
                  </a:lnTo>
                  <a:lnTo>
                    <a:pt x="2735145" y="338249"/>
                  </a:lnTo>
                  <a:lnTo>
                    <a:pt x="2818028" y="345661"/>
                  </a:lnTo>
                  <a:lnTo>
                    <a:pt x="2900912" y="353463"/>
                  </a:lnTo>
                  <a:lnTo>
                    <a:pt x="2983795" y="361555"/>
                  </a:lnTo>
                  <a:lnTo>
                    <a:pt x="3066678" y="371701"/>
                  </a:lnTo>
                  <a:lnTo>
                    <a:pt x="3149561" y="384321"/>
                  </a:lnTo>
                  <a:lnTo>
                    <a:pt x="3232444" y="396791"/>
                  </a:lnTo>
                  <a:lnTo>
                    <a:pt x="3315328" y="406498"/>
                  </a:lnTo>
                  <a:lnTo>
                    <a:pt x="3398211" y="414117"/>
                  </a:lnTo>
                  <a:lnTo>
                    <a:pt x="3481094" y="421240"/>
                  </a:lnTo>
                  <a:lnTo>
                    <a:pt x="3563977" y="427661"/>
                  </a:lnTo>
                  <a:lnTo>
                    <a:pt x="3646860" y="433176"/>
                  </a:lnTo>
                  <a:lnTo>
                    <a:pt x="3729744" y="437577"/>
                  </a:lnTo>
                  <a:lnTo>
                    <a:pt x="3812627" y="440657"/>
                  </a:lnTo>
                  <a:lnTo>
                    <a:pt x="3895510" y="442486"/>
                  </a:lnTo>
                  <a:lnTo>
                    <a:pt x="3978393" y="443217"/>
                  </a:lnTo>
                  <a:lnTo>
                    <a:pt x="4061276" y="443004"/>
                  </a:lnTo>
                  <a:lnTo>
                    <a:pt x="4144160" y="442001"/>
                  </a:lnTo>
                  <a:lnTo>
                    <a:pt x="4227043" y="440362"/>
                  </a:lnTo>
                  <a:lnTo>
                    <a:pt x="4309926" y="438241"/>
                  </a:lnTo>
                  <a:lnTo>
                    <a:pt x="4392809" y="435860"/>
                  </a:lnTo>
                  <a:lnTo>
                    <a:pt x="4475692" y="433301"/>
                  </a:lnTo>
                  <a:lnTo>
                    <a:pt x="4558576" y="430551"/>
                  </a:lnTo>
                  <a:lnTo>
                    <a:pt x="4641459" y="427597"/>
                  </a:lnTo>
                  <a:lnTo>
                    <a:pt x="4724342" y="424426"/>
                  </a:lnTo>
                  <a:lnTo>
                    <a:pt x="4807225" y="421026"/>
                  </a:lnTo>
                  <a:lnTo>
                    <a:pt x="4890108" y="417383"/>
                  </a:lnTo>
                  <a:lnTo>
                    <a:pt x="4972992" y="413487"/>
                  </a:lnTo>
                  <a:lnTo>
                    <a:pt x="5055875" y="409322"/>
                  </a:lnTo>
                  <a:lnTo>
                    <a:pt x="5138758" y="404878"/>
                  </a:lnTo>
                  <a:lnTo>
                    <a:pt x="5221641" y="400141"/>
                  </a:lnTo>
                  <a:lnTo>
                    <a:pt x="5304524" y="395098"/>
                  </a:lnTo>
                  <a:lnTo>
                    <a:pt x="5387408" y="389738"/>
                  </a:lnTo>
                  <a:lnTo>
                    <a:pt x="5470291" y="384046"/>
                  </a:lnTo>
                  <a:lnTo>
                    <a:pt x="5553174" y="378012"/>
                  </a:lnTo>
                  <a:lnTo>
                    <a:pt x="5636057" y="371621"/>
                  </a:lnTo>
                  <a:lnTo>
                    <a:pt x="5718940" y="364861"/>
                  </a:lnTo>
                  <a:lnTo>
                    <a:pt x="5801824" y="357719"/>
                  </a:lnTo>
                  <a:lnTo>
                    <a:pt x="5884707" y="350184"/>
                  </a:lnTo>
                  <a:lnTo>
                    <a:pt x="5967590" y="342241"/>
                  </a:lnTo>
                  <a:lnTo>
                    <a:pt x="6015395" y="33741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121042"/>
              <a:ext cx="6015395" cy="1257417"/>
            </a:xfrm>
            <a:custGeom>
              <a:avLst/>
              <a:pathLst>
                <a:path w="6015395" h="1257417">
                  <a:moveTo>
                    <a:pt x="0" y="531441"/>
                  </a:moveTo>
                  <a:lnTo>
                    <a:pt x="82883" y="573083"/>
                  </a:lnTo>
                  <a:lnTo>
                    <a:pt x="165766" y="612699"/>
                  </a:lnTo>
                  <a:lnTo>
                    <a:pt x="248649" y="650275"/>
                  </a:lnTo>
                  <a:lnTo>
                    <a:pt x="331532" y="685795"/>
                  </a:lnTo>
                  <a:lnTo>
                    <a:pt x="414416" y="719239"/>
                  </a:lnTo>
                  <a:lnTo>
                    <a:pt x="497299" y="750588"/>
                  </a:lnTo>
                  <a:lnTo>
                    <a:pt x="580182" y="779816"/>
                  </a:lnTo>
                  <a:lnTo>
                    <a:pt x="663065" y="806898"/>
                  </a:lnTo>
                  <a:lnTo>
                    <a:pt x="745948" y="831805"/>
                  </a:lnTo>
                  <a:lnTo>
                    <a:pt x="828832" y="854506"/>
                  </a:lnTo>
                  <a:lnTo>
                    <a:pt x="911715" y="874969"/>
                  </a:lnTo>
                  <a:lnTo>
                    <a:pt x="994598" y="893163"/>
                  </a:lnTo>
                  <a:lnTo>
                    <a:pt x="1077481" y="909065"/>
                  </a:lnTo>
                  <a:lnTo>
                    <a:pt x="1160364" y="922660"/>
                  </a:lnTo>
                  <a:lnTo>
                    <a:pt x="1243248" y="933957"/>
                  </a:lnTo>
                  <a:lnTo>
                    <a:pt x="1326131" y="942991"/>
                  </a:lnTo>
                  <a:lnTo>
                    <a:pt x="1409014" y="949836"/>
                  </a:lnTo>
                  <a:lnTo>
                    <a:pt x="1491897" y="954607"/>
                  </a:lnTo>
                  <a:lnTo>
                    <a:pt x="1574780" y="957461"/>
                  </a:lnTo>
                  <a:lnTo>
                    <a:pt x="1657664" y="958583"/>
                  </a:lnTo>
                  <a:lnTo>
                    <a:pt x="1740547" y="958170"/>
                  </a:lnTo>
                  <a:lnTo>
                    <a:pt x="1823430" y="956406"/>
                  </a:lnTo>
                  <a:lnTo>
                    <a:pt x="1906313" y="953399"/>
                  </a:lnTo>
                  <a:lnTo>
                    <a:pt x="1989196" y="949175"/>
                  </a:lnTo>
                  <a:lnTo>
                    <a:pt x="2072080" y="943744"/>
                  </a:lnTo>
                  <a:lnTo>
                    <a:pt x="2154963" y="937146"/>
                  </a:lnTo>
                  <a:lnTo>
                    <a:pt x="2237846" y="929481"/>
                  </a:lnTo>
                  <a:lnTo>
                    <a:pt x="2320729" y="920771"/>
                  </a:lnTo>
                  <a:lnTo>
                    <a:pt x="2403612" y="910224"/>
                  </a:lnTo>
                  <a:lnTo>
                    <a:pt x="2486496" y="897676"/>
                  </a:lnTo>
                  <a:lnTo>
                    <a:pt x="2569379" y="883819"/>
                  </a:lnTo>
                  <a:lnTo>
                    <a:pt x="2652262" y="870161"/>
                  </a:lnTo>
                  <a:lnTo>
                    <a:pt x="2735145" y="853928"/>
                  </a:lnTo>
                  <a:lnTo>
                    <a:pt x="2818028" y="834383"/>
                  </a:lnTo>
                  <a:lnTo>
                    <a:pt x="2900912" y="813781"/>
                  </a:lnTo>
                  <a:lnTo>
                    <a:pt x="2983795" y="795833"/>
                  </a:lnTo>
                  <a:lnTo>
                    <a:pt x="3066678" y="778397"/>
                  </a:lnTo>
                  <a:lnTo>
                    <a:pt x="3149561" y="757038"/>
                  </a:lnTo>
                  <a:lnTo>
                    <a:pt x="3232444" y="735218"/>
                  </a:lnTo>
                  <a:lnTo>
                    <a:pt x="3315328" y="718226"/>
                  </a:lnTo>
                  <a:lnTo>
                    <a:pt x="3398211" y="704780"/>
                  </a:lnTo>
                  <a:lnTo>
                    <a:pt x="3481094" y="690987"/>
                  </a:lnTo>
                  <a:lnTo>
                    <a:pt x="3563977" y="677282"/>
                  </a:lnTo>
                  <a:lnTo>
                    <a:pt x="3646860" y="664923"/>
                  </a:lnTo>
                  <a:lnTo>
                    <a:pt x="3729744" y="655719"/>
                  </a:lnTo>
                  <a:lnTo>
                    <a:pt x="3812627" y="649161"/>
                  </a:lnTo>
                  <a:lnTo>
                    <a:pt x="3895510" y="643830"/>
                  </a:lnTo>
                  <a:lnTo>
                    <a:pt x="3978393" y="639039"/>
                  </a:lnTo>
                  <a:lnTo>
                    <a:pt x="4061276" y="634228"/>
                  </a:lnTo>
                  <a:lnTo>
                    <a:pt x="4144160" y="628974"/>
                  </a:lnTo>
                  <a:lnTo>
                    <a:pt x="4227043" y="622946"/>
                  </a:lnTo>
                  <a:lnTo>
                    <a:pt x="4309926" y="615842"/>
                  </a:lnTo>
                  <a:lnTo>
                    <a:pt x="4392809" y="607130"/>
                  </a:lnTo>
                  <a:lnTo>
                    <a:pt x="4475692" y="596580"/>
                  </a:lnTo>
                  <a:lnTo>
                    <a:pt x="4558576" y="584171"/>
                  </a:lnTo>
                  <a:lnTo>
                    <a:pt x="4641459" y="569852"/>
                  </a:lnTo>
                  <a:lnTo>
                    <a:pt x="4724342" y="553547"/>
                  </a:lnTo>
                  <a:lnTo>
                    <a:pt x="4807225" y="535166"/>
                  </a:lnTo>
                  <a:lnTo>
                    <a:pt x="4890108" y="514616"/>
                  </a:lnTo>
                  <a:lnTo>
                    <a:pt x="4972992" y="491804"/>
                  </a:lnTo>
                  <a:lnTo>
                    <a:pt x="5055875" y="466652"/>
                  </a:lnTo>
                  <a:lnTo>
                    <a:pt x="5138758" y="439099"/>
                  </a:lnTo>
                  <a:lnTo>
                    <a:pt x="5221641" y="409104"/>
                  </a:lnTo>
                  <a:lnTo>
                    <a:pt x="5304524" y="376648"/>
                  </a:lnTo>
                  <a:lnTo>
                    <a:pt x="5387408" y="341730"/>
                  </a:lnTo>
                  <a:lnTo>
                    <a:pt x="5470291" y="304364"/>
                  </a:lnTo>
                  <a:lnTo>
                    <a:pt x="5553174" y="264579"/>
                  </a:lnTo>
                  <a:lnTo>
                    <a:pt x="5636057" y="222411"/>
                  </a:lnTo>
                  <a:lnTo>
                    <a:pt x="5718940" y="177902"/>
                  </a:lnTo>
                  <a:lnTo>
                    <a:pt x="5801824" y="131099"/>
                  </a:lnTo>
                  <a:lnTo>
                    <a:pt x="5884707" y="82048"/>
                  </a:lnTo>
                  <a:lnTo>
                    <a:pt x="5967590" y="30799"/>
                  </a:lnTo>
                  <a:lnTo>
                    <a:pt x="6015395" y="0"/>
                  </a:lnTo>
                  <a:lnTo>
                    <a:pt x="6015395" y="559133"/>
                  </a:lnTo>
                  <a:lnTo>
                    <a:pt x="5967590" y="566368"/>
                  </a:lnTo>
                  <a:lnTo>
                    <a:pt x="5884707" y="578972"/>
                  </a:lnTo>
                  <a:lnTo>
                    <a:pt x="5801824" y="591632"/>
                  </a:lnTo>
                  <a:lnTo>
                    <a:pt x="5718940" y="604339"/>
                  </a:lnTo>
                  <a:lnTo>
                    <a:pt x="5636057" y="617087"/>
                  </a:lnTo>
                  <a:lnTo>
                    <a:pt x="5553174" y="629867"/>
                  </a:lnTo>
                  <a:lnTo>
                    <a:pt x="5470291" y="642665"/>
                  </a:lnTo>
                  <a:lnTo>
                    <a:pt x="5387408" y="655464"/>
                  </a:lnTo>
                  <a:lnTo>
                    <a:pt x="5304524" y="668237"/>
                  </a:lnTo>
                  <a:lnTo>
                    <a:pt x="5221641" y="680942"/>
                  </a:lnTo>
                  <a:lnTo>
                    <a:pt x="5138758" y="693524"/>
                  </a:lnTo>
                  <a:lnTo>
                    <a:pt x="5055875" y="705910"/>
                  </a:lnTo>
                  <a:lnTo>
                    <a:pt x="4972992" y="718002"/>
                  </a:lnTo>
                  <a:lnTo>
                    <a:pt x="4890108" y="729685"/>
                  </a:lnTo>
                  <a:lnTo>
                    <a:pt x="4807225" y="740824"/>
                  </a:lnTo>
                  <a:lnTo>
                    <a:pt x="4724342" y="751275"/>
                  </a:lnTo>
                  <a:lnTo>
                    <a:pt x="4641459" y="760886"/>
                  </a:lnTo>
                  <a:lnTo>
                    <a:pt x="4558576" y="769514"/>
                  </a:lnTo>
                  <a:lnTo>
                    <a:pt x="4475692" y="777028"/>
                  </a:lnTo>
                  <a:lnTo>
                    <a:pt x="4392809" y="783321"/>
                  </a:lnTo>
                  <a:lnTo>
                    <a:pt x="4309926" y="788318"/>
                  </a:lnTo>
                  <a:lnTo>
                    <a:pt x="4227043" y="791896"/>
                  </a:lnTo>
                  <a:lnTo>
                    <a:pt x="4144160" y="794338"/>
                  </a:lnTo>
                  <a:lnTo>
                    <a:pt x="4061276" y="796336"/>
                  </a:lnTo>
                  <a:lnTo>
                    <a:pt x="3978393" y="798553"/>
                  </a:lnTo>
                  <a:lnTo>
                    <a:pt x="3895510" y="801560"/>
                  </a:lnTo>
                  <a:lnTo>
                    <a:pt x="3812627" y="805792"/>
                  </a:lnTo>
                  <a:lnTo>
                    <a:pt x="3729744" y="811555"/>
                  </a:lnTo>
                  <a:lnTo>
                    <a:pt x="3646860" y="819143"/>
                  </a:lnTo>
                  <a:lnTo>
                    <a:pt x="3563977" y="828866"/>
                  </a:lnTo>
                  <a:lnTo>
                    <a:pt x="3481094" y="840732"/>
                  </a:lnTo>
                  <a:lnTo>
                    <a:pt x="3398211" y="854143"/>
                  </a:lnTo>
                  <a:lnTo>
                    <a:pt x="3315328" y="867680"/>
                  </a:lnTo>
                  <a:lnTo>
                    <a:pt x="3232444" y="882952"/>
                  </a:lnTo>
                  <a:lnTo>
                    <a:pt x="3149561" y="902630"/>
                  </a:lnTo>
                  <a:lnTo>
                    <a:pt x="3066678" y="923844"/>
                  </a:lnTo>
                  <a:lnTo>
                    <a:pt x="2983795" y="941864"/>
                  </a:lnTo>
                  <a:lnTo>
                    <a:pt x="2900912" y="958657"/>
                  </a:lnTo>
                  <a:lnTo>
                    <a:pt x="2818028" y="978277"/>
                  </a:lnTo>
                  <a:lnTo>
                    <a:pt x="2735145" y="998669"/>
                  </a:lnTo>
                  <a:lnTo>
                    <a:pt x="2652262" y="1016327"/>
                  </a:lnTo>
                  <a:lnTo>
                    <a:pt x="2569379" y="1029758"/>
                  </a:lnTo>
                  <a:lnTo>
                    <a:pt x="2486496" y="1043267"/>
                  </a:lnTo>
                  <a:lnTo>
                    <a:pt x="2403612" y="1056797"/>
                  </a:lnTo>
                  <a:lnTo>
                    <a:pt x="2320729" y="1069136"/>
                  </a:lnTo>
                  <a:lnTo>
                    <a:pt x="2237846" y="1078854"/>
                  </a:lnTo>
                  <a:lnTo>
                    <a:pt x="2154963" y="1087523"/>
                  </a:lnTo>
                  <a:lnTo>
                    <a:pt x="2072080" y="1095605"/>
                  </a:lnTo>
                  <a:lnTo>
                    <a:pt x="1989196" y="1103151"/>
                  </a:lnTo>
                  <a:lnTo>
                    <a:pt x="1906313" y="1110158"/>
                  </a:lnTo>
                  <a:lnTo>
                    <a:pt x="1823430" y="1116591"/>
                  </a:lnTo>
                  <a:lnTo>
                    <a:pt x="1740547" y="1122445"/>
                  </a:lnTo>
                  <a:lnTo>
                    <a:pt x="1657664" y="1128119"/>
                  </a:lnTo>
                  <a:lnTo>
                    <a:pt x="1574780" y="1133913"/>
                  </a:lnTo>
                  <a:lnTo>
                    <a:pt x="1491897" y="1140015"/>
                  </a:lnTo>
                  <a:lnTo>
                    <a:pt x="1409014" y="1146597"/>
                  </a:lnTo>
                  <a:lnTo>
                    <a:pt x="1326131" y="1153804"/>
                  </a:lnTo>
                  <a:lnTo>
                    <a:pt x="1243248" y="1161742"/>
                  </a:lnTo>
                  <a:lnTo>
                    <a:pt x="1160364" y="1170471"/>
                  </a:lnTo>
                  <a:lnTo>
                    <a:pt x="1077481" y="1180017"/>
                  </a:lnTo>
                  <a:lnTo>
                    <a:pt x="994598" y="1190374"/>
                  </a:lnTo>
                  <a:lnTo>
                    <a:pt x="911715" y="1201520"/>
                  </a:lnTo>
                  <a:lnTo>
                    <a:pt x="828832" y="1213416"/>
                  </a:lnTo>
                  <a:lnTo>
                    <a:pt x="745948" y="1226023"/>
                  </a:lnTo>
                  <a:lnTo>
                    <a:pt x="663065" y="1239296"/>
                  </a:lnTo>
                  <a:lnTo>
                    <a:pt x="580182" y="1253193"/>
                  </a:lnTo>
                  <a:lnTo>
                    <a:pt x="556001" y="12574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121042"/>
              <a:ext cx="6015395" cy="958583"/>
            </a:xfrm>
            <a:custGeom>
              <a:avLst/>
              <a:pathLst>
                <a:path w="6015395" h="958583">
                  <a:moveTo>
                    <a:pt x="0" y="531441"/>
                  </a:moveTo>
                  <a:lnTo>
                    <a:pt x="82883" y="573083"/>
                  </a:lnTo>
                  <a:lnTo>
                    <a:pt x="165766" y="612699"/>
                  </a:lnTo>
                  <a:lnTo>
                    <a:pt x="248649" y="650275"/>
                  </a:lnTo>
                  <a:lnTo>
                    <a:pt x="331532" y="685795"/>
                  </a:lnTo>
                  <a:lnTo>
                    <a:pt x="414416" y="719239"/>
                  </a:lnTo>
                  <a:lnTo>
                    <a:pt x="497299" y="750588"/>
                  </a:lnTo>
                  <a:lnTo>
                    <a:pt x="580182" y="779816"/>
                  </a:lnTo>
                  <a:lnTo>
                    <a:pt x="663065" y="806898"/>
                  </a:lnTo>
                  <a:lnTo>
                    <a:pt x="745948" y="831805"/>
                  </a:lnTo>
                  <a:lnTo>
                    <a:pt x="828832" y="854506"/>
                  </a:lnTo>
                  <a:lnTo>
                    <a:pt x="911715" y="874969"/>
                  </a:lnTo>
                  <a:lnTo>
                    <a:pt x="994598" y="893163"/>
                  </a:lnTo>
                  <a:lnTo>
                    <a:pt x="1077481" y="909065"/>
                  </a:lnTo>
                  <a:lnTo>
                    <a:pt x="1160364" y="922660"/>
                  </a:lnTo>
                  <a:lnTo>
                    <a:pt x="1243248" y="933957"/>
                  </a:lnTo>
                  <a:lnTo>
                    <a:pt x="1326131" y="942991"/>
                  </a:lnTo>
                  <a:lnTo>
                    <a:pt x="1409014" y="949836"/>
                  </a:lnTo>
                  <a:lnTo>
                    <a:pt x="1491897" y="954607"/>
                  </a:lnTo>
                  <a:lnTo>
                    <a:pt x="1574780" y="957461"/>
                  </a:lnTo>
                  <a:lnTo>
                    <a:pt x="1657664" y="958583"/>
                  </a:lnTo>
                  <a:lnTo>
                    <a:pt x="1740547" y="958170"/>
                  </a:lnTo>
                  <a:lnTo>
                    <a:pt x="1823430" y="956406"/>
                  </a:lnTo>
                  <a:lnTo>
                    <a:pt x="1906313" y="953399"/>
                  </a:lnTo>
                  <a:lnTo>
                    <a:pt x="1989196" y="949175"/>
                  </a:lnTo>
                  <a:lnTo>
                    <a:pt x="2072080" y="943744"/>
                  </a:lnTo>
                  <a:lnTo>
                    <a:pt x="2154963" y="937146"/>
                  </a:lnTo>
                  <a:lnTo>
                    <a:pt x="2237846" y="929481"/>
                  </a:lnTo>
                  <a:lnTo>
                    <a:pt x="2320729" y="920771"/>
                  </a:lnTo>
                  <a:lnTo>
                    <a:pt x="2403612" y="910224"/>
                  </a:lnTo>
                  <a:lnTo>
                    <a:pt x="2486496" y="897676"/>
                  </a:lnTo>
                  <a:lnTo>
                    <a:pt x="2569379" y="883819"/>
                  </a:lnTo>
                  <a:lnTo>
                    <a:pt x="2652262" y="870161"/>
                  </a:lnTo>
                  <a:lnTo>
                    <a:pt x="2735145" y="853928"/>
                  </a:lnTo>
                  <a:lnTo>
                    <a:pt x="2818028" y="834383"/>
                  </a:lnTo>
                  <a:lnTo>
                    <a:pt x="2900912" y="813781"/>
                  </a:lnTo>
                  <a:lnTo>
                    <a:pt x="2983795" y="795833"/>
                  </a:lnTo>
                  <a:lnTo>
                    <a:pt x="3066678" y="778397"/>
                  </a:lnTo>
                  <a:lnTo>
                    <a:pt x="3149561" y="757038"/>
                  </a:lnTo>
                  <a:lnTo>
                    <a:pt x="3232444" y="735218"/>
                  </a:lnTo>
                  <a:lnTo>
                    <a:pt x="3315328" y="718226"/>
                  </a:lnTo>
                  <a:lnTo>
                    <a:pt x="3398211" y="704780"/>
                  </a:lnTo>
                  <a:lnTo>
                    <a:pt x="3481094" y="690987"/>
                  </a:lnTo>
                  <a:lnTo>
                    <a:pt x="3563977" y="677282"/>
                  </a:lnTo>
                  <a:lnTo>
                    <a:pt x="3646860" y="664923"/>
                  </a:lnTo>
                  <a:lnTo>
                    <a:pt x="3729744" y="655719"/>
                  </a:lnTo>
                  <a:lnTo>
                    <a:pt x="3812627" y="649161"/>
                  </a:lnTo>
                  <a:lnTo>
                    <a:pt x="3895510" y="643830"/>
                  </a:lnTo>
                  <a:lnTo>
                    <a:pt x="3978393" y="639039"/>
                  </a:lnTo>
                  <a:lnTo>
                    <a:pt x="4061276" y="634228"/>
                  </a:lnTo>
                  <a:lnTo>
                    <a:pt x="4144160" y="628974"/>
                  </a:lnTo>
                  <a:lnTo>
                    <a:pt x="4227043" y="622946"/>
                  </a:lnTo>
                  <a:lnTo>
                    <a:pt x="4309926" y="615842"/>
                  </a:lnTo>
                  <a:lnTo>
                    <a:pt x="4392809" y="607130"/>
                  </a:lnTo>
                  <a:lnTo>
                    <a:pt x="4475692" y="596580"/>
                  </a:lnTo>
                  <a:lnTo>
                    <a:pt x="4558576" y="584171"/>
                  </a:lnTo>
                  <a:lnTo>
                    <a:pt x="4641459" y="569852"/>
                  </a:lnTo>
                  <a:lnTo>
                    <a:pt x="4724342" y="553547"/>
                  </a:lnTo>
                  <a:lnTo>
                    <a:pt x="4807225" y="535166"/>
                  </a:lnTo>
                  <a:lnTo>
                    <a:pt x="4890108" y="514616"/>
                  </a:lnTo>
                  <a:lnTo>
                    <a:pt x="4972992" y="491804"/>
                  </a:lnTo>
                  <a:lnTo>
                    <a:pt x="5055875" y="466652"/>
                  </a:lnTo>
                  <a:lnTo>
                    <a:pt x="5138758" y="439099"/>
                  </a:lnTo>
                  <a:lnTo>
                    <a:pt x="5221641" y="409104"/>
                  </a:lnTo>
                  <a:lnTo>
                    <a:pt x="5304524" y="376648"/>
                  </a:lnTo>
                  <a:lnTo>
                    <a:pt x="5387408" y="341730"/>
                  </a:lnTo>
                  <a:lnTo>
                    <a:pt x="5470291" y="304364"/>
                  </a:lnTo>
                  <a:lnTo>
                    <a:pt x="5553174" y="264579"/>
                  </a:lnTo>
                  <a:lnTo>
                    <a:pt x="5636057" y="222411"/>
                  </a:lnTo>
                  <a:lnTo>
                    <a:pt x="5718940" y="177902"/>
                  </a:lnTo>
                  <a:lnTo>
                    <a:pt x="5801824" y="131099"/>
                  </a:lnTo>
                  <a:lnTo>
                    <a:pt x="5884707" y="82048"/>
                  </a:lnTo>
                  <a:lnTo>
                    <a:pt x="5967590" y="30799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8466" y="4680175"/>
              <a:ext cx="5459394" cy="698284"/>
            </a:xfrm>
            <a:custGeom>
              <a:avLst/>
              <a:pathLst>
                <a:path w="5459394" h="698284">
                  <a:moveTo>
                    <a:pt x="5459394" y="0"/>
                  </a:moveTo>
                  <a:lnTo>
                    <a:pt x="5411589" y="7234"/>
                  </a:lnTo>
                  <a:lnTo>
                    <a:pt x="5328705" y="19839"/>
                  </a:lnTo>
                  <a:lnTo>
                    <a:pt x="5245822" y="32498"/>
                  </a:lnTo>
                  <a:lnTo>
                    <a:pt x="5162939" y="45205"/>
                  </a:lnTo>
                  <a:lnTo>
                    <a:pt x="5080056" y="57953"/>
                  </a:lnTo>
                  <a:lnTo>
                    <a:pt x="4997173" y="70733"/>
                  </a:lnTo>
                  <a:lnTo>
                    <a:pt x="4914289" y="83532"/>
                  </a:lnTo>
                  <a:lnTo>
                    <a:pt x="4831406" y="96331"/>
                  </a:lnTo>
                  <a:lnTo>
                    <a:pt x="4748523" y="109103"/>
                  </a:lnTo>
                  <a:lnTo>
                    <a:pt x="4665640" y="121808"/>
                  </a:lnTo>
                  <a:lnTo>
                    <a:pt x="4582757" y="134391"/>
                  </a:lnTo>
                  <a:lnTo>
                    <a:pt x="4499873" y="146776"/>
                  </a:lnTo>
                  <a:lnTo>
                    <a:pt x="4416990" y="158868"/>
                  </a:lnTo>
                  <a:lnTo>
                    <a:pt x="4334107" y="170551"/>
                  </a:lnTo>
                  <a:lnTo>
                    <a:pt x="4251224" y="181691"/>
                  </a:lnTo>
                  <a:lnTo>
                    <a:pt x="4168341" y="192141"/>
                  </a:lnTo>
                  <a:lnTo>
                    <a:pt x="4085457" y="201753"/>
                  </a:lnTo>
                  <a:lnTo>
                    <a:pt x="4002574" y="210381"/>
                  </a:lnTo>
                  <a:lnTo>
                    <a:pt x="3919691" y="217895"/>
                  </a:lnTo>
                  <a:lnTo>
                    <a:pt x="3836808" y="224188"/>
                  </a:lnTo>
                  <a:lnTo>
                    <a:pt x="3753925" y="229184"/>
                  </a:lnTo>
                  <a:lnTo>
                    <a:pt x="3671041" y="232763"/>
                  </a:lnTo>
                  <a:lnTo>
                    <a:pt x="3588158" y="235205"/>
                  </a:lnTo>
                  <a:lnTo>
                    <a:pt x="3505275" y="237202"/>
                  </a:lnTo>
                  <a:lnTo>
                    <a:pt x="3422392" y="239420"/>
                  </a:lnTo>
                  <a:lnTo>
                    <a:pt x="3339509" y="242426"/>
                  </a:lnTo>
                  <a:lnTo>
                    <a:pt x="3256625" y="246659"/>
                  </a:lnTo>
                  <a:lnTo>
                    <a:pt x="3173742" y="252422"/>
                  </a:lnTo>
                  <a:lnTo>
                    <a:pt x="3090859" y="260009"/>
                  </a:lnTo>
                  <a:lnTo>
                    <a:pt x="3007976" y="269732"/>
                  </a:lnTo>
                  <a:lnTo>
                    <a:pt x="2925093" y="281598"/>
                  </a:lnTo>
                  <a:lnTo>
                    <a:pt x="2842209" y="295009"/>
                  </a:lnTo>
                  <a:lnTo>
                    <a:pt x="2759326" y="308546"/>
                  </a:lnTo>
                  <a:lnTo>
                    <a:pt x="2676443" y="323818"/>
                  </a:lnTo>
                  <a:lnTo>
                    <a:pt x="2593560" y="343496"/>
                  </a:lnTo>
                  <a:lnTo>
                    <a:pt x="2510677" y="364710"/>
                  </a:lnTo>
                  <a:lnTo>
                    <a:pt x="2427793" y="382730"/>
                  </a:lnTo>
                  <a:lnTo>
                    <a:pt x="2344910" y="399524"/>
                  </a:lnTo>
                  <a:lnTo>
                    <a:pt x="2262027" y="419143"/>
                  </a:lnTo>
                  <a:lnTo>
                    <a:pt x="2179144" y="439535"/>
                  </a:lnTo>
                  <a:lnTo>
                    <a:pt x="2096261" y="457194"/>
                  </a:lnTo>
                  <a:lnTo>
                    <a:pt x="2013377" y="470625"/>
                  </a:lnTo>
                  <a:lnTo>
                    <a:pt x="1930494" y="484133"/>
                  </a:lnTo>
                  <a:lnTo>
                    <a:pt x="1847611" y="497663"/>
                  </a:lnTo>
                  <a:lnTo>
                    <a:pt x="1764728" y="510003"/>
                  </a:lnTo>
                  <a:lnTo>
                    <a:pt x="1681845" y="519721"/>
                  </a:lnTo>
                  <a:lnTo>
                    <a:pt x="1598961" y="528390"/>
                  </a:lnTo>
                  <a:lnTo>
                    <a:pt x="1516078" y="536471"/>
                  </a:lnTo>
                  <a:lnTo>
                    <a:pt x="1433195" y="544018"/>
                  </a:lnTo>
                  <a:lnTo>
                    <a:pt x="1350312" y="551025"/>
                  </a:lnTo>
                  <a:lnTo>
                    <a:pt x="1267429" y="557457"/>
                  </a:lnTo>
                  <a:lnTo>
                    <a:pt x="1184545" y="563312"/>
                  </a:lnTo>
                  <a:lnTo>
                    <a:pt x="1101662" y="568985"/>
                  </a:lnTo>
                  <a:lnTo>
                    <a:pt x="1018779" y="574780"/>
                  </a:lnTo>
                  <a:lnTo>
                    <a:pt x="935896" y="580881"/>
                  </a:lnTo>
                  <a:lnTo>
                    <a:pt x="853013" y="587463"/>
                  </a:lnTo>
                  <a:lnTo>
                    <a:pt x="770129" y="594671"/>
                  </a:lnTo>
                  <a:lnTo>
                    <a:pt x="687246" y="602608"/>
                  </a:lnTo>
                  <a:lnTo>
                    <a:pt x="604363" y="611337"/>
                  </a:lnTo>
                  <a:lnTo>
                    <a:pt x="521480" y="620883"/>
                  </a:lnTo>
                  <a:lnTo>
                    <a:pt x="438597" y="631241"/>
                  </a:lnTo>
                  <a:lnTo>
                    <a:pt x="355713" y="642386"/>
                  </a:lnTo>
                  <a:lnTo>
                    <a:pt x="272830" y="654283"/>
                  </a:lnTo>
                  <a:lnTo>
                    <a:pt x="189947" y="666889"/>
                  </a:lnTo>
                  <a:lnTo>
                    <a:pt x="107064" y="680162"/>
                  </a:lnTo>
                  <a:lnTo>
                    <a:pt x="24181" y="694059"/>
                  </a:lnTo>
                  <a:lnTo>
                    <a:pt x="0" y="698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400608"/>
              <a:ext cx="6015395" cy="768831"/>
            </a:xfrm>
            <a:custGeom>
              <a:avLst/>
              <a:pathLst>
                <a:path w="6015395" h="768831">
                  <a:moveTo>
                    <a:pt x="0" y="668590"/>
                  </a:moveTo>
                  <a:lnTo>
                    <a:pt x="82883" y="680773"/>
                  </a:lnTo>
                  <a:lnTo>
                    <a:pt x="165766" y="692139"/>
                  </a:lnTo>
                  <a:lnTo>
                    <a:pt x="248649" y="702696"/>
                  </a:lnTo>
                  <a:lnTo>
                    <a:pt x="331532" y="712449"/>
                  </a:lnTo>
                  <a:lnTo>
                    <a:pt x="414416" y="721402"/>
                  </a:lnTo>
                  <a:lnTo>
                    <a:pt x="497299" y="729564"/>
                  </a:lnTo>
                  <a:lnTo>
                    <a:pt x="580182" y="736938"/>
                  </a:lnTo>
                  <a:lnTo>
                    <a:pt x="663065" y="743530"/>
                  </a:lnTo>
                  <a:lnTo>
                    <a:pt x="745948" y="749347"/>
                  </a:lnTo>
                  <a:lnTo>
                    <a:pt x="828832" y="754394"/>
                  </a:lnTo>
                  <a:lnTo>
                    <a:pt x="911715" y="758677"/>
                  </a:lnTo>
                  <a:lnTo>
                    <a:pt x="994598" y="762202"/>
                  </a:lnTo>
                  <a:lnTo>
                    <a:pt x="1077481" y="764974"/>
                  </a:lnTo>
                  <a:lnTo>
                    <a:pt x="1160364" y="766999"/>
                  </a:lnTo>
                  <a:lnTo>
                    <a:pt x="1243248" y="768283"/>
                  </a:lnTo>
                  <a:lnTo>
                    <a:pt x="1326131" y="768831"/>
                  </a:lnTo>
                  <a:lnTo>
                    <a:pt x="1409014" y="768649"/>
                  </a:lnTo>
                  <a:lnTo>
                    <a:pt x="1491897" y="767744"/>
                  </a:lnTo>
                  <a:lnTo>
                    <a:pt x="1574780" y="766120"/>
                  </a:lnTo>
                  <a:lnTo>
                    <a:pt x="1657664" y="763784"/>
                  </a:lnTo>
                  <a:lnTo>
                    <a:pt x="1740547" y="760741"/>
                  </a:lnTo>
                  <a:lnTo>
                    <a:pt x="1823430" y="756932"/>
                  </a:lnTo>
                  <a:lnTo>
                    <a:pt x="1906313" y="752212"/>
                  </a:lnTo>
                  <a:lnTo>
                    <a:pt x="1989196" y="746596"/>
                  </a:lnTo>
                  <a:lnTo>
                    <a:pt x="2072080" y="740108"/>
                  </a:lnTo>
                  <a:lnTo>
                    <a:pt x="2154963" y="732768"/>
                  </a:lnTo>
                  <a:lnTo>
                    <a:pt x="2237846" y="724601"/>
                  </a:lnTo>
                  <a:lnTo>
                    <a:pt x="2320729" y="715387"/>
                  </a:lnTo>
                  <a:lnTo>
                    <a:pt x="2403612" y="703943"/>
                  </a:lnTo>
                  <a:lnTo>
                    <a:pt x="2486496" y="690905"/>
                  </a:lnTo>
                  <a:lnTo>
                    <a:pt x="2569379" y="677222"/>
                  </a:lnTo>
                  <a:lnTo>
                    <a:pt x="2652262" y="663677"/>
                  </a:lnTo>
                  <a:lnTo>
                    <a:pt x="2735145" y="646732"/>
                  </a:lnTo>
                  <a:lnTo>
                    <a:pt x="2818028" y="626763"/>
                  </a:lnTo>
                  <a:lnTo>
                    <a:pt x="2900912" y="606652"/>
                  </a:lnTo>
                  <a:lnTo>
                    <a:pt x="2983795" y="589282"/>
                  </a:lnTo>
                  <a:lnTo>
                    <a:pt x="3066678" y="571554"/>
                  </a:lnTo>
                  <a:lnTo>
                    <a:pt x="3149561" y="550267"/>
                  </a:lnTo>
                  <a:lnTo>
                    <a:pt x="3232444" y="529518"/>
                  </a:lnTo>
                  <a:lnTo>
                    <a:pt x="3315328" y="513386"/>
                  </a:lnTo>
                  <a:lnTo>
                    <a:pt x="3398211" y="499895"/>
                  </a:lnTo>
                  <a:lnTo>
                    <a:pt x="3481094" y="486293"/>
                  </a:lnTo>
                  <a:lnTo>
                    <a:pt x="3563977" y="473507"/>
                  </a:lnTo>
                  <a:lnTo>
                    <a:pt x="3646860" y="462466"/>
                  </a:lnTo>
                  <a:lnTo>
                    <a:pt x="3729744" y="454071"/>
                  </a:lnTo>
                  <a:lnTo>
                    <a:pt x="3812627" y="447910"/>
                  </a:lnTo>
                  <a:lnTo>
                    <a:pt x="3895510" y="443128"/>
                  </a:lnTo>
                  <a:lnTo>
                    <a:pt x="3978393" y="439229"/>
                  </a:lnTo>
                  <a:lnTo>
                    <a:pt x="4061276" y="435715"/>
                  </a:lnTo>
                  <a:lnTo>
                    <a:pt x="4144160" y="432089"/>
                  </a:lnTo>
                  <a:lnTo>
                    <a:pt x="4227043" y="427855"/>
                  </a:lnTo>
                  <a:lnTo>
                    <a:pt x="4309926" y="422513"/>
                  </a:lnTo>
                  <a:lnTo>
                    <a:pt x="4392809" y="415659"/>
                  </a:lnTo>
                  <a:lnTo>
                    <a:pt x="4475692" y="407237"/>
                  </a:lnTo>
                  <a:lnTo>
                    <a:pt x="4558576" y="397276"/>
                  </a:lnTo>
                  <a:lnTo>
                    <a:pt x="4641459" y="385802"/>
                  </a:lnTo>
                  <a:lnTo>
                    <a:pt x="4724342" y="372844"/>
                  </a:lnTo>
                  <a:lnTo>
                    <a:pt x="4807225" y="358429"/>
                  </a:lnTo>
                  <a:lnTo>
                    <a:pt x="4890108" y="342583"/>
                  </a:lnTo>
                  <a:lnTo>
                    <a:pt x="4972992" y="325336"/>
                  </a:lnTo>
                  <a:lnTo>
                    <a:pt x="5055875" y="306714"/>
                  </a:lnTo>
                  <a:lnTo>
                    <a:pt x="5138758" y="286745"/>
                  </a:lnTo>
                  <a:lnTo>
                    <a:pt x="5221641" y="265456"/>
                  </a:lnTo>
                  <a:lnTo>
                    <a:pt x="5304524" y="242876"/>
                  </a:lnTo>
                  <a:lnTo>
                    <a:pt x="5387408" y="219030"/>
                  </a:lnTo>
                  <a:lnTo>
                    <a:pt x="5470291" y="193948"/>
                  </a:lnTo>
                  <a:lnTo>
                    <a:pt x="5553174" y="167656"/>
                  </a:lnTo>
                  <a:lnTo>
                    <a:pt x="5636057" y="140182"/>
                  </a:lnTo>
                  <a:lnTo>
                    <a:pt x="5718940" y="111554"/>
                  </a:lnTo>
                  <a:lnTo>
                    <a:pt x="5801824" y="81798"/>
                  </a:lnTo>
                  <a:lnTo>
                    <a:pt x="5884707" y="50943"/>
                  </a:lnTo>
                  <a:lnTo>
                    <a:pt x="5967590" y="19017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557145"/>
              <a:ext cx="6015395" cy="1821314"/>
            </a:xfrm>
            <a:custGeom>
              <a:avLst/>
              <a:pathLst>
                <a:path w="6015395" h="1821314">
                  <a:moveTo>
                    <a:pt x="0" y="1002758"/>
                  </a:moveTo>
                  <a:lnTo>
                    <a:pt x="82883" y="1051633"/>
                  </a:lnTo>
                  <a:lnTo>
                    <a:pt x="165766" y="1097907"/>
                  </a:lnTo>
                  <a:lnTo>
                    <a:pt x="248649" y="1141556"/>
                  </a:lnTo>
                  <a:lnTo>
                    <a:pt x="331532" y="1182553"/>
                  </a:lnTo>
                  <a:lnTo>
                    <a:pt x="414416" y="1220868"/>
                  </a:lnTo>
                  <a:lnTo>
                    <a:pt x="497299" y="1256467"/>
                  </a:lnTo>
                  <a:lnTo>
                    <a:pt x="580182" y="1289314"/>
                  </a:lnTo>
                  <a:lnTo>
                    <a:pt x="663065" y="1319370"/>
                  </a:lnTo>
                  <a:lnTo>
                    <a:pt x="745948" y="1346590"/>
                  </a:lnTo>
                  <a:lnTo>
                    <a:pt x="828832" y="1370928"/>
                  </a:lnTo>
                  <a:lnTo>
                    <a:pt x="911715" y="1392338"/>
                  </a:lnTo>
                  <a:lnTo>
                    <a:pt x="994598" y="1410773"/>
                  </a:lnTo>
                  <a:lnTo>
                    <a:pt x="1077481" y="1426196"/>
                  </a:lnTo>
                  <a:lnTo>
                    <a:pt x="1160364" y="1438585"/>
                  </a:lnTo>
                  <a:lnTo>
                    <a:pt x="1243248" y="1447944"/>
                  </a:lnTo>
                  <a:lnTo>
                    <a:pt x="1326131" y="1454312"/>
                  </a:lnTo>
                  <a:lnTo>
                    <a:pt x="1409014" y="1457780"/>
                  </a:lnTo>
                  <a:lnTo>
                    <a:pt x="1491897" y="1458493"/>
                  </a:lnTo>
                  <a:lnTo>
                    <a:pt x="1574780" y="1456649"/>
                  </a:lnTo>
                  <a:lnTo>
                    <a:pt x="1657664" y="1452484"/>
                  </a:lnTo>
                  <a:lnTo>
                    <a:pt x="1740547" y="1446248"/>
                  </a:lnTo>
                  <a:lnTo>
                    <a:pt x="1823430" y="1438085"/>
                  </a:lnTo>
                  <a:lnTo>
                    <a:pt x="1906313" y="1428001"/>
                  </a:lnTo>
                  <a:lnTo>
                    <a:pt x="1989196" y="1416194"/>
                  </a:lnTo>
                  <a:lnTo>
                    <a:pt x="2072080" y="1402856"/>
                  </a:lnTo>
                  <a:lnTo>
                    <a:pt x="2154963" y="1388217"/>
                  </a:lnTo>
                  <a:lnTo>
                    <a:pt x="2237846" y="1372580"/>
                  </a:lnTo>
                  <a:lnTo>
                    <a:pt x="2320729" y="1355937"/>
                  </a:lnTo>
                  <a:lnTo>
                    <a:pt x="2403612" y="1336252"/>
                  </a:lnTo>
                  <a:lnTo>
                    <a:pt x="2486496" y="1313810"/>
                  </a:lnTo>
                  <a:lnTo>
                    <a:pt x="2569379" y="1290283"/>
                  </a:lnTo>
                  <a:lnTo>
                    <a:pt x="2652262" y="1268404"/>
                  </a:lnTo>
                  <a:lnTo>
                    <a:pt x="2735145" y="1244780"/>
                  </a:lnTo>
                  <a:lnTo>
                    <a:pt x="2818028" y="1217885"/>
                  </a:lnTo>
                  <a:lnTo>
                    <a:pt x="2900912" y="1190050"/>
                  </a:lnTo>
                  <a:lnTo>
                    <a:pt x="2983795" y="1165494"/>
                  </a:lnTo>
                  <a:lnTo>
                    <a:pt x="3066678" y="1144001"/>
                  </a:lnTo>
                  <a:lnTo>
                    <a:pt x="3149561" y="1120820"/>
                  </a:lnTo>
                  <a:lnTo>
                    <a:pt x="3232444" y="1096724"/>
                  </a:lnTo>
                  <a:lnTo>
                    <a:pt x="3315328" y="1074882"/>
                  </a:lnTo>
                  <a:lnTo>
                    <a:pt x="3398211" y="1056129"/>
                  </a:lnTo>
                  <a:lnTo>
                    <a:pt x="3481094" y="1037809"/>
                  </a:lnTo>
                  <a:lnTo>
                    <a:pt x="3563977" y="1018766"/>
                  </a:lnTo>
                  <a:lnTo>
                    <a:pt x="3646860" y="998916"/>
                  </a:lnTo>
                  <a:lnTo>
                    <a:pt x="3729744" y="978961"/>
                  </a:lnTo>
                  <a:lnTo>
                    <a:pt x="3812627" y="959542"/>
                  </a:lnTo>
                  <a:lnTo>
                    <a:pt x="3895510" y="940256"/>
                  </a:lnTo>
                  <a:lnTo>
                    <a:pt x="3978393" y="920577"/>
                  </a:lnTo>
                  <a:lnTo>
                    <a:pt x="4061276" y="900150"/>
                  </a:lnTo>
                  <a:lnTo>
                    <a:pt x="4144160" y="878791"/>
                  </a:lnTo>
                  <a:lnTo>
                    <a:pt x="4227043" y="856442"/>
                  </a:lnTo>
                  <a:lnTo>
                    <a:pt x="4309926" y="833085"/>
                  </a:lnTo>
                  <a:lnTo>
                    <a:pt x="4392809" y="808714"/>
                  </a:lnTo>
                  <a:lnTo>
                    <a:pt x="4475692" y="783327"/>
                  </a:lnTo>
                  <a:lnTo>
                    <a:pt x="4558576" y="756867"/>
                  </a:lnTo>
                  <a:lnTo>
                    <a:pt x="4641459" y="729232"/>
                  </a:lnTo>
                  <a:lnTo>
                    <a:pt x="4724342" y="700291"/>
                  </a:lnTo>
                  <a:lnTo>
                    <a:pt x="4807225" y="669895"/>
                  </a:lnTo>
                  <a:lnTo>
                    <a:pt x="4890108" y="637888"/>
                  </a:lnTo>
                  <a:lnTo>
                    <a:pt x="4972992" y="604119"/>
                  </a:lnTo>
                  <a:lnTo>
                    <a:pt x="5055875" y="568452"/>
                  </a:lnTo>
                  <a:lnTo>
                    <a:pt x="5138758" y="530775"/>
                  </a:lnTo>
                  <a:lnTo>
                    <a:pt x="5221641" y="491001"/>
                  </a:lnTo>
                  <a:lnTo>
                    <a:pt x="5304524" y="449074"/>
                  </a:lnTo>
                  <a:lnTo>
                    <a:pt x="5387408" y="404958"/>
                  </a:lnTo>
                  <a:lnTo>
                    <a:pt x="5470291" y="358641"/>
                  </a:lnTo>
                  <a:lnTo>
                    <a:pt x="5553174" y="310126"/>
                  </a:lnTo>
                  <a:lnTo>
                    <a:pt x="5636057" y="259428"/>
                  </a:lnTo>
                  <a:lnTo>
                    <a:pt x="5718940" y="206569"/>
                  </a:lnTo>
                  <a:lnTo>
                    <a:pt x="5801824" y="151576"/>
                  </a:lnTo>
                  <a:lnTo>
                    <a:pt x="5884707" y="94478"/>
                  </a:lnTo>
                  <a:lnTo>
                    <a:pt x="5967590" y="35307"/>
                  </a:lnTo>
                  <a:lnTo>
                    <a:pt x="6015395" y="0"/>
                  </a:lnTo>
                  <a:lnTo>
                    <a:pt x="6015395" y="728134"/>
                  </a:lnTo>
                  <a:lnTo>
                    <a:pt x="5967590" y="732754"/>
                  </a:lnTo>
                  <a:lnTo>
                    <a:pt x="5884707" y="741600"/>
                  </a:lnTo>
                  <a:lnTo>
                    <a:pt x="5801824" y="751307"/>
                  </a:lnTo>
                  <a:lnTo>
                    <a:pt x="5718940" y="761898"/>
                  </a:lnTo>
                  <a:lnTo>
                    <a:pt x="5636057" y="773396"/>
                  </a:lnTo>
                  <a:lnTo>
                    <a:pt x="5553174" y="785823"/>
                  </a:lnTo>
                  <a:lnTo>
                    <a:pt x="5470291" y="799195"/>
                  </a:lnTo>
                  <a:lnTo>
                    <a:pt x="5387408" y="813520"/>
                  </a:lnTo>
                  <a:lnTo>
                    <a:pt x="5304524" y="828796"/>
                  </a:lnTo>
                  <a:lnTo>
                    <a:pt x="5221641" y="845003"/>
                  </a:lnTo>
                  <a:lnTo>
                    <a:pt x="5138758" y="862101"/>
                  </a:lnTo>
                  <a:lnTo>
                    <a:pt x="5055875" y="880027"/>
                  </a:lnTo>
                  <a:lnTo>
                    <a:pt x="4972992" y="898687"/>
                  </a:lnTo>
                  <a:lnTo>
                    <a:pt x="4890108" y="917963"/>
                  </a:lnTo>
                  <a:lnTo>
                    <a:pt x="4807225" y="937715"/>
                  </a:lnTo>
                  <a:lnTo>
                    <a:pt x="4724342" y="957783"/>
                  </a:lnTo>
                  <a:lnTo>
                    <a:pt x="4641459" y="978008"/>
                  </a:lnTo>
                  <a:lnTo>
                    <a:pt x="4558576" y="998231"/>
                  </a:lnTo>
                  <a:lnTo>
                    <a:pt x="4475692" y="1018317"/>
                  </a:lnTo>
                  <a:lnTo>
                    <a:pt x="4392809" y="1038160"/>
                  </a:lnTo>
                  <a:lnTo>
                    <a:pt x="4309926" y="1057692"/>
                  </a:lnTo>
                  <a:lnTo>
                    <a:pt x="4227043" y="1076459"/>
                  </a:lnTo>
                  <a:lnTo>
                    <a:pt x="4144160" y="1094137"/>
                  </a:lnTo>
                  <a:lnTo>
                    <a:pt x="4061276" y="1111255"/>
                  </a:lnTo>
                  <a:lnTo>
                    <a:pt x="3978393" y="1128306"/>
                  </a:lnTo>
                  <a:lnTo>
                    <a:pt x="3895510" y="1145661"/>
                  </a:lnTo>
                  <a:lnTo>
                    <a:pt x="3812627" y="1163517"/>
                  </a:lnTo>
                  <a:lnTo>
                    <a:pt x="3729744" y="1181899"/>
                  </a:lnTo>
                  <a:lnTo>
                    <a:pt x="3646860" y="1199749"/>
                  </a:lnTo>
                  <a:lnTo>
                    <a:pt x="3563977" y="1216166"/>
                  </a:lnTo>
                  <a:lnTo>
                    <a:pt x="3481094" y="1232815"/>
                  </a:lnTo>
                  <a:lnTo>
                    <a:pt x="3398211" y="1250638"/>
                  </a:lnTo>
                  <a:lnTo>
                    <a:pt x="3315328" y="1269509"/>
                  </a:lnTo>
                  <a:lnTo>
                    <a:pt x="3232444" y="1289111"/>
                  </a:lnTo>
                  <a:lnTo>
                    <a:pt x="3149561" y="1310418"/>
                  </a:lnTo>
                  <a:lnTo>
                    <a:pt x="3066678" y="1333410"/>
                  </a:lnTo>
                  <a:lnTo>
                    <a:pt x="2983795" y="1355664"/>
                  </a:lnTo>
                  <a:lnTo>
                    <a:pt x="2900912" y="1378715"/>
                  </a:lnTo>
                  <a:lnTo>
                    <a:pt x="2818028" y="1405272"/>
                  </a:lnTo>
                  <a:lnTo>
                    <a:pt x="2735145" y="1433269"/>
                  </a:lnTo>
                  <a:lnTo>
                    <a:pt x="2652262" y="1458750"/>
                  </a:lnTo>
                  <a:lnTo>
                    <a:pt x="2569379" y="1480334"/>
                  </a:lnTo>
                  <a:lnTo>
                    <a:pt x="2486496" y="1503406"/>
                  </a:lnTo>
                  <a:lnTo>
                    <a:pt x="2403612" y="1527127"/>
                  </a:lnTo>
                  <a:lnTo>
                    <a:pt x="2320729" y="1549146"/>
                  </a:lnTo>
                  <a:lnTo>
                    <a:pt x="2237846" y="1567102"/>
                  </a:lnTo>
                  <a:lnTo>
                    <a:pt x="2154963" y="1584045"/>
                  </a:lnTo>
                  <a:lnTo>
                    <a:pt x="2072080" y="1600618"/>
                  </a:lnTo>
                  <a:lnTo>
                    <a:pt x="1989196" y="1616711"/>
                  </a:lnTo>
                  <a:lnTo>
                    <a:pt x="1906313" y="1632141"/>
                  </a:lnTo>
                  <a:lnTo>
                    <a:pt x="1823430" y="1646686"/>
                  </a:lnTo>
                  <a:lnTo>
                    <a:pt x="1740547" y="1660176"/>
                  </a:lnTo>
                  <a:lnTo>
                    <a:pt x="1657664" y="1673263"/>
                  </a:lnTo>
                  <a:lnTo>
                    <a:pt x="1574780" y="1686436"/>
                  </a:lnTo>
                  <a:lnTo>
                    <a:pt x="1491897" y="1699941"/>
                  </a:lnTo>
                  <a:lnTo>
                    <a:pt x="1409014" y="1714013"/>
                  </a:lnTo>
                  <a:lnTo>
                    <a:pt x="1326131" y="1728844"/>
                  </a:lnTo>
                  <a:lnTo>
                    <a:pt x="1243248" y="1744577"/>
                  </a:lnTo>
                  <a:lnTo>
                    <a:pt x="1160364" y="1761298"/>
                  </a:lnTo>
                  <a:lnTo>
                    <a:pt x="1077481" y="1779045"/>
                  </a:lnTo>
                  <a:lnTo>
                    <a:pt x="994598" y="1797818"/>
                  </a:lnTo>
                  <a:lnTo>
                    <a:pt x="911715" y="1817590"/>
                  </a:lnTo>
                  <a:lnTo>
                    <a:pt x="896827" y="1821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557145"/>
              <a:ext cx="6015395" cy="1458493"/>
            </a:xfrm>
            <a:custGeom>
              <a:avLst/>
              <a:pathLst>
                <a:path w="6015395" h="1458493">
                  <a:moveTo>
                    <a:pt x="0" y="1002758"/>
                  </a:moveTo>
                  <a:lnTo>
                    <a:pt x="82883" y="1051633"/>
                  </a:lnTo>
                  <a:lnTo>
                    <a:pt x="165766" y="1097907"/>
                  </a:lnTo>
                  <a:lnTo>
                    <a:pt x="248649" y="1141556"/>
                  </a:lnTo>
                  <a:lnTo>
                    <a:pt x="331532" y="1182553"/>
                  </a:lnTo>
                  <a:lnTo>
                    <a:pt x="414416" y="1220868"/>
                  </a:lnTo>
                  <a:lnTo>
                    <a:pt x="497299" y="1256467"/>
                  </a:lnTo>
                  <a:lnTo>
                    <a:pt x="580182" y="1289314"/>
                  </a:lnTo>
                  <a:lnTo>
                    <a:pt x="663065" y="1319370"/>
                  </a:lnTo>
                  <a:lnTo>
                    <a:pt x="745948" y="1346590"/>
                  </a:lnTo>
                  <a:lnTo>
                    <a:pt x="828832" y="1370928"/>
                  </a:lnTo>
                  <a:lnTo>
                    <a:pt x="911715" y="1392338"/>
                  </a:lnTo>
                  <a:lnTo>
                    <a:pt x="994598" y="1410773"/>
                  </a:lnTo>
                  <a:lnTo>
                    <a:pt x="1077481" y="1426196"/>
                  </a:lnTo>
                  <a:lnTo>
                    <a:pt x="1160364" y="1438585"/>
                  </a:lnTo>
                  <a:lnTo>
                    <a:pt x="1243248" y="1447944"/>
                  </a:lnTo>
                  <a:lnTo>
                    <a:pt x="1326131" y="1454312"/>
                  </a:lnTo>
                  <a:lnTo>
                    <a:pt x="1409014" y="1457780"/>
                  </a:lnTo>
                  <a:lnTo>
                    <a:pt x="1491897" y="1458493"/>
                  </a:lnTo>
                  <a:lnTo>
                    <a:pt x="1574780" y="1456649"/>
                  </a:lnTo>
                  <a:lnTo>
                    <a:pt x="1657664" y="1452484"/>
                  </a:lnTo>
                  <a:lnTo>
                    <a:pt x="1740547" y="1446248"/>
                  </a:lnTo>
                  <a:lnTo>
                    <a:pt x="1823430" y="1438085"/>
                  </a:lnTo>
                  <a:lnTo>
                    <a:pt x="1906313" y="1428001"/>
                  </a:lnTo>
                  <a:lnTo>
                    <a:pt x="1989196" y="1416194"/>
                  </a:lnTo>
                  <a:lnTo>
                    <a:pt x="2072080" y="1402856"/>
                  </a:lnTo>
                  <a:lnTo>
                    <a:pt x="2154963" y="1388217"/>
                  </a:lnTo>
                  <a:lnTo>
                    <a:pt x="2237846" y="1372580"/>
                  </a:lnTo>
                  <a:lnTo>
                    <a:pt x="2320729" y="1355937"/>
                  </a:lnTo>
                  <a:lnTo>
                    <a:pt x="2403612" y="1336252"/>
                  </a:lnTo>
                  <a:lnTo>
                    <a:pt x="2486496" y="1313810"/>
                  </a:lnTo>
                  <a:lnTo>
                    <a:pt x="2569379" y="1290283"/>
                  </a:lnTo>
                  <a:lnTo>
                    <a:pt x="2652262" y="1268404"/>
                  </a:lnTo>
                  <a:lnTo>
                    <a:pt x="2735145" y="1244780"/>
                  </a:lnTo>
                  <a:lnTo>
                    <a:pt x="2818028" y="1217885"/>
                  </a:lnTo>
                  <a:lnTo>
                    <a:pt x="2900912" y="1190050"/>
                  </a:lnTo>
                  <a:lnTo>
                    <a:pt x="2983795" y="1165494"/>
                  </a:lnTo>
                  <a:lnTo>
                    <a:pt x="3066678" y="1144001"/>
                  </a:lnTo>
                  <a:lnTo>
                    <a:pt x="3149561" y="1120820"/>
                  </a:lnTo>
                  <a:lnTo>
                    <a:pt x="3232444" y="1096724"/>
                  </a:lnTo>
                  <a:lnTo>
                    <a:pt x="3315328" y="1074882"/>
                  </a:lnTo>
                  <a:lnTo>
                    <a:pt x="3398211" y="1056129"/>
                  </a:lnTo>
                  <a:lnTo>
                    <a:pt x="3481094" y="1037809"/>
                  </a:lnTo>
                  <a:lnTo>
                    <a:pt x="3563977" y="1018766"/>
                  </a:lnTo>
                  <a:lnTo>
                    <a:pt x="3646860" y="998916"/>
                  </a:lnTo>
                  <a:lnTo>
                    <a:pt x="3729744" y="978961"/>
                  </a:lnTo>
                  <a:lnTo>
                    <a:pt x="3812627" y="959542"/>
                  </a:lnTo>
                  <a:lnTo>
                    <a:pt x="3895510" y="940256"/>
                  </a:lnTo>
                  <a:lnTo>
                    <a:pt x="3978393" y="920577"/>
                  </a:lnTo>
                  <a:lnTo>
                    <a:pt x="4061276" y="900150"/>
                  </a:lnTo>
                  <a:lnTo>
                    <a:pt x="4144160" y="878791"/>
                  </a:lnTo>
                  <a:lnTo>
                    <a:pt x="4227043" y="856442"/>
                  </a:lnTo>
                  <a:lnTo>
                    <a:pt x="4309926" y="833085"/>
                  </a:lnTo>
                  <a:lnTo>
                    <a:pt x="4392809" y="808714"/>
                  </a:lnTo>
                  <a:lnTo>
                    <a:pt x="4475692" y="783327"/>
                  </a:lnTo>
                  <a:lnTo>
                    <a:pt x="4558576" y="756867"/>
                  </a:lnTo>
                  <a:lnTo>
                    <a:pt x="4641459" y="729232"/>
                  </a:lnTo>
                  <a:lnTo>
                    <a:pt x="4724342" y="700291"/>
                  </a:lnTo>
                  <a:lnTo>
                    <a:pt x="4807225" y="669895"/>
                  </a:lnTo>
                  <a:lnTo>
                    <a:pt x="4890108" y="637888"/>
                  </a:lnTo>
                  <a:lnTo>
                    <a:pt x="4972992" y="604119"/>
                  </a:lnTo>
                  <a:lnTo>
                    <a:pt x="5055875" y="568452"/>
                  </a:lnTo>
                  <a:lnTo>
                    <a:pt x="5138758" y="530775"/>
                  </a:lnTo>
                  <a:lnTo>
                    <a:pt x="5221641" y="491001"/>
                  </a:lnTo>
                  <a:lnTo>
                    <a:pt x="5304524" y="449074"/>
                  </a:lnTo>
                  <a:lnTo>
                    <a:pt x="5387408" y="404958"/>
                  </a:lnTo>
                  <a:lnTo>
                    <a:pt x="5470291" y="358641"/>
                  </a:lnTo>
                  <a:lnTo>
                    <a:pt x="5553174" y="310126"/>
                  </a:lnTo>
                  <a:lnTo>
                    <a:pt x="5636057" y="259428"/>
                  </a:lnTo>
                  <a:lnTo>
                    <a:pt x="5718940" y="206569"/>
                  </a:lnTo>
                  <a:lnTo>
                    <a:pt x="5801824" y="151576"/>
                  </a:lnTo>
                  <a:lnTo>
                    <a:pt x="5884707" y="94478"/>
                  </a:lnTo>
                  <a:lnTo>
                    <a:pt x="5967590" y="35307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69292" y="4285280"/>
              <a:ext cx="5118568" cy="1093179"/>
            </a:xfrm>
            <a:custGeom>
              <a:avLst/>
              <a:pathLst>
                <a:path w="5118568" h="1093179">
                  <a:moveTo>
                    <a:pt x="5118568" y="0"/>
                  </a:moveTo>
                  <a:lnTo>
                    <a:pt x="5070763" y="4620"/>
                  </a:lnTo>
                  <a:lnTo>
                    <a:pt x="4987879" y="13466"/>
                  </a:lnTo>
                  <a:lnTo>
                    <a:pt x="4904996" y="23173"/>
                  </a:lnTo>
                  <a:lnTo>
                    <a:pt x="4822113" y="33763"/>
                  </a:lnTo>
                  <a:lnTo>
                    <a:pt x="4739230" y="45262"/>
                  </a:lnTo>
                  <a:lnTo>
                    <a:pt x="4656347" y="57689"/>
                  </a:lnTo>
                  <a:lnTo>
                    <a:pt x="4573463" y="71061"/>
                  </a:lnTo>
                  <a:lnTo>
                    <a:pt x="4490580" y="85386"/>
                  </a:lnTo>
                  <a:lnTo>
                    <a:pt x="4407697" y="100662"/>
                  </a:lnTo>
                  <a:lnTo>
                    <a:pt x="4324814" y="116869"/>
                  </a:lnTo>
                  <a:lnTo>
                    <a:pt x="4241931" y="133967"/>
                  </a:lnTo>
                  <a:lnTo>
                    <a:pt x="4159047" y="151892"/>
                  </a:lnTo>
                  <a:lnTo>
                    <a:pt x="4076164" y="170552"/>
                  </a:lnTo>
                  <a:lnTo>
                    <a:pt x="3993281" y="189829"/>
                  </a:lnTo>
                  <a:lnTo>
                    <a:pt x="3910398" y="209580"/>
                  </a:lnTo>
                  <a:lnTo>
                    <a:pt x="3827515" y="229649"/>
                  </a:lnTo>
                  <a:lnTo>
                    <a:pt x="3744631" y="249873"/>
                  </a:lnTo>
                  <a:lnTo>
                    <a:pt x="3661748" y="270097"/>
                  </a:lnTo>
                  <a:lnTo>
                    <a:pt x="3578865" y="290183"/>
                  </a:lnTo>
                  <a:lnTo>
                    <a:pt x="3495982" y="310025"/>
                  </a:lnTo>
                  <a:lnTo>
                    <a:pt x="3413099" y="329558"/>
                  </a:lnTo>
                  <a:lnTo>
                    <a:pt x="3330215" y="348324"/>
                  </a:lnTo>
                  <a:lnTo>
                    <a:pt x="3247332" y="366003"/>
                  </a:lnTo>
                  <a:lnTo>
                    <a:pt x="3164449" y="383120"/>
                  </a:lnTo>
                  <a:lnTo>
                    <a:pt x="3081566" y="400172"/>
                  </a:lnTo>
                  <a:lnTo>
                    <a:pt x="2998683" y="417526"/>
                  </a:lnTo>
                  <a:lnTo>
                    <a:pt x="2915799" y="435382"/>
                  </a:lnTo>
                  <a:lnTo>
                    <a:pt x="2832916" y="453765"/>
                  </a:lnTo>
                  <a:lnTo>
                    <a:pt x="2750033" y="471615"/>
                  </a:lnTo>
                  <a:lnTo>
                    <a:pt x="2667150" y="488032"/>
                  </a:lnTo>
                  <a:lnTo>
                    <a:pt x="2584267" y="504680"/>
                  </a:lnTo>
                  <a:lnTo>
                    <a:pt x="2501383" y="522504"/>
                  </a:lnTo>
                  <a:lnTo>
                    <a:pt x="2418500" y="541375"/>
                  </a:lnTo>
                  <a:lnTo>
                    <a:pt x="2335617" y="560976"/>
                  </a:lnTo>
                  <a:lnTo>
                    <a:pt x="2252734" y="582284"/>
                  </a:lnTo>
                  <a:lnTo>
                    <a:pt x="2169851" y="605275"/>
                  </a:lnTo>
                  <a:lnTo>
                    <a:pt x="2086967" y="627529"/>
                  </a:lnTo>
                  <a:lnTo>
                    <a:pt x="2004084" y="650580"/>
                  </a:lnTo>
                  <a:lnTo>
                    <a:pt x="1921201" y="677138"/>
                  </a:lnTo>
                  <a:lnTo>
                    <a:pt x="1838318" y="705135"/>
                  </a:lnTo>
                  <a:lnTo>
                    <a:pt x="1755435" y="730615"/>
                  </a:lnTo>
                  <a:lnTo>
                    <a:pt x="1672551" y="752199"/>
                  </a:lnTo>
                  <a:lnTo>
                    <a:pt x="1589668" y="775271"/>
                  </a:lnTo>
                  <a:lnTo>
                    <a:pt x="1506785" y="798993"/>
                  </a:lnTo>
                  <a:lnTo>
                    <a:pt x="1423902" y="821012"/>
                  </a:lnTo>
                  <a:lnTo>
                    <a:pt x="1341019" y="838968"/>
                  </a:lnTo>
                  <a:lnTo>
                    <a:pt x="1258135" y="855911"/>
                  </a:lnTo>
                  <a:lnTo>
                    <a:pt x="1175252" y="872483"/>
                  </a:lnTo>
                  <a:lnTo>
                    <a:pt x="1092369" y="888576"/>
                  </a:lnTo>
                  <a:lnTo>
                    <a:pt x="1009486" y="904007"/>
                  </a:lnTo>
                  <a:lnTo>
                    <a:pt x="926603" y="918552"/>
                  </a:lnTo>
                  <a:lnTo>
                    <a:pt x="843719" y="932042"/>
                  </a:lnTo>
                  <a:lnTo>
                    <a:pt x="760836" y="945129"/>
                  </a:lnTo>
                  <a:lnTo>
                    <a:pt x="677953" y="958301"/>
                  </a:lnTo>
                  <a:lnTo>
                    <a:pt x="595070" y="971807"/>
                  </a:lnTo>
                  <a:lnTo>
                    <a:pt x="512187" y="985878"/>
                  </a:lnTo>
                  <a:lnTo>
                    <a:pt x="429303" y="1000710"/>
                  </a:lnTo>
                  <a:lnTo>
                    <a:pt x="346420" y="1016442"/>
                  </a:lnTo>
                  <a:lnTo>
                    <a:pt x="263537" y="1033164"/>
                  </a:lnTo>
                  <a:lnTo>
                    <a:pt x="180654" y="1050911"/>
                  </a:lnTo>
                  <a:lnTo>
                    <a:pt x="97771" y="1069683"/>
                  </a:lnTo>
                  <a:lnTo>
                    <a:pt x="14887" y="1089455"/>
                  </a:lnTo>
                  <a:lnTo>
                    <a:pt x="0" y="10931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3921213"/>
              <a:ext cx="6015395" cy="1240896"/>
            </a:xfrm>
            <a:custGeom>
              <a:avLst/>
              <a:pathLst>
                <a:path w="6015395" h="1240896">
                  <a:moveTo>
                    <a:pt x="0" y="1181361"/>
                  </a:moveTo>
                  <a:lnTo>
                    <a:pt x="82883" y="1191872"/>
                  </a:lnTo>
                  <a:lnTo>
                    <a:pt x="165766" y="1201358"/>
                  </a:lnTo>
                  <a:lnTo>
                    <a:pt x="248649" y="1209821"/>
                  </a:lnTo>
                  <a:lnTo>
                    <a:pt x="331532" y="1217263"/>
                  </a:lnTo>
                  <a:lnTo>
                    <a:pt x="414416" y="1223685"/>
                  </a:lnTo>
                  <a:lnTo>
                    <a:pt x="497299" y="1229088"/>
                  </a:lnTo>
                  <a:lnTo>
                    <a:pt x="580182" y="1233476"/>
                  </a:lnTo>
                  <a:lnTo>
                    <a:pt x="663065" y="1236849"/>
                  </a:lnTo>
                  <a:lnTo>
                    <a:pt x="745948" y="1239208"/>
                  </a:lnTo>
                  <a:lnTo>
                    <a:pt x="828832" y="1240557"/>
                  </a:lnTo>
                  <a:lnTo>
                    <a:pt x="911715" y="1240896"/>
                  </a:lnTo>
                  <a:lnTo>
                    <a:pt x="994598" y="1240228"/>
                  </a:lnTo>
                  <a:lnTo>
                    <a:pt x="1077481" y="1238553"/>
                  </a:lnTo>
                  <a:lnTo>
                    <a:pt x="1160364" y="1235875"/>
                  </a:lnTo>
                  <a:lnTo>
                    <a:pt x="1243248" y="1232193"/>
                  </a:lnTo>
                  <a:lnTo>
                    <a:pt x="1326131" y="1227511"/>
                  </a:lnTo>
                  <a:lnTo>
                    <a:pt x="1409014" y="1221829"/>
                  </a:lnTo>
                  <a:lnTo>
                    <a:pt x="1491897" y="1215150"/>
                  </a:lnTo>
                  <a:lnTo>
                    <a:pt x="1574780" y="1207475"/>
                  </a:lnTo>
                  <a:lnTo>
                    <a:pt x="1657664" y="1198806"/>
                  </a:lnTo>
                  <a:lnTo>
                    <a:pt x="1740547" y="1189145"/>
                  </a:lnTo>
                  <a:lnTo>
                    <a:pt x="1823430" y="1178318"/>
                  </a:lnTo>
                  <a:lnTo>
                    <a:pt x="1906313" y="1166004"/>
                  </a:lnTo>
                  <a:lnTo>
                    <a:pt x="1989196" y="1152385"/>
                  </a:lnTo>
                  <a:lnTo>
                    <a:pt x="2072080" y="1137670"/>
                  </a:lnTo>
                  <a:lnTo>
                    <a:pt x="2154963" y="1122064"/>
                  </a:lnTo>
                  <a:lnTo>
                    <a:pt x="2237846" y="1105774"/>
                  </a:lnTo>
                  <a:lnTo>
                    <a:pt x="2320729" y="1088475"/>
                  </a:lnTo>
                  <a:lnTo>
                    <a:pt x="2403612" y="1067622"/>
                  </a:lnTo>
                  <a:lnTo>
                    <a:pt x="2486496" y="1044541"/>
                  </a:lnTo>
                  <a:lnTo>
                    <a:pt x="2569379" y="1021241"/>
                  </a:lnTo>
                  <a:lnTo>
                    <a:pt x="2652262" y="999510"/>
                  </a:lnTo>
                  <a:lnTo>
                    <a:pt x="2735145" y="974957"/>
                  </a:lnTo>
                  <a:lnTo>
                    <a:pt x="2818028" y="947511"/>
                  </a:lnTo>
                  <a:lnTo>
                    <a:pt x="2900912" y="920315"/>
                  </a:lnTo>
                  <a:lnTo>
                    <a:pt x="2983795" y="896512"/>
                  </a:lnTo>
                  <a:lnTo>
                    <a:pt x="3066678" y="874638"/>
                  </a:lnTo>
                  <a:lnTo>
                    <a:pt x="3149561" y="851552"/>
                  </a:lnTo>
                  <a:lnTo>
                    <a:pt x="3232444" y="828850"/>
                  </a:lnTo>
                  <a:lnTo>
                    <a:pt x="3315328" y="808129"/>
                  </a:lnTo>
                  <a:lnTo>
                    <a:pt x="3398211" y="789317"/>
                  </a:lnTo>
                  <a:lnTo>
                    <a:pt x="3481094" y="771244"/>
                  </a:lnTo>
                  <a:lnTo>
                    <a:pt x="3563977" y="753399"/>
                  </a:lnTo>
                  <a:lnTo>
                    <a:pt x="3646860" y="735266"/>
                  </a:lnTo>
                  <a:lnTo>
                    <a:pt x="3729744" y="716363"/>
                  </a:lnTo>
                  <a:lnTo>
                    <a:pt x="3812627" y="697462"/>
                  </a:lnTo>
                  <a:lnTo>
                    <a:pt x="3895510" y="678891"/>
                  </a:lnTo>
                  <a:lnTo>
                    <a:pt x="3978393" y="660374"/>
                  </a:lnTo>
                  <a:lnTo>
                    <a:pt x="4061276" y="641635"/>
                  </a:lnTo>
                  <a:lnTo>
                    <a:pt x="4144160" y="622397"/>
                  </a:lnTo>
                  <a:lnTo>
                    <a:pt x="4227043" y="602383"/>
                  </a:lnTo>
                  <a:lnTo>
                    <a:pt x="4309926" y="581321"/>
                  </a:lnTo>
                  <a:lnTo>
                    <a:pt x="4392809" y="559369"/>
                  </a:lnTo>
                  <a:lnTo>
                    <a:pt x="4475692" y="536755"/>
                  </a:lnTo>
                  <a:lnTo>
                    <a:pt x="4558576" y="513482"/>
                  </a:lnTo>
                  <a:lnTo>
                    <a:pt x="4641459" y="489552"/>
                  </a:lnTo>
                  <a:lnTo>
                    <a:pt x="4724342" y="464970"/>
                  </a:lnTo>
                  <a:lnTo>
                    <a:pt x="4807225" y="439738"/>
                  </a:lnTo>
                  <a:lnTo>
                    <a:pt x="4890108" y="413859"/>
                  </a:lnTo>
                  <a:lnTo>
                    <a:pt x="4972992" y="387336"/>
                  </a:lnTo>
                  <a:lnTo>
                    <a:pt x="5055875" y="360172"/>
                  </a:lnTo>
                  <a:lnTo>
                    <a:pt x="5138758" y="332371"/>
                  </a:lnTo>
                  <a:lnTo>
                    <a:pt x="5221641" y="303935"/>
                  </a:lnTo>
                  <a:lnTo>
                    <a:pt x="5304524" y="274868"/>
                  </a:lnTo>
                  <a:lnTo>
                    <a:pt x="5387408" y="245172"/>
                  </a:lnTo>
                  <a:lnTo>
                    <a:pt x="5470291" y="214851"/>
                  </a:lnTo>
                  <a:lnTo>
                    <a:pt x="5553174" y="183907"/>
                  </a:lnTo>
                  <a:lnTo>
                    <a:pt x="5636057" y="152345"/>
                  </a:lnTo>
                  <a:lnTo>
                    <a:pt x="5718940" y="120166"/>
                  </a:lnTo>
                  <a:lnTo>
                    <a:pt x="5801824" y="87374"/>
                  </a:lnTo>
                  <a:lnTo>
                    <a:pt x="5884707" y="53972"/>
                  </a:lnTo>
                  <a:lnTo>
                    <a:pt x="5967590" y="19963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267179"/>
              <a:ext cx="6015395" cy="1111280"/>
            </a:xfrm>
            <a:custGeom>
              <a:avLst/>
              <a:pathLst>
                <a:path w="6015395" h="1111280">
                  <a:moveTo>
                    <a:pt x="0" y="642254"/>
                  </a:moveTo>
                  <a:lnTo>
                    <a:pt x="82883" y="658517"/>
                  </a:lnTo>
                  <a:lnTo>
                    <a:pt x="165766" y="673966"/>
                  </a:lnTo>
                  <a:lnTo>
                    <a:pt x="248649" y="688584"/>
                  </a:lnTo>
                  <a:lnTo>
                    <a:pt x="331532" y="702354"/>
                  </a:lnTo>
                  <a:lnTo>
                    <a:pt x="414416" y="715255"/>
                  </a:lnTo>
                  <a:lnTo>
                    <a:pt x="497299" y="727264"/>
                  </a:lnTo>
                  <a:lnTo>
                    <a:pt x="580182" y="738358"/>
                  </a:lnTo>
                  <a:lnTo>
                    <a:pt x="663065" y="748511"/>
                  </a:lnTo>
                  <a:lnTo>
                    <a:pt x="745948" y="757692"/>
                  </a:lnTo>
                  <a:lnTo>
                    <a:pt x="828832" y="765873"/>
                  </a:lnTo>
                  <a:lnTo>
                    <a:pt x="911715" y="773022"/>
                  </a:lnTo>
                  <a:lnTo>
                    <a:pt x="994598" y="779110"/>
                  </a:lnTo>
                  <a:lnTo>
                    <a:pt x="1077481" y="784111"/>
                  </a:lnTo>
                  <a:lnTo>
                    <a:pt x="1160364" y="788011"/>
                  </a:lnTo>
                  <a:lnTo>
                    <a:pt x="1243248" y="790809"/>
                  </a:lnTo>
                  <a:lnTo>
                    <a:pt x="1326131" y="792530"/>
                  </a:lnTo>
                  <a:lnTo>
                    <a:pt x="1409014" y="793226"/>
                  </a:lnTo>
                  <a:lnTo>
                    <a:pt x="1491897" y="792987"/>
                  </a:lnTo>
                  <a:lnTo>
                    <a:pt x="1574780" y="791933"/>
                  </a:lnTo>
                  <a:lnTo>
                    <a:pt x="1657664" y="790209"/>
                  </a:lnTo>
                  <a:lnTo>
                    <a:pt x="1740547" y="787967"/>
                  </a:lnTo>
                  <a:lnTo>
                    <a:pt x="1823430" y="785483"/>
                  </a:lnTo>
                  <a:lnTo>
                    <a:pt x="1906313" y="783104"/>
                  </a:lnTo>
                  <a:lnTo>
                    <a:pt x="1989196" y="780753"/>
                  </a:lnTo>
                  <a:lnTo>
                    <a:pt x="2072080" y="778320"/>
                  </a:lnTo>
                  <a:lnTo>
                    <a:pt x="2154963" y="775722"/>
                  </a:lnTo>
                  <a:lnTo>
                    <a:pt x="2237846" y="772923"/>
                  </a:lnTo>
                  <a:lnTo>
                    <a:pt x="2320729" y="770036"/>
                  </a:lnTo>
                  <a:lnTo>
                    <a:pt x="2403612" y="767449"/>
                  </a:lnTo>
                  <a:lnTo>
                    <a:pt x="2486496" y="764632"/>
                  </a:lnTo>
                  <a:lnTo>
                    <a:pt x="2569379" y="761477"/>
                  </a:lnTo>
                  <a:lnTo>
                    <a:pt x="2652262" y="758718"/>
                  </a:lnTo>
                  <a:lnTo>
                    <a:pt x="2735145" y="758151"/>
                  </a:lnTo>
                  <a:lnTo>
                    <a:pt x="2818028" y="758539"/>
                  </a:lnTo>
                  <a:lnTo>
                    <a:pt x="2900912" y="758281"/>
                  </a:lnTo>
                  <a:lnTo>
                    <a:pt x="2983795" y="756943"/>
                  </a:lnTo>
                  <a:lnTo>
                    <a:pt x="3066678" y="756889"/>
                  </a:lnTo>
                  <a:lnTo>
                    <a:pt x="3149561" y="758456"/>
                  </a:lnTo>
                  <a:lnTo>
                    <a:pt x="3232444" y="759010"/>
                  </a:lnTo>
                  <a:lnTo>
                    <a:pt x="3315328" y="757407"/>
                  </a:lnTo>
                  <a:lnTo>
                    <a:pt x="3398211" y="755098"/>
                  </a:lnTo>
                  <a:lnTo>
                    <a:pt x="3481094" y="752554"/>
                  </a:lnTo>
                  <a:lnTo>
                    <a:pt x="3563977" y="748990"/>
                  </a:lnTo>
                  <a:lnTo>
                    <a:pt x="3646860" y="744287"/>
                  </a:lnTo>
                  <a:lnTo>
                    <a:pt x="3729744" y="738807"/>
                  </a:lnTo>
                  <a:lnTo>
                    <a:pt x="3812627" y="732801"/>
                  </a:lnTo>
                  <a:lnTo>
                    <a:pt x="3895510" y="725956"/>
                  </a:lnTo>
                  <a:lnTo>
                    <a:pt x="3978393" y="717931"/>
                  </a:lnTo>
                  <a:lnTo>
                    <a:pt x="4061276" y="708494"/>
                  </a:lnTo>
                  <a:lnTo>
                    <a:pt x="4144160" y="697519"/>
                  </a:lnTo>
                  <a:lnTo>
                    <a:pt x="4227043" y="684956"/>
                  </a:lnTo>
                  <a:lnTo>
                    <a:pt x="4309926" y="670781"/>
                  </a:lnTo>
                  <a:lnTo>
                    <a:pt x="4392809" y="655156"/>
                  </a:lnTo>
                  <a:lnTo>
                    <a:pt x="4475692" y="638201"/>
                  </a:lnTo>
                  <a:lnTo>
                    <a:pt x="4558576" y="619877"/>
                  </a:lnTo>
                  <a:lnTo>
                    <a:pt x="4641459" y="600120"/>
                  </a:lnTo>
                  <a:lnTo>
                    <a:pt x="4724342" y="578846"/>
                  </a:lnTo>
                  <a:lnTo>
                    <a:pt x="4807225" y="555961"/>
                  </a:lnTo>
                  <a:lnTo>
                    <a:pt x="4890108" y="531366"/>
                  </a:lnTo>
                  <a:lnTo>
                    <a:pt x="4972992" y="504967"/>
                  </a:lnTo>
                  <a:lnTo>
                    <a:pt x="5055875" y="476676"/>
                  </a:lnTo>
                  <a:lnTo>
                    <a:pt x="5138758" y="446423"/>
                  </a:lnTo>
                  <a:lnTo>
                    <a:pt x="5221641" y="414153"/>
                  </a:lnTo>
                  <a:lnTo>
                    <a:pt x="5304524" y="379827"/>
                  </a:lnTo>
                  <a:lnTo>
                    <a:pt x="5387408" y="343422"/>
                  </a:lnTo>
                  <a:lnTo>
                    <a:pt x="5470291" y="304928"/>
                  </a:lnTo>
                  <a:lnTo>
                    <a:pt x="5553174" y="264346"/>
                  </a:lnTo>
                  <a:lnTo>
                    <a:pt x="5636057" y="221682"/>
                  </a:lnTo>
                  <a:lnTo>
                    <a:pt x="5718940" y="176949"/>
                  </a:lnTo>
                  <a:lnTo>
                    <a:pt x="5801824" y="130161"/>
                  </a:lnTo>
                  <a:lnTo>
                    <a:pt x="5884707" y="81334"/>
                  </a:lnTo>
                  <a:lnTo>
                    <a:pt x="5967590" y="30485"/>
                  </a:lnTo>
                  <a:lnTo>
                    <a:pt x="6015395" y="0"/>
                  </a:lnTo>
                  <a:lnTo>
                    <a:pt x="6015395" y="450613"/>
                  </a:lnTo>
                  <a:lnTo>
                    <a:pt x="5967590" y="462107"/>
                  </a:lnTo>
                  <a:lnTo>
                    <a:pt x="5884707" y="481812"/>
                  </a:lnTo>
                  <a:lnTo>
                    <a:pt x="5801824" y="501311"/>
                  </a:lnTo>
                  <a:lnTo>
                    <a:pt x="5718940" y="520620"/>
                  </a:lnTo>
                  <a:lnTo>
                    <a:pt x="5636057" y="539757"/>
                  </a:lnTo>
                  <a:lnTo>
                    <a:pt x="5553174" y="558736"/>
                  </a:lnTo>
                  <a:lnTo>
                    <a:pt x="5470291" y="577570"/>
                  </a:lnTo>
                  <a:lnTo>
                    <a:pt x="5387408" y="596265"/>
                  </a:lnTo>
                  <a:lnTo>
                    <a:pt x="5304524" y="614822"/>
                  </a:lnTo>
                  <a:lnTo>
                    <a:pt x="5221641" y="633230"/>
                  </a:lnTo>
                  <a:lnTo>
                    <a:pt x="5138758" y="651468"/>
                  </a:lnTo>
                  <a:lnTo>
                    <a:pt x="5055875" y="669497"/>
                  </a:lnTo>
                  <a:lnTo>
                    <a:pt x="4972992" y="687263"/>
                  </a:lnTo>
                  <a:lnTo>
                    <a:pt x="4890108" y="704694"/>
                  </a:lnTo>
                  <a:lnTo>
                    <a:pt x="4807225" y="721704"/>
                  </a:lnTo>
                  <a:lnTo>
                    <a:pt x="4724342" y="738198"/>
                  </a:lnTo>
                  <a:lnTo>
                    <a:pt x="4641459" y="754077"/>
                  </a:lnTo>
                  <a:lnTo>
                    <a:pt x="4558576" y="769248"/>
                  </a:lnTo>
                  <a:lnTo>
                    <a:pt x="4475692" y="783627"/>
                  </a:lnTo>
                  <a:lnTo>
                    <a:pt x="4392809" y="797151"/>
                  </a:lnTo>
                  <a:lnTo>
                    <a:pt x="4309926" y="809781"/>
                  </a:lnTo>
                  <a:lnTo>
                    <a:pt x="4227043" y="821115"/>
                  </a:lnTo>
                  <a:lnTo>
                    <a:pt x="4144160" y="830788"/>
                  </a:lnTo>
                  <a:lnTo>
                    <a:pt x="4061276" y="839139"/>
                  </a:lnTo>
                  <a:lnTo>
                    <a:pt x="3978393" y="846486"/>
                  </a:lnTo>
                  <a:lnTo>
                    <a:pt x="3895510" y="853072"/>
                  </a:lnTo>
                  <a:lnTo>
                    <a:pt x="3812627" y="859033"/>
                  </a:lnTo>
                  <a:lnTo>
                    <a:pt x="3729744" y="864397"/>
                  </a:lnTo>
                  <a:lnTo>
                    <a:pt x="3646860" y="868575"/>
                  </a:lnTo>
                  <a:lnTo>
                    <a:pt x="3563977" y="871153"/>
                  </a:lnTo>
                  <a:lnTo>
                    <a:pt x="3481094" y="873235"/>
                  </a:lnTo>
                  <a:lnTo>
                    <a:pt x="3398211" y="875472"/>
                  </a:lnTo>
                  <a:lnTo>
                    <a:pt x="3315328" y="877854"/>
                  </a:lnTo>
                  <a:lnTo>
                    <a:pt x="3232444" y="878070"/>
                  </a:lnTo>
                  <a:lnTo>
                    <a:pt x="3149561" y="875791"/>
                  </a:lnTo>
                  <a:lnTo>
                    <a:pt x="3066678" y="874106"/>
                  </a:lnTo>
                  <a:lnTo>
                    <a:pt x="2983795" y="874631"/>
                  </a:lnTo>
                  <a:lnTo>
                    <a:pt x="2900912" y="875038"/>
                  </a:lnTo>
                  <a:lnTo>
                    <a:pt x="2818028" y="874506"/>
                  </a:lnTo>
                  <a:lnTo>
                    <a:pt x="2735145" y="874800"/>
                  </a:lnTo>
                  <a:lnTo>
                    <a:pt x="2652262" y="876515"/>
                  </a:lnTo>
                  <a:lnTo>
                    <a:pt x="2569379" y="879091"/>
                  </a:lnTo>
                  <a:lnTo>
                    <a:pt x="2486496" y="881966"/>
                  </a:lnTo>
                  <a:lnTo>
                    <a:pt x="2403612" y="885574"/>
                  </a:lnTo>
                  <a:lnTo>
                    <a:pt x="2320729" y="889605"/>
                  </a:lnTo>
                  <a:lnTo>
                    <a:pt x="2237846" y="893305"/>
                  </a:lnTo>
                  <a:lnTo>
                    <a:pt x="2154963" y="896913"/>
                  </a:lnTo>
                  <a:lnTo>
                    <a:pt x="2072080" y="900706"/>
                  </a:lnTo>
                  <a:lnTo>
                    <a:pt x="1989196" y="904844"/>
                  </a:lnTo>
                  <a:lnTo>
                    <a:pt x="1906313" y="909439"/>
                  </a:lnTo>
                  <a:lnTo>
                    <a:pt x="1823430" y="914578"/>
                  </a:lnTo>
                  <a:lnTo>
                    <a:pt x="1740547" y="920359"/>
                  </a:lnTo>
                  <a:lnTo>
                    <a:pt x="1657664" y="926840"/>
                  </a:lnTo>
                  <a:lnTo>
                    <a:pt x="1574780" y="934139"/>
                  </a:lnTo>
                  <a:lnTo>
                    <a:pt x="1491897" y="942410"/>
                  </a:lnTo>
                  <a:lnTo>
                    <a:pt x="1409014" y="951799"/>
                  </a:lnTo>
                  <a:lnTo>
                    <a:pt x="1326131" y="962427"/>
                  </a:lnTo>
                  <a:lnTo>
                    <a:pt x="1243248" y="974384"/>
                  </a:lnTo>
                  <a:lnTo>
                    <a:pt x="1160364" y="987725"/>
                  </a:lnTo>
                  <a:lnTo>
                    <a:pt x="1077481" y="1002475"/>
                  </a:lnTo>
                  <a:lnTo>
                    <a:pt x="994598" y="1018637"/>
                  </a:lnTo>
                  <a:lnTo>
                    <a:pt x="911715" y="1036194"/>
                  </a:lnTo>
                  <a:lnTo>
                    <a:pt x="828832" y="1055124"/>
                  </a:lnTo>
                  <a:lnTo>
                    <a:pt x="745948" y="1075397"/>
                  </a:lnTo>
                  <a:lnTo>
                    <a:pt x="663065" y="1096986"/>
                  </a:lnTo>
                  <a:lnTo>
                    <a:pt x="611268" y="111128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267179"/>
              <a:ext cx="6015395" cy="793226"/>
            </a:xfrm>
            <a:custGeom>
              <a:avLst/>
              <a:pathLst>
                <a:path w="6015395" h="793226">
                  <a:moveTo>
                    <a:pt x="0" y="642254"/>
                  </a:moveTo>
                  <a:lnTo>
                    <a:pt x="82883" y="658517"/>
                  </a:lnTo>
                  <a:lnTo>
                    <a:pt x="165766" y="673966"/>
                  </a:lnTo>
                  <a:lnTo>
                    <a:pt x="248649" y="688584"/>
                  </a:lnTo>
                  <a:lnTo>
                    <a:pt x="331532" y="702354"/>
                  </a:lnTo>
                  <a:lnTo>
                    <a:pt x="414416" y="715255"/>
                  </a:lnTo>
                  <a:lnTo>
                    <a:pt x="497299" y="727264"/>
                  </a:lnTo>
                  <a:lnTo>
                    <a:pt x="580182" y="738358"/>
                  </a:lnTo>
                  <a:lnTo>
                    <a:pt x="663065" y="748511"/>
                  </a:lnTo>
                  <a:lnTo>
                    <a:pt x="745948" y="757692"/>
                  </a:lnTo>
                  <a:lnTo>
                    <a:pt x="828832" y="765873"/>
                  </a:lnTo>
                  <a:lnTo>
                    <a:pt x="911715" y="773022"/>
                  </a:lnTo>
                  <a:lnTo>
                    <a:pt x="994598" y="779110"/>
                  </a:lnTo>
                  <a:lnTo>
                    <a:pt x="1077481" y="784111"/>
                  </a:lnTo>
                  <a:lnTo>
                    <a:pt x="1160364" y="788011"/>
                  </a:lnTo>
                  <a:lnTo>
                    <a:pt x="1243248" y="790809"/>
                  </a:lnTo>
                  <a:lnTo>
                    <a:pt x="1326131" y="792530"/>
                  </a:lnTo>
                  <a:lnTo>
                    <a:pt x="1409014" y="793226"/>
                  </a:lnTo>
                  <a:lnTo>
                    <a:pt x="1491897" y="792987"/>
                  </a:lnTo>
                  <a:lnTo>
                    <a:pt x="1574780" y="791933"/>
                  </a:lnTo>
                  <a:lnTo>
                    <a:pt x="1657664" y="790209"/>
                  </a:lnTo>
                  <a:lnTo>
                    <a:pt x="1740547" y="787967"/>
                  </a:lnTo>
                  <a:lnTo>
                    <a:pt x="1823430" y="785483"/>
                  </a:lnTo>
                  <a:lnTo>
                    <a:pt x="1906313" y="783104"/>
                  </a:lnTo>
                  <a:lnTo>
                    <a:pt x="1989196" y="780753"/>
                  </a:lnTo>
                  <a:lnTo>
                    <a:pt x="2072080" y="778320"/>
                  </a:lnTo>
                  <a:lnTo>
                    <a:pt x="2154963" y="775722"/>
                  </a:lnTo>
                  <a:lnTo>
                    <a:pt x="2237846" y="772923"/>
                  </a:lnTo>
                  <a:lnTo>
                    <a:pt x="2320729" y="770036"/>
                  </a:lnTo>
                  <a:lnTo>
                    <a:pt x="2403612" y="767449"/>
                  </a:lnTo>
                  <a:lnTo>
                    <a:pt x="2486496" y="764632"/>
                  </a:lnTo>
                  <a:lnTo>
                    <a:pt x="2569379" y="761477"/>
                  </a:lnTo>
                  <a:lnTo>
                    <a:pt x="2652262" y="758718"/>
                  </a:lnTo>
                  <a:lnTo>
                    <a:pt x="2735145" y="758151"/>
                  </a:lnTo>
                  <a:lnTo>
                    <a:pt x="2818028" y="758539"/>
                  </a:lnTo>
                  <a:lnTo>
                    <a:pt x="2900912" y="758281"/>
                  </a:lnTo>
                  <a:lnTo>
                    <a:pt x="2983795" y="756943"/>
                  </a:lnTo>
                  <a:lnTo>
                    <a:pt x="3066678" y="756889"/>
                  </a:lnTo>
                  <a:lnTo>
                    <a:pt x="3149561" y="758456"/>
                  </a:lnTo>
                  <a:lnTo>
                    <a:pt x="3232444" y="759010"/>
                  </a:lnTo>
                  <a:lnTo>
                    <a:pt x="3315328" y="757407"/>
                  </a:lnTo>
                  <a:lnTo>
                    <a:pt x="3398211" y="755098"/>
                  </a:lnTo>
                  <a:lnTo>
                    <a:pt x="3481094" y="752554"/>
                  </a:lnTo>
                  <a:lnTo>
                    <a:pt x="3563977" y="748990"/>
                  </a:lnTo>
                  <a:lnTo>
                    <a:pt x="3646860" y="744287"/>
                  </a:lnTo>
                  <a:lnTo>
                    <a:pt x="3729744" y="738807"/>
                  </a:lnTo>
                  <a:lnTo>
                    <a:pt x="3812627" y="732801"/>
                  </a:lnTo>
                  <a:lnTo>
                    <a:pt x="3895510" y="725956"/>
                  </a:lnTo>
                  <a:lnTo>
                    <a:pt x="3978393" y="717931"/>
                  </a:lnTo>
                  <a:lnTo>
                    <a:pt x="4061276" y="708494"/>
                  </a:lnTo>
                  <a:lnTo>
                    <a:pt x="4144160" y="697519"/>
                  </a:lnTo>
                  <a:lnTo>
                    <a:pt x="4227043" y="684956"/>
                  </a:lnTo>
                  <a:lnTo>
                    <a:pt x="4309926" y="670781"/>
                  </a:lnTo>
                  <a:lnTo>
                    <a:pt x="4392809" y="655156"/>
                  </a:lnTo>
                  <a:lnTo>
                    <a:pt x="4475692" y="638201"/>
                  </a:lnTo>
                  <a:lnTo>
                    <a:pt x="4558576" y="619877"/>
                  </a:lnTo>
                  <a:lnTo>
                    <a:pt x="4641459" y="600120"/>
                  </a:lnTo>
                  <a:lnTo>
                    <a:pt x="4724342" y="578846"/>
                  </a:lnTo>
                  <a:lnTo>
                    <a:pt x="4807225" y="555961"/>
                  </a:lnTo>
                  <a:lnTo>
                    <a:pt x="4890108" y="531366"/>
                  </a:lnTo>
                  <a:lnTo>
                    <a:pt x="4972992" y="504967"/>
                  </a:lnTo>
                  <a:lnTo>
                    <a:pt x="5055875" y="476676"/>
                  </a:lnTo>
                  <a:lnTo>
                    <a:pt x="5138758" y="446423"/>
                  </a:lnTo>
                  <a:lnTo>
                    <a:pt x="5221641" y="414153"/>
                  </a:lnTo>
                  <a:lnTo>
                    <a:pt x="5304524" y="379827"/>
                  </a:lnTo>
                  <a:lnTo>
                    <a:pt x="5387408" y="343422"/>
                  </a:lnTo>
                  <a:lnTo>
                    <a:pt x="5470291" y="304928"/>
                  </a:lnTo>
                  <a:lnTo>
                    <a:pt x="5553174" y="264346"/>
                  </a:lnTo>
                  <a:lnTo>
                    <a:pt x="5636057" y="221682"/>
                  </a:lnTo>
                  <a:lnTo>
                    <a:pt x="5718940" y="176949"/>
                  </a:lnTo>
                  <a:lnTo>
                    <a:pt x="5801824" y="130161"/>
                  </a:lnTo>
                  <a:lnTo>
                    <a:pt x="5884707" y="81334"/>
                  </a:lnTo>
                  <a:lnTo>
                    <a:pt x="5967590" y="30485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83733" y="4717792"/>
              <a:ext cx="5404127" cy="660667"/>
            </a:xfrm>
            <a:custGeom>
              <a:avLst/>
              <a:pathLst>
                <a:path w="5404127" h="660667">
                  <a:moveTo>
                    <a:pt x="5404127" y="0"/>
                  </a:moveTo>
                  <a:lnTo>
                    <a:pt x="5356322" y="11493"/>
                  </a:lnTo>
                  <a:lnTo>
                    <a:pt x="5273439" y="31198"/>
                  </a:lnTo>
                  <a:lnTo>
                    <a:pt x="5190555" y="50697"/>
                  </a:lnTo>
                  <a:lnTo>
                    <a:pt x="5107672" y="70007"/>
                  </a:lnTo>
                  <a:lnTo>
                    <a:pt x="5024789" y="89144"/>
                  </a:lnTo>
                  <a:lnTo>
                    <a:pt x="4941906" y="108123"/>
                  </a:lnTo>
                  <a:lnTo>
                    <a:pt x="4859023" y="126956"/>
                  </a:lnTo>
                  <a:lnTo>
                    <a:pt x="4776139" y="145652"/>
                  </a:lnTo>
                  <a:lnTo>
                    <a:pt x="4693256" y="164208"/>
                  </a:lnTo>
                  <a:lnTo>
                    <a:pt x="4610373" y="182617"/>
                  </a:lnTo>
                  <a:lnTo>
                    <a:pt x="4527490" y="200855"/>
                  </a:lnTo>
                  <a:lnTo>
                    <a:pt x="4444607" y="218884"/>
                  </a:lnTo>
                  <a:lnTo>
                    <a:pt x="4361723" y="236650"/>
                  </a:lnTo>
                  <a:lnTo>
                    <a:pt x="4278840" y="254080"/>
                  </a:lnTo>
                  <a:lnTo>
                    <a:pt x="4195957" y="271090"/>
                  </a:lnTo>
                  <a:lnTo>
                    <a:pt x="4113074" y="287584"/>
                  </a:lnTo>
                  <a:lnTo>
                    <a:pt x="4030191" y="303464"/>
                  </a:lnTo>
                  <a:lnTo>
                    <a:pt x="3947307" y="318635"/>
                  </a:lnTo>
                  <a:lnTo>
                    <a:pt x="3864424" y="333014"/>
                  </a:lnTo>
                  <a:lnTo>
                    <a:pt x="3781541" y="346538"/>
                  </a:lnTo>
                  <a:lnTo>
                    <a:pt x="3698658" y="359168"/>
                  </a:lnTo>
                  <a:lnTo>
                    <a:pt x="3615775" y="370502"/>
                  </a:lnTo>
                  <a:lnTo>
                    <a:pt x="3532891" y="380175"/>
                  </a:lnTo>
                  <a:lnTo>
                    <a:pt x="3450008" y="388526"/>
                  </a:lnTo>
                  <a:lnTo>
                    <a:pt x="3367125" y="395873"/>
                  </a:lnTo>
                  <a:lnTo>
                    <a:pt x="3284242" y="402459"/>
                  </a:lnTo>
                  <a:lnTo>
                    <a:pt x="3201359" y="408419"/>
                  </a:lnTo>
                  <a:lnTo>
                    <a:pt x="3118475" y="413784"/>
                  </a:lnTo>
                  <a:lnTo>
                    <a:pt x="3035592" y="417961"/>
                  </a:lnTo>
                  <a:lnTo>
                    <a:pt x="2952709" y="420540"/>
                  </a:lnTo>
                  <a:lnTo>
                    <a:pt x="2869826" y="422622"/>
                  </a:lnTo>
                  <a:lnTo>
                    <a:pt x="2786943" y="424859"/>
                  </a:lnTo>
                  <a:lnTo>
                    <a:pt x="2704059" y="427241"/>
                  </a:lnTo>
                  <a:lnTo>
                    <a:pt x="2621176" y="427457"/>
                  </a:lnTo>
                  <a:lnTo>
                    <a:pt x="2538293" y="425177"/>
                  </a:lnTo>
                  <a:lnTo>
                    <a:pt x="2455410" y="423493"/>
                  </a:lnTo>
                  <a:lnTo>
                    <a:pt x="2372527" y="424017"/>
                  </a:lnTo>
                  <a:lnTo>
                    <a:pt x="2289643" y="424425"/>
                  </a:lnTo>
                  <a:lnTo>
                    <a:pt x="2206760" y="423892"/>
                  </a:lnTo>
                  <a:lnTo>
                    <a:pt x="2123877" y="424186"/>
                  </a:lnTo>
                  <a:lnTo>
                    <a:pt x="2040994" y="425902"/>
                  </a:lnTo>
                  <a:lnTo>
                    <a:pt x="1958111" y="428478"/>
                  </a:lnTo>
                  <a:lnTo>
                    <a:pt x="1875227" y="431352"/>
                  </a:lnTo>
                  <a:lnTo>
                    <a:pt x="1792344" y="434961"/>
                  </a:lnTo>
                  <a:lnTo>
                    <a:pt x="1709461" y="438992"/>
                  </a:lnTo>
                  <a:lnTo>
                    <a:pt x="1626578" y="442692"/>
                  </a:lnTo>
                  <a:lnTo>
                    <a:pt x="1543695" y="446300"/>
                  </a:lnTo>
                  <a:lnTo>
                    <a:pt x="1460811" y="450093"/>
                  </a:lnTo>
                  <a:lnTo>
                    <a:pt x="1377928" y="454231"/>
                  </a:lnTo>
                  <a:lnTo>
                    <a:pt x="1295045" y="458826"/>
                  </a:lnTo>
                  <a:lnTo>
                    <a:pt x="1212162" y="463965"/>
                  </a:lnTo>
                  <a:lnTo>
                    <a:pt x="1129279" y="469745"/>
                  </a:lnTo>
                  <a:lnTo>
                    <a:pt x="1046395" y="476227"/>
                  </a:lnTo>
                  <a:lnTo>
                    <a:pt x="963512" y="483526"/>
                  </a:lnTo>
                  <a:lnTo>
                    <a:pt x="880629" y="491796"/>
                  </a:lnTo>
                  <a:lnTo>
                    <a:pt x="797746" y="501185"/>
                  </a:lnTo>
                  <a:lnTo>
                    <a:pt x="714863" y="511813"/>
                  </a:lnTo>
                  <a:lnTo>
                    <a:pt x="631979" y="523770"/>
                  </a:lnTo>
                  <a:lnTo>
                    <a:pt x="549096" y="537112"/>
                  </a:lnTo>
                  <a:lnTo>
                    <a:pt x="466213" y="551862"/>
                  </a:lnTo>
                  <a:lnTo>
                    <a:pt x="383330" y="568023"/>
                  </a:lnTo>
                  <a:lnTo>
                    <a:pt x="300447" y="585580"/>
                  </a:lnTo>
                  <a:lnTo>
                    <a:pt x="217563" y="604510"/>
                  </a:lnTo>
                  <a:lnTo>
                    <a:pt x="134680" y="624784"/>
                  </a:lnTo>
                  <a:lnTo>
                    <a:pt x="51797" y="646372"/>
                  </a:lnTo>
                  <a:lnTo>
                    <a:pt x="0" y="66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492485"/>
              <a:ext cx="6015395" cy="752784"/>
            </a:xfrm>
            <a:custGeom>
              <a:avLst/>
              <a:pathLst>
                <a:path w="6015395" h="752784">
                  <a:moveTo>
                    <a:pt x="0" y="752784"/>
                  </a:moveTo>
                  <a:lnTo>
                    <a:pt x="82883" y="745305"/>
                  </a:lnTo>
                  <a:lnTo>
                    <a:pt x="165766" y="737988"/>
                  </a:lnTo>
                  <a:lnTo>
                    <a:pt x="248649" y="730831"/>
                  </a:lnTo>
                  <a:lnTo>
                    <a:pt x="331532" y="723835"/>
                  </a:lnTo>
                  <a:lnTo>
                    <a:pt x="414416" y="716998"/>
                  </a:lnTo>
                  <a:lnTo>
                    <a:pt x="497299" y="710321"/>
                  </a:lnTo>
                  <a:lnTo>
                    <a:pt x="580182" y="703802"/>
                  </a:lnTo>
                  <a:lnTo>
                    <a:pt x="663065" y="697441"/>
                  </a:lnTo>
                  <a:lnTo>
                    <a:pt x="745948" y="691238"/>
                  </a:lnTo>
                  <a:lnTo>
                    <a:pt x="828832" y="685192"/>
                  </a:lnTo>
                  <a:lnTo>
                    <a:pt x="911715" y="679301"/>
                  </a:lnTo>
                  <a:lnTo>
                    <a:pt x="994598" y="673567"/>
                  </a:lnTo>
                  <a:lnTo>
                    <a:pt x="1077481" y="667987"/>
                  </a:lnTo>
                  <a:lnTo>
                    <a:pt x="1160364" y="662561"/>
                  </a:lnTo>
                  <a:lnTo>
                    <a:pt x="1243248" y="657290"/>
                  </a:lnTo>
                  <a:lnTo>
                    <a:pt x="1326131" y="652171"/>
                  </a:lnTo>
                  <a:lnTo>
                    <a:pt x="1409014" y="647206"/>
                  </a:lnTo>
                  <a:lnTo>
                    <a:pt x="1491897" y="642392"/>
                  </a:lnTo>
                  <a:lnTo>
                    <a:pt x="1574780" y="637729"/>
                  </a:lnTo>
                  <a:lnTo>
                    <a:pt x="1657664" y="633218"/>
                  </a:lnTo>
                  <a:lnTo>
                    <a:pt x="1740547" y="628856"/>
                  </a:lnTo>
                  <a:lnTo>
                    <a:pt x="1823430" y="624724"/>
                  </a:lnTo>
                  <a:lnTo>
                    <a:pt x="1906313" y="620965"/>
                  </a:lnTo>
                  <a:lnTo>
                    <a:pt x="1989196" y="617492"/>
                  </a:lnTo>
                  <a:lnTo>
                    <a:pt x="2072080" y="614206"/>
                  </a:lnTo>
                  <a:lnTo>
                    <a:pt x="2154963" y="611011"/>
                  </a:lnTo>
                  <a:lnTo>
                    <a:pt x="2237846" y="607808"/>
                  </a:lnTo>
                  <a:lnTo>
                    <a:pt x="2320729" y="604514"/>
                  </a:lnTo>
                  <a:lnTo>
                    <a:pt x="2403612" y="601205"/>
                  </a:lnTo>
                  <a:lnTo>
                    <a:pt x="2486496" y="597992"/>
                  </a:lnTo>
                  <a:lnTo>
                    <a:pt x="2569379" y="594977"/>
                  </a:lnTo>
                  <a:lnTo>
                    <a:pt x="2652262" y="592310"/>
                  </a:lnTo>
                  <a:lnTo>
                    <a:pt x="2735145" y="591168"/>
                  </a:lnTo>
                  <a:lnTo>
                    <a:pt x="2818028" y="591216"/>
                  </a:lnTo>
                  <a:lnTo>
                    <a:pt x="2900912" y="591353"/>
                  </a:lnTo>
                  <a:lnTo>
                    <a:pt x="2983795" y="590480"/>
                  </a:lnTo>
                  <a:lnTo>
                    <a:pt x="3066678" y="590191"/>
                  </a:lnTo>
                  <a:lnTo>
                    <a:pt x="3149561" y="591817"/>
                  </a:lnTo>
                  <a:lnTo>
                    <a:pt x="3232444" y="593233"/>
                  </a:lnTo>
                  <a:lnTo>
                    <a:pt x="3315328" y="592324"/>
                  </a:lnTo>
                  <a:lnTo>
                    <a:pt x="3398211" y="589978"/>
                  </a:lnTo>
                  <a:lnTo>
                    <a:pt x="3481094" y="587588"/>
                  </a:lnTo>
                  <a:lnTo>
                    <a:pt x="3563977" y="584765"/>
                  </a:lnTo>
                  <a:lnTo>
                    <a:pt x="3646860" y="581124"/>
                  </a:lnTo>
                  <a:lnTo>
                    <a:pt x="3729744" y="576295"/>
                  </a:lnTo>
                  <a:lnTo>
                    <a:pt x="3812627" y="570610"/>
                  </a:lnTo>
                  <a:lnTo>
                    <a:pt x="3895510" y="564207"/>
                  </a:lnTo>
                  <a:lnTo>
                    <a:pt x="3978393" y="556902"/>
                  </a:lnTo>
                  <a:lnTo>
                    <a:pt x="4061276" y="548510"/>
                  </a:lnTo>
                  <a:lnTo>
                    <a:pt x="4144160" y="538847"/>
                  </a:lnTo>
                  <a:lnTo>
                    <a:pt x="4227043" y="527729"/>
                  </a:lnTo>
                  <a:lnTo>
                    <a:pt x="4309926" y="514974"/>
                  </a:lnTo>
                  <a:lnTo>
                    <a:pt x="4392809" y="500847"/>
                  </a:lnTo>
                  <a:lnTo>
                    <a:pt x="4475692" y="485608"/>
                  </a:lnTo>
                  <a:lnTo>
                    <a:pt x="4558576" y="469256"/>
                  </a:lnTo>
                  <a:lnTo>
                    <a:pt x="4641459" y="451792"/>
                  </a:lnTo>
                  <a:lnTo>
                    <a:pt x="4724342" y="433215"/>
                  </a:lnTo>
                  <a:lnTo>
                    <a:pt x="4807225" y="413526"/>
                  </a:lnTo>
                  <a:lnTo>
                    <a:pt x="4890108" y="392723"/>
                  </a:lnTo>
                  <a:lnTo>
                    <a:pt x="4972992" y="370808"/>
                  </a:lnTo>
                  <a:lnTo>
                    <a:pt x="5055875" y="347780"/>
                  </a:lnTo>
                  <a:lnTo>
                    <a:pt x="5138758" y="323639"/>
                  </a:lnTo>
                  <a:lnTo>
                    <a:pt x="5221641" y="298385"/>
                  </a:lnTo>
                  <a:lnTo>
                    <a:pt x="5304524" y="272017"/>
                  </a:lnTo>
                  <a:lnTo>
                    <a:pt x="5387408" y="244537"/>
                  </a:lnTo>
                  <a:lnTo>
                    <a:pt x="5470291" y="215942"/>
                  </a:lnTo>
                  <a:lnTo>
                    <a:pt x="5553174" y="186235"/>
                  </a:lnTo>
                  <a:lnTo>
                    <a:pt x="5636057" y="155413"/>
                  </a:lnTo>
                  <a:lnTo>
                    <a:pt x="5718940" y="123478"/>
                  </a:lnTo>
                  <a:lnTo>
                    <a:pt x="5801824" y="90429"/>
                  </a:lnTo>
                  <a:lnTo>
                    <a:pt x="5884707" y="56266"/>
                  </a:lnTo>
                  <a:lnTo>
                    <a:pt x="5967590" y="20989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285345"/>
              <a:ext cx="6015395" cy="1093114"/>
            </a:xfrm>
            <a:custGeom>
              <a:avLst/>
              <a:pathLst>
                <a:path w="6015395" h="1093114">
                  <a:moveTo>
                    <a:pt x="0" y="595936"/>
                  </a:moveTo>
                  <a:lnTo>
                    <a:pt x="82883" y="615434"/>
                  </a:lnTo>
                  <a:lnTo>
                    <a:pt x="165766" y="634016"/>
                  </a:lnTo>
                  <a:lnTo>
                    <a:pt x="248649" y="651669"/>
                  </a:lnTo>
                  <a:lnTo>
                    <a:pt x="331532" y="668378"/>
                  </a:lnTo>
                  <a:lnTo>
                    <a:pt x="414416" y="684125"/>
                  </a:lnTo>
                  <a:lnTo>
                    <a:pt x="497299" y="698893"/>
                  </a:lnTo>
                  <a:lnTo>
                    <a:pt x="580182" y="712659"/>
                  </a:lnTo>
                  <a:lnTo>
                    <a:pt x="663065" y="725401"/>
                  </a:lnTo>
                  <a:lnTo>
                    <a:pt x="745948" y="737094"/>
                  </a:lnTo>
                  <a:lnTo>
                    <a:pt x="828832" y="747711"/>
                  </a:lnTo>
                  <a:lnTo>
                    <a:pt x="911715" y="757224"/>
                  </a:lnTo>
                  <a:lnTo>
                    <a:pt x="994598" y="765608"/>
                  </a:lnTo>
                  <a:lnTo>
                    <a:pt x="1077481" y="772842"/>
                  </a:lnTo>
                  <a:lnTo>
                    <a:pt x="1160364" y="778912"/>
                  </a:lnTo>
                  <a:lnTo>
                    <a:pt x="1243248" y="783821"/>
                  </a:lnTo>
                  <a:lnTo>
                    <a:pt x="1326131" y="787594"/>
                  </a:lnTo>
                  <a:lnTo>
                    <a:pt x="1409014" y="790284"/>
                  </a:lnTo>
                  <a:lnTo>
                    <a:pt x="1491897" y="791978"/>
                  </a:lnTo>
                  <a:lnTo>
                    <a:pt x="1574780" y="792793"/>
                  </a:lnTo>
                  <a:lnTo>
                    <a:pt x="1657664" y="792868"/>
                  </a:lnTo>
                  <a:lnTo>
                    <a:pt x="1740547" y="792353"/>
                  </a:lnTo>
                  <a:lnTo>
                    <a:pt x="1823430" y="791497"/>
                  </a:lnTo>
                  <a:lnTo>
                    <a:pt x="1906313" y="790596"/>
                  </a:lnTo>
                  <a:lnTo>
                    <a:pt x="1989196" y="789567"/>
                  </a:lnTo>
                  <a:lnTo>
                    <a:pt x="2072080" y="788296"/>
                  </a:lnTo>
                  <a:lnTo>
                    <a:pt x="2154963" y="786698"/>
                  </a:lnTo>
                  <a:lnTo>
                    <a:pt x="2237846" y="784729"/>
                  </a:lnTo>
                  <a:lnTo>
                    <a:pt x="2320729" y="782481"/>
                  </a:lnTo>
                  <a:lnTo>
                    <a:pt x="2403612" y="780289"/>
                  </a:lnTo>
                  <a:lnTo>
                    <a:pt x="2486496" y="777645"/>
                  </a:lnTo>
                  <a:lnTo>
                    <a:pt x="2569379" y="774453"/>
                  </a:lnTo>
                  <a:lnTo>
                    <a:pt x="2652262" y="771402"/>
                  </a:lnTo>
                  <a:lnTo>
                    <a:pt x="2735145" y="769741"/>
                  </a:lnTo>
                  <a:lnTo>
                    <a:pt x="2818028" y="768394"/>
                  </a:lnTo>
                  <a:lnTo>
                    <a:pt x="2900912" y="766240"/>
                  </a:lnTo>
                  <a:lnTo>
                    <a:pt x="2983795" y="763274"/>
                  </a:lnTo>
                  <a:lnTo>
                    <a:pt x="3066678" y="761214"/>
                  </a:lnTo>
                  <a:lnTo>
                    <a:pt x="3149561" y="759889"/>
                  </a:lnTo>
                  <a:lnTo>
                    <a:pt x="3232444" y="757480"/>
                  </a:lnTo>
                  <a:lnTo>
                    <a:pt x="3315328" y="753587"/>
                  </a:lnTo>
                  <a:lnTo>
                    <a:pt x="3398211" y="749063"/>
                  </a:lnTo>
                  <a:lnTo>
                    <a:pt x="3481094" y="743895"/>
                  </a:lnTo>
                  <a:lnTo>
                    <a:pt x="3563977" y="737701"/>
                  </a:lnTo>
                  <a:lnTo>
                    <a:pt x="3646860" y="730730"/>
                  </a:lnTo>
                  <a:lnTo>
                    <a:pt x="3729744" y="723680"/>
                  </a:lnTo>
                  <a:lnTo>
                    <a:pt x="3812627" y="716500"/>
                  </a:lnTo>
                  <a:lnTo>
                    <a:pt x="3895510" y="708633"/>
                  </a:lnTo>
                  <a:lnTo>
                    <a:pt x="3978393" y="699750"/>
                  </a:lnTo>
                  <a:lnTo>
                    <a:pt x="4061276" y="689619"/>
                  </a:lnTo>
                  <a:lnTo>
                    <a:pt x="4144160" y="678112"/>
                  </a:lnTo>
                  <a:lnTo>
                    <a:pt x="4227043" y="665175"/>
                  </a:lnTo>
                  <a:lnTo>
                    <a:pt x="4309926" y="650778"/>
                  </a:lnTo>
                  <a:lnTo>
                    <a:pt x="4392809" y="635040"/>
                  </a:lnTo>
                  <a:lnTo>
                    <a:pt x="4475692" y="618058"/>
                  </a:lnTo>
                  <a:lnTo>
                    <a:pt x="4558576" y="599794"/>
                  </a:lnTo>
                  <a:lnTo>
                    <a:pt x="4641459" y="580189"/>
                  </a:lnTo>
                  <a:lnTo>
                    <a:pt x="4724342" y="559165"/>
                  </a:lnTo>
                  <a:lnTo>
                    <a:pt x="4807225" y="536633"/>
                  </a:lnTo>
                  <a:lnTo>
                    <a:pt x="4890108" y="512499"/>
                  </a:lnTo>
                  <a:lnTo>
                    <a:pt x="4972992" y="486675"/>
                  </a:lnTo>
                  <a:lnTo>
                    <a:pt x="5055875" y="459078"/>
                  </a:lnTo>
                  <a:lnTo>
                    <a:pt x="5138758" y="429642"/>
                  </a:lnTo>
                  <a:lnTo>
                    <a:pt x="5221641" y="398316"/>
                  </a:lnTo>
                  <a:lnTo>
                    <a:pt x="5304524" y="365064"/>
                  </a:lnTo>
                  <a:lnTo>
                    <a:pt x="5387408" y="329866"/>
                  </a:lnTo>
                  <a:lnTo>
                    <a:pt x="5470291" y="292713"/>
                  </a:lnTo>
                  <a:lnTo>
                    <a:pt x="5553174" y="253606"/>
                  </a:lnTo>
                  <a:lnTo>
                    <a:pt x="5636057" y="212553"/>
                  </a:lnTo>
                  <a:lnTo>
                    <a:pt x="5718940" y="169566"/>
                  </a:lnTo>
                  <a:lnTo>
                    <a:pt x="5801824" y="124661"/>
                  </a:lnTo>
                  <a:lnTo>
                    <a:pt x="5884707" y="77854"/>
                  </a:lnTo>
                  <a:lnTo>
                    <a:pt x="5967590" y="29162"/>
                  </a:lnTo>
                  <a:lnTo>
                    <a:pt x="6015395" y="0"/>
                  </a:lnTo>
                  <a:lnTo>
                    <a:pt x="6015395" y="429502"/>
                  </a:lnTo>
                  <a:lnTo>
                    <a:pt x="5967590" y="440562"/>
                  </a:lnTo>
                  <a:lnTo>
                    <a:pt x="5884707" y="459569"/>
                  </a:lnTo>
                  <a:lnTo>
                    <a:pt x="5801824" y="478422"/>
                  </a:lnTo>
                  <a:lnTo>
                    <a:pt x="5718940" y="497136"/>
                  </a:lnTo>
                  <a:lnTo>
                    <a:pt x="5636057" y="515726"/>
                  </a:lnTo>
                  <a:lnTo>
                    <a:pt x="5553174" y="534204"/>
                  </a:lnTo>
                  <a:lnTo>
                    <a:pt x="5470291" y="552581"/>
                  </a:lnTo>
                  <a:lnTo>
                    <a:pt x="5387408" y="570864"/>
                  </a:lnTo>
                  <a:lnTo>
                    <a:pt x="5304524" y="589050"/>
                  </a:lnTo>
                  <a:lnTo>
                    <a:pt x="5221641" y="607130"/>
                  </a:lnTo>
                  <a:lnTo>
                    <a:pt x="5138758" y="625081"/>
                  </a:lnTo>
                  <a:lnTo>
                    <a:pt x="5055875" y="642865"/>
                  </a:lnTo>
                  <a:lnTo>
                    <a:pt x="4972992" y="660430"/>
                  </a:lnTo>
                  <a:lnTo>
                    <a:pt x="4890108" y="677706"/>
                  </a:lnTo>
                  <a:lnTo>
                    <a:pt x="4807225" y="694611"/>
                  </a:lnTo>
                  <a:lnTo>
                    <a:pt x="4724342" y="711051"/>
                  </a:lnTo>
                  <a:lnTo>
                    <a:pt x="4641459" y="726934"/>
                  </a:lnTo>
                  <a:lnTo>
                    <a:pt x="4558576" y="742167"/>
                  </a:lnTo>
                  <a:lnTo>
                    <a:pt x="4475692" y="756671"/>
                  </a:lnTo>
                  <a:lnTo>
                    <a:pt x="4392809" y="770383"/>
                  </a:lnTo>
                  <a:lnTo>
                    <a:pt x="4309926" y="783266"/>
                  </a:lnTo>
                  <a:lnTo>
                    <a:pt x="4227043" y="794956"/>
                  </a:lnTo>
                  <a:lnTo>
                    <a:pt x="4144160" y="805138"/>
                  </a:lnTo>
                  <a:lnTo>
                    <a:pt x="4061276" y="814143"/>
                  </a:lnTo>
                  <a:lnTo>
                    <a:pt x="3978393" y="822282"/>
                  </a:lnTo>
                  <a:lnTo>
                    <a:pt x="3895510" y="829795"/>
                  </a:lnTo>
                  <a:lnTo>
                    <a:pt x="3812627" y="836817"/>
                  </a:lnTo>
                  <a:lnTo>
                    <a:pt x="3729744" y="843386"/>
                  </a:lnTo>
                  <a:lnTo>
                    <a:pt x="3646860" y="849195"/>
                  </a:lnTo>
                  <a:lnTo>
                    <a:pt x="3563977" y="854141"/>
                  </a:lnTo>
                  <a:lnTo>
                    <a:pt x="3481094" y="858923"/>
                  </a:lnTo>
                  <a:lnTo>
                    <a:pt x="3398211" y="863798"/>
                  </a:lnTo>
                  <a:lnTo>
                    <a:pt x="3315328" y="868391"/>
                  </a:lnTo>
                  <a:lnTo>
                    <a:pt x="3232444" y="870963"/>
                  </a:lnTo>
                  <a:lnTo>
                    <a:pt x="3149561" y="871726"/>
                  </a:lnTo>
                  <a:lnTo>
                    <a:pt x="3066678" y="872939"/>
                  </a:lnTo>
                  <a:lnTo>
                    <a:pt x="2983795" y="875449"/>
                  </a:lnTo>
                  <a:lnTo>
                    <a:pt x="2900912" y="877528"/>
                  </a:lnTo>
                  <a:lnTo>
                    <a:pt x="2818028" y="878927"/>
                  </a:lnTo>
                  <a:lnTo>
                    <a:pt x="2735145" y="880925"/>
                  </a:lnTo>
                  <a:lnTo>
                    <a:pt x="2652262" y="883681"/>
                  </a:lnTo>
                  <a:lnTo>
                    <a:pt x="2569379" y="886558"/>
                  </a:lnTo>
                  <a:lnTo>
                    <a:pt x="2486496" y="889481"/>
                  </a:lnTo>
                  <a:lnTo>
                    <a:pt x="2403612" y="892880"/>
                  </a:lnTo>
                  <a:lnTo>
                    <a:pt x="2320729" y="896449"/>
                  </a:lnTo>
                  <a:lnTo>
                    <a:pt x="2237846" y="899470"/>
                  </a:lnTo>
                  <a:lnTo>
                    <a:pt x="2154963" y="902211"/>
                  </a:lnTo>
                  <a:lnTo>
                    <a:pt x="2072080" y="904949"/>
                  </a:lnTo>
                  <a:lnTo>
                    <a:pt x="1989196" y="907845"/>
                  </a:lnTo>
                  <a:lnTo>
                    <a:pt x="1906313" y="911012"/>
                  </a:lnTo>
                  <a:lnTo>
                    <a:pt x="1823430" y="914544"/>
                  </a:lnTo>
                  <a:lnTo>
                    <a:pt x="1740547" y="918542"/>
                  </a:lnTo>
                  <a:lnTo>
                    <a:pt x="1657664" y="923098"/>
                  </a:lnTo>
                  <a:lnTo>
                    <a:pt x="1574780" y="928336"/>
                  </a:lnTo>
                  <a:lnTo>
                    <a:pt x="1491897" y="934400"/>
                  </a:lnTo>
                  <a:lnTo>
                    <a:pt x="1409014" y="941427"/>
                  </a:lnTo>
                  <a:lnTo>
                    <a:pt x="1326131" y="949531"/>
                  </a:lnTo>
                  <a:lnTo>
                    <a:pt x="1243248" y="958795"/>
                  </a:lnTo>
                  <a:lnTo>
                    <a:pt x="1160364" y="969269"/>
                  </a:lnTo>
                  <a:lnTo>
                    <a:pt x="1077481" y="980976"/>
                  </a:lnTo>
                  <a:lnTo>
                    <a:pt x="994598" y="993913"/>
                  </a:lnTo>
                  <a:lnTo>
                    <a:pt x="911715" y="1008066"/>
                  </a:lnTo>
                  <a:lnTo>
                    <a:pt x="828832" y="1023410"/>
                  </a:lnTo>
                  <a:lnTo>
                    <a:pt x="745948" y="1039914"/>
                  </a:lnTo>
                  <a:lnTo>
                    <a:pt x="663065" y="1057550"/>
                  </a:lnTo>
                  <a:lnTo>
                    <a:pt x="580182" y="1076286"/>
                  </a:lnTo>
                  <a:lnTo>
                    <a:pt x="509775" y="10931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285345"/>
              <a:ext cx="6015395" cy="792868"/>
            </a:xfrm>
            <a:custGeom>
              <a:avLst/>
              <a:pathLst>
                <a:path w="6015395" h="792868">
                  <a:moveTo>
                    <a:pt x="0" y="595936"/>
                  </a:moveTo>
                  <a:lnTo>
                    <a:pt x="82883" y="615434"/>
                  </a:lnTo>
                  <a:lnTo>
                    <a:pt x="165766" y="634016"/>
                  </a:lnTo>
                  <a:lnTo>
                    <a:pt x="248649" y="651669"/>
                  </a:lnTo>
                  <a:lnTo>
                    <a:pt x="331532" y="668378"/>
                  </a:lnTo>
                  <a:lnTo>
                    <a:pt x="414416" y="684125"/>
                  </a:lnTo>
                  <a:lnTo>
                    <a:pt x="497299" y="698893"/>
                  </a:lnTo>
                  <a:lnTo>
                    <a:pt x="580182" y="712659"/>
                  </a:lnTo>
                  <a:lnTo>
                    <a:pt x="663065" y="725401"/>
                  </a:lnTo>
                  <a:lnTo>
                    <a:pt x="745948" y="737094"/>
                  </a:lnTo>
                  <a:lnTo>
                    <a:pt x="828832" y="747711"/>
                  </a:lnTo>
                  <a:lnTo>
                    <a:pt x="911715" y="757224"/>
                  </a:lnTo>
                  <a:lnTo>
                    <a:pt x="994598" y="765608"/>
                  </a:lnTo>
                  <a:lnTo>
                    <a:pt x="1077481" y="772842"/>
                  </a:lnTo>
                  <a:lnTo>
                    <a:pt x="1160364" y="778912"/>
                  </a:lnTo>
                  <a:lnTo>
                    <a:pt x="1243248" y="783821"/>
                  </a:lnTo>
                  <a:lnTo>
                    <a:pt x="1326131" y="787594"/>
                  </a:lnTo>
                  <a:lnTo>
                    <a:pt x="1409014" y="790284"/>
                  </a:lnTo>
                  <a:lnTo>
                    <a:pt x="1491897" y="791978"/>
                  </a:lnTo>
                  <a:lnTo>
                    <a:pt x="1574780" y="792793"/>
                  </a:lnTo>
                  <a:lnTo>
                    <a:pt x="1657664" y="792868"/>
                  </a:lnTo>
                  <a:lnTo>
                    <a:pt x="1740547" y="792353"/>
                  </a:lnTo>
                  <a:lnTo>
                    <a:pt x="1823430" y="791497"/>
                  </a:lnTo>
                  <a:lnTo>
                    <a:pt x="1906313" y="790596"/>
                  </a:lnTo>
                  <a:lnTo>
                    <a:pt x="1989196" y="789567"/>
                  </a:lnTo>
                  <a:lnTo>
                    <a:pt x="2072080" y="788296"/>
                  </a:lnTo>
                  <a:lnTo>
                    <a:pt x="2154963" y="786698"/>
                  </a:lnTo>
                  <a:lnTo>
                    <a:pt x="2237846" y="784729"/>
                  </a:lnTo>
                  <a:lnTo>
                    <a:pt x="2320729" y="782481"/>
                  </a:lnTo>
                  <a:lnTo>
                    <a:pt x="2403612" y="780289"/>
                  </a:lnTo>
                  <a:lnTo>
                    <a:pt x="2486496" y="777645"/>
                  </a:lnTo>
                  <a:lnTo>
                    <a:pt x="2569379" y="774453"/>
                  </a:lnTo>
                  <a:lnTo>
                    <a:pt x="2652262" y="771402"/>
                  </a:lnTo>
                  <a:lnTo>
                    <a:pt x="2735145" y="769741"/>
                  </a:lnTo>
                  <a:lnTo>
                    <a:pt x="2818028" y="768394"/>
                  </a:lnTo>
                  <a:lnTo>
                    <a:pt x="2900912" y="766240"/>
                  </a:lnTo>
                  <a:lnTo>
                    <a:pt x="2983795" y="763274"/>
                  </a:lnTo>
                  <a:lnTo>
                    <a:pt x="3066678" y="761214"/>
                  </a:lnTo>
                  <a:lnTo>
                    <a:pt x="3149561" y="759889"/>
                  </a:lnTo>
                  <a:lnTo>
                    <a:pt x="3232444" y="757480"/>
                  </a:lnTo>
                  <a:lnTo>
                    <a:pt x="3315328" y="753587"/>
                  </a:lnTo>
                  <a:lnTo>
                    <a:pt x="3398211" y="749063"/>
                  </a:lnTo>
                  <a:lnTo>
                    <a:pt x="3481094" y="743895"/>
                  </a:lnTo>
                  <a:lnTo>
                    <a:pt x="3563977" y="737701"/>
                  </a:lnTo>
                  <a:lnTo>
                    <a:pt x="3646860" y="730730"/>
                  </a:lnTo>
                  <a:lnTo>
                    <a:pt x="3729744" y="723680"/>
                  </a:lnTo>
                  <a:lnTo>
                    <a:pt x="3812627" y="716500"/>
                  </a:lnTo>
                  <a:lnTo>
                    <a:pt x="3895510" y="708633"/>
                  </a:lnTo>
                  <a:lnTo>
                    <a:pt x="3978393" y="699750"/>
                  </a:lnTo>
                  <a:lnTo>
                    <a:pt x="4061276" y="689619"/>
                  </a:lnTo>
                  <a:lnTo>
                    <a:pt x="4144160" y="678112"/>
                  </a:lnTo>
                  <a:lnTo>
                    <a:pt x="4227043" y="665175"/>
                  </a:lnTo>
                  <a:lnTo>
                    <a:pt x="4309926" y="650778"/>
                  </a:lnTo>
                  <a:lnTo>
                    <a:pt x="4392809" y="635040"/>
                  </a:lnTo>
                  <a:lnTo>
                    <a:pt x="4475692" y="618058"/>
                  </a:lnTo>
                  <a:lnTo>
                    <a:pt x="4558576" y="599794"/>
                  </a:lnTo>
                  <a:lnTo>
                    <a:pt x="4641459" y="580189"/>
                  </a:lnTo>
                  <a:lnTo>
                    <a:pt x="4724342" y="559165"/>
                  </a:lnTo>
                  <a:lnTo>
                    <a:pt x="4807225" y="536633"/>
                  </a:lnTo>
                  <a:lnTo>
                    <a:pt x="4890108" y="512499"/>
                  </a:lnTo>
                  <a:lnTo>
                    <a:pt x="4972992" y="486675"/>
                  </a:lnTo>
                  <a:lnTo>
                    <a:pt x="5055875" y="459078"/>
                  </a:lnTo>
                  <a:lnTo>
                    <a:pt x="5138758" y="429642"/>
                  </a:lnTo>
                  <a:lnTo>
                    <a:pt x="5221641" y="398316"/>
                  </a:lnTo>
                  <a:lnTo>
                    <a:pt x="5304524" y="365064"/>
                  </a:lnTo>
                  <a:lnTo>
                    <a:pt x="5387408" y="329866"/>
                  </a:lnTo>
                  <a:lnTo>
                    <a:pt x="5470291" y="292713"/>
                  </a:lnTo>
                  <a:lnTo>
                    <a:pt x="5553174" y="253606"/>
                  </a:lnTo>
                  <a:lnTo>
                    <a:pt x="5636057" y="212553"/>
                  </a:lnTo>
                  <a:lnTo>
                    <a:pt x="5718940" y="169566"/>
                  </a:lnTo>
                  <a:lnTo>
                    <a:pt x="5801824" y="124661"/>
                  </a:lnTo>
                  <a:lnTo>
                    <a:pt x="5884707" y="77854"/>
                  </a:lnTo>
                  <a:lnTo>
                    <a:pt x="5967590" y="29162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82241" y="4714848"/>
              <a:ext cx="5505619" cy="663611"/>
            </a:xfrm>
            <a:custGeom>
              <a:avLst/>
              <a:pathLst>
                <a:path w="5505619" h="663611">
                  <a:moveTo>
                    <a:pt x="5505619" y="0"/>
                  </a:moveTo>
                  <a:lnTo>
                    <a:pt x="5457814" y="11060"/>
                  </a:lnTo>
                  <a:lnTo>
                    <a:pt x="5374931" y="30067"/>
                  </a:lnTo>
                  <a:lnTo>
                    <a:pt x="5292048" y="48920"/>
                  </a:lnTo>
                  <a:lnTo>
                    <a:pt x="5209164" y="67634"/>
                  </a:lnTo>
                  <a:lnTo>
                    <a:pt x="5126281" y="86223"/>
                  </a:lnTo>
                  <a:lnTo>
                    <a:pt x="5043398" y="104702"/>
                  </a:lnTo>
                  <a:lnTo>
                    <a:pt x="4960515" y="123079"/>
                  </a:lnTo>
                  <a:lnTo>
                    <a:pt x="4877632" y="141361"/>
                  </a:lnTo>
                  <a:lnTo>
                    <a:pt x="4794748" y="159548"/>
                  </a:lnTo>
                  <a:lnTo>
                    <a:pt x="4711865" y="177628"/>
                  </a:lnTo>
                  <a:lnTo>
                    <a:pt x="4628982" y="195579"/>
                  </a:lnTo>
                  <a:lnTo>
                    <a:pt x="4546099" y="213363"/>
                  </a:lnTo>
                  <a:lnTo>
                    <a:pt x="4463216" y="230928"/>
                  </a:lnTo>
                  <a:lnTo>
                    <a:pt x="4380332" y="248204"/>
                  </a:lnTo>
                  <a:lnTo>
                    <a:pt x="4297449" y="265108"/>
                  </a:lnTo>
                  <a:lnTo>
                    <a:pt x="4214566" y="281549"/>
                  </a:lnTo>
                  <a:lnTo>
                    <a:pt x="4131683" y="297432"/>
                  </a:lnTo>
                  <a:lnTo>
                    <a:pt x="4048800" y="312665"/>
                  </a:lnTo>
                  <a:lnTo>
                    <a:pt x="3965916" y="327168"/>
                  </a:lnTo>
                  <a:lnTo>
                    <a:pt x="3883033" y="340881"/>
                  </a:lnTo>
                  <a:lnTo>
                    <a:pt x="3800150" y="353764"/>
                  </a:lnTo>
                  <a:lnTo>
                    <a:pt x="3717267" y="365454"/>
                  </a:lnTo>
                  <a:lnTo>
                    <a:pt x="3634384" y="375636"/>
                  </a:lnTo>
                  <a:lnTo>
                    <a:pt x="3551500" y="384640"/>
                  </a:lnTo>
                  <a:lnTo>
                    <a:pt x="3468617" y="392780"/>
                  </a:lnTo>
                  <a:lnTo>
                    <a:pt x="3385734" y="400292"/>
                  </a:lnTo>
                  <a:lnTo>
                    <a:pt x="3302851" y="407315"/>
                  </a:lnTo>
                  <a:lnTo>
                    <a:pt x="3219968" y="413884"/>
                  </a:lnTo>
                  <a:lnTo>
                    <a:pt x="3137084" y="419693"/>
                  </a:lnTo>
                  <a:lnTo>
                    <a:pt x="3054201" y="424639"/>
                  </a:lnTo>
                  <a:lnTo>
                    <a:pt x="2971318" y="429420"/>
                  </a:lnTo>
                  <a:lnTo>
                    <a:pt x="2888435" y="434295"/>
                  </a:lnTo>
                  <a:lnTo>
                    <a:pt x="2805552" y="438889"/>
                  </a:lnTo>
                  <a:lnTo>
                    <a:pt x="2722668" y="441460"/>
                  </a:lnTo>
                  <a:lnTo>
                    <a:pt x="2639785" y="442224"/>
                  </a:lnTo>
                  <a:lnTo>
                    <a:pt x="2556902" y="443437"/>
                  </a:lnTo>
                  <a:lnTo>
                    <a:pt x="2474019" y="445946"/>
                  </a:lnTo>
                  <a:lnTo>
                    <a:pt x="2391136" y="448025"/>
                  </a:lnTo>
                  <a:lnTo>
                    <a:pt x="2308252" y="449425"/>
                  </a:lnTo>
                  <a:lnTo>
                    <a:pt x="2225369" y="451423"/>
                  </a:lnTo>
                  <a:lnTo>
                    <a:pt x="2142486" y="454178"/>
                  </a:lnTo>
                  <a:lnTo>
                    <a:pt x="2059603" y="457056"/>
                  </a:lnTo>
                  <a:lnTo>
                    <a:pt x="1976720" y="459979"/>
                  </a:lnTo>
                  <a:lnTo>
                    <a:pt x="1893836" y="463378"/>
                  </a:lnTo>
                  <a:lnTo>
                    <a:pt x="1810953" y="466946"/>
                  </a:lnTo>
                  <a:lnTo>
                    <a:pt x="1728070" y="469968"/>
                  </a:lnTo>
                  <a:lnTo>
                    <a:pt x="1645187" y="472709"/>
                  </a:lnTo>
                  <a:lnTo>
                    <a:pt x="1562304" y="475447"/>
                  </a:lnTo>
                  <a:lnTo>
                    <a:pt x="1479420" y="478342"/>
                  </a:lnTo>
                  <a:lnTo>
                    <a:pt x="1396537" y="481510"/>
                  </a:lnTo>
                  <a:lnTo>
                    <a:pt x="1313654" y="485042"/>
                  </a:lnTo>
                  <a:lnTo>
                    <a:pt x="1230771" y="489040"/>
                  </a:lnTo>
                  <a:lnTo>
                    <a:pt x="1147888" y="493596"/>
                  </a:lnTo>
                  <a:lnTo>
                    <a:pt x="1065004" y="498834"/>
                  </a:lnTo>
                  <a:lnTo>
                    <a:pt x="982121" y="504898"/>
                  </a:lnTo>
                  <a:lnTo>
                    <a:pt x="899238" y="511925"/>
                  </a:lnTo>
                  <a:lnTo>
                    <a:pt x="816355" y="520029"/>
                  </a:lnTo>
                  <a:lnTo>
                    <a:pt x="733472" y="529293"/>
                  </a:lnTo>
                  <a:lnTo>
                    <a:pt x="650588" y="539767"/>
                  </a:lnTo>
                  <a:lnTo>
                    <a:pt x="567705" y="551473"/>
                  </a:lnTo>
                  <a:lnTo>
                    <a:pt x="484822" y="564411"/>
                  </a:lnTo>
                  <a:lnTo>
                    <a:pt x="401939" y="578564"/>
                  </a:lnTo>
                  <a:lnTo>
                    <a:pt x="319056" y="593907"/>
                  </a:lnTo>
                  <a:lnTo>
                    <a:pt x="236172" y="610412"/>
                  </a:lnTo>
                  <a:lnTo>
                    <a:pt x="153289" y="628048"/>
                  </a:lnTo>
                  <a:lnTo>
                    <a:pt x="70406" y="646784"/>
                  </a:lnTo>
                  <a:lnTo>
                    <a:pt x="0" y="663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500097"/>
              <a:ext cx="6015395" cy="701288"/>
            </a:xfrm>
            <a:custGeom>
              <a:avLst/>
              <a:pathLst>
                <a:path w="6015395" h="701288">
                  <a:moveTo>
                    <a:pt x="0" y="701288"/>
                  </a:moveTo>
                  <a:lnTo>
                    <a:pt x="82883" y="698156"/>
                  </a:lnTo>
                  <a:lnTo>
                    <a:pt x="165766" y="695038"/>
                  </a:lnTo>
                  <a:lnTo>
                    <a:pt x="248649" y="691936"/>
                  </a:lnTo>
                  <a:lnTo>
                    <a:pt x="331532" y="688852"/>
                  </a:lnTo>
                  <a:lnTo>
                    <a:pt x="414416" y="685787"/>
                  </a:lnTo>
                  <a:lnTo>
                    <a:pt x="497299" y="682743"/>
                  </a:lnTo>
                  <a:lnTo>
                    <a:pt x="580182" y="679722"/>
                  </a:lnTo>
                  <a:lnTo>
                    <a:pt x="663065" y="676724"/>
                  </a:lnTo>
                  <a:lnTo>
                    <a:pt x="745948" y="673753"/>
                  </a:lnTo>
                  <a:lnTo>
                    <a:pt x="828832" y="670809"/>
                  </a:lnTo>
                  <a:lnTo>
                    <a:pt x="911715" y="667894"/>
                  </a:lnTo>
                  <a:lnTo>
                    <a:pt x="994598" y="665010"/>
                  </a:lnTo>
                  <a:lnTo>
                    <a:pt x="1077481" y="662158"/>
                  </a:lnTo>
                  <a:lnTo>
                    <a:pt x="1160364" y="659340"/>
                  </a:lnTo>
                  <a:lnTo>
                    <a:pt x="1243248" y="656557"/>
                  </a:lnTo>
                  <a:lnTo>
                    <a:pt x="1326131" y="653811"/>
                  </a:lnTo>
                  <a:lnTo>
                    <a:pt x="1409014" y="651104"/>
                  </a:lnTo>
                  <a:lnTo>
                    <a:pt x="1491897" y="648438"/>
                  </a:lnTo>
                  <a:lnTo>
                    <a:pt x="1574780" y="645813"/>
                  </a:lnTo>
                  <a:lnTo>
                    <a:pt x="1657664" y="643232"/>
                  </a:lnTo>
                  <a:lnTo>
                    <a:pt x="1740547" y="640696"/>
                  </a:lnTo>
                  <a:lnTo>
                    <a:pt x="1823430" y="638269"/>
                  </a:lnTo>
                  <a:lnTo>
                    <a:pt x="1906313" y="636053"/>
                  </a:lnTo>
                  <a:lnTo>
                    <a:pt x="1989196" y="633954"/>
                  </a:lnTo>
                  <a:lnTo>
                    <a:pt x="2072080" y="631872"/>
                  </a:lnTo>
                  <a:lnTo>
                    <a:pt x="2154963" y="629704"/>
                  </a:lnTo>
                  <a:lnTo>
                    <a:pt x="2237846" y="627348"/>
                  </a:lnTo>
                  <a:lnTo>
                    <a:pt x="2320729" y="624714"/>
                  </a:lnTo>
                  <a:lnTo>
                    <a:pt x="2403612" y="621833"/>
                  </a:lnTo>
                  <a:lnTo>
                    <a:pt x="2486496" y="618812"/>
                  </a:lnTo>
                  <a:lnTo>
                    <a:pt x="2569379" y="615754"/>
                  </a:lnTo>
                  <a:lnTo>
                    <a:pt x="2652262" y="612790"/>
                  </a:lnTo>
                  <a:lnTo>
                    <a:pt x="2735145" y="610582"/>
                  </a:lnTo>
                  <a:lnTo>
                    <a:pt x="2818028" y="608910"/>
                  </a:lnTo>
                  <a:lnTo>
                    <a:pt x="2900912" y="607133"/>
                  </a:lnTo>
                  <a:lnTo>
                    <a:pt x="2983795" y="604610"/>
                  </a:lnTo>
                  <a:lnTo>
                    <a:pt x="3066678" y="602325"/>
                  </a:lnTo>
                  <a:lnTo>
                    <a:pt x="3149561" y="601056"/>
                  </a:lnTo>
                  <a:lnTo>
                    <a:pt x="3232444" y="599470"/>
                  </a:lnTo>
                  <a:lnTo>
                    <a:pt x="3315328" y="596238"/>
                  </a:lnTo>
                  <a:lnTo>
                    <a:pt x="3398211" y="591679"/>
                  </a:lnTo>
                  <a:lnTo>
                    <a:pt x="3481094" y="586658"/>
                  </a:lnTo>
                  <a:lnTo>
                    <a:pt x="3563977" y="581170"/>
                  </a:lnTo>
                  <a:lnTo>
                    <a:pt x="3646860" y="575212"/>
                  </a:lnTo>
                  <a:lnTo>
                    <a:pt x="3729744" y="568782"/>
                  </a:lnTo>
                  <a:lnTo>
                    <a:pt x="3812627" y="561907"/>
                  </a:lnTo>
                  <a:lnTo>
                    <a:pt x="3895510" y="554463"/>
                  </a:lnTo>
                  <a:lnTo>
                    <a:pt x="3978393" y="546265"/>
                  </a:lnTo>
                  <a:lnTo>
                    <a:pt x="4061276" y="537130"/>
                  </a:lnTo>
                  <a:lnTo>
                    <a:pt x="4144160" y="526874"/>
                  </a:lnTo>
                  <a:lnTo>
                    <a:pt x="4227043" y="515314"/>
                  </a:lnTo>
                  <a:lnTo>
                    <a:pt x="4309926" y="502271"/>
                  </a:lnTo>
                  <a:lnTo>
                    <a:pt x="4392809" y="487961"/>
                  </a:lnTo>
                  <a:lnTo>
                    <a:pt x="4475692" y="472613"/>
                  </a:lnTo>
                  <a:lnTo>
                    <a:pt x="4558576" y="456230"/>
                  </a:lnTo>
                  <a:lnTo>
                    <a:pt x="4641459" y="438811"/>
                  </a:lnTo>
                  <a:lnTo>
                    <a:pt x="4724342" y="420357"/>
                  </a:lnTo>
                  <a:lnTo>
                    <a:pt x="4807225" y="400871"/>
                  </a:lnTo>
                  <a:lnTo>
                    <a:pt x="4890108" y="380352"/>
                  </a:lnTo>
                  <a:lnTo>
                    <a:pt x="4972992" y="358801"/>
                  </a:lnTo>
                  <a:lnTo>
                    <a:pt x="5055875" y="336221"/>
                  </a:lnTo>
                  <a:lnTo>
                    <a:pt x="5138758" y="312610"/>
                  </a:lnTo>
                  <a:lnTo>
                    <a:pt x="5221641" y="287972"/>
                  </a:lnTo>
                  <a:lnTo>
                    <a:pt x="5304524" y="262306"/>
                  </a:lnTo>
                  <a:lnTo>
                    <a:pt x="5387408" y="235614"/>
                  </a:lnTo>
                  <a:lnTo>
                    <a:pt x="5470291" y="207896"/>
                  </a:lnTo>
                  <a:lnTo>
                    <a:pt x="5553174" y="179154"/>
                  </a:lnTo>
                  <a:lnTo>
                    <a:pt x="5636057" y="149388"/>
                  </a:lnTo>
                  <a:lnTo>
                    <a:pt x="5718940" y="118600"/>
                  </a:lnTo>
                  <a:lnTo>
                    <a:pt x="5801824" y="86790"/>
                  </a:lnTo>
                  <a:lnTo>
                    <a:pt x="5884707" y="53960"/>
                  </a:lnTo>
                  <a:lnTo>
                    <a:pt x="5967590" y="20111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373793"/>
              <a:ext cx="6015395" cy="1004666"/>
            </a:xfrm>
            <a:custGeom>
              <a:avLst/>
              <a:pathLst>
                <a:path w="6015395" h="1004666">
                  <a:moveTo>
                    <a:pt x="0" y="536184"/>
                  </a:moveTo>
                  <a:lnTo>
                    <a:pt x="82883" y="553970"/>
                  </a:lnTo>
                  <a:lnTo>
                    <a:pt x="165766" y="570926"/>
                  </a:lnTo>
                  <a:lnTo>
                    <a:pt x="248649" y="587038"/>
                  </a:lnTo>
                  <a:lnTo>
                    <a:pt x="331532" y="602292"/>
                  </a:lnTo>
                  <a:lnTo>
                    <a:pt x="414416" y="616672"/>
                  </a:lnTo>
                  <a:lnTo>
                    <a:pt x="497299" y="630161"/>
                  </a:lnTo>
                  <a:lnTo>
                    <a:pt x="580182" y="642739"/>
                  </a:lnTo>
                  <a:lnTo>
                    <a:pt x="663065" y="654386"/>
                  </a:lnTo>
                  <a:lnTo>
                    <a:pt x="745948" y="665077"/>
                  </a:lnTo>
                  <a:lnTo>
                    <a:pt x="828832" y="674790"/>
                  </a:lnTo>
                  <a:lnTo>
                    <a:pt x="911715" y="683498"/>
                  </a:lnTo>
                  <a:lnTo>
                    <a:pt x="994598" y="691178"/>
                  </a:lnTo>
                  <a:lnTo>
                    <a:pt x="1077481" y="697811"/>
                  </a:lnTo>
                  <a:lnTo>
                    <a:pt x="1160364" y="703383"/>
                  </a:lnTo>
                  <a:lnTo>
                    <a:pt x="1243248" y="707898"/>
                  </a:lnTo>
                  <a:lnTo>
                    <a:pt x="1326131" y="711376"/>
                  </a:lnTo>
                  <a:lnTo>
                    <a:pt x="1409014" y="713866"/>
                  </a:lnTo>
                  <a:lnTo>
                    <a:pt x="1491897" y="715444"/>
                  </a:lnTo>
                  <a:lnTo>
                    <a:pt x="1574780" y="716216"/>
                  </a:lnTo>
                  <a:lnTo>
                    <a:pt x="1657664" y="716306"/>
                  </a:lnTo>
                  <a:lnTo>
                    <a:pt x="1740547" y="715848"/>
                  </a:lnTo>
                  <a:lnTo>
                    <a:pt x="1823430" y="715045"/>
                  </a:lnTo>
                  <a:lnTo>
                    <a:pt x="1906313" y="714133"/>
                  </a:lnTo>
                  <a:lnTo>
                    <a:pt x="1989196" y="713066"/>
                  </a:lnTo>
                  <a:lnTo>
                    <a:pt x="2072080" y="711780"/>
                  </a:lnTo>
                  <a:lnTo>
                    <a:pt x="2154963" y="710230"/>
                  </a:lnTo>
                  <a:lnTo>
                    <a:pt x="2237846" y="708411"/>
                  </a:lnTo>
                  <a:lnTo>
                    <a:pt x="2320729" y="706350"/>
                  </a:lnTo>
                  <a:lnTo>
                    <a:pt x="2403612" y="703906"/>
                  </a:lnTo>
                  <a:lnTo>
                    <a:pt x="2486496" y="700863"/>
                  </a:lnTo>
                  <a:lnTo>
                    <a:pt x="2569379" y="697495"/>
                  </a:lnTo>
                  <a:lnTo>
                    <a:pt x="2652262" y="694751"/>
                  </a:lnTo>
                  <a:lnTo>
                    <a:pt x="2735145" y="693268"/>
                  </a:lnTo>
                  <a:lnTo>
                    <a:pt x="2818028" y="691988"/>
                  </a:lnTo>
                  <a:lnTo>
                    <a:pt x="2900912" y="690195"/>
                  </a:lnTo>
                  <a:lnTo>
                    <a:pt x="2983795" y="688174"/>
                  </a:lnTo>
                  <a:lnTo>
                    <a:pt x="3066678" y="687517"/>
                  </a:lnTo>
                  <a:lnTo>
                    <a:pt x="3149561" y="687837"/>
                  </a:lnTo>
                  <a:lnTo>
                    <a:pt x="3232444" y="687403"/>
                  </a:lnTo>
                  <a:lnTo>
                    <a:pt x="3315328" y="685759"/>
                  </a:lnTo>
                  <a:lnTo>
                    <a:pt x="3398211" y="683704"/>
                  </a:lnTo>
                  <a:lnTo>
                    <a:pt x="3481094" y="681305"/>
                  </a:lnTo>
                  <a:lnTo>
                    <a:pt x="3563977" y="678232"/>
                  </a:lnTo>
                  <a:lnTo>
                    <a:pt x="3646860" y="674725"/>
                  </a:lnTo>
                  <a:lnTo>
                    <a:pt x="3729744" y="671429"/>
                  </a:lnTo>
                  <a:lnTo>
                    <a:pt x="3812627" y="668496"/>
                  </a:lnTo>
                  <a:lnTo>
                    <a:pt x="3895510" y="665347"/>
                  </a:lnTo>
                  <a:lnTo>
                    <a:pt x="3978393" y="661461"/>
                  </a:lnTo>
                  <a:lnTo>
                    <a:pt x="4061276" y="656407"/>
                  </a:lnTo>
                  <a:lnTo>
                    <a:pt x="4144160" y="649845"/>
                  </a:lnTo>
                  <a:lnTo>
                    <a:pt x="4227043" y="641500"/>
                  </a:lnTo>
                  <a:lnTo>
                    <a:pt x="4309926" y="631124"/>
                  </a:lnTo>
                  <a:lnTo>
                    <a:pt x="4392809" y="618917"/>
                  </a:lnTo>
                  <a:lnTo>
                    <a:pt x="4475692" y="605130"/>
                  </a:lnTo>
                  <a:lnTo>
                    <a:pt x="4558576" y="589735"/>
                  </a:lnTo>
                  <a:lnTo>
                    <a:pt x="4641459" y="572684"/>
                  </a:lnTo>
                  <a:lnTo>
                    <a:pt x="4724342" y="553912"/>
                  </a:lnTo>
                  <a:lnTo>
                    <a:pt x="4807225" y="533344"/>
                  </a:lnTo>
                  <a:lnTo>
                    <a:pt x="4890108" y="510904"/>
                  </a:lnTo>
                  <a:lnTo>
                    <a:pt x="4972992" y="486516"/>
                  </a:lnTo>
                  <a:lnTo>
                    <a:pt x="5055875" y="460112"/>
                  </a:lnTo>
                  <a:lnTo>
                    <a:pt x="5138758" y="431638"/>
                  </a:lnTo>
                  <a:lnTo>
                    <a:pt x="5221641" y="401054"/>
                  </a:lnTo>
                  <a:lnTo>
                    <a:pt x="5304524" y="368333"/>
                  </a:lnTo>
                  <a:lnTo>
                    <a:pt x="5387408" y="333462"/>
                  </a:lnTo>
                  <a:lnTo>
                    <a:pt x="5470291" y="296440"/>
                  </a:lnTo>
                  <a:lnTo>
                    <a:pt x="5553174" y="257272"/>
                  </a:lnTo>
                  <a:lnTo>
                    <a:pt x="5636057" y="215971"/>
                  </a:lnTo>
                  <a:lnTo>
                    <a:pt x="5718940" y="172555"/>
                  </a:lnTo>
                  <a:lnTo>
                    <a:pt x="5801824" y="127042"/>
                  </a:lnTo>
                  <a:lnTo>
                    <a:pt x="5884707" y="79452"/>
                  </a:lnTo>
                  <a:lnTo>
                    <a:pt x="5967590" y="29807"/>
                  </a:lnTo>
                  <a:lnTo>
                    <a:pt x="6015395" y="0"/>
                  </a:lnTo>
                  <a:lnTo>
                    <a:pt x="6015395" y="385928"/>
                  </a:lnTo>
                  <a:lnTo>
                    <a:pt x="5967590" y="399471"/>
                  </a:lnTo>
                  <a:lnTo>
                    <a:pt x="5884707" y="422442"/>
                  </a:lnTo>
                  <a:lnTo>
                    <a:pt x="5801824" y="444914"/>
                  </a:lnTo>
                  <a:lnTo>
                    <a:pt x="5718940" y="466893"/>
                  </a:lnTo>
                  <a:lnTo>
                    <a:pt x="5636057" y="488387"/>
                  </a:lnTo>
                  <a:lnTo>
                    <a:pt x="5553174" y="509403"/>
                  </a:lnTo>
                  <a:lnTo>
                    <a:pt x="5470291" y="529944"/>
                  </a:lnTo>
                  <a:lnTo>
                    <a:pt x="5387408" y="550010"/>
                  </a:lnTo>
                  <a:lnTo>
                    <a:pt x="5304524" y="569595"/>
                  </a:lnTo>
                  <a:lnTo>
                    <a:pt x="5221641" y="588684"/>
                  </a:lnTo>
                  <a:lnTo>
                    <a:pt x="5138758" y="607250"/>
                  </a:lnTo>
                  <a:lnTo>
                    <a:pt x="5055875" y="625254"/>
                  </a:lnTo>
                  <a:lnTo>
                    <a:pt x="4972992" y="642644"/>
                  </a:lnTo>
                  <a:lnTo>
                    <a:pt x="4890108" y="659351"/>
                  </a:lnTo>
                  <a:lnTo>
                    <a:pt x="4807225" y="675295"/>
                  </a:lnTo>
                  <a:lnTo>
                    <a:pt x="4724342" y="690389"/>
                  </a:lnTo>
                  <a:lnTo>
                    <a:pt x="4641459" y="704541"/>
                  </a:lnTo>
                  <a:lnTo>
                    <a:pt x="4558576" y="717664"/>
                  </a:lnTo>
                  <a:lnTo>
                    <a:pt x="4475692" y="729680"/>
                  </a:lnTo>
                  <a:lnTo>
                    <a:pt x="4392809" y="740529"/>
                  </a:lnTo>
                  <a:lnTo>
                    <a:pt x="4309926" y="750171"/>
                  </a:lnTo>
                  <a:lnTo>
                    <a:pt x="4227043" y="758114"/>
                  </a:lnTo>
                  <a:lnTo>
                    <a:pt x="4144160" y="763984"/>
                  </a:lnTo>
                  <a:lnTo>
                    <a:pt x="4061276" y="768298"/>
                  </a:lnTo>
                  <a:lnTo>
                    <a:pt x="3978393" y="771563"/>
                  </a:lnTo>
                  <a:lnTo>
                    <a:pt x="3895510" y="774216"/>
                  </a:lnTo>
                  <a:lnTo>
                    <a:pt x="3812627" y="776607"/>
                  </a:lnTo>
                  <a:lnTo>
                    <a:pt x="3729744" y="778991"/>
                  </a:lnTo>
                  <a:lnTo>
                    <a:pt x="3646860" y="781172"/>
                  </a:lnTo>
                  <a:lnTo>
                    <a:pt x="3563977" y="782859"/>
                  </a:lnTo>
                  <a:lnTo>
                    <a:pt x="3481094" y="784663"/>
                  </a:lnTo>
                  <a:lnTo>
                    <a:pt x="3398211" y="786799"/>
                  </a:lnTo>
                  <a:lnTo>
                    <a:pt x="3315328" y="788916"/>
                  </a:lnTo>
                  <a:lnTo>
                    <a:pt x="3232444" y="789373"/>
                  </a:lnTo>
                  <a:lnTo>
                    <a:pt x="3149561" y="788329"/>
                  </a:lnTo>
                  <a:lnTo>
                    <a:pt x="3066678" y="787908"/>
                  </a:lnTo>
                  <a:lnTo>
                    <a:pt x="2983795" y="788968"/>
                  </a:lnTo>
                  <a:lnTo>
                    <a:pt x="2900912" y="790192"/>
                  </a:lnTo>
                  <a:lnTo>
                    <a:pt x="2818028" y="791308"/>
                  </a:lnTo>
                  <a:lnTo>
                    <a:pt x="2735145" y="793172"/>
                  </a:lnTo>
                  <a:lnTo>
                    <a:pt x="2652262" y="795639"/>
                  </a:lnTo>
                  <a:lnTo>
                    <a:pt x="2569379" y="798227"/>
                  </a:lnTo>
                  <a:lnTo>
                    <a:pt x="2486496" y="801354"/>
                  </a:lnTo>
                  <a:lnTo>
                    <a:pt x="2403612" y="805074"/>
                  </a:lnTo>
                  <a:lnTo>
                    <a:pt x="2320729" y="808755"/>
                  </a:lnTo>
                  <a:lnTo>
                    <a:pt x="2237846" y="811513"/>
                  </a:lnTo>
                  <a:lnTo>
                    <a:pt x="2154963" y="814024"/>
                  </a:lnTo>
                  <a:lnTo>
                    <a:pt x="2072080" y="816599"/>
                  </a:lnTo>
                  <a:lnTo>
                    <a:pt x="1989196" y="819345"/>
                  </a:lnTo>
                  <a:lnTo>
                    <a:pt x="1906313" y="822332"/>
                  </a:lnTo>
                  <a:lnTo>
                    <a:pt x="1823430" y="825609"/>
                  </a:lnTo>
                  <a:lnTo>
                    <a:pt x="1740547" y="829235"/>
                  </a:lnTo>
                  <a:lnTo>
                    <a:pt x="1657664" y="833324"/>
                  </a:lnTo>
                  <a:lnTo>
                    <a:pt x="1574780" y="838008"/>
                  </a:lnTo>
                  <a:lnTo>
                    <a:pt x="1491897" y="843417"/>
                  </a:lnTo>
                  <a:lnTo>
                    <a:pt x="1409014" y="849675"/>
                  </a:lnTo>
                  <a:lnTo>
                    <a:pt x="1326131" y="856885"/>
                  </a:lnTo>
                  <a:lnTo>
                    <a:pt x="1243248" y="865121"/>
                  </a:lnTo>
                  <a:lnTo>
                    <a:pt x="1160364" y="874429"/>
                  </a:lnTo>
                  <a:lnTo>
                    <a:pt x="1077481" y="884829"/>
                  </a:lnTo>
                  <a:lnTo>
                    <a:pt x="994598" y="896322"/>
                  </a:lnTo>
                  <a:lnTo>
                    <a:pt x="911715" y="908892"/>
                  </a:lnTo>
                  <a:lnTo>
                    <a:pt x="828832" y="922519"/>
                  </a:lnTo>
                  <a:lnTo>
                    <a:pt x="745948" y="937177"/>
                  </a:lnTo>
                  <a:lnTo>
                    <a:pt x="663065" y="952838"/>
                  </a:lnTo>
                  <a:lnTo>
                    <a:pt x="580182" y="969476"/>
                  </a:lnTo>
                  <a:lnTo>
                    <a:pt x="497299" y="987067"/>
                  </a:lnTo>
                  <a:lnTo>
                    <a:pt x="418539" y="100466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373793"/>
              <a:ext cx="6015395" cy="716306"/>
            </a:xfrm>
            <a:custGeom>
              <a:avLst/>
              <a:pathLst>
                <a:path w="6015395" h="716306">
                  <a:moveTo>
                    <a:pt x="0" y="536184"/>
                  </a:moveTo>
                  <a:lnTo>
                    <a:pt x="82883" y="553970"/>
                  </a:lnTo>
                  <a:lnTo>
                    <a:pt x="165766" y="570926"/>
                  </a:lnTo>
                  <a:lnTo>
                    <a:pt x="248649" y="587038"/>
                  </a:lnTo>
                  <a:lnTo>
                    <a:pt x="331532" y="602292"/>
                  </a:lnTo>
                  <a:lnTo>
                    <a:pt x="414416" y="616672"/>
                  </a:lnTo>
                  <a:lnTo>
                    <a:pt x="497299" y="630161"/>
                  </a:lnTo>
                  <a:lnTo>
                    <a:pt x="580182" y="642739"/>
                  </a:lnTo>
                  <a:lnTo>
                    <a:pt x="663065" y="654386"/>
                  </a:lnTo>
                  <a:lnTo>
                    <a:pt x="745948" y="665077"/>
                  </a:lnTo>
                  <a:lnTo>
                    <a:pt x="828832" y="674790"/>
                  </a:lnTo>
                  <a:lnTo>
                    <a:pt x="911715" y="683498"/>
                  </a:lnTo>
                  <a:lnTo>
                    <a:pt x="994598" y="691178"/>
                  </a:lnTo>
                  <a:lnTo>
                    <a:pt x="1077481" y="697811"/>
                  </a:lnTo>
                  <a:lnTo>
                    <a:pt x="1160364" y="703383"/>
                  </a:lnTo>
                  <a:lnTo>
                    <a:pt x="1243248" y="707898"/>
                  </a:lnTo>
                  <a:lnTo>
                    <a:pt x="1326131" y="711376"/>
                  </a:lnTo>
                  <a:lnTo>
                    <a:pt x="1409014" y="713866"/>
                  </a:lnTo>
                  <a:lnTo>
                    <a:pt x="1491897" y="715444"/>
                  </a:lnTo>
                  <a:lnTo>
                    <a:pt x="1574780" y="716216"/>
                  </a:lnTo>
                  <a:lnTo>
                    <a:pt x="1657664" y="716306"/>
                  </a:lnTo>
                  <a:lnTo>
                    <a:pt x="1740547" y="715848"/>
                  </a:lnTo>
                  <a:lnTo>
                    <a:pt x="1823430" y="715045"/>
                  </a:lnTo>
                  <a:lnTo>
                    <a:pt x="1906313" y="714133"/>
                  </a:lnTo>
                  <a:lnTo>
                    <a:pt x="1989196" y="713066"/>
                  </a:lnTo>
                  <a:lnTo>
                    <a:pt x="2072080" y="711780"/>
                  </a:lnTo>
                  <a:lnTo>
                    <a:pt x="2154963" y="710230"/>
                  </a:lnTo>
                  <a:lnTo>
                    <a:pt x="2237846" y="708411"/>
                  </a:lnTo>
                  <a:lnTo>
                    <a:pt x="2320729" y="706350"/>
                  </a:lnTo>
                  <a:lnTo>
                    <a:pt x="2403612" y="703906"/>
                  </a:lnTo>
                  <a:lnTo>
                    <a:pt x="2486496" y="700863"/>
                  </a:lnTo>
                  <a:lnTo>
                    <a:pt x="2569379" y="697495"/>
                  </a:lnTo>
                  <a:lnTo>
                    <a:pt x="2652262" y="694751"/>
                  </a:lnTo>
                  <a:lnTo>
                    <a:pt x="2735145" y="693268"/>
                  </a:lnTo>
                  <a:lnTo>
                    <a:pt x="2818028" y="691988"/>
                  </a:lnTo>
                  <a:lnTo>
                    <a:pt x="2900912" y="690195"/>
                  </a:lnTo>
                  <a:lnTo>
                    <a:pt x="2983795" y="688174"/>
                  </a:lnTo>
                  <a:lnTo>
                    <a:pt x="3066678" y="687517"/>
                  </a:lnTo>
                  <a:lnTo>
                    <a:pt x="3149561" y="687837"/>
                  </a:lnTo>
                  <a:lnTo>
                    <a:pt x="3232444" y="687403"/>
                  </a:lnTo>
                  <a:lnTo>
                    <a:pt x="3315328" y="685759"/>
                  </a:lnTo>
                  <a:lnTo>
                    <a:pt x="3398211" y="683704"/>
                  </a:lnTo>
                  <a:lnTo>
                    <a:pt x="3481094" y="681305"/>
                  </a:lnTo>
                  <a:lnTo>
                    <a:pt x="3563977" y="678232"/>
                  </a:lnTo>
                  <a:lnTo>
                    <a:pt x="3646860" y="674725"/>
                  </a:lnTo>
                  <a:lnTo>
                    <a:pt x="3729744" y="671429"/>
                  </a:lnTo>
                  <a:lnTo>
                    <a:pt x="3812627" y="668496"/>
                  </a:lnTo>
                  <a:lnTo>
                    <a:pt x="3895510" y="665347"/>
                  </a:lnTo>
                  <a:lnTo>
                    <a:pt x="3978393" y="661461"/>
                  </a:lnTo>
                  <a:lnTo>
                    <a:pt x="4061276" y="656407"/>
                  </a:lnTo>
                  <a:lnTo>
                    <a:pt x="4144160" y="649845"/>
                  </a:lnTo>
                  <a:lnTo>
                    <a:pt x="4227043" y="641500"/>
                  </a:lnTo>
                  <a:lnTo>
                    <a:pt x="4309926" y="631124"/>
                  </a:lnTo>
                  <a:lnTo>
                    <a:pt x="4392809" y="618917"/>
                  </a:lnTo>
                  <a:lnTo>
                    <a:pt x="4475692" y="605130"/>
                  </a:lnTo>
                  <a:lnTo>
                    <a:pt x="4558576" y="589735"/>
                  </a:lnTo>
                  <a:lnTo>
                    <a:pt x="4641459" y="572684"/>
                  </a:lnTo>
                  <a:lnTo>
                    <a:pt x="4724342" y="553912"/>
                  </a:lnTo>
                  <a:lnTo>
                    <a:pt x="4807225" y="533344"/>
                  </a:lnTo>
                  <a:lnTo>
                    <a:pt x="4890108" y="510904"/>
                  </a:lnTo>
                  <a:lnTo>
                    <a:pt x="4972992" y="486516"/>
                  </a:lnTo>
                  <a:lnTo>
                    <a:pt x="5055875" y="460112"/>
                  </a:lnTo>
                  <a:lnTo>
                    <a:pt x="5138758" y="431638"/>
                  </a:lnTo>
                  <a:lnTo>
                    <a:pt x="5221641" y="401054"/>
                  </a:lnTo>
                  <a:lnTo>
                    <a:pt x="5304524" y="368333"/>
                  </a:lnTo>
                  <a:lnTo>
                    <a:pt x="5387408" y="333462"/>
                  </a:lnTo>
                  <a:lnTo>
                    <a:pt x="5470291" y="296440"/>
                  </a:lnTo>
                  <a:lnTo>
                    <a:pt x="5553174" y="257272"/>
                  </a:lnTo>
                  <a:lnTo>
                    <a:pt x="5636057" y="215971"/>
                  </a:lnTo>
                  <a:lnTo>
                    <a:pt x="5718940" y="172555"/>
                  </a:lnTo>
                  <a:lnTo>
                    <a:pt x="5801824" y="127042"/>
                  </a:lnTo>
                  <a:lnTo>
                    <a:pt x="5884707" y="79452"/>
                  </a:lnTo>
                  <a:lnTo>
                    <a:pt x="5967590" y="29807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491004" y="4759722"/>
              <a:ext cx="5596856" cy="618737"/>
            </a:xfrm>
            <a:custGeom>
              <a:avLst/>
              <a:pathLst>
                <a:path w="5596856" h="618737">
                  <a:moveTo>
                    <a:pt x="5596856" y="0"/>
                  </a:moveTo>
                  <a:lnTo>
                    <a:pt x="5549050" y="13542"/>
                  </a:lnTo>
                  <a:lnTo>
                    <a:pt x="5466167" y="36514"/>
                  </a:lnTo>
                  <a:lnTo>
                    <a:pt x="5383284" y="58985"/>
                  </a:lnTo>
                  <a:lnTo>
                    <a:pt x="5300401" y="80964"/>
                  </a:lnTo>
                  <a:lnTo>
                    <a:pt x="5217518" y="102458"/>
                  </a:lnTo>
                  <a:lnTo>
                    <a:pt x="5134634" y="123474"/>
                  </a:lnTo>
                  <a:lnTo>
                    <a:pt x="5051751" y="144015"/>
                  </a:lnTo>
                  <a:lnTo>
                    <a:pt x="4968868" y="164082"/>
                  </a:lnTo>
                  <a:lnTo>
                    <a:pt x="4885985" y="183666"/>
                  </a:lnTo>
                  <a:lnTo>
                    <a:pt x="4803102" y="202755"/>
                  </a:lnTo>
                  <a:lnTo>
                    <a:pt x="4720218" y="221321"/>
                  </a:lnTo>
                  <a:lnTo>
                    <a:pt x="4637335" y="239325"/>
                  </a:lnTo>
                  <a:lnTo>
                    <a:pt x="4554452" y="256715"/>
                  </a:lnTo>
                  <a:lnTo>
                    <a:pt x="4471569" y="273422"/>
                  </a:lnTo>
                  <a:lnTo>
                    <a:pt x="4388686" y="289366"/>
                  </a:lnTo>
                  <a:lnTo>
                    <a:pt x="4305802" y="304460"/>
                  </a:lnTo>
                  <a:lnTo>
                    <a:pt x="4222919" y="318612"/>
                  </a:lnTo>
                  <a:lnTo>
                    <a:pt x="4140036" y="331735"/>
                  </a:lnTo>
                  <a:lnTo>
                    <a:pt x="4057153" y="343751"/>
                  </a:lnTo>
                  <a:lnTo>
                    <a:pt x="3974270" y="354600"/>
                  </a:lnTo>
                  <a:lnTo>
                    <a:pt x="3891386" y="364242"/>
                  </a:lnTo>
                  <a:lnTo>
                    <a:pt x="3808503" y="372186"/>
                  </a:lnTo>
                  <a:lnTo>
                    <a:pt x="3725620" y="378055"/>
                  </a:lnTo>
                  <a:lnTo>
                    <a:pt x="3642737" y="382369"/>
                  </a:lnTo>
                  <a:lnTo>
                    <a:pt x="3559854" y="385634"/>
                  </a:lnTo>
                  <a:lnTo>
                    <a:pt x="3476970" y="388287"/>
                  </a:lnTo>
                  <a:lnTo>
                    <a:pt x="3394087" y="390678"/>
                  </a:lnTo>
                  <a:lnTo>
                    <a:pt x="3311204" y="393062"/>
                  </a:lnTo>
                  <a:lnTo>
                    <a:pt x="3228321" y="395243"/>
                  </a:lnTo>
                  <a:lnTo>
                    <a:pt x="3145438" y="396930"/>
                  </a:lnTo>
                  <a:lnTo>
                    <a:pt x="3062554" y="398734"/>
                  </a:lnTo>
                  <a:lnTo>
                    <a:pt x="2979671" y="400870"/>
                  </a:lnTo>
                  <a:lnTo>
                    <a:pt x="2896788" y="402987"/>
                  </a:lnTo>
                  <a:lnTo>
                    <a:pt x="2813905" y="403444"/>
                  </a:lnTo>
                  <a:lnTo>
                    <a:pt x="2731022" y="402400"/>
                  </a:lnTo>
                  <a:lnTo>
                    <a:pt x="2648138" y="401979"/>
                  </a:lnTo>
                  <a:lnTo>
                    <a:pt x="2565255" y="403039"/>
                  </a:lnTo>
                  <a:lnTo>
                    <a:pt x="2482372" y="404263"/>
                  </a:lnTo>
                  <a:lnTo>
                    <a:pt x="2399489" y="405379"/>
                  </a:lnTo>
                  <a:lnTo>
                    <a:pt x="2316606" y="407243"/>
                  </a:lnTo>
                  <a:lnTo>
                    <a:pt x="2233722" y="409710"/>
                  </a:lnTo>
                  <a:lnTo>
                    <a:pt x="2150839" y="412298"/>
                  </a:lnTo>
                  <a:lnTo>
                    <a:pt x="2067956" y="415425"/>
                  </a:lnTo>
                  <a:lnTo>
                    <a:pt x="1985073" y="419145"/>
                  </a:lnTo>
                  <a:lnTo>
                    <a:pt x="1902190" y="422826"/>
                  </a:lnTo>
                  <a:lnTo>
                    <a:pt x="1819306" y="425584"/>
                  </a:lnTo>
                  <a:lnTo>
                    <a:pt x="1736423" y="428095"/>
                  </a:lnTo>
                  <a:lnTo>
                    <a:pt x="1653540" y="430670"/>
                  </a:lnTo>
                  <a:lnTo>
                    <a:pt x="1570657" y="433416"/>
                  </a:lnTo>
                  <a:lnTo>
                    <a:pt x="1487774" y="436403"/>
                  </a:lnTo>
                  <a:lnTo>
                    <a:pt x="1404890" y="439680"/>
                  </a:lnTo>
                  <a:lnTo>
                    <a:pt x="1322007" y="443306"/>
                  </a:lnTo>
                  <a:lnTo>
                    <a:pt x="1239124" y="447395"/>
                  </a:lnTo>
                  <a:lnTo>
                    <a:pt x="1156241" y="452079"/>
                  </a:lnTo>
                  <a:lnTo>
                    <a:pt x="1073358" y="457489"/>
                  </a:lnTo>
                  <a:lnTo>
                    <a:pt x="990474" y="463746"/>
                  </a:lnTo>
                  <a:lnTo>
                    <a:pt x="907591" y="470956"/>
                  </a:lnTo>
                  <a:lnTo>
                    <a:pt x="824708" y="479192"/>
                  </a:lnTo>
                  <a:lnTo>
                    <a:pt x="741825" y="488500"/>
                  </a:lnTo>
                  <a:lnTo>
                    <a:pt x="658942" y="498900"/>
                  </a:lnTo>
                  <a:lnTo>
                    <a:pt x="576058" y="510393"/>
                  </a:lnTo>
                  <a:lnTo>
                    <a:pt x="493175" y="522963"/>
                  </a:lnTo>
                  <a:lnTo>
                    <a:pt x="410292" y="536590"/>
                  </a:lnTo>
                  <a:lnTo>
                    <a:pt x="327409" y="551248"/>
                  </a:lnTo>
                  <a:lnTo>
                    <a:pt x="244526" y="566909"/>
                  </a:lnTo>
                  <a:lnTo>
                    <a:pt x="161642" y="583547"/>
                  </a:lnTo>
                  <a:lnTo>
                    <a:pt x="78759" y="601138"/>
                  </a:lnTo>
                  <a:lnTo>
                    <a:pt x="0" y="618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566758"/>
              <a:ext cx="6015395" cy="630848"/>
            </a:xfrm>
            <a:custGeom>
              <a:avLst/>
              <a:pathLst>
                <a:path w="6015395" h="630848">
                  <a:moveTo>
                    <a:pt x="0" y="630848"/>
                  </a:moveTo>
                  <a:lnTo>
                    <a:pt x="82883" y="628301"/>
                  </a:lnTo>
                  <a:lnTo>
                    <a:pt x="165766" y="625758"/>
                  </a:lnTo>
                  <a:lnTo>
                    <a:pt x="248649" y="623220"/>
                  </a:lnTo>
                  <a:lnTo>
                    <a:pt x="331532" y="620689"/>
                  </a:lnTo>
                  <a:lnTo>
                    <a:pt x="414416" y="618165"/>
                  </a:lnTo>
                  <a:lnTo>
                    <a:pt x="497299" y="615650"/>
                  </a:lnTo>
                  <a:lnTo>
                    <a:pt x="580182" y="613143"/>
                  </a:lnTo>
                  <a:lnTo>
                    <a:pt x="663065" y="610647"/>
                  </a:lnTo>
                  <a:lnTo>
                    <a:pt x="745948" y="608163"/>
                  </a:lnTo>
                  <a:lnTo>
                    <a:pt x="828832" y="605690"/>
                  </a:lnTo>
                  <a:lnTo>
                    <a:pt x="911715" y="603231"/>
                  </a:lnTo>
                  <a:lnTo>
                    <a:pt x="994598" y="600786"/>
                  </a:lnTo>
                  <a:lnTo>
                    <a:pt x="1077481" y="598355"/>
                  </a:lnTo>
                  <a:lnTo>
                    <a:pt x="1160364" y="595942"/>
                  </a:lnTo>
                  <a:lnTo>
                    <a:pt x="1243248" y="593545"/>
                  </a:lnTo>
                  <a:lnTo>
                    <a:pt x="1326131" y="591166"/>
                  </a:lnTo>
                  <a:lnTo>
                    <a:pt x="1409014" y="588806"/>
                  </a:lnTo>
                  <a:lnTo>
                    <a:pt x="1491897" y="586466"/>
                  </a:lnTo>
                  <a:lnTo>
                    <a:pt x="1574780" y="584147"/>
                  </a:lnTo>
                  <a:lnTo>
                    <a:pt x="1657664" y="581851"/>
                  </a:lnTo>
                  <a:lnTo>
                    <a:pt x="1740547" y="579577"/>
                  </a:lnTo>
                  <a:lnTo>
                    <a:pt x="1823430" y="577363"/>
                  </a:lnTo>
                  <a:lnTo>
                    <a:pt x="1906313" y="575268"/>
                  </a:lnTo>
                  <a:lnTo>
                    <a:pt x="1989196" y="573241"/>
                  </a:lnTo>
                  <a:lnTo>
                    <a:pt x="2072080" y="571225"/>
                  </a:lnTo>
                  <a:lnTo>
                    <a:pt x="2154963" y="569163"/>
                  </a:lnTo>
                  <a:lnTo>
                    <a:pt x="2237846" y="566998"/>
                  </a:lnTo>
                  <a:lnTo>
                    <a:pt x="2320729" y="564588"/>
                  </a:lnTo>
                  <a:lnTo>
                    <a:pt x="2403612" y="561525"/>
                  </a:lnTo>
                  <a:lnTo>
                    <a:pt x="2486496" y="558144"/>
                  </a:lnTo>
                  <a:lnTo>
                    <a:pt x="2569379" y="554896"/>
                  </a:lnTo>
                  <a:lnTo>
                    <a:pt x="2652262" y="552231"/>
                  </a:lnTo>
                  <a:lnTo>
                    <a:pt x="2735145" y="550255"/>
                  </a:lnTo>
                  <a:lnTo>
                    <a:pt x="2818028" y="548683"/>
                  </a:lnTo>
                  <a:lnTo>
                    <a:pt x="2900912" y="547229"/>
                  </a:lnTo>
                  <a:lnTo>
                    <a:pt x="2983795" y="545606"/>
                  </a:lnTo>
                  <a:lnTo>
                    <a:pt x="3066678" y="544748"/>
                  </a:lnTo>
                  <a:lnTo>
                    <a:pt x="3149561" y="545119"/>
                  </a:lnTo>
                  <a:lnTo>
                    <a:pt x="3232444" y="545424"/>
                  </a:lnTo>
                  <a:lnTo>
                    <a:pt x="3315328" y="544373"/>
                  </a:lnTo>
                  <a:lnTo>
                    <a:pt x="3398211" y="542287"/>
                  </a:lnTo>
                  <a:lnTo>
                    <a:pt x="3481094" y="540019"/>
                  </a:lnTo>
                  <a:lnTo>
                    <a:pt x="3563977" y="537581"/>
                  </a:lnTo>
                  <a:lnTo>
                    <a:pt x="3646860" y="534984"/>
                  </a:lnTo>
                  <a:lnTo>
                    <a:pt x="3729744" y="532246"/>
                  </a:lnTo>
                  <a:lnTo>
                    <a:pt x="3812627" y="529587"/>
                  </a:lnTo>
                  <a:lnTo>
                    <a:pt x="3895510" y="526817"/>
                  </a:lnTo>
                  <a:lnTo>
                    <a:pt x="3978393" y="523548"/>
                  </a:lnTo>
                  <a:lnTo>
                    <a:pt x="4061276" y="519388"/>
                  </a:lnTo>
                  <a:lnTo>
                    <a:pt x="4144160" y="513950"/>
                  </a:lnTo>
                  <a:lnTo>
                    <a:pt x="4227043" y="506843"/>
                  </a:lnTo>
                  <a:lnTo>
                    <a:pt x="4309926" y="497683"/>
                  </a:lnTo>
                  <a:lnTo>
                    <a:pt x="4392809" y="486759"/>
                  </a:lnTo>
                  <a:lnTo>
                    <a:pt x="4475692" y="474441"/>
                  </a:lnTo>
                  <a:lnTo>
                    <a:pt x="4558576" y="460735"/>
                  </a:lnTo>
                  <a:lnTo>
                    <a:pt x="4641459" y="445648"/>
                  </a:lnTo>
                  <a:lnTo>
                    <a:pt x="4724342" y="429186"/>
                  </a:lnTo>
                  <a:lnTo>
                    <a:pt x="4807225" y="411355"/>
                  </a:lnTo>
                  <a:lnTo>
                    <a:pt x="4890108" y="392163"/>
                  </a:lnTo>
                  <a:lnTo>
                    <a:pt x="4972992" y="371615"/>
                  </a:lnTo>
                  <a:lnTo>
                    <a:pt x="5055875" y="349719"/>
                  </a:lnTo>
                  <a:lnTo>
                    <a:pt x="5138758" y="326480"/>
                  </a:lnTo>
                  <a:lnTo>
                    <a:pt x="5221641" y="301904"/>
                  </a:lnTo>
                  <a:lnTo>
                    <a:pt x="5304524" y="276000"/>
                  </a:lnTo>
                  <a:lnTo>
                    <a:pt x="5387408" y="248772"/>
                  </a:lnTo>
                  <a:lnTo>
                    <a:pt x="5470291" y="220228"/>
                  </a:lnTo>
                  <a:lnTo>
                    <a:pt x="5553174" y="190373"/>
                  </a:lnTo>
                  <a:lnTo>
                    <a:pt x="5636057" y="159215"/>
                  </a:lnTo>
                  <a:lnTo>
                    <a:pt x="5718940" y="126759"/>
                  </a:lnTo>
                  <a:lnTo>
                    <a:pt x="5801824" y="93013"/>
                  </a:lnTo>
                  <a:lnTo>
                    <a:pt x="5884707" y="57983"/>
                  </a:lnTo>
                  <a:lnTo>
                    <a:pt x="5967590" y="21675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760720"/>
              <a:ext cx="6015395" cy="617739"/>
            </a:xfrm>
            <a:custGeom>
              <a:avLst/>
              <a:pathLst>
                <a:path w="6015395" h="617739">
                  <a:moveTo>
                    <a:pt x="0" y="0"/>
                  </a:moveTo>
                  <a:lnTo>
                    <a:pt x="82883" y="32374"/>
                  </a:lnTo>
                  <a:lnTo>
                    <a:pt x="165766" y="63121"/>
                  </a:lnTo>
                  <a:lnTo>
                    <a:pt x="248649" y="92222"/>
                  </a:lnTo>
                  <a:lnTo>
                    <a:pt x="331532" y="119656"/>
                  </a:lnTo>
                  <a:lnTo>
                    <a:pt x="414416" y="145401"/>
                  </a:lnTo>
                  <a:lnTo>
                    <a:pt x="497299" y="169433"/>
                  </a:lnTo>
                  <a:lnTo>
                    <a:pt x="580182" y="191724"/>
                  </a:lnTo>
                  <a:lnTo>
                    <a:pt x="663065" y="212245"/>
                  </a:lnTo>
                  <a:lnTo>
                    <a:pt x="745948" y="230964"/>
                  </a:lnTo>
                  <a:lnTo>
                    <a:pt x="828832" y="247847"/>
                  </a:lnTo>
                  <a:lnTo>
                    <a:pt x="911715" y="262861"/>
                  </a:lnTo>
                  <a:lnTo>
                    <a:pt x="994598" y="275972"/>
                  </a:lnTo>
                  <a:lnTo>
                    <a:pt x="1077481" y="287152"/>
                  </a:lnTo>
                  <a:lnTo>
                    <a:pt x="1160364" y="296385"/>
                  </a:lnTo>
                  <a:lnTo>
                    <a:pt x="1243248" y="303670"/>
                  </a:lnTo>
                  <a:lnTo>
                    <a:pt x="1326131" y="309034"/>
                  </a:lnTo>
                  <a:lnTo>
                    <a:pt x="1409014" y="312537"/>
                  </a:lnTo>
                  <a:lnTo>
                    <a:pt x="1491897" y="314276"/>
                  </a:lnTo>
                  <a:lnTo>
                    <a:pt x="1574780" y="314386"/>
                  </a:lnTo>
                  <a:lnTo>
                    <a:pt x="1657664" y="313028"/>
                  </a:lnTo>
                  <a:lnTo>
                    <a:pt x="1740547" y="310370"/>
                  </a:lnTo>
                  <a:lnTo>
                    <a:pt x="1823430" y="306433"/>
                  </a:lnTo>
                  <a:lnTo>
                    <a:pt x="1906313" y="301088"/>
                  </a:lnTo>
                  <a:lnTo>
                    <a:pt x="1989196" y="294583"/>
                  </a:lnTo>
                  <a:lnTo>
                    <a:pt x="2072080" y="287170"/>
                  </a:lnTo>
                  <a:lnTo>
                    <a:pt x="2154963" y="279128"/>
                  </a:lnTo>
                  <a:lnTo>
                    <a:pt x="2237846" y="270787"/>
                  </a:lnTo>
                  <a:lnTo>
                    <a:pt x="2320729" y="262092"/>
                  </a:lnTo>
                  <a:lnTo>
                    <a:pt x="2403612" y="250857"/>
                  </a:lnTo>
                  <a:lnTo>
                    <a:pt x="2486496" y="237650"/>
                  </a:lnTo>
                  <a:lnTo>
                    <a:pt x="2569379" y="224206"/>
                  </a:lnTo>
                  <a:lnTo>
                    <a:pt x="2652262" y="212992"/>
                  </a:lnTo>
                  <a:lnTo>
                    <a:pt x="2735145" y="202155"/>
                  </a:lnTo>
                  <a:lnTo>
                    <a:pt x="2818028" y="190143"/>
                  </a:lnTo>
                  <a:lnTo>
                    <a:pt x="2900912" y="177818"/>
                  </a:lnTo>
                  <a:lnTo>
                    <a:pt x="2983795" y="167343"/>
                  </a:lnTo>
                  <a:lnTo>
                    <a:pt x="3066678" y="158820"/>
                  </a:lnTo>
                  <a:lnTo>
                    <a:pt x="3149561" y="149692"/>
                  </a:lnTo>
                  <a:lnTo>
                    <a:pt x="3232444" y="140228"/>
                  </a:lnTo>
                  <a:lnTo>
                    <a:pt x="3315328" y="132341"/>
                  </a:lnTo>
                  <a:lnTo>
                    <a:pt x="3398211" y="125746"/>
                  </a:lnTo>
                  <a:lnTo>
                    <a:pt x="3481094" y="118860"/>
                  </a:lnTo>
                  <a:lnTo>
                    <a:pt x="3563977" y="111962"/>
                  </a:lnTo>
                  <a:lnTo>
                    <a:pt x="3646860" y="106070"/>
                  </a:lnTo>
                  <a:lnTo>
                    <a:pt x="3729744" y="102699"/>
                  </a:lnTo>
                  <a:lnTo>
                    <a:pt x="3812627" y="101554"/>
                  </a:lnTo>
                  <a:lnTo>
                    <a:pt x="3895510" y="101624"/>
                  </a:lnTo>
                  <a:lnTo>
                    <a:pt x="3978393" y="102479"/>
                  </a:lnTo>
                  <a:lnTo>
                    <a:pt x="4061276" y="103810"/>
                  </a:lnTo>
                  <a:lnTo>
                    <a:pt x="4144160" y="105423"/>
                  </a:lnTo>
                  <a:lnTo>
                    <a:pt x="4227043" y="107212"/>
                  </a:lnTo>
                  <a:lnTo>
                    <a:pt x="4309926" y="109094"/>
                  </a:lnTo>
                  <a:lnTo>
                    <a:pt x="4392809" y="110910"/>
                  </a:lnTo>
                  <a:lnTo>
                    <a:pt x="4475692" y="112584"/>
                  </a:lnTo>
                  <a:lnTo>
                    <a:pt x="4558576" y="114082"/>
                  </a:lnTo>
                  <a:lnTo>
                    <a:pt x="4641459" y="115343"/>
                  </a:lnTo>
                  <a:lnTo>
                    <a:pt x="4724342" y="116285"/>
                  </a:lnTo>
                  <a:lnTo>
                    <a:pt x="4807225" y="116812"/>
                  </a:lnTo>
                  <a:lnTo>
                    <a:pt x="4890108" y="116824"/>
                  </a:lnTo>
                  <a:lnTo>
                    <a:pt x="4972992" y="116226"/>
                  </a:lnTo>
                  <a:lnTo>
                    <a:pt x="5055875" y="114930"/>
                  </a:lnTo>
                  <a:lnTo>
                    <a:pt x="5138758" y="112868"/>
                  </a:lnTo>
                  <a:lnTo>
                    <a:pt x="5221641" y="109988"/>
                  </a:lnTo>
                  <a:lnTo>
                    <a:pt x="5304524" y="106257"/>
                  </a:lnTo>
                  <a:lnTo>
                    <a:pt x="5387408" y="101659"/>
                  </a:lnTo>
                  <a:lnTo>
                    <a:pt x="5470291" y="96193"/>
                  </a:lnTo>
                  <a:lnTo>
                    <a:pt x="5553174" y="89870"/>
                  </a:lnTo>
                  <a:lnTo>
                    <a:pt x="5636057" y="82705"/>
                  </a:lnTo>
                  <a:lnTo>
                    <a:pt x="5718940" y="74722"/>
                  </a:lnTo>
                  <a:lnTo>
                    <a:pt x="5801824" y="65948"/>
                  </a:lnTo>
                  <a:lnTo>
                    <a:pt x="5884707" y="56409"/>
                  </a:lnTo>
                  <a:lnTo>
                    <a:pt x="5967590" y="46135"/>
                  </a:lnTo>
                  <a:lnTo>
                    <a:pt x="6015395" y="39800"/>
                  </a:lnTo>
                  <a:lnTo>
                    <a:pt x="6015395" y="540251"/>
                  </a:lnTo>
                  <a:lnTo>
                    <a:pt x="5967590" y="525494"/>
                  </a:lnTo>
                  <a:lnTo>
                    <a:pt x="5884707" y="501180"/>
                  </a:lnTo>
                  <a:lnTo>
                    <a:pt x="5801824" y="478146"/>
                  </a:lnTo>
                  <a:lnTo>
                    <a:pt x="5718940" y="456403"/>
                  </a:lnTo>
                  <a:lnTo>
                    <a:pt x="5636057" y="435958"/>
                  </a:lnTo>
                  <a:lnTo>
                    <a:pt x="5553174" y="416819"/>
                  </a:lnTo>
                  <a:lnTo>
                    <a:pt x="5470291" y="398989"/>
                  </a:lnTo>
                  <a:lnTo>
                    <a:pt x="5387408" y="382466"/>
                  </a:lnTo>
                  <a:lnTo>
                    <a:pt x="5304524" y="367242"/>
                  </a:lnTo>
                  <a:lnTo>
                    <a:pt x="5221641" y="353295"/>
                  </a:lnTo>
                  <a:lnTo>
                    <a:pt x="5138758" y="340590"/>
                  </a:lnTo>
                  <a:lnTo>
                    <a:pt x="5055875" y="329077"/>
                  </a:lnTo>
                  <a:lnTo>
                    <a:pt x="4972992" y="318684"/>
                  </a:lnTo>
                  <a:lnTo>
                    <a:pt x="4890108" y="309321"/>
                  </a:lnTo>
                  <a:lnTo>
                    <a:pt x="4807225" y="300886"/>
                  </a:lnTo>
                  <a:lnTo>
                    <a:pt x="4724342" y="293261"/>
                  </a:lnTo>
                  <a:lnTo>
                    <a:pt x="4641459" y="286328"/>
                  </a:lnTo>
                  <a:lnTo>
                    <a:pt x="4558576" y="279973"/>
                  </a:lnTo>
                  <a:lnTo>
                    <a:pt x="4475692" y="274093"/>
                  </a:lnTo>
                  <a:lnTo>
                    <a:pt x="4392809" y="268609"/>
                  </a:lnTo>
                  <a:lnTo>
                    <a:pt x="4309926" y="263467"/>
                  </a:lnTo>
                  <a:lnTo>
                    <a:pt x="4227043" y="258430"/>
                  </a:lnTo>
                  <a:lnTo>
                    <a:pt x="4144160" y="253432"/>
                  </a:lnTo>
                  <a:lnTo>
                    <a:pt x="4061276" y="248904"/>
                  </a:lnTo>
                  <a:lnTo>
                    <a:pt x="3978393" y="245253"/>
                  </a:lnTo>
                  <a:lnTo>
                    <a:pt x="3895510" y="242799"/>
                  </a:lnTo>
                  <a:lnTo>
                    <a:pt x="3812627" y="241746"/>
                  </a:lnTo>
                  <a:lnTo>
                    <a:pt x="3729744" y="242179"/>
                  </a:lnTo>
                  <a:lnTo>
                    <a:pt x="3646860" y="244103"/>
                  </a:lnTo>
                  <a:lnTo>
                    <a:pt x="3563977" y="247637"/>
                  </a:lnTo>
                  <a:lnTo>
                    <a:pt x="3481094" y="252889"/>
                  </a:lnTo>
                  <a:lnTo>
                    <a:pt x="3398211" y="259433"/>
                  </a:lnTo>
                  <a:lnTo>
                    <a:pt x="3315328" y="266109"/>
                  </a:lnTo>
                  <a:lnTo>
                    <a:pt x="3232444" y="272457"/>
                  </a:lnTo>
                  <a:lnTo>
                    <a:pt x="3149561" y="280004"/>
                  </a:lnTo>
                  <a:lnTo>
                    <a:pt x="3066678" y="289002"/>
                  </a:lnTo>
                  <a:lnTo>
                    <a:pt x="2983795" y="298047"/>
                  </a:lnTo>
                  <a:lnTo>
                    <a:pt x="2900912" y="307489"/>
                  </a:lnTo>
                  <a:lnTo>
                    <a:pt x="2818028" y="318935"/>
                  </a:lnTo>
                  <a:lnTo>
                    <a:pt x="2735145" y="331705"/>
                  </a:lnTo>
                  <a:lnTo>
                    <a:pt x="2652262" y="343818"/>
                  </a:lnTo>
                  <a:lnTo>
                    <a:pt x="2569379" y="354829"/>
                  </a:lnTo>
                  <a:lnTo>
                    <a:pt x="2486496" y="367961"/>
                  </a:lnTo>
                  <a:lnTo>
                    <a:pt x="2403612" y="382047"/>
                  </a:lnTo>
                  <a:lnTo>
                    <a:pt x="2320729" y="394886"/>
                  </a:lnTo>
                  <a:lnTo>
                    <a:pt x="2237846" y="404482"/>
                  </a:lnTo>
                  <a:lnTo>
                    <a:pt x="2154963" y="413722"/>
                  </a:lnTo>
                  <a:lnTo>
                    <a:pt x="2072080" y="423093"/>
                  </a:lnTo>
                  <a:lnTo>
                    <a:pt x="1989196" y="432399"/>
                  </a:lnTo>
                  <a:lnTo>
                    <a:pt x="1906313" y="441395"/>
                  </a:lnTo>
                  <a:lnTo>
                    <a:pt x="1823430" y="449806"/>
                  </a:lnTo>
                  <a:lnTo>
                    <a:pt x="1740547" y="457404"/>
                  </a:lnTo>
                  <a:lnTo>
                    <a:pt x="1657664" y="464770"/>
                  </a:lnTo>
                  <a:lnTo>
                    <a:pt x="1574780" y="472320"/>
                  </a:lnTo>
                  <a:lnTo>
                    <a:pt x="1491897" y="480225"/>
                  </a:lnTo>
                  <a:lnTo>
                    <a:pt x="1409014" y="488647"/>
                  </a:lnTo>
                  <a:lnTo>
                    <a:pt x="1326131" y="497722"/>
                  </a:lnTo>
                  <a:lnTo>
                    <a:pt x="1243248" y="507548"/>
                  </a:lnTo>
                  <a:lnTo>
                    <a:pt x="1160364" y="518187"/>
                  </a:lnTo>
                  <a:lnTo>
                    <a:pt x="1077481" y="529667"/>
                  </a:lnTo>
                  <a:lnTo>
                    <a:pt x="994598" y="541990"/>
                  </a:lnTo>
                  <a:lnTo>
                    <a:pt x="911715" y="555139"/>
                  </a:lnTo>
                  <a:lnTo>
                    <a:pt x="828832" y="569089"/>
                  </a:lnTo>
                  <a:lnTo>
                    <a:pt x="745948" y="583807"/>
                  </a:lnTo>
                  <a:lnTo>
                    <a:pt x="663065" y="599261"/>
                  </a:lnTo>
                  <a:lnTo>
                    <a:pt x="580182" y="615418"/>
                  </a:lnTo>
                  <a:lnTo>
                    <a:pt x="568755" y="61773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760720"/>
              <a:ext cx="6015395" cy="314386"/>
            </a:xfrm>
            <a:custGeom>
              <a:avLst/>
              <a:pathLst>
                <a:path w="6015395" h="314386">
                  <a:moveTo>
                    <a:pt x="0" y="0"/>
                  </a:moveTo>
                  <a:lnTo>
                    <a:pt x="82883" y="32374"/>
                  </a:lnTo>
                  <a:lnTo>
                    <a:pt x="165766" y="63121"/>
                  </a:lnTo>
                  <a:lnTo>
                    <a:pt x="248649" y="92222"/>
                  </a:lnTo>
                  <a:lnTo>
                    <a:pt x="331532" y="119656"/>
                  </a:lnTo>
                  <a:lnTo>
                    <a:pt x="414416" y="145401"/>
                  </a:lnTo>
                  <a:lnTo>
                    <a:pt x="497299" y="169433"/>
                  </a:lnTo>
                  <a:lnTo>
                    <a:pt x="580182" y="191724"/>
                  </a:lnTo>
                  <a:lnTo>
                    <a:pt x="663065" y="212245"/>
                  </a:lnTo>
                  <a:lnTo>
                    <a:pt x="745948" y="230964"/>
                  </a:lnTo>
                  <a:lnTo>
                    <a:pt x="828832" y="247847"/>
                  </a:lnTo>
                  <a:lnTo>
                    <a:pt x="911715" y="262861"/>
                  </a:lnTo>
                  <a:lnTo>
                    <a:pt x="994598" y="275972"/>
                  </a:lnTo>
                  <a:lnTo>
                    <a:pt x="1077481" y="287152"/>
                  </a:lnTo>
                  <a:lnTo>
                    <a:pt x="1160364" y="296385"/>
                  </a:lnTo>
                  <a:lnTo>
                    <a:pt x="1243248" y="303670"/>
                  </a:lnTo>
                  <a:lnTo>
                    <a:pt x="1326131" y="309034"/>
                  </a:lnTo>
                  <a:lnTo>
                    <a:pt x="1409014" y="312537"/>
                  </a:lnTo>
                  <a:lnTo>
                    <a:pt x="1491897" y="314276"/>
                  </a:lnTo>
                  <a:lnTo>
                    <a:pt x="1574780" y="314386"/>
                  </a:lnTo>
                  <a:lnTo>
                    <a:pt x="1657664" y="313028"/>
                  </a:lnTo>
                  <a:lnTo>
                    <a:pt x="1740547" y="310370"/>
                  </a:lnTo>
                  <a:lnTo>
                    <a:pt x="1823430" y="306433"/>
                  </a:lnTo>
                  <a:lnTo>
                    <a:pt x="1906313" y="301088"/>
                  </a:lnTo>
                  <a:lnTo>
                    <a:pt x="1989196" y="294583"/>
                  </a:lnTo>
                  <a:lnTo>
                    <a:pt x="2072080" y="287170"/>
                  </a:lnTo>
                  <a:lnTo>
                    <a:pt x="2154963" y="279128"/>
                  </a:lnTo>
                  <a:lnTo>
                    <a:pt x="2237846" y="270787"/>
                  </a:lnTo>
                  <a:lnTo>
                    <a:pt x="2320729" y="262092"/>
                  </a:lnTo>
                  <a:lnTo>
                    <a:pt x="2403612" y="250857"/>
                  </a:lnTo>
                  <a:lnTo>
                    <a:pt x="2486496" y="237650"/>
                  </a:lnTo>
                  <a:lnTo>
                    <a:pt x="2569379" y="224206"/>
                  </a:lnTo>
                  <a:lnTo>
                    <a:pt x="2652262" y="212992"/>
                  </a:lnTo>
                  <a:lnTo>
                    <a:pt x="2735145" y="202155"/>
                  </a:lnTo>
                  <a:lnTo>
                    <a:pt x="2818028" y="190143"/>
                  </a:lnTo>
                  <a:lnTo>
                    <a:pt x="2900912" y="177818"/>
                  </a:lnTo>
                  <a:lnTo>
                    <a:pt x="2983795" y="167343"/>
                  </a:lnTo>
                  <a:lnTo>
                    <a:pt x="3066678" y="158820"/>
                  </a:lnTo>
                  <a:lnTo>
                    <a:pt x="3149561" y="149692"/>
                  </a:lnTo>
                  <a:lnTo>
                    <a:pt x="3232444" y="140228"/>
                  </a:lnTo>
                  <a:lnTo>
                    <a:pt x="3315328" y="132341"/>
                  </a:lnTo>
                  <a:lnTo>
                    <a:pt x="3398211" y="125746"/>
                  </a:lnTo>
                  <a:lnTo>
                    <a:pt x="3481094" y="118860"/>
                  </a:lnTo>
                  <a:lnTo>
                    <a:pt x="3563977" y="111962"/>
                  </a:lnTo>
                  <a:lnTo>
                    <a:pt x="3646860" y="106070"/>
                  </a:lnTo>
                  <a:lnTo>
                    <a:pt x="3729744" y="102699"/>
                  </a:lnTo>
                  <a:lnTo>
                    <a:pt x="3812627" y="101554"/>
                  </a:lnTo>
                  <a:lnTo>
                    <a:pt x="3895510" y="101624"/>
                  </a:lnTo>
                  <a:lnTo>
                    <a:pt x="3978393" y="102479"/>
                  </a:lnTo>
                  <a:lnTo>
                    <a:pt x="4061276" y="103810"/>
                  </a:lnTo>
                  <a:lnTo>
                    <a:pt x="4144160" y="105423"/>
                  </a:lnTo>
                  <a:lnTo>
                    <a:pt x="4227043" y="107212"/>
                  </a:lnTo>
                  <a:lnTo>
                    <a:pt x="4309926" y="109094"/>
                  </a:lnTo>
                  <a:lnTo>
                    <a:pt x="4392809" y="110910"/>
                  </a:lnTo>
                  <a:lnTo>
                    <a:pt x="4475692" y="112584"/>
                  </a:lnTo>
                  <a:lnTo>
                    <a:pt x="4558576" y="114082"/>
                  </a:lnTo>
                  <a:lnTo>
                    <a:pt x="4641459" y="115343"/>
                  </a:lnTo>
                  <a:lnTo>
                    <a:pt x="4724342" y="116285"/>
                  </a:lnTo>
                  <a:lnTo>
                    <a:pt x="4807225" y="116812"/>
                  </a:lnTo>
                  <a:lnTo>
                    <a:pt x="4890108" y="116824"/>
                  </a:lnTo>
                  <a:lnTo>
                    <a:pt x="4972992" y="116226"/>
                  </a:lnTo>
                  <a:lnTo>
                    <a:pt x="5055875" y="114930"/>
                  </a:lnTo>
                  <a:lnTo>
                    <a:pt x="5138758" y="112868"/>
                  </a:lnTo>
                  <a:lnTo>
                    <a:pt x="5221641" y="109988"/>
                  </a:lnTo>
                  <a:lnTo>
                    <a:pt x="5304524" y="106257"/>
                  </a:lnTo>
                  <a:lnTo>
                    <a:pt x="5387408" y="101659"/>
                  </a:lnTo>
                  <a:lnTo>
                    <a:pt x="5470291" y="96193"/>
                  </a:lnTo>
                  <a:lnTo>
                    <a:pt x="5553174" y="89870"/>
                  </a:lnTo>
                  <a:lnTo>
                    <a:pt x="5636057" y="82705"/>
                  </a:lnTo>
                  <a:lnTo>
                    <a:pt x="5718940" y="74722"/>
                  </a:lnTo>
                  <a:lnTo>
                    <a:pt x="5801824" y="65948"/>
                  </a:lnTo>
                  <a:lnTo>
                    <a:pt x="5884707" y="56409"/>
                  </a:lnTo>
                  <a:lnTo>
                    <a:pt x="5967590" y="46135"/>
                  </a:lnTo>
                  <a:lnTo>
                    <a:pt x="6015395" y="39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1220" y="5002467"/>
              <a:ext cx="5446640" cy="375992"/>
            </a:xfrm>
            <a:custGeom>
              <a:avLst/>
              <a:pathLst>
                <a:path w="5446640" h="375992">
                  <a:moveTo>
                    <a:pt x="5446640" y="298504"/>
                  </a:moveTo>
                  <a:lnTo>
                    <a:pt x="5398835" y="283747"/>
                  </a:lnTo>
                  <a:lnTo>
                    <a:pt x="5315951" y="259433"/>
                  </a:lnTo>
                  <a:lnTo>
                    <a:pt x="5233068" y="236400"/>
                  </a:lnTo>
                  <a:lnTo>
                    <a:pt x="5150185" y="214656"/>
                  </a:lnTo>
                  <a:lnTo>
                    <a:pt x="5067302" y="194212"/>
                  </a:lnTo>
                  <a:lnTo>
                    <a:pt x="4984419" y="175072"/>
                  </a:lnTo>
                  <a:lnTo>
                    <a:pt x="4901535" y="157242"/>
                  </a:lnTo>
                  <a:lnTo>
                    <a:pt x="4818652" y="140719"/>
                  </a:lnTo>
                  <a:lnTo>
                    <a:pt x="4735769" y="125495"/>
                  </a:lnTo>
                  <a:lnTo>
                    <a:pt x="4652886" y="111548"/>
                  </a:lnTo>
                  <a:lnTo>
                    <a:pt x="4570003" y="98844"/>
                  </a:lnTo>
                  <a:lnTo>
                    <a:pt x="4487119" y="87330"/>
                  </a:lnTo>
                  <a:lnTo>
                    <a:pt x="4404236" y="76937"/>
                  </a:lnTo>
                  <a:lnTo>
                    <a:pt x="4321353" y="67575"/>
                  </a:lnTo>
                  <a:lnTo>
                    <a:pt x="4238470" y="59139"/>
                  </a:lnTo>
                  <a:lnTo>
                    <a:pt x="4155587" y="51514"/>
                  </a:lnTo>
                  <a:lnTo>
                    <a:pt x="4072703" y="44581"/>
                  </a:lnTo>
                  <a:lnTo>
                    <a:pt x="3989820" y="38226"/>
                  </a:lnTo>
                  <a:lnTo>
                    <a:pt x="3906937" y="32347"/>
                  </a:lnTo>
                  <a:lnTo>
                    <a:pt x="3824054" y="26862"/>
                  </a:lnTo>
                  <a:lnTo>
                    <a:pt x="3741171" y="21721"/>
                  </a:lnTo>
                  <a:lnTo>
                    <a:pt x="3658287" y="16683"/>
                  </a:lnTo>
                  <a:lnTo>
                    <a:pt x="3575404" y="11685"/>
                  </a:lnTo>
                  <a:lnTo>
                    <a:pt x="3492521" y="7157"/>
                  </a:lnTo>
                  <a:lnTo>
                    <a:pt x="3409638" y="3506"/>
                  </a:lnTo>
                  <a:lnTo>
                    <a:pt x="3326755" y="1052"/>
                  </a:lnTo>
                  <a:lnTo>
                    <a:pt x="3243871" y="0"/>
                  </a:lnTo>
                  <a:lnTo>
                    <a:pt x="3160988" y="432"/>
                  </a:lnTo>
                  <a:lnTo>
                    <a:pt x="3078105" y="2357"/>
                  </a:lnTo>
                  <a:lnTo>
                    <a:pt x="2995222" y="5890"/>
                  </a:lnTo>
                  <a:lnTo>
                    <a:pt x="2912339" y="11142"/>
                  </a:lnTo>
                  <a:lnTo>
                    <a:pt x="2829455" y="17686"/>
                  </a:lnTo>
                  <a:lnTo>
                    <a:pt x="2746572" y="24362"/>
                  </a:lnTo>
                  <a:lnTo>
                    <a:pt x="2663689" y="30710"/>
                  </a:lnTo>
                  <a:lnTo>
                    <a:pt x="2580806" y="38257"/>
                  </a:lnTo>
                  <a:lnTo>
                    <a:pt x="2497923" y="47255"/>
                  </a:lnTo>
                  <a:lnTo>
                    <a:pt x="2415039" y="56301"/>
                  </a:lnTo>
                  <a:lnTo>
                    <a:pt x="2332156" y="65742"/>
                  </a:lnTo>
                  <a:lnTo>
                    <a:pt x="2249273" y="77188"/>
                  </a:lnTo>
                  <a:lnTo>
                    <a:pt x="2166390" y="89958"/>
                  </a:lnTo>
                  <a:lnTo>
                    <a:pt x="2083507" y="102071"/>
                  </a:lnTo>
                  <a:lnTo>
                    <a:pt x="2000623" y="113082"/>
                  </a:lnTo>
                  <a:lnTo>
                    <a:pt x="1917740" y="126214"/>
                  </a:lnTo>
                  <a:lnTo>
                    <a:pt x="1834857" y="140300"/>
                  </a:lnTo>
                  <a:lnTo>
                    <a:pt x="1751974" y="153139"/>
                  </a:lnTo>
                  <a:lnTo>
                    <a:pt x="1669091" y="162736"/>
                  </a:lnTo>
                  <a:lnTo>
                    <a:pt x="1586207" y="171975"/>
                  </a:lnTo>
                  <a:lnTo>
                    <a:pt x="1503324" y="181346"/>
                  </a:lnTo>
                  <a:lnTo>
                    <a:pt x="1420441" y="190652"/>
                  </a:lnTo>
                  <a:lnTo>
                    <a:pt x="1337558" y="199648"/>
                  </a:lnTo>
                  <a:lnTo>
                    <a:pt x="1254675" y="208059"/>
                  </a:lnTo>
                  <a:lnTo>
                    <a:pt x="1171791" y="215657"/>
                  </a:lnTo>
                  <a:lnTo>
                    <a:pt x="1088908" y="223024"/>
                  </a:lnTo>
                  <a:lnTo>
                    <a:pt x="1006025" y="230573"/>
                  </a:lnTo>
                  <a:lnTo>
                    <a:pt x="923142" y="238478"/>
                  </a:lnTo>
                  <a:lnTo>
                    <a:pt x="840259" y="246900"/>
                  </a:lnTo>
                  <a:lnTo>
                    <a:pt x="757375" y="255975"/>
                  </a:lnTo>
                  <a:lnTo>
                    <a:pt x="674492" y="265801"/>
                  </a:lnTo>
                  <a:lnTo>
                    <a:pt x="591609" y="276440"/>
                  </a:lnTo>
                  <a:lnTo>
                    <a:pt x="508726" y="287920"/>
                  </a:lnTo>
                  <a:lnTo>
                    <a:pt x="425843" y="300243"/>
                  </a:lnTo>
                  <a:lnTo>
                    <a:pt x="342959" y="313392"/>
                  </a:lnTo>
                  <a:lnTo>
                    <a:pt x="260076" y="327342"/>
                  </a:lnTo>
                  <a:lnTo>
                    <a:pt x="177193" y="342060"/>
                  </a:lnTo>
                  <a:lnTo>
                    <a:pt x="94310" y="357514"/>
                  </a:lnTo>
                  <a:lnTo>
                    <a:pt x="11427" y="373671"/>
                  </a:lnTo>
                  <a:lnTo>
                    <a:pt x="0" y="3759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932371"/>
              <a:ext cx="6015395" cy="237350"/>
            </a:xfrm>
            <a:custGeom>
              <a:avLst/>
              <a:pathLst>
                <a:path w="6015395" h="237350">
                  <a:moveTo>
                    <a:pt x="0" y="201329"/>
                  </a:moveTo>
                  <a:lnTo>
                    <a:pt x="82883" y="207336"/>
                  </a:lnTo>
                  <a:lnTo>
                    <a:pt x="165766" y="212798"/>
                  </a:lnTo>
                  <a:lnTo>
                    <a:pt x="248649" y="217716"/>
                  </a:lnTo>
                  <a:lnTo>
                    <a:pt x="331532" y="222087"/>
                  </a:lnTo>
                  <a:lnTo>
                    <a:pt x="414416" y="225912"/>
                  </a:lnTo>
                  <a:lnTo>
                    <a:pt x="497299" y="229190"/>
                  </a:lnTo>
                  <a:lnTo>
                    <a:pt x="580182" y="231921"/>
                  </a:lnTo>
                  <a:lnTo>
                    <a:pt x="663065" y="234102"/>
                  </a:lnTo>
                  <a:lnTo>
                    <a:pt x="745948" y="235735"/>
                  </a:lnTo>
                  <a:lnTo>
                    <a:pt x="828832" y="236818"/>
                  </a:lnTo>
                  <a:lnTo>
                    <a:pt x="911715" y="237350"/>
                  </a:lnTo>
                  <a:lnTo>
                    <a:pt x="994598" y="237331"/>
                  </a:lnTo>
                  <a:lnTo>
                    <a:pt x="1077481" y="236759"/>
                  </a:lnTo>
                  <a:lnTo>
                    <a:pt x="1160364" y="235636"/>
                  </a:lnTo>
                  <a:lnTo>
                    <a:pt x="1243248" y="233958"/>
                  </a:lnTo>
                  <a:lnTo>
                    <a:pt x="1326131" y="231727"/>
                  </a:lnTo>
                  <a:lnTo>
                    <a:pt x="1409014" y="228941"/>
                  </a:lnTo>
                  <a:lnTo>
                    <a:pt x="1491897" y="225600"/>
                  </a:lnTo>
                  <a:lnTo>
                    <a:pt x="1574780" y="221703"/>
                  </a:lnTo>
                  <a:lnTo>
                    <a:pt x="1657664" y="217249"/>
                  </a:lnTo>
                  <a:lnTo>
                    <a:pt x="1740547" y="212237"/>
                  </a:lnTo>
                  <a:lnTo>
                    <a:pt x="1823430" y="206469"/>
                  </a:lnTo>
                  <a:lnTo>
                    <a:pt x="1906313" y="199591"/>
                  </a:lnTo>
                  <a:lnTo>
                    <a:pt x="1989196" y="191841"/>
                  </a:lnTo>
                  <a:lnTo>
                    <a:pt x="2072080" y="183481"/>
                  </a:lnTo>
                  <a:lnTo>
                    <a:pt x="2154963" y="174775"/>
                  </a:lnTo>
                  <a:lnTo>
                    <a:pt x="2237846" y="165984"/>
                  </a:lnTo>
                  <a:lnTo>
                    <a:pt x="2320729" y="156838"/>
                  </a:lnTo>
                  <a:lnTo>
                    <a:pt x="2403612" y="144801"/>
                  </a:lnTo>
                  <a:lnTo>
                    <a:pt x="2486496" y="131155"/>
                  </a:lnTo>
                  <a:lnTo>
                    <a:pt x="2569379" y="117867"/>
                  </a:lnTo>
                  <a:lnTo>
                    <a:pt x="2652262" y="106755"/>
                  </a:lnTo>
                  <a:lnTo>
                    <a:pt x="2735145" y="95279"/>
                  </a:lnTo>
                  <a:lnTo>
                    <a:pt x="2818028" y="82888"/>
                  </a:lnTo>
                  <a:lnTo>
                    <a:pt x="2900912" y="71003"/>
                  </a:lnTo>
                  <a:lnTo>
                    <a:pt x="2983795" y="61045"/>
                  </a:lnTo>
                  <a:lnTo>
                    <a:pt x="3066678" y="52260"/>
                  </a:lnTo>
                  <a:lnTo>
                    <a:pt x="3149561" y="43197"/>
                  </a:lnTo>
                  <a:lnTo>
                    <a:pt x="3232444" y="34692"/>
                  </a:lnTo>
                  <a:lnTo>
                    <a:pt x="3315328" y="27574"/>
                  </a:lnTo>
                  <a:lnTo>
                    <a:pt x="3398211" y="20939"/>
                  </a:lnTo>
                  <a:lnTo>
                    <a:pt x="3481094" y="14224"/>
                  </a:lnTo>
                  <a:lnTo>
                    <a:pt x="3563977" y="8149"/>
                  </a:lnTo>
                  <a:lnTo>
                    <a:pt x="3646860" y="3436"/>
                  </a:lnTo>
                  <a:lnTo>
                    <a:pt x="3729744" y="789"/>
                  </a:lnTo>
                  <a:lnTo>
                    <a:pt x="3812627" y="0"/>
                  </a:lnTo>
                  <a:lnTo>
                    <a:pt x="3895510" y="561"/>
                  </a:lnTo>
                  <a:lnTo>
                    <a:pt x="3978393" y="2215"/>
                  </a:lnTo>
                  <a:lnTo>
                    <a:pt x="4061276" y="4707"/>
                  </a:lnTo>
                  <a:lnTo>
                    <a:pt x="4144160" y="7777"/>
                  </a:lnTo>
                  <a:lnTo>
                    <a:pt x="4227043" y="11170"/>
                  </a:lnTo>
                  <a:lnTo>
                    <a:pt x="4309926" y="14630"/>
                  </a:lnTo>
                  <a:lnTo>
                    <a:pt x="4392809" y="18109"/>
                  </a:lnTo>
                  <a:lnTo>
                    <a:pt x="4475692" y="21688"/>
                  </a:lnTo>
                  <a:lnTo>
                    <a:pt x="4558576" y="25377"/>
                  </a:lnTo>
                  <a:lnTo>
                    <a:pt x="4641459" y="29185"/>
                  </a:lnTo>
                  <a:lnTo>
                    <a:pt x="4724342" y="33123"/>
                  </a:lnTo>
                  <a:lnTo>
                    <a:pt x="4807225" y="37198"/>
                  </a:lnTo>
                  <a:lnTo>
                    <a:pt x="4890108" y="41422"/>
                  </a:lnTo>
                  <a:lnTo>
                    <a:pt x="4972992" y="45804"/>
                  </a:lnTo>
                  <a:lnTo>
                    <a:pt x="5055875" y="50353"/>
                  </a:lnTo>
                  <a:lnTo>
                    <a:pt x="5138758" y="55079"/>
                  </a:lnTo>
                  <a:lnTo>
                    <a:pt x="5221641" y="59991"/>
                  </a:lnTo>
                  <a:lnTo>
                    <a:pt x="5304524" y="65099"/>
                  </a:lnTo>
                  <a:lnTo>
                    <a:pt x="5387408" y="70412"/>
                  </a:lnTo>
                  <a:lnTo>
                    <a:pt x="5470291" y="75941"/>
                  </a:lnTo>
                  <a:lnTo>
                    <a:pt x="5553174" y="81694"/>
                  </a:lnTo>
                  <a:lnTo>
                    <a:pt x="5636057" y="87681"/>
                  </a:lnTo>
                  <a:lnTo>
                    <a:pt x="5718940" y="93912"/>
                  </a:lnTo>
                  <a:lnTo>
                    <a:pt x="5801824" y="100397"/>
                  </a:lnTo>
                  <a:lnTo>
                    <a:pt x="5884707" y="107144"/>
                  </a:lnTo>
                  <a:lnTo>
                    <a:pt x="5967590" y="114164"/>
                  </a:lnTo>
                  <a:lnTo>
                    <a:pt x="6015395" y="1183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4544654"/>
              <a:ext cx="6015395" cy="833805"/>
            </a:xfrm>
            <a:custGeom>
              <a:avLst/>
              <a:pathLst>
                <a:path w="6015395" h="833805">
                  <a:moveTo>
                    <a:pt x="0" y="144816"/>
                  </a:moveTo>
                  <a:lnTo>
                    <a:pt x="82883" y="175307"/>
                  </a:lnTo>
                  <a:lnTo>
                    <a:pt x="165766" y="204113"/>
                  </a:lnTo>
                  <a:lnTo>
                    <a:pt x="248649" y="231209"/>
                  </a:lnTo>
                  <a:lnTo>
                    <a:pt x="331532" y="256571"/>
                  </a:lnTo>
                  <a:lnTo>
                    <a:pt x="414416" y="280169"/>
                  </a:lnTo>
                  <a:lnTo>
                    <a:pt x="497299" y="301973"/>
                  </a:lnTo>
                  <a:lnTo>
                    <a:pt x="580182" y="321947"/>
                  </a:lnTo>
                  <a:lnTo>
                    <a:pt x="663065" y="340055"/>
                  </a:lnTo>
                  <a:lnTo>
                    <a:pt x="745948" y="356255"/>
                  </a:lnTo>
                  <a:lnTo>
                    <a:pt x="828832" y="370504"/>
                  </a:lnTo>
                  <a:lnTo>
                    <a:pt x="911715" y="382757"/>
                  </a:lnTo>
                  <a:lnTo>
                    <a:pt x="994598" y="392974"/>
                  </a:lnTo>
                  <a:lnTo>
                    <a:pt x="1077481" y="401118"/>
                  </a:lnTo>
                  <a:lnTo>
                    <a:pt x="1160364" y="407167"/>
                  </a:lnTo>
                  <a:lnTo>
                    <a:pt x="1243248" y="411124"/>
                  </a:lnTo>
                  <a:lnTo>
                    <a:pt x="1326131" y="413023"/>
                  </a:lnTo>
                  <a:lnTo>
                    <a:pt x="1409014" y="412945"/>
                  </a:lnTo>
                  <a:lnTo>
                    <a:pt x="1491897" y="411019"/>
                  </a:lnTo>
                  <a:lnTo>
                    <a:pt x="1574780" y="407423"/>
                  </a:lnTo>
                  <a:lnTo>
                    <a:pt x="1657664" y="402369"/>
                  </a:lnTo>
                  <a:lnTo>
                    <a:pt x="1740547" y="396082"/>
                  </a:lnTo>
                  <a:lnTo>
                    <a:pt x="1823430" y="388725"/>
                  </a:lnTo>
                  <a:lnTo>
                    <a:pt x="1906313" y="380372"/>
                  </a:lnTo>
                  <a:lnTo>
                    <a:pt x="1989196" y="371180"/>
                  </a:lnTo>
                  <a:lnTo>
                    <a:pt x="2072080" y="361290"/>
                  </a:lnTo>
                  <a:lnTo>
                    <a:pt x="2154963" y="350880"/>
                  </a:lnTo>
                  <a:lnTo>
                    <a:pt x="2237846" y="340197"/>
                  </a:lnTo>
                  <a:lnTo>
                    <a:pt x="2320729" y="329297"/>
                  </a:lnTo>
                  <a:lnTo>
                    <a:pt x="2403612" y="316807"/>
                  </a:lnTo>
                  <a:lnTo>
                    <a:pt x="2486496" y="302737"/>
                  </a:lnTo>
                  <a:lnTo>
                    <a:pt x="2569379" y="288225"/>
                  </a:lnTo>
                  <a:lnTo>
                    <a:pt x="2652262" y="275414"/>
                  </a:lnTo>
                  <a:lnTo>
                    <a:pt x="2735145" y="262247"/>
                  </a:lnTo>
                  <a:lnTo>
                    <a:pt x="2818028" y="247339"/>
                  </a:lnTo>
                  <a:lnTo>
                    <a:pt x="2900912" y="232072"/>
                  </a:lnTo>
                  <a:lnTo>
                    <a:pt x="2983795" y="219539"/>
                  </a:lnTo>
                  <a:lnTo>
                    <a:pt x="3066678" y="209291"/>
                  </a:lnTo>
                  <a:lnTo>
                    <a:pt x="3149561" y="197627"/>
                  </a:lnTo>
                  <a:lnTo>
                    <a:pt x="3232444" y="185717"/>
                  </a:lnTo>
                  <a:lnTo>
                    <a:pt x="3315328" y="176896"/>
                  </a:lnTo>
                  <a:lnTo>
                    <a:pt x="3398211" y="171046"/>
                  </a:lnTo>
                  <a:lnTo>
                    <a:pt x="3481094" y="165532"/>
                  </a:lnTo>
                  <a:lnTo>
                    <a:pt x="3563977" y="160223"/>
                  </a:lnTo>
                  <a:lnTo>
                    <a:pt x="3646860" y="155955"/>
                  </a:lnTo>
                  <a:lnTo>
                    <a:pt x="3729744" y="154235"/>
                  </a:lnTo>
                  <a:lnTo>
                    <a:pt x="3812627" y="154798"/>
                  </a:lnTo>
                  <a:lnTo>
                    <a:pt x="3895510" y="156446"/>
                  </a:lnTo>
                  <a:lnTo>
                    <a:pt x="3978393" y="158523"/>
                  </a:lnTo>
                  <a:lnTo>
                    <a:pt x="4061276" y="160524"/>
                  </a:lnTo>
                  <a:lnTo>
                    <a:pt x="4144160" y="162102"/>
                  </a:lnTo>
                  <a:lnTo>
                    <a:pt x="4227043" y="163023"/>
                  </a:lnTo>
                  <a:lnTo>
                    <a:pt x="4309926" y="163092"/>
                  </a:lnTo>
                  <a:lnTo>
                    <a:pt x="4392809" y="162653"/>
                  </a:lnTo>
                  <a:lnTo>
                    <a:pt x="4475692" y="162025"/>
                  </a:lnTo>
                  <a:lnTo>
                    <a:pt x="4558576" y="161153"/>
                  </a:lnTo>
                  <a:lnTo>
                    <a:pt x="4641459" y="159946"/>
                  </a:lnTo>
                  <a:lnTo>
                    <a:pt x="4724342" y="158284"/>
                  </a:lnTo>
                  <a:lnTo>
                    <a:pt x="4807225" y="156031"/>
                  </a:lnTo>
                  <a:lnTo>
                    <a:pt x="4890108" y="153046"/>
                  </a:lnTo>
                  <a:lnTo>
                    <a:pt x="4972992" y="149190"/>
                  </a:lnTo>
                  <a:lnTo>
                    <a:pt x="5055875" y="144342"/>
                  </a:lnTo>
                  <a:lnTo>
                    <a:pt x="5138758" y="138397"/>
                  </a:lnTo>
                  <a:lnTo>
                    <a:pt x="5221641" y="131279"/>
                  </a:lnTo>
                  <a:lnTo>
                    <a:pt x="5304524" y="122932"/>
                  </a:lnTo>
                  <a:lnTo>
                    <a:pt x="5387408" y="113327"/>
                  </a:lnTo>
                  <a:lnTo>
                    <a:pt x="5470291" y="102450"/>
                  </a:lnTo>
                  <a:lnTo>
                    <a:pt x="5553174" y="90303"/>
                  </a:lnTo>
                  <a:lnTo>
                    <a:pt x="5636057" y="76900"/>
                  </a:lnTo>
                  <a:lnTo>
                    <a:pt x="5718940" y="62258"/>
                  </a:lnTo>
                  <a:lnTo>
                    <a:pt x="5801824" y="46403"/>
                  </a:lnTo>
                  <a:lnTo>
                    <a:pt x="5884707" y="29360"/>
                  </a:lnTo>
                  <a:lnTo>
                    <a:pt x="5967590" y="11155"/>
                  </a:lnTo>
                  <a:lnTo>
                    <a:pt x="6015395" y="0"/>
                  </a:lnTo>
                  <a:lnTo>
                    <a:pt x="6015395" y="658312"/>
                  </a:lnTo>
                  <a:lnTo>
                    <a:pt x="5967590" y="641723"/>
                  </a:lnTo>
                  <a:lnTo>
                    <a:pt x="5884707" y="614428"/>
                  </a:lnTo>
                  <a:lnTo>
                    <a:pt x="5801824" y="588626"/>
                  </a:lnTo>
                  <a:lnTo>
                    <a:pt x="5718940" y="564337"/>
                  </a:lnTo>
                  <a:lnTo>
                    <a:pt x="5636057" y="541583"/>
                  </a:lnTo>
                  <a:lnTo>
                    <a:pt x="5553174" y="520386"/>
                  </a:lnTo>
                  <a:lnTo>
                    <a:pt x="5470291" y="500759"/>
                  </a:lnTo>
                  <a:lnTo>
                    <a:pt x="5387408" y="482712"/>
                  </a:lnTo>
                  <a:lnTo>
                    <a:pt x="5304524" y="466243"/>
                  </a:lnTo>
                  <a:lnTo>
                    <a:pt x="5221641" y="451335"/>
                  </a:lnTo>
                  <a:lnTo>
                    <a:pt x="5138758" y="437953"/>
                  </a:lnTo>
                  <a:lnTo>
                    <a:pt x="5055875" y="426039"/>
                  </a:lnTo>
                  <a:lnTo>
                    <a:pt x="4972992" y="415512"/>
                  </a:lnTo>
                  <a:lnTo>
                    <a:pt x="4890108" y="406264"/>
                  </a:lnTo>
                  <a:lnTo>
                    <a:pt x="4807225" y="398169"/>
                  </a:lnTo>
                  <a:lnTo>
                    <a:pt x="4724342" y="391085"/>
                  </a:lnTo>
                  <a:lnTo>
                    <a:pt x="4641459" y="384866"/>
                  </a:lnTo>
                  <a:lnTo>
                    <a:pt x="4558576" y="379373"/>
                  </a:lnTo>
                  <a:lnTo>
                    <a:pt x="4475692" y="374482"/>
                  </a:lnTo>
                  <a:lnTo>
                    <a:pt x="4392809" y="370097"/>
                  </a:lnTo>
                  <a:lnTo>
                    <a:pt x="4309926" y="366161"/>
                  </a:lnTo>
                  <a:lnTo>
                    <a:pt x="4227043" y="361942"/>
                  </a:lnTo>
                  <a:lnTo>
                    <a:pt x="4144160" y="356799"/>
                  </a:lnTo>
                  <a:lnTo>
                    <a:pt x="4061276" y="351386"/>
                  </a:lnTo>
                  <a:lnTo>
                    <a:pt x="3978393" y="346332"/>
                  </a:lnTo>
                  <a:lnTo>
                    <a:pt x="3895510" y="342154"/>
                  </a:lnTo>
                  <a:lnTo>
                    <a:pt x="3812627" y="339213"/>
                  </a:lnTo>
                  <a:lnTo>
                    <a:pt x="3729744" y="337713"/>
                  </a:lnTo>
                  <a:lnTo>
                    <a:pt x="3646860" y="337530"/>
                  </a:lnTo>
                  <a:lnTo>
                    <a:pt x="3563977" y="338694"/>
                  </a:lnTo>
                  <a:lnTo>
                    <a:pt x="3481094" y="341838"/>
                  </a:lnTo>
                  <a:lnTo>
                    <a:pt x="3398211" y="346903"/>
                  </a:lnTo>
                  <a:lnTo>
                    <a:pt x="3315328" y="352860"/>
                  </a:lnTo>
                  <a:lnTo>
                    <a:pt x="3232444" y="359655"/>
                  </a:lnTo>
                  <a:lnTo>
                    <a:pt x="3149561" y="369044"/>
                  </a:lnTo>
                  <a:lnTo>
                    <a:pt x="3066678" y="380537"/>
                  </a:lnTo>
                  <a:lnTo>
                    <a:pt x="2983795" y="391472"/>
                  </a:lnTo>
                  <a:lnTo>
                    <a:pt x="2900912" y="402646"/>
                  </a:lnTo>
                  <a:lnTo>
                    <a:pt x="2818028" y="416757"/>
                  </a:lnTo>
                  <a:lnTo>
                    <a:pt x="2735145" y="432662"/>
                  </a:lnTo>
                  <a:lnTo>
                    <a:pt x="2652262" y="447507"/>
                  </a:lnTo>
                  <a:lnTo>
                    <a:pt x="2569379" y="460051"/>
                  </a:lnTo>
                  <a:lnTo>
                    <a:pt x="2486496" y="474153"/>
                  </a:lnTo>
                  <a:lnTo>
                    <a:pt x="2403612" y="489379"/>
                  </a:lnTo>
                  <a:lnTo>
                    <a:pt x="2320729" y="503979"/>
                  </a:lnTo>
                  <a:lnTo>
                    <a:pt x="2237846" y="516065"/>
                  </a:lnTo>
                  <a:lnTo>
                    <a:pt x="2154963" y="527931"/>
                  </a:lnTo>
                  <a:lnTo>
                    <a:pt x="2072080" y="540088"/>
                  </a:lnTo>
                  <a:lnTo>
                    <a:pt x="1989196" y="552469"/>
                  </a:lnTo>
                  <a:lnTo>
                    <a:pt x="1906313" y="564938"/>
                  </a:lnTo>
                  <a:lnTo>
                    <a:pt x="1823430" y="577323"/>
                  </a:lnTo>
                  <a:lnTo>
                    <a:pt x="1740547" y="589496"/>
                  </a:lnTo>
                  <a:lnTo>
                    <a:pt x="1657664" y="601978"/>
                  </a:lnTo>
                  <a:lnTo>
                    <a:pt x="1574780" y="615175"/>
                  </a:lnTo>
                  <a:lnTo>
                    <a:pt x="1491897" y="629315"/>
                  </a:lnTo>
                  <a:lnTo>
                    <a:pt x="1409014" y="644607"/>
                  </a:lnTo>
                  <a:lnTo>
                    <a:pt x="1326131" y="661230"/>
                  </a:lnTo>
                  <a:lnTo>
                    <a:pt x="1243248" y="679313"/>
                  </a:lnTo>
                  <a:lnTo>
                    <a:pt x="1160364" y="698935"/>
                  </a:lnTo>
                  <a:lnTo>
                    <a:pt x="1077481" y="720132"/>
                  </a:lnTo>
                  <a:lnTo>
                    <a:pt x="994598" y="742905"/>
                  </a:lnTo>
                  <a:lnTo>
                    <a:pt x="911715" y="767232"/>
                  </a:lnTo>
                  <a:lnTo>
                    <a:pt x="828832" y="793077"/>
                  </a:lnTo>
                  <a:lnTo>
                    <a:pt x="745948" y="820399"/>
                  </a:lnTo>
                  <a:lnTo>
                    <a:pt x="707303" y="83380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4544654"/>
              <a:ext cx="6015395" cy="413023"/>
            </a:xfrm>
            <a:custGeom>
              <a:avLst/>
              <a:pathLst>
                <a:path w="6015395" h="413023">
                  <a:moveTo>
                    <a:pt x="0" y="144816"/>
                  </a:moveTo>
                  <a:lnTo>
                    <a:pt x="82883" y="175307"/>
                  </a:lnTo>
                  <a:lnTo>
                    <a:pt x="165766" y="204113"/>
                  </a:lnTo>
                  <a:lnTo>
                    <a:pt x="248649" y="231209"/>
                  </a:lnTo>
                  <a:lnTo>
                    <a:pt x="331532" y="256571"/>
                  </a:lnTo>
                  <a:lnTo>
                    <a:pt x="414416" y="280169"/>
                  </a:lnTo>
                  <a:lnTo>
                    <a:pt x="497299" y="301973"/>
                  </a:lnTo>
                  <a:lnTo>
                    <a:pt x="580182" y="321947"/>
                  </a:lnTo>
                  <a:lnTo>
                    <a:pt x="663065" y="340055"/>
                  </a:lnTo>
                  <a:lnTo>
                    <a:pt x="745948" y="356255"/>
                  </a:lnTo>
                  <a:lnTo>
                    <a:pt x="828832" y="370504"/>
                  </a:lnTo>
                  <a:lnTo>
                    <a:pt x="911715" y="382757"/>
                  </a:lnTo>
                  <a:lnTo>
                    <a:pt x="994598" y="392974"/>
                  </a:lnTo>
                  <a:lnTo>
                    <a:pt x="1077481" y="401118"/>
                  </a:lnTo>
                  <a:lnTo>
                    <a:pt x="1160364" y="407167"/>
                  </a:lnTo>
                  <a:lnTo>
                    <a:pt x="1243248" y="411124"/>
                  </a:lnTo>
                  <a:lnTo>
                    <a:pt x="1326131" y="413023"/>
                  </a:lnTo>
                  <a:lnTo>
                    <a:pt x="1409014" y="412945"/>
                  </a:lnTo>
                  <a:lnTo>
                    <a:pt x="1491897" y="411019"/>
                  </a:lnTo>
                  <a:lnTo>
                    <a:pt x="1574780" y="407423"/>
                  </a:lnTo>
                  <a:lnTo>
                    <a:pt x="1657664" y="402369"/>
                  </a:lnTo>
                  <a:lnTo>
                    <a:pt x="1740547" y="396082"/>
                  </a:lnTo>
                  <a:lnTo>
                    <a:pt x="1823430" y="388725"/>
                  </a:lnTo>
                  <a:lnTo>
                    <a:pt x="1906313" y="380372"/>
                  </a:lnTo>
                  <a:lnTo>
                    <a:pt x="1989196" y="371180"/>
                  </a:lnTo>
                  <a:lnTo>
                    <a:pt x="2072080" y="361290"/>
                  </a:lnTo>
                  <a:lnTo>
                    <a:pt x="2154963" y="350880"/>
                  </a:lnTo>
                  <a:lnTo>
                    <a:pt x="2237846" y="340197"/>
                  </a:lnTo>
                  <a:lnTo>
                    <a:pt x="2320729" y="329297"/>
                  </a:lnTo>
                  <a:lnTo>
                    <a:pt x="2403612" y="316807"/>
                  </a:lnTo>
                  <a:lnTo>
                    <a:pt x="2486496" y="302737"/>
                  </a:lnTo>
                  <a:lnTo>
                    <a:pt x="2569379" y="288225"/>
                  </a:lnTo>
                  <a:lnTo>
                    <a:pt x="2652262" y="275414"/>
                  </a:lnTo>
                  <a:lnTo>
                    <a:pt x="2735145" y="262247"/>
                  </a:lnTo>
                  <a:lnTo>
                    <a:pt x="2818028" y="247339"/>
                  </a:lnTo>
                  <a:lnTo>
                    <a:pt x="2900912" y="232072"/>
                  </a:lnTo>
                  <a:lnTo>
                    <a:pt x="2983795" y="219539"/>
                  </a:lnTo>
                  <a:lnTo>
                    <a:pt x="3066678" y="209291"/>
                  </a:lnTo>
                  <a:lnTo>
                    <a:pt x="3149561" y="197627"/>
                  </a:lnTo>
                  <a:lnTo>
                    <a:pt x="3232444" y="185717"/>
                  </a:lnTo>
                  <a:lnTo>
                    <a:pt x="3315328" y="176896"/>
                  </a:lnTo>
                  <a:lnTo>
                    <a:pt x="3398211" y="171046"/>
                  </a:lnTo>
                  <a:lnTo>
                    <a:pt x="3481094" y="165532"/>
                  </a:lnTo>
                  <a:lnTo>
                    <a:pt x="3563977" y="160223"/>
                  </a:lnTo>
                  <a:lnTo>
                    <a:pt x="3646860" y="155955"/>
                  </a:lnTo>
                  <a:lnTo>
                    <a:pt x="3729744" y="154235"/>
                  </a:lnTo>
                  <a:lnTo>
                    <a:pt x="3812627" y="154798"/>
                  </a:lnTo>
                  <a:lnTo>
                    <a:pt x="3895510" y="156446"/>
                  </a:lnTo>
                  <a:lnTo>
                    <a:pt x="3978393" y="158523"/>
                  </a:lnTo>
                  <a:lnTo>
                    <a:pt x="4061276" y="160524"/>
                  </a:lnTo>
                  <a:lnTo>
                    <a:pt x="4144160" y="162102"/>
                  </a:lnTo>
                  <a:lnTo>
                    <a:pt x="4227043" y="163023"/>
                  </a:lnTo>
                  <a:lnTo>
                    <a:pt x="4309926" y="163092"/>
                  </a:lnTo>
                  <a:lnTo>
                    <a:pt x="4392809" y="162653"/>
                  </a:lnTo>
                  <a:lnTo>
                    <a:pt x="4475692" y="162025"/>
                  </a:lnTo>
                  <a:lnTo>
                    <a:pt x="4558576" y="161153"/>
                  </a:lnTo>
                  <a:lnTo>
                    <a:pt x="4641459" y="159946"/>
                  </a:lnTo>
                  <a:lnTo>
                    <a:pt x="4724342" y="158284"/>
                  </a:lnTo>
                  <a:lnTo>
                    <a:pt x="4807225" y="156031"/>
                  </a:lnTo>
                  <a:lnTo>
                    <a:pt x="4890108" y="153046"/>
                  </a:lnTo>
                  <a:lnTo>
                    <a:pt x="4972992" y="149190"/>
                  </a:lnTo>
                  <a:lnTo>
                    <a:pt x="5055875" y="144342"/>
                  </a:lnTo>
                  <a:lnTo>
                    <a:pt x="5138758" y="138397"/>
                  </a:lnTo>
                  <a:lnTo>
                    <a:pt x="5221641" y="131279"/>
                  </a:lnTo>
                  <a:lnTo>
                    <a:pt x="5304524" y="122932"/>
                  </a:lnTo>
                  <a:lnTo>
                    <a:pt x="5387408" y="113327"/>
                  </a:lnTo>
                  <a:lnTo>
                    <a:pt x="5470291" y="102450"/>
                  </a:lnTo>
                  <a:lnTo>
                    <a:pt x="5553174" y="90303"/>
                  </a:lnTo>
                  <a:lnTo>
                    <a:pt x="5636057" y="76900"/>
                  </a:lnTo>
                  <a:lnTo>
                    <a:pt x="5718940" y="62258"/>
                  </a:lnTo>
                  <a:lnTo>
                    <a:pt x="5801824" y="46403"/>
                  </a:lnTo>
                  <a:lnTo>
                    <a:pt x="5884707" y="29360"/>
                  </a:lnTo>
                  <a:lnTo>
                    <a:pt x="5967590" y="11155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779768" y="4882184"/>
              <a:ext cx="5308092" cy="496275"/>
            </a:xfrm>
            <a:custGeom>
              <a:avLst/>
              <a:pathLst>
                <a:path w="5308092" h="496275">
                  <a:moveTo>
                    <a:pt x="5308092" y="320782"/>
                  </a:moveTo>
                  <a:lnTo>
                    <a:pt x="5260286" y="304192"/>
                  </a:lnTo>
                  <a:lnTo>
                    <a:pt x="5177403" y="276898"/>
                  </a:lnTo>
                  <a:lnTo>
                    <a:pt x="5094520" y="251095"/>
                  </a:lnTo>
                  <a:lnTo>
                    <a:pt x="5011637" y="226806"/>
                  </a:lnTo>
                  <a:lnTo>
                    <a:pt x="4928754" y="204053"/>
                  </a:lnTo>
                  <a:lnTo>
                    <a:pt x="4845870" y="182856"/>
                  </a:lnTo>
                  <a:lnTo>
                    <a:pt x="4762987" y="163229"/>
                  </a:lnTo>
                  <a:lnTo>
                    <a:pt x="4680104" y="145182"/>
                  </a:lnTo>
                  <a:lnTo>
                    <a:pt x="4597221" y="128713"/>
                  </a:lnTo>
                  <a:lnTo>
                    <a:pt x="4514338" y="113805"/>
                  </a:lnTo>
                  <a:lnTo>
                    <a:pt x="4431454" y="100422"/>
                  </a:lnTo>
                  <a:lnTo>
                    <a:pt x="4348571" y="88509"/>
                  </a:lnTo>
                  <a:lnTo>
                    <a:pt x="4265688" y="77981"/>
                  </a:lnTo>
                  <a:lnTo>
                    <a:pt x="4182805" y="68734"/>
                  </a:lnTo>
                  <a:lnTo>
                    <a:pt x="4099922" y="60639"/>
                  </a:lnTo>
                  <a:lnTo>
                    <a:pt x="4017038" y="53555"/>
                  </a:lnTo>
                  <a:lnTo>
                    <a:pt x="3934155" y="47336"/>
                  </a:lnTo>
                  <a:lnTo>
                    <a:pt x="3851272" y="41843"/>
                  </a:lnTo>
                  <a:lnTo>
                    <a:pt x="3768389" y="36952"/>
                  </a:lnTo>
                  <a:lnTo>
                    <a:pt x="3685506" y="32567"/>
                  </a:lnTo>
                  <a:lnTo>
                    <a:pt x="3602622" y="28631"/>
                  </a:lnTo>
                  <a:lnTo>
                    <a:pt x="3519739" y="24412"/>
                  </a:lnTo>
                  <a:lnTo>
                    <a:pt x="3436856" y="19268"/>
                  </a:lnTo>
                  <a:lnTo>
                    <a:pt x="3353973" y="13855"/>
                  </a:lnTo>
                  <a:lnTo>
                    <a:pt x="3271090" y="8802"/>
                  </a:lnTo>
                  <a:lnTo>
                    <a:pt x="3188206" y="4624"/>
                  </a:lnTo>
                  <a:lnTo>
                    <a:pt x="3105323" y="1683"/>
                  </a:lnTo>
                  <a:lnTo>
                    <a:pt x="3022440" y="183"/>
                  </a:lnTo>
                  <a:lnTo>
                    <a:pt x="2939557" y="0"/>
                  </a:lnTo>
                  <a:lnTo>
                    <a:pt x="2856674" y="1164"/>
                  </a:lnTo>
                  <a:lnTo>
                    <a:pt x="2773790" y="4308"/>
                  </a:lnTo>
                  <a:lnTo>
                    <a:pt x="2690907" y="9373"/>
                  </a:lnTo>
                  <a:lnTo>
                    <a:pt x="2608024" y="15330"/>
                  </a:lnTo>
                  <a:lnTo>
                    <a:pt x="2525141" y="22125"/>
                  </a:lnTo>
                  <a:lnTo>
                    <a:pt x="2442258" y="31513"/>
                  </a:lnTo>
                  <a:lnTo>
                    <a:pt x="2359374" y="43007"/>
                  </a:lnTo>
                  <a:lnTo>
                    <a:pt x="2276491" y="53942"/>
                  </a:lnTo>
                  <a:lnTo>
                    <a:pt x="2193608" y="65115"/>
                  </a:lnTo>
                  <a:lnTo>
                    <a:pt x="2110725" y="79227"/>
                  </a:lnTo>
                  <a:lnTo>
                    <a:pt x="2027842" y="95132"/>
                  </a:lnTo>
                  <a:lnTo>
                    <a:pt x="1944958" y="109977"/>
                  </a:lnTo>
                  <a:lnTo>
                    <a:pt x="1862075" y="122521"/>
                  </a:lnTo>
                  <a:lnTo>
                    <a:pt x="1779192" y="136623"/>
                  </a:lnTo>
                  <a:lnTo>
                    <a:pt x="1696309" y="151849"/>
                  </a:lnTo>
                  <a:lnTo>
                    <a:pt x="1613426" y="166449"/>
                  </a:lnTo>
                  <a:lnTo>
                    <a:pt x="1530542" y="178535"/>
                  </a:lnTo>
                  <a:lnTo>
                    <a:pt x="1447659" y="190401"/>
                  </a:lnTo>
                  <a:lnTo>
                    <a:pt x="1364776" y="202558"/>
                  </a:lnTo>
                  <a:lnTo>
                    <a:pt x="1281893" y="214939"/>
                  </a:lnTo>
                  <a:lnTo>
                    <a:pt x="1199010" y="227408"/>
                  </a:lnTo>
                  <a:lnTo>
                    <a:pt x="1116126" y="239792"/>
                  </a:lnTo>
                  <a:lnTo>
                    <a:pt x="1033243" y="251966"/>
                  </a:lnTo>
                  <a:lnTo>
                    <a:pt x="950360" y="264447"/>
                  </a:lnTo>
                  <a:lnTo>
                    <a:pt x="867477" y="277645"/>
                  </a:lnTo>
                  <a:lnTo>
                    <a:pt x="784594" y="291785"/>
                  </a:lnTo>
                  <a:lnTo>
                    <a:pt x="701710" y="307077"/>
                  </a:lnTo>
                  <a:lnTo>
                    <a:pt x="618827" y="323700"/>
                  </a:lnTo>
                  <a:lnTo>
                    <a:pt x="535944" y="341782"/>
                  </a:lnTo>
                  <a:lnTo>
                    <a:pt x="453061" y="361405"/>
                  </a:lnTo>
                  <a:lnTo>
                    <a:pt x="370178" y="382601"/>
                  </a:lnTo>
                  <a:lnTo>
                    <a:pt x="287294" y="405375"/>
                  </a:lnTo>
                  <a:lnTo>
                    <a:pt x="204411" y="429702"/>
                  </a:lnTo>
                  <a:lnTo>
                    <a:pt x="121528" y="455547"/>
                  </a:lnTo>
                  <a:lnTo>
                    <a:pt x="38645" y="482868"/>
                  </a:lnTo>
                  <a:lnTo>
                    <a:pt x="0" y="496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790629"/>
              <a:ext cx="6015395" cy="389474"/>
            </a:xfrm>
            <a:custGeom>
              <a:avLst/>
              <a:pathLst>
                <a:path w="6015395" h="389474">
                  <a:moveTo>
                    <a:pt x="0" y="389474"/>
                  </a:moveTo>
                  <a:lnTo>
                    <a:pt x="82883" y="385280"/>
                  </a:lnTo>
                  <a:lnTo>
                    <a:pt x="165766" y="380825"/>
                  </a:lnTo>
                  <a:lnTo>
                    <a:pt x="248649" y="376110"/>
                  </a:lnTo>
                  <a:lnTo>
                    <a:pt x="331532" y="371134"/>
                  </a:lnTo>
                  <a:lnTo>
                    <a:pt x="414416" y="365898"/>
                  </a:lnTo>
                  <a:lnTo>
                    <a:pt x="497299" y="360402"/>
                  </a:lnTo>
                  <a:lnTo>
                    <a:pt x="580182" y="354645"/>
                  </a:lnTo>
                  <a:lnTo>
                    <a:pt x="663065" y="348628"/>
                  </a:lnTo>
                  <a:lnTo>
                    <a:pt x="745948" y="342352"/>
                  </a:lnTo>
                  <a:lnTo>
                    <a:pt x="828832" y="335816"/>
                  </a:lnTo>
                  <a:lnTo>
                    <a:pt x="911715" y="329020"/>
                  </a:lnTo>
                  <a:lnTo>
                    <a:pt x="994598" y="321965"/>
                  </a:lnTo>
                  <a:lnTo>
                    <a:pt x="1077481" y="314650"/>
                  </a:lnTo>
                  <a:lnTo>
                    <a:pt x="1160364" y="307076"/>
                  </a:lnTo>
                  <a:lnTo>
                    <a:pt x="1243248" y="299244"/>
                  </a:lnTo>
                  <a:lnTo>
                    <a:pt x="1326131" y="291152"/>
                  </a:lnTo>
                  <a:lnTo>
                    <a:pt x="1409014" y="282801"/>
                  </a:lnTo>
                  <a:lnTo>
                    <a:pt x="1491897" y="274192"/>
                  </a:lnTo>
                  <a:lnTo>
                    <a:pt x="1574780" y="265325"/>
                  </a:lnTo>
                  <a:lnTo>
                    <a:pt x="1657664" y="256199"/>
                  </a:lnTo>
                  <a:lnTo>
                    <a:pt x="1740547" y="246814"/>
                  </a:lnTo>
                  <a:lnTo>
                    <a:pt x="1823430" y="237049"/>
                  </a:lnTo>
                  <a:lnTo>
                    <a:pt x="1906313" y="226680"/>
                  </a:lnTo>
                  <a:lnTo>
                    <a:pt x="1989196" y="215850"/>
                  </a:lnTo>
                  <a:lnTo>
                    <a:pt x="2072080" y="204714"/>
                  </a:lnTo>
                  <a:lnTo>
                    <a:pt x="2154963" y="193431"/>
                  </a:lnTo>
                  <a:lnTo>
                    <a:pt x="2237846" y="182156"/>
                  </a:lnTo>
                  <a:lnTo>
                    <a:pt x="2320729" y="170663"/>
                  </a:lnTo>
                  <a:lnTo>
                    <a:pt x="2403612" y="157119"/>
                  </a:lnTo>
                  <a:lnTo>
                    <a:pt x="2486496" y="142470"/>
                  </a:lnTo>
                  <a:lnTo>
                    <a:pt x="2569379" y="128163"/>
                  </a:lnTo>
                  <a:lnTo>
                    <a:pt x="2652262" y="115486"/>
                  </a:lnTo>
                  <a:lnTo>
                    <a:pt x="2735145" y="101480"/>
                  </a:lnTo>
                  <a:lnTo>
                    <a:pt x="2818028" y="86073"/>
                  </a:lnTo>
                  <a:lnTo>
                    <a:pt x="2900912" y="71384"/>
                  </a:lnTo>
                  <a:lnTo>
                    <a:pt x="2983795" y="59531"/>
                  </a:lnTo>
                  <a:lnTo>
                    <a:pt x="3066678" y="48940"/>
                  </a:lnTo>
                  <a:lnTo>
                    <a:pt x="3149561" y="37360"/>
                  </a:lnTo>
                  <a:lnTo>
                    <a:pt x="3232444" y="26711"/>
                  </a:lnTo>
                  <a:lnTo>
                    <a:pt x="3315328" y="18904"/>
                  </a:lnTo>
                  <a:lnTo>
                    <a:pt x="3398211" y="13000"/>
                  </a:lnTo>
                  <a:lnTo>
                    <a:pt x="3481094" y="7710"/>
                  </a:lnTo>
                  <a:lnTo>
                    <a:pt x="3563977" y="3484"/>
                  </a:lnTo>
                  <a:lnTo>
                    <a:pt x="3646860" y="767"/>
                  </a:lnTo>
                  <a:lnTo>
                    <a:pt x="3729744" y="0"/>
                  </a:lnTo>
                  <a:lnTo>
                    <a:pt x="3812627" y="1031"/>
                  </a:lnTo>
                  <a:lnTo>
                    <a:pt x="3895510" y="3326"/>
                  </a:lnTo>
                  <a:lnTo>
                    <a:pt x="3978393" y="6453"/>
                  </a:lnTo>
                  <a:lnTo>
                    <a:pt x="4061276" y="9980"/>
                  </a:lnTo>
                  <a:lnTo>
                    <a:pt x="4144160" y="13476"/>
                  </a:lnTo>
                  <a:lnTo>
                    <a:pt x="4227043" y="16508"/>
                  </a:lnTo>
                  <a:lnTo>
                    <a:pt x="4309926" y="18652"/>
                  </a:lnTo>
                  <a:lnTo>
                    <a:pt x="4392809" y="20401"/>
                  </a:lnTo>
                  <a:lnTo>
                    <a:pt x="4475692" y="22279"/>
                  </a:lnTo>
                  <a:lnTo>
                    <a:pt x="4558576" y="24288"/>
                  </a:lnTo>
                  <a:lnTo>
                    <a:pt x="4641459" y="26431"/>
                  </a:lnTo>
                  <a:lnTo>
                    <a:pt x="4724342" y="28709"/>
                  </a:lnTo>
                  <a:lnTo>
                    <a:pt x="4807225" y="31125"/>
                  </a:lnTo>
                  <a:lnTo>
                    <a:pt x="4890108" y="33680"/>
                  </a:lnTo>
                  <a:lnTo>
                    <a:pt x="4972992" y="36376"/>
                  </a:lnTo>
                  <a:lnTo>
                    <a:pt x="5055875" y="39216"/>
                  </a:lnTo>
                  <a:lnTo>
                    <a:pt x="5138758" y="42200"/>
                  </a:lnTo>
                  <a:lnTo>
                    <a:pt x="5221641" y="45332"/>
                  </a:lnTo>
                  <a:lnTo>
                    <a:pt x="5304524" y="48613"/>
                  </a:lnTo>
                  <a:lnTo>
                    <a:pt x="5387408" y="52045"/>
                  </a:lnTo>
                  <a:lnTo>
                    <a:pt x="5470291" y="55630"/>
                  </a:lnTo>
                  <a:lnTo>
                    <a:pt x="5553174" y="59370"/>
                  </a:lnTo>
                  <a:lnTo>
                    <a:pt x="5636057" y="63267"/>
                  </a:lnTo>
                  <a:lnTo>
                    <a:pt x="5718940" y="67323"/>
                  </a:lnTo>
                  <a:lnTo>
                    <a:pt x="5801824" y="71540"/>
                  </a:lnTo>
                  <a:lnTo>
                    <a:pt x="5884707" y="75919"/>
                  </a:lnTo>
                  <a:lnTo>
                    <a:pt x="5967590" y="80464"/>
                  </a:lnTo>
                  <a:lnTo>
                    <a:pt x="6015395" y="831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243964"/>
              <a:ext cx="6015395" cy="1134495"/>
            </a:xfrm>
            <a:custGeom>
              <a:avLst/>
              <a:pathLst>
                <a:path w="6015395" h="1134495">
                  <a:moveTo>
                    <a:pt x="0" y="589044"/>
                  </a:moveTo>
                  <a:lnTo>
                    <a:pt x="82883" y="607328"/>
                  </a:lnTo>
                  <a:lnTo>
                    <a:pt x="165766" y="624686"/>
                  </a:lnTo>
                  <a:lnTo>
                    <a:pt x="248649" y="641098"/>
                  </a:lnTo>
                  <a:lnTo>
                    <a:pt x="331532" y="656546"/>
                  </a:lnTo>
                  <a:lnTo>
                    <a:pt x="414416" y="671008"/>
                  </a:lnTo>
                  <a:lnTo>
                    <a:pt x="497299" y="684459"/>
                  </a:lnTo>
                  <a:lnTo>
                    <a:pt x="580182" y="696873"/>
                  </a:lnTo>
                  <a:lnTo>
                    <a:pt x="663065" y="708220"/>
                  </a:lnTo>
                  <a:lnTo>
                    <a:pt x="745948" y="718469"/>
                  </a:lnTo>
                  <a:lnTo>
                    <a:pt x="828832" y="727586"/>
                  </a:lnTo>
                  <a:lnTo>
                    <a:pt x="911715" y="735536"/>
                  </a:lnTo>
                  <a:lnTo>
                    <a:pt x="994598" y="742287"/>
                  </a:lnTo>
                  <a:lnTo>
                    <a:pt x="1077481" y="747811"/>
                  </a:lnTo>
                  <a:lnTo>
                    <a:pt x="1160364" y="752091"/>
                  </a:lnTo>
                  <a:lnTo>
                    <a:pt x="1243248" y="755130"/>
                  </a:lnTo>
                  <a:lnTo>
                    <a:pt x="1326131" y="756957"/>
                  </a:lnTo>
                  <a:lnTo>
                    <a:pt x="1409014" y="757636"/>
                  </a:lnTo>
                  <a:lnTo>
                    <a:pt x="1491897" y="757271"/>
                  </a:lnTo>
                  <a:lnTo>
                    <a:pt x="1574780" y="756006"/>
                  </a:lnTo>
                  <a:lnTo>
                    <a:pt x="1657664" y="754009"/>
                  </a:lnTo>
                  <a:lnTo>
                    <a:pt x="1740547" y="751461"/>
                  </a:lnTo>
                  <a:lnTo>
                    <a:pt x="1823430" y="748668"/>
                  </a:lnTo>
                  <a:lnTo>
                    <a:pt x="1906313" y="746001"/>
                  </a:lnTo>
                  <a:lnTo>
                    <a:pt x="1989196" y="743370"/>
                  </a:lnTo>
                  <a:lnTo>
                    <a:pt x="2072080" y="740649"/>
                  </a:lnTo>
                  <a:lnTo>
                    <a:pt x="2154963" y="737745"/>
                  </a:lnTo>
                  <a:lnTo>
                    <a:pt x="2237846" y="734616"/>
                  </a:lnTo>
                  <a:lnTo>
                    <a:pt x="2320729" y="731346"/>
                  </a:lnTo>
                  <a:lnTo>
                    <a:pt x="2403612" y="728131"/>
                  </a:lnTo>
                  <a:lnTo>
                    <a:pt x="2486496" y="724491"/>
                  </a:lnTo>
                  <a:lnTo>
                    <a:pt x="2569379" y="720502"/>
                  </a:lnTo>
                  <a:lnTo>
                    <a:pt x="2652262" y="717218"/>
                  </a:lnTo>
                  <a:lnTo>
                    <a:pt x="2735145" y="716704"/>
                  </a:lnTo>
                  <a:lnTo>
                    <a:pt x="2818028" y="717403"/>
                  </a:lnTo>
                  <a:lnTo>
                    <a:pt x="2900912" y="717378"/>
                  </a:lnTo>
                  <a:lnTo>
                    <a:pt x="2983795" y="716059"/>
                  </a:lnTo>
                  <a:lnTo>
                    <a:pt x="3066678" y="715883"/>
                  </a:lnTo>
                  <a:lnTo>
                    <a:pt x="3149561" y="717218"/>
                  </a:lnTo>
                  <a:lnTo>
                    <a:pt x="3232444" y="717431"/>
                  </a:lnTo>
                  <a:lnTo>
                    <a:pt x="3315328" y="715629"/>
                  </a:lnTo>
                  <a:lnTo>
                    <a:pt x="3398211" y="712982"/>
                  </a:lnTo>
                  <a:lnTo>
                    <a:pt x="3481094" y="709756"/>
                  </a:lnTo>
                  <a:lnTo>
                    <a:pt x="3563977" y="705477"/>
                  </a:lnTo>
                  <a:lnTo>
                    <a:pt x="3646860" y="700445"/>
                  </a:lnTo>
                  <a:lnTo>
                    <a:pt x="3729744" y="695502"/>
                  </a:lnTo>
                  <a:lnTo>
                    <a:pt x="3812627" y="690580"/>
                  </a:lnTo>
                  <a:lnTo>
                    <a:pt x="3895510" y="685012"/>
                  </a:lnTo>
                  <a:lnTo>
                    <a:pt x="3978393" y="678415"/>
                  </a:lnTo>
                  <a:lnTo>
                    <a:pt x="4061276" y="670530"/>
                  </a:lnTo>
                  <a:lnTo>
                    <a:pt x="4144160" y="661222"/>
                  </a:lnTo>
                  <a:lnTo>
                    <a:pt x="4227043" y="650444"/>
                  </a:lnTo>
                  <a:lnTo>
                    <a:pt x="4309926" y="638180"/>
                  </a:lnTo>
                  <a:lnTo>
                    <a:pt x="4392809" y="624529"/>
                  </a:lnTo>
                  <a:lnTo>
                    <a:pt x="4475692" y="609561"/>
                  </a:lnTo>
                  <a:lnTo>
                    <a:pt x="4558576" y="593232"/>
                  </a:lnTo>
                  <a:lnTo>
                    <a:pt x="4641459" y="575472"/>
                  </a:lnTo>
                  <a:lnTo>
                    <a:pt x="4724342" y="556184"/>
                  </a:lnTo>
                  <a:lnTo>
                    <a:pt x="4807225" y="535262"/>
                  </a:lnTo>
                  <a:lnTo>
                    <a:pt x="4890108" y="512591"/>
                  </a:lnTo>
                  <a:lnTo>
                    <a:pt x="4972992" y="488064"/>
                  </a:lnTo>
                  <a:lnTo>
                    <a:pt x="5055875" y="461581"/>
                  </a:lnTo>
                  <a:lnTo>
                    <a:pt x="5138758" y="433062"/>
                  </a:lnTo>
                  <a:lnTo>
                    <a:pt x="5221641" y="402445"/>
                  </a:lnTo>
                  <a:lnTo>
                    <a:pt x="5304524" y="369687"/>
                  </a:lnTo>
                  <a:lnTo>
                    <a:pt x="5387408" y="334764"/>
                  </a:lnTo>
                  <a:lnTo>
                    <a:pt x="5470291" y="297666"/>
                  </a:lnTo>
                  <a:lnTo>
                    <a:pt x="5553174" y="258396"/>
                  </a:lnTo>
                  <a:lnTo>
                    <a:pt x="5636057" y="216963"/>
                  </a:lnTo>
                  <a:lnTo>
                    <a:pt x="5718940" y="173384"/>
                  </a:lnTo>
                  <a:lnTo>
                    <a:pt x="5801824" y="127678"/>
                  </a:lnTo>
                  <a:lnTo>
                    <a:pt x="5884707" y="79865"/>
                  </a:lnTo>
                  <a:lnTo>
                    <a:pt x="5967590" y="29969"/>
                  </a:lnTo>
                  <a:lnTo>
                    <a:pt x="6015395" y="0"/>
                  </a:lnTo>
                  <a:lnTo>
                    <a:pt x="6015395" y="525084"/>
                  </a:lnTo>
                  <a:lnTo>
                    <a:pt x="5967590" y="532924"/>
                  </a:lnTo>
                  <a:lnTo>
                    <a:pt x="5884707" y="546529"/>
                  </a:lnTo>
                  <a:lnTo>
                    <a:pt x="5801824" y="560166"/>
                  </a:lnTo>
                  <a:lnTo>
                    <a:pt x="5718940" y="573852"/>
                  </a:lnTo>
                  <a:lnTo>
                    <a:pt x="5636057" y="587605"/>
                  </a:lnTo>
                  <a:lnTo>
                    <a:pt x="5553174" y="601439"/>
                  </a:lnTo>
                  <a:lnTo>
                    <a:pt x="5470291" y="615366"/>
                  </a:lnTo>
                  <a:lnTo>
                    <a:pt x="5387408" y="629394"/>
                  </a:lnTo>
                  <a:lnTo>
                    <a:pt x="5304524" y="643519"/>
                  </a:lnTo>
                  <a:lnTo>
                    <a:pt x="5221641" y="657729"/>
                  </a:lnTo>
                  <a:lnTo>
                    <a:pt x="5138758" y="671994"/>
                  </a:lnTo>
                  <a:lnTo>
                    <a:pt x="5055875" y="686269"/>
                  </a:lnTo>
                  <a:lnTo>
                    <a:pt x="4972992" y="700487"/>
                  </a:lnTo>
                  <a:lnTo>
                    <a:pt x="4890108" y="714564"/>
                  </a:lnTo>
                  <a:lnTo>
                    <a:pt x="4807225" y="728396"/>
                  </a:lnTo>
                  <a:lnTo>
                    <a:pt x="4724342" y="741872"/>
                  </a:lnTo>
                  <a:lnTo>
                    <a:pt x="4641459" y="754873"/>
                  </a:lnTo>
                  <a:lnTo>
                    <a:pt x="4558576" y="767289"/>
                  </a:lnTo>
                  <a:lnTo>
                    <a:pt x="4475692" y="779021"/>
                  </a:lnTo>
                  <a:lnTo>
                    <a:pt x="4392809" y="789991"/>
                  </a:lnTo>
                  <a:lnTo>
                    <a:pt x="4309926" y="800153"/>
                  </a:lnTo>
                  <a:lnTo>
                    <a:pt x="4227043" y="809106"/>
                  </a:lnTo>
                  <a:lnTo>
                    <a:pt x="4144160" y="816516"/>
                  </a:lnTo>
                  <a:lnTo>
                    <a:pt x="4061276" y="822766"/>
                  </a:lnTo>
                  <a:lnTo>
                    <a:pt x="3978393" y="828216"/>
                  </a:lnTo>
                  <a:lnTo>
                    <a:pt x="3895510" y="833137"/>
                  </a:lnTo>
                  <a:lnTo>
                    <a:pt x="3812627" y="837673"/>
                  </a:lnTo>
                  <a:lnTo>
                    <a:pt x="3729744" y="841848"/>
                  </a:lnTo>
                  <a:lnTo>
                    <a:pt x="3646860" y="845273"/>
                  </a:lnTo>
                  <a:lnTo>
                    <a:pt x="3563977" y="847830"/>
                  </a:lnTo>
                  <a:lnTo>
                    <a:pt x="3481094" y="850382"/>
                  </a:lnTo>
                  <a:lnTo>
                    <a:pt x="3398211" y="853249"/>
                  </a:lnTo>
                  <a:lnTo>
                    <a:pt x="3315328" y="855981"/>
                  </a:lnTo>
                  <a:lnTo>
                    <a:pt x="3232444" y="856169"/>
                  </a:lnTo>
                  <a:lnTo>
                    <a:pt x="3149561" y="853944"/>
                  </a:lnTo>
                  <a:lnTo>
                    <a:pt x="3066678" y="852473"/>
                  </a:lnTo>
                  <a:lnTo>
                    <a:pt x="2983795" y="853197"/>
                  </a:lnTo>
                  <a:lnTo>
                    <a:pt x="2900912" y="853432"/>
                  </a:lnTo>
                  <a:lnTo>
                    <a:pt x="2818028" y="852534"/>
                  </a:lnTo>
                  <a:lnTo>
                    <a:pt x="2735145" y="852631"/>
                  </a:lnTo>
                  <a:lnTo>
                    <a:pt x="2652262" y="854483"/>
                  </a:lnTo>
                  <a:lnTo>
                    <a:pt x="2569379" y="857554"/>
                  </a:lnTo>
                  <a:lnTo>
                    <a:pt x="2486496" y="861216"/>
                  </a:lnTo>
                  <a:lnTo>
                    <a:pt x="2403612" y="865779"/>
                  </a:lnTo>
                  <a:lnTo>
                    <a:pt x="2320729" y="870676"/>
                  </a:lnTo>
                  <a:lnTo>
                    <a:pt x="2237846" y="874893"/>
                  </a:lnTo>
                  <a:lnTo>
                    <a:pt x="2154963" y="878965"/>
                  </a:lnTo>
                  <a:lnTo>
                    <a:pt x="2072080" y="883262"/>
                  </a:lnTo>
                  <a:lnTo>
                    <a:pt x="1989196" y="887970"/>
                  </a:lnTo>
                  <a:lnTo>
                    <a:pt x="1906313" y="893215"/>
                  </a:lnTo>
                  <a:lnTo>
                    <a:pt x="1823430" y="899098"/>
                  </a:lnTo>
                  <a:lnTo>
                    <a:pt x="1740547" y="905732"/>
                  </a:lnTo>
                  <a:lnTo>
                    <a:pt x="1657664" y="913221"/>
                  </a:lnTo>
                  <a:lnTo>
                    <a:pt x="1574780" y="921713"/>
                  </a:lnTo>
                  <a:lnTo>
                    <a:pt x="1491897" y="931389"/>
                  </a:lnTo>
                  <a:lnTo>
                    <a:pt x="1409014" y="942415"/>
                  </a:lnTo>
                  <a:lnTo>
                    <a:pt x="1326131" y="954932"/>
                  </a:lnTo>
                  <a:lnTo>
                    <a:pt x="1243248" y="969043"/>
                  </a:lnTo>
                  <a:lnTo>
                    <a:pt x="1160364" y="984811"/>
                  </a:lnTo>
                  <a:lnTo>
                    <a:pt x="1077481" y="1002263"/>
                  </a:lnTo>
                  <a:lnTo>
                    <a:pt x="994598" y="1021399"/>
                  </a:lnTo>
                  <a:lnTo>
                    <a:pt x="911715" y="1042201"/>
                  </a:lnTo>
                  <a:lnTo>
                    <a:pt x="828832" y="1064640"/>
                  </a:lnTo>
                  <a:lnTo>
                    <a:pt x="745948" y="1088680"/>
                  </a:lnTo>
                  <a:lnTo>
                    <a:pt x="663065" y="1114287"/>
                  </a:lnTo>
                  <a:lnTo>
                    <a:pt x="601343" y="113449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243964"/>
              <a:ext cx="6015395" cy="757636"/>
            </a:xfrm>
            <a:custGeom>
              <a:avLst/>
              <a:pathLst>
                <a:path w="6015395" h="757636">
                  <a:moveTo>
                    <a:pt x="0" y="589044"/>
                  </a:moveTo>
                  <a:lnTo>
                    <a:pt x="82883" y="607328"/>
                  </a:lnTo>
                  <a:lnTo>
                    <a:pt x="165766" y="624686"/>
                  </a:lnTo>
                  <a:lnTo>
                    <a:pt x="248649" y="641098"/>
                  </a:lnTo>
                  <a:lnTo>
                    <a:pt x="331532" y="656546"/>
                  </a:lnTo>
                  <a:lnTo>
                    <a:pt x="414416" y="671008"/>
                  </a:lnTo>
                  <a:lnTo>
                    <a:pt x="497299" y="684459"/>
                  </a:lnTo>
                  <a:lnTo>
                    <a:pt x="580182" y="696873"/>
                  </a:lnTo>
                  <a:lnTo>
                    <a:pt x="663065" y="708220"/>
                  </a:lnTo>
                  <a:lnTo>
                    <a:pt x="745948" y="718469"/>
                  </a:lnTo>
                  <a:lnTo>
                    <a:pt x="828832" y="727586"/>
                  </a:lnTo>
                  <a:lnTo>
                    <a:pt x="911715" y="735536"/>
                  </a:lnTo>
                  <a:lnTo>
                    <a:pt x="994598" y="742287"/>
                  </a:lnTo>
                  <a:lnTo>
                    <a:pt x="1077481" y="747811"/>
                  </a:lnTo>
                  <a:lnTo>
                    <a:pt x="1160364" y="752091"/>
                  </a:lnTo>
                  <a:lnTo>
                    <a:pt x="1243248" y="755130"/>
                  </a:lnTo>
                  <a:lnTo>
                    <a:pt x="1326131" y="756957"/>
                  </a:lnTo>
                  <a:lnTo>
                    <a:pt x="1409014" y="757636"/>
                  </a:lnTo>
                  <a:lnTo>
                    <a:pt x="1491897" y="757271"/>
                  </a:lnTo>
                  <a:lnTo>
                    <a:pt x="1574780" y="756006"/>
                  </a:lnTo>
                  <a:lnTo>
                    <a:pt x="1657664" y="754009"/>
                  </a:lnTo>
                  <a:lnTo>
                    <a:pt x="1740547" y="751461"/>
                  </a:lnTo>
                  <a:lnTo>
                    <a:pt x="1823430" y="748668"/>
                  </a:lnTo>
                  <a:lnTo>
                    <a:pt x="1906313" y="746001"/>
                  </a:lnTo>
                  <a:lnTo>
                    <a:pt x="1989196" y="743370"/>
                  </a:lnTo>
                  <a:lnTo>
                    <a:pt x="2072080" y="740649"/>
                  </a:lnTo>
                  <a:lnTo>
                    <a:pt x="2154963" y="737745"/>
                  </a:lnTo>
                  <a:lnTo>
                    <a:pt x="2237846" y="734616"/>
                  </a:lnTo>
                  <a:lnTo>
                    <a:pt x="2320729" y="731346"/>
                  </a:lnTo>
                  <a:lnTo>
                    <a:pt x="2403612" y="728131"/>
                  </a:lnTo>
                  <a:lnTo>
                    <a:pt x="2486496" y="724491"/>
                  </a:lnTo>
                  <a:lnTo>
                    <a:pt x="2569379" y="720502"/>
                  </a:lnTo>
                  <a:lnTo>
                    <a:pt x="2652262" y="717218"/>
                  </a:lnTo>
                  <a:lnTo>
                    <a:pt x="2735145" y="716704"/>
                  </a:lnTo>
                  <a:lnTo>
                    <a:pt x="2818028" y="717403"/>
                  </a:lnTo>
                  <a:lnTo>
                    <a:pt x="2900912" y="717378"/>
                  </a:lnTo>
                  <a:lnTo>
                    <a:pt x="2983795" y="716059"/>
                  </a:lnTo>
                  <a:lnTo>
                    <a:pt x="3066678" y="715883"/>
                  </a:lnTo>
                  <a:lnTo>
                    <a:pt x="3149561" y="717218"/>
                  </a:lnTo>
                  <a:lnTo>
                    <a:pt x="3232444" y="717431"/>
                  </a:lnTo>
                  <a:lnTo>
                    <a:pt x="3315328" y="715629"/>
                  </a:lnTo>
                  <a:lnTo>
                    <a:pt x="3398211" y="712982"/>
                  </a:lnTo>
                  <a:lnTo>
                    <a:pt x="3481094" y="709756"/>
                  </a:lnTo>
                  <a:lnTo>
                    <a:pt x="3563977" y="705477"/>
                  </a:lnTo>
                  <a:lnTo>
                    <a:pt x="3646860" y="700445"/>
                  </a:lnTo>
                  <a:lnTo>
                    <a:pt x="3729744" y="695502"/>
                  </a:lnTo>
                  <a:lnTo>
                    <a:pt x="3812627" y="690580"/>
                  </a:lnTo>
                  <a:lnTo>
                    <a:pt x="3895510" y="685012"/>
                  </a:lnTo>
                  <a:lnTo>
                    <a:pt x="3978393" y="678415"/>
                  </a:lnTo>
                  <a:lnTo>
                    <a:pt x="4061276" y="670530"/>
                  </a:lnTo>
                  <a:lnTo>
                    <a:pt x="4144160" y="661222"/>
                  </a:lnTo>
                  <a:lnTo>
                    <a:pt x="4227043" y="650444"/>
                  </a:lnTo>
                  <a:lnTo>
                    <a:pt x="4309926" y="638180"/>
                  </a:lnTo>
                  <a:lnTo>
                    <a:pt x="4392809" y="624529"/>
                  </a:lnTo>
                  <a:lnTo>
                    <a:pt x="4475692" y="609561"/>
                  </a:lnTo>
                  <a:lnTo>
                    <a:pt x="4558576" y="593232"/>
                  </a:lnTo>
                  <a:lnTo>
                    <a:pt x="4641459" y="575472"/>
                  </a:lnTo>
                  <a:lnTo>
                    <a:pt x="4724342" y="556184"/>
                  </a:lnTo>
                  <a:lnTo>
                    <a:pt x="4807225" y="535262"/>
                  </a:lnTo>
                  <a:lnTo>
                    <a:pt x="4890108" y="512591"/>
                  </a:lnTo>
                  <a:lnTo>
                    <a:pt x="4972992" y="488064"/>
                  </a:lnTo>
                  <a:lnTo>
                    <a:pt x="5055875" y="461581"/>
                  </a:lnTo>
                  <a:lnTo>
                    <a:pt x="5138758" y="433062"/>
                  </a:lnTo>
                  <a:lnTo>
                    <a:pt x="5221641" y="402445"/>
                  </a:lnTo>
                  <a:lnTo>
                    <a:pt x="5304524" y="369687"/>
                  </a:lnTo>
                  <a:lnTo>
                    <a:pt x="5387408" y="334764"/>
                  </a:lnTo>
                  <a:lnTo>
                    <a:pt x="5470291" y="297666"/>
                  </a:lnTo>
                  <a:lnTo>
                    <a:pt x="5553174" y="258396"/>
                  </a:lnTo>
                  <a:lnTo>
                    <a:pt x="5636057" y="216963"/>
                  </a:lnTo>
                  <a:lnTo>
                    <a:pt x="5718940" y="173384"/>
                  </a:lnTo>
                  <a:lnTo>
                    <a:pt x="5801824" y="127678"/>
                  </a:lnTo>
                  <a:lnTo>
                    <a:pt x="5884707" y="79865"/>
                  </a:lnTo>
                  <a:lnTo>
                    <a:pt x="5967590" y="29969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73808" y="4769049"/>
              <a:ext cx="5414052" cy="609410"/>
            </a:xfrm>
            <a:custGeom>
              <a:avLst/>
              <a:pathLst>
                <a:path w="5414052" h="609410">
                  <a:moveTo>
                    <a:pt x="5414052" y="0"/>
                  </a:moveTo>
                  <a:lnTo>
                    <a:pt x="5366246" y="7839"/>
                  </a:lnTo>
                  <a:lnTo>
                    <a:pt x="5283363" y="21444"/>
                  </a:lnTo>
                  <a:lnTo>
                    <a:pt x="5200480" y="35081"/>
                  </a:lnTo>
                  <a:lnTo>
                    <a:pt x="5117597" y="48767"/>
                  </a:lnTo>
                  <a:lnTo>
                    <a:pt x="5034714" y="62520"/>
                  </a:lnTo>
                  <a:lnTo>
                    <a:pt x="4951830" y="76354"/>
                  </a:lnTo>
                  <a:lnTo>
                    <a:pt x="4868947" y="90282"/>
                  </a:lnTo>
                  <a:lnTo>
                    <a:pt x="4786064" y="104309"/>
                  </a:lnTo>
                  <a:lnTo>
                    <a:pt x="4703181" y="118434"/>
                  </a:lnTo>
                  <a:lnTo>
                    <a:pt x="4620298" y="132644"/>
                  </a:lnTo>
                  <a:lnTo>
                    <a:pt x="4537414" y="146909"/>
                  </a:lnTo>
                  <a:lnTo>
                    <a:pt x="4454531" y="161184"/>
                  </a:lnTo>
                  <a:lnTo>
                    <a:pt x="4371648" y="175402"/>
                  </a:lnTo>
                  <a:lnTo>
                    <a:pt x="4288765" y="189479"/>
                  </a:lnTo>
                  <a:lnTo>
                    <a:pt x="4205882" y="203311"/>
                  </a:lnTo>
                  <a:lnTo>
                    <a:pt x="4122998" y="216787"/>
                  </a:lnTo>
                  <a:lnTo>
                    <a:pt x="4040115" y="229789"/>
                  </a:lnTo>
                  <a:lnTo>
                    <a:pt x="3957232" y="242204"/>
                  </a:lnTo>
                  <a:lnTo>
                    <a:pt x="3874349" y="253936"/>
                  </a:lnTo>
                  <a:lnTo>
                    <a:pt x="3791466" y="264906"/>
                  </a:lnTo>
                  <a:lnTo>
                    <a:pt x="3708582" y="275068"/>
                  </a:lnTo>
                  <a:lnTo>
                    <a:pt x="3625699" y="284021"/>
                  </a:lnTo>
                  <a:lnTo>
                    <a:pt x="3542816" y="291431"/>
                  </a:lnTo>
                  <a:lnTo>
                    <a:pt x="3459933" y="297681"/>
                  </a:lnTo>
                  <a:lnTo>
                    <a:pt x="3377050" y="303131"/>
                  </a:lnTo>
                  <a:lnTo>
                    <a:pt x="3294166" y="308052"/>
                  </a:lnTo>
                  <a:lnTo>
                    <a:pt x="3211283" y="312588"/>
                  </a:lnTo>
                  <a:lnTo>
                    <a:pt x="3128400" y="316763"/>
                  </a:lnTo>
                  <a:lnTo>
                    <a:pt x="3045517" y="320188"/>
                  </a:lnTo>
                  <a:lnTo>
                    <a:pt x="2962634" y="322745"/>
                  </a:lnTo>
                  <a:lnTo>
                    <a:pt x="2879750" y="325297"/>
                  </a:lnTo>
                  <a:lnTo>
                    <a:pt x="2796867" y="328164"/>
                  </a:lnTo>
                  <a:lnTo>
                    <a:pt x="2713984" y="330897"/>
                  </a:lnTo>
                  <a:lnTo>
                    <a:pt x="2631101" y="331084"/>
                  </a:lnTo>
                  <a:lnTo>
                    <a:pt x="2548218" y="328859"/>
                  </a:lnTo>
                  <a:lnTo>
                    <a:pt x="2465334" y="327388"/>
                  </a:lnTo>
                  <a:lnTo>
                    <a:pt x="2382451" y="328112"/>
                  </a:lnTo>
                  <a:lnTo>
                    <a:pt x="2299568" y="328347"/>
                  </a:lnTo>
                  <a:lnTo>
                    <a:pt x="2216685" y="327450"/>
                  </a:lnTo>
                  <a:lnTo>
                    <a:pt x="2133802" y="327546"/>
                  </a:lnTo>
                  <a:lnTo>
                    <a:pt x="2050918" y="329398"/>
                  </a:lnTo>
                  <a:lnTo>
                    <a:pt x="1968035" y="332470"/>
                  </a:lnTo>
                  <a:lnTo>
                    <a:pt x="1885152" y="336131"/>
                  </a:lnTo>
                  <a:lnTo>
                    <a:pt x="1802269" y="340694"/>
                  </a:lnTo>
                  <a:lnTo>
                    <a:pt x="1719386" y="345591"/>
                  </a:lnTo>
                  <a:lnTo>
                    <a:pt x="1636502" y="349808"/>
                  </a:lnTo>
                  <a:lnTo>
                    <a:pt x="1553619" y="353880"/>
                  </a:lnTo>
                  <a:lnTo>
                    <a:pt x="1470736" y="358177"/>
                  </a:lnTo>
                  <a:lnTo>
                    <a:pt x="1387853" y="362885"/>
                  </a:lnTo>
                  <a:lnTo>
                    <a:pt x="1304970" y="368130"/>
                  </a:lnTo>
                  <a:lnTo>
                    <a:pt x="1222086" y="374013"/>
                  </a:lnTo>
                  <a:lnTo>
                    <a:pt x="1139203" y="380647"/>
                  </a:lnTo>
                  <a:lnTo>
                    <a:pt x="1056320" y="388136"/>
                  </a:lnTo>
                  <a:lnTo>
                    <a:pt x="973437" y="396628"/>
                  </a:lnTo>
                  <a:lnTo>
                    <a:pt x="890554" y="406304"/>
                  </a:lnTo>
                  <a:lnTo>
                    <a:pt x="807670" y="417330"/>
                  </a:lnTo>
                  <a:lnTo>
                    <a:pt x="724787" y="429847"/>
                  </a:lnTo>
                  <a:lnTo>
                    <a:pt x="641904" y="443958"/>
                  </a:lnTo>
                  <a:lnTo>
                    <a:pt x="559021" y="459726"/>
                  </a:lnTo>
                  <a:lnTo>
                    <a:pt x="476138" y="477178"/>
                  </a:lnTo>
                  <a:lnTo>
                    <a:pt x="393254" y="496314"/>
                  </a:lnTo>
                  <a:lnTo>
                    <a:pt x="310371" y="517116"/>
                  </a:lnTo>
                  <a:lnTo>
                    <a:pt x="227488" y="539555"/>
                  </a:lnTo>
                  <a:lnTo>
                    <a:pt x="144605" y="563595"/>
                  </a:lnTo>
                  <a:lnTo>
                    <a:pt x="61722" y="589202"/>
                  </a:lnTo>
                  <a:lnTo>
                    <a:pt x="0" y="609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506506"/>
              <a:ext cx="6015395" cy="717842"/>
            </a:xfrm>
            <a:custGeom>
              <a:avLst/>
              <a:pathLst>
                <a:path w="6015395" h="717842">
                  <a:moveTo>
                    <a:pt x="0" y="717842"/>
                  </a:moveTo>
                  <a:lnTo>
                    <a:pt x="82883" y="708460"/>
                  </a:lnTo>
                  <a:lnTo>
                    <a:pt x="165766" y="699288"/>
                  </a:lnTo>
                  <a:lnTo>
                    <a:pt x="248649" y="690327"/>
                  </a:lnTo>
                  <a:lnTo>
                    <a:pt x="331532" y="681577"/>
                  </a:lnTo>
                  <a:lnTo>
                    <a:pt x="414416" y="673040"/>
                  </a:lnTo>
                  <a:lnTo>
                    <a:pt x="497299" y="664716"/>
                  </a:lnTo>
                  <a:lnTo>
                    <a:pt x="580182" y="656606"/>
                  </a:lnTo>
                  <a:lnTo>
                    <a:pt x="663065" y="648711"/>
                  </a:lnTo>
                  <a:lnTo>
                    <a:pt x="745948" y="641032"/>
                  </a:lnTo>
                  <a:lnTo>
                    <a:pt x="828832" y="633570"/>
                  </a:lnTo>
                  <a:lnTo>
                    <a:pt x="911715" y="626326"/>
                  </a:lnTo>
                  <a:lnTo>
                    <a:pt x="994598" y="619300"/>
                  </a:lnTo>
                  <a:lnTo>
                    <a:pt x="1077481" y="612494"/>
                  </a:lnTo>
                  <a:lnTo>
                    <a:pt x="1160364" y="605909"/>
                  </a:lnTo>
                  <a:lnTo>
                    <a:pt x="1243248" y="599544"/>
                  </a:lnTo>
                  <a:lnTo>
                    <a:pt x="1326131" y="593402"/>
                  </a:lnTo>
                  <a:lnTo>
                    <a:pt x="1409014" y="587483"/>
                  </a:lnTo>
                  <a:lnTo>
                    <a:pt x="1491897" y="581787"/>
                  </a:lnTo>
                  <a:lnTo>
                    <a:pt x="1574780" y="576317"/>
                  </a:lnTo>
                  <a:lnTo>
                    <a:pt x="1657664" y="571072"/>
                  </a:lnTo>
                  <a:lnTo>
                    <a:pt x="1740547" y="566054"/>
                  </a:lnTo>
                  <a:lnTo>
                    <a:pt x="1823430" y="561341"/>
                  </a:lnTo>
                  <a:lnTo>
                    <a:pt x="1906313" y="557066"/>
                  </a:lnTo>
                  <a:lnTo>
                    <a:pt x="1989196" y="553127"/>
                  </a:lnTo>
                  <a:lnTo>
                    <a:pt x="2072080" y="549413"/>
                  </a:lnTo>
                  <a:lnTo>
                    <a:pt x="2154963" y="545812"/>
                  </a:lnTo>
                  <a:lnTo>
                    <a:pt x="2237846" y="542212"/>
                  </a:lnTo>
                  <a:lnTo>
                    <a:pt x="2320729" y="538468"/>
                  </a:lnTo>
                  <a:lnTo>
                    <a:pt x="2403612" y="534413"/>
                  </a:lnTo>
                  <a:lnTo>
                    <a:pt x="2486496" y="530311"/>
                  </a:lnTo>
                  <a:lnTo>
                    <a:pt x="2569379" y="526486"/>
                  </a:lnTo>
                  <a:lnTo>
                    <a:pt x="2652262" y="523308"/>
                  </a:lnTo>
                  <a:lnTo>
                    <a:pt x="2735145" y="522125"/>
                  </a:lnTo>
                  <a:lnTo>
                    <a:pt x="2818028" y="522426"/>
                  </a:lnTo>
                  <a:lnTo>
                    <a:pt x="2900912" y="522863"/>
                  </a:lnTo>
                  <a:lnTo>
                    <a:pt x="2983795" y="522086"/>
                  </a:lnTo>
                  <a:lnTo>
                    <a:pt x="3066678" y="521635"/>
                  </a:lnTo>
                  <a:lnTo>
                    <a:pt x="3149561" y="523038"/>
                  </a:lnTo>
                  <a:lnTo>
                    <a:pt x="3232444" y="524257"/>
                  </a:lnTo>
                  <a:lnTo>
                    <a:pt x="3315328" y="523263"/>
                  </a:lnTo>
                  <a:lnTo>
                    <a:pt x="3398211" y="520573"/>
                  </a:lnTo>
                  <a:lnTo>
                    <a:pt x="3481094" y="517526"/>
                  </a:lnTo>
                  <a:lnTo>
                    <a:pt x="3563977" y="514111"/>
                  </a:lnTo>
                  <a:lnTo>
                    <a:pt x="3646860" y="510317"/>
                  </a:lnTo>
                  <a:lnTo>
                    <a:pt x="3729744" y="506132"/>
                  </a:lnTo>
                  <a:lnTo>
                    <a:pt x="3812627" y="501584"/>
                  </a:lnTo>
                  <a:lnTo>
                    <a:pt x="3895510" y="496532"/>
                  </a:lnTo>
                  <a:lnTo>
                    <a:pt x="3978393" y="490773"/>
                  </a:lnTo>
                  <a:lnTo>
                    <a:pt x="4061276" y="484106"/>
                  </a:lnTo>
                  <a:lnTo>
                    <a:pt x="4144160" y="476326"/>
                  </a:lnTo>
                  <a:lnTo>
                    <a:pt x="4227043" y="467232"/>
                  </a:lnTo>
                  <a:lnTo>
                    <a:pt x="4309926" y="456624"/>
                  </a:lnTo>
                  <a:lnTo>
                    <a:pt x="4392809" y="444717"/>
                  </a:lnTo>
                  <a:lnTo>
                    <a:pt x="4475692" y="431748"/>
                  </a:lnTo>
                  <a:lnTo>
                    <a:pt x="4558576" y="417718"/>
                  </a:lnTo>
                  <a:lnTo>
                    <a:pt x="4641459" y="402630"/>
                  </a:lnTo>
                  <a:lnTo>
                    <a:pt x="4724342" y="386486"/>
                  </a:lnTo>
                  <a:lnTo>
                    <a:pt x="4807225" y="369287"/>
                  </a:lnTo>
                  <a:lnTo>
                    <a:pt x="4890108" y="351035"/>
                  </a:lnTo>
                  <a:lnTo>
                    <a:pt x="4972992" y="331733"/>
                  </a:lnTo>
                  <a:lnTo>
                    <a:pt x="5055875" y="311383"/>
                  </a:lnTo>
                  <a:lnTo>
                    <a:pt x="5138758" y="289986"/>
                  </a:lnTo>
                  <a:lnTo>
                    <a:pt x="5221641" y="267544"/>
                  </a:lnTo>
                  <a:lnTo>
                    <a:pt x="5304524" y="244061"/>
                  </a:lnTo>
                  <a:lnTo>
                    <a:pt x="5387408" y="219536"/>
                  </a:lnTo>
                  <a:lnTo>
                    <a:pt x="5470291" y="193974"/>
                  </a:lnTo>
                  <a:lnTo>
                    <a:pt x="5553174" y="167375"/>
                  </a:lnTo>
                  <a:lnTo>
                    <a:pt x="5636057" y="139741"/>
                  </a:lnTo>
                  <a:lnTo>
                    <a:pt x="5718940" y="111076"/>
                  </a:lnTo>
                  <a:lnTo>
                    <a:pt x="5801824" y="81379"/>
                  </a:lnTo>
                  <a:lnTo>
                    <a:pt x="5884707" y="50655"/>
                  </a:lnTo>
                  <a:lnTo>
                    <a:pt x="5967590" y="18904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211396"/>
              <a:ext cx="6015395" cy="1167063"/>
            </a:xfrm>
            <a:custGeom>
              <a:avLst/>
              <a:pathLst>
                <a:path w="6015395" h="1167063">
                  <a:moveTo>
                    <a:pt x="0" y="602122"/>
                  </a:moveTo>
                  <a:lnTo>
                    <a:pt x="82883" y="624151"/>
                  </a:lnTo>
                  <a:lnTo>
                    <a:pt x="165766" y="645078"/>
                  </a:lnTo>
                  <a:lnTo>
                    <a:pt x="248649" y="664883"/>
                  </a:lnTo>
                  <a:lnTo>
                    <a:pt x="331532" y="683546"/>
                  </a:lnTo>
                  <a:lnTo>
                    <a:pt x="414416" y="701043"/>
                  </a:lnTo>
                  <a:lnTo>
                    <a:pt x="497299" y="717350"/>
                  </a:lnTo>
                  <a:lnTo>
                    <a:pt x="580182" y="732440"/>
                  </a:lnTo>
                  <a:lnTo>
                    <a:pt x="663065" y="746281"/>
                  </a:lnTo>
                  <a:lnTo>
                    <a:pt x="745948" y="758841"/>
                  </a:lnTo>
                  <a:lnTo>
                    <a:pt x="828832" y="770087"/>
                  </a:lnTo>
                  <a:lnTo>
                    <a:pt x="911715" y="779983"/>
                  </a:lnTo>
                  <a:lnTo>
                    <a:pt x="994598" y="788496"/>
                  </a:lnTo>
                  <a:lnTo>
                    <a:pt x="1077481" y="795596"/>
                  </a:lnTo>
                  <a:lnTo>
                    <a:pt x="1160364" y="801268"/>
                  </a:lnTo>
                  <a:lnTo>
                    <a:pt x="1243248" y="805509"/>
                  </a:lnTo>
                  <a:lnTo>
                    <a:pt x="1326131" y="808348"/>
                  </a:lnTo>
                  <a:lnTo>
                    <a:pt x="1409014" y="809845"/>
                  </a:lnTo>
                  <a:lnTo>
                    <a:pt x="1491897" y="810098"/>
                  </a:lnTo>
                  <a:lnTo>
                    <a:pt x="1574780" y="809243"/>
                  </a:lnTo>
                  <a:lnTo>
                    <a:pt x="1657664" y="807443"/>
                  </a:lnTo>
                  <a:lnTo>
                    <a:pt x="1740547" y="804870"/>
                  </a:lnTo>
                  <a:lnTo>
                    <a:pt x="1823430" y="801704"/>
                  </a:lnTo>
                  <a:lnTo>
                    <a:pt x="1906313" y="798109"/>
                  </a:lnTo>
                  <a:lnTo>
                    <a:pt x="1989196" y="794160"/>
                  </a:lnTo>
                  <a:lnTo>
                    <a:pt x="2072080" y="789914"/>
                  </a:lnTo>
                  <a:lnTo>
                    <a:pt x="2154963" y="785458"/>
                  </a:lnTo>
                  <a:lnTo>
                    <a:pt x="2237846" y="780927"/>
                  </a:lnTo>
                  <a:lnTo>
                    <a:pt x="2320729" y="776277"/>
                  </a:lnTo>
                  <a:lnTo>
                    <a:pt x="2403612" y="770266"/>
                  </a:lnTo>
                  <a:lnTo>
                    <a:pt x="2486496" y="763119"/>
                  </a:lnTo>
                  <a:lnTo>
                    <a:pt x="2569379" y="755991"/>
                  </a:lnTo>
                  <a:lnTo>
                    <a:pt x="2652262" y="750892"/>
                  </a:lnTo>
                  <a:lnTo>
                    <a:pt x="2735145" y="748306"/>
                  </a:lnTo>
                  <a:lnTo>
                    <a:pt x="2818028" y="746467"/>
                  </a:lnTo>
                  <a:lnTo>
                    <a:pt x="2900912" y="744401"/>
                  </a:lnTo>
                  <a:lnTo>
                    <a:pt x="2983795" y="742453"/>
                  </a:lnTo>
                  <a:lnTo>
                    <a:pt x="3066678" y="743132"/>
                  </a:lnTo>
                  <a:lnTo>
                    <a:pt x="3149561" y="746037"/>
                  </a:lnTo>
                  <a:lnTo>
                    <a:pt x="3232444" y="748278"/>
                  </a:lnTo>
                  <a:lnTo>
                    <a:pt x="3315328" y="748654"/>
                  </a:lnTo>
                  <a:lnTo>
                    <a:pt x="3398211" y="749506"/>
                  </a:lnTo>
                  <a:lnTo>
                    <a:pt x="3481094" y="751286"/>
                  </a:lnTo>
                  <a:lnTo>
                    <a:pt x="3563977" y="752296"/>
                  </a:lnTo>
                  <a:lnTo>
                    <a:pt x="3646860" y="751585"/>
                  </a:lnTo>
                  <a:lnTo>
                    <a:pt x="3729744" y="748786"/>
                  </a:lnTo>
                  <a:lnTo>
                    <a:pt x="3812627" y="745109"/>
                  </a:lnTo>
                  <a:lnTo>
                    <a:pt x="3895510" y="740799"/>
                  </a:lnTo>
                  <a:lnTo>
                    <a:pt x="3978393" y="735333"/>
                  </a:lnTo>
                  <a:lnTo>
                    <a:pt x="4061276" y="728310"/>
                  </a:lnTo>
                  <a:lnTo>
                    <a:pt x="4144160" y="719448"/>
                  </a:lnTo>
                  <a:lnTo>
                    <a:pt x="4227043" y="708552"/>
                  </a:lnTo>
                  <a:lnTo>
                    <a:pt x="4309926" y="695458"/>
                  </a:lnTo>
                  <a:lnTo>
                    <a:pt x="4392809" y="680560"/>
                  </a:lnTo>
                  <a:lnTo>
                    <a:pt x="4475692" y="664199"/>
                  </a:lnTo>
                  <a:lnTo>
                    <a:pt x="4558576" y="646329"/>
                  </a:lnTo>
                  <a:lnTo>
                    <a:pt x="4641459" y="626874"/>
                  </a:lnTo>
                  <a:lnTo>
                    <a:pt x="4724342" y="605741"/>
                  </a:lnTo>
                  <a:lnTo>
                    <a:pt x="4807225" y="582820"/>
                  </a:lnTo>
                  <a:lnTo>
                    <a:pt x="4890108" y="557998"/>
                  </a:lnTo>
                  <a:lnTo>
                    <a:pt x="4972992" y="531165"/>
                  </a:lnTo>
                  <a:lnTo>
                    <a:pt x="5055875" y="502224"/>
                  </a:lnTo>
                  <a:lnTo>
                    <a:pt x="5138758" y="471090"/>
                  </a:lnTo>
                  <a:lnTo>
                    <a:pt x="5221641" y="437701"/>
                  </a:lnTo>
                  <a:lnTo>
                    <a:pt x="5304524" y="402011"/>
                  </a:lnTo>
                  <a:lnTo>
                    <a:pt x="5387408" y="363993"/>
                  </a:lnTo>
                  <a:lnTo>
                    <a:pt x="5470291" y="323632"/>
                  </a:lnTo>
                  <a:lnTo>
                    <a:pt x="5553174" y="280928"/>
                  </a:lnTo>
                  <a:lnTo>
                    <a:pt x="5636057" y="235885"/>
                  </a:lnTo>
                  <a:lnTo>
                    <a:pt x="5718940" y="188516"/>
                  </a:lnTo>
                  <a:lnTo>
                    <a:pt x="5801824" y="138834"/>
                  </a:lnTo>
                  <a:lnTo>
                    <a:pt x="5884707" y="86856"/>
                  </a:lnTo>
                  <a:lnTo>
                    <a:pt x="5967590" y="32599"/>
                  </a:lnTo>
                  <a:lnTo>
                    <a:pt x="6015395" y="0"/>
                  </a:lnTo>
                  <a:lnTo>
                    <a:pt x="6015395" y="507224"/>
                  </a:lnTo>
                  <a:lnTo>
                    <a:pt x="5967590" y="518446"/>
                  </a:lnTo>
                  <a:lnTo>
                    <a:pt x="5884707" y="537647"/>
                  </a:lnTo>
                  <a:lnTo>
                    <a:pt x="5801824" y="556612"/>
                  </a:lnTo>
                  <a:lnTo>
                    <a:pt x="5718940" y="575363"/>
                  </a:lnTo>
                  <a:lnTo>
                    <a:pt x="5636057" y="593920"/>
                  </a:lnTo>
                  <a:lnTo>
                    <a:pt x="5553174" y="612303"/>
                  </a:lnTo>
                  <a:lnTo>
                    <a:pt x="5470291" y="630526"/>
                  </a:lnTo>
                  <a:lnTo>
                    <a:pt x="5387408" y="648601"/>
                  </a:lnTo>
                  <a:lnTo>
                    <a:pt x="5304524" y="666529"/>
                  </a:lnTo>
                  <a:lnTo>
                    <a:pt x="5221641" y="684302"/>
                  </a:lnTo>
                  <a:lnTo>
                    <a:pt x="5138758" y="701895"/>
                  </a:lnTo>
                  <a:lnTo>
                    <a:pt x="5055875" y="719269"/>
                  </a:lnTo>
                  <a:lnTo>
                    <a:pt x="4972992" y="736364"/>
                  </a:lnTo>
                  <a:lnTo>
                    <a:pt x="4890108" y="753100"/>
                  </a:lnTo>
                  <a:lnTo>
                    <a:pt x="4807225" y="769385"/>
                  </a:lnTo>
                  <a:lnTo>
                    <a:pt x="4724342" y="785112"/>
                  </a:lnTo>
                  <a:lnTo>
                    <a:pt x="4641459" y="800174"/>
                  </a:lnTo>
                  <a:lnTo>
                    <a:pt x="4558576" y="814465"/>
                  </a:lnTo>
                  <a:lnTo>
                    <a:pt x="4475692" y="827895"/>
                  </a:lnTo>
                  <a:lnTo>
                    <a:pt x="4392809" y="840394"/>
                  </a:lnTo>
                  <a:lnTo>
                    <a:pt x="4309926" y="851920"/>
                  </a:lnTo>
                  <a:lnTo>
                    <a:pt x="4227043" y="861817"/>
                  </a:lnTo>
                  <a:lnTo>
                    <a:pt x="4144160" y="869460"/>
                  </a:lnTo>
                  <a:lnTo>
                    <a:pt x="4061276" y="875368"/>
                  </a:lnTo>
                  <a:lnTo>
                    <a:pt x="3978393" y="880039"/>
                  </a:lnTo>
                  <a:lnTo>
                    <a:pt x="3895510" y="883885"/>
                  </a:lnTo>
                  <a:lnTo>
                    <a:pt x="3812627" y="887199"/>
                  </a:lnTo>
                  <a:lnTo>
                    <a:pt x="3729744" y="890154"/>
                  </a:lnTo>
                  <a:lnTo>
                    <a:pt x="3646860" y="891487"/>
                  </a:lnTo>
                  <a:lnTo>
                    <a:pt x="3563977" y="889807"/>
                  </a:lnTo>
                  <a:lnTo>
                    <a:pt x="3481094" y="887129"/>
                  </a:lnTo>
                  <a:lnTo>
                    <a:pt x="3398211" y="885002"/>
                  </a:lnTo>
                  <a:lnTo>
                    <a:pt x="3315328" y="884232"/>
                  </a:lnTo>
                  <a:lnTo>
                    <a:pt x="3232444" y="882296"/>
                  </a:lnTo>
                  <a:lnTo>
                    <a:pt x="3149561" y="878112"/>
                  </a:lnTo>
                  <a:lnTo>
                    <a:pt x="3066678" y="875076"/>
                  </a:lnTo>
                  <a:lnTo>
                    <a:pt x="2983795" y="874926"/>
                  </a:lnTo>
                  <a:lnTo>
                    <a:pt x="2900912" y="875826"/>
                  </a:lnTo>
                  <a:lnTo>
                    <a:pt x="2818028" y="877002"/>
                  </a:lnTo>
                  <a:lnTo>
                    <a:pt x="2735145" y="879610"/>
                  </a:lnTo>
                  <a:lnTo>
                    <a:pt x="2652262" y="883488"/>
                  </a:lnTo>
                  <a:lnTo>
                    <a:pt x="2569379" y="888382"/>
                  </a:lnTo>
                  <a:lnTo>
                    <a:pt x="2486496" y="895194"/>
                  </a:lnTo>
                  <a:lnTo>
                    <a:pt x="2403612" y="903231"/>
                  </a:lnTo>
                  <a:lnTo>
                    <a:pt x="2320729" y="910868"/>
                  </a:lnTo>
                  <a:lnTo>
                    <a:pt x="2237846" y="916433"/>
                  </a:lnTo>
                  <a:lnTo>
                    <a:pt x="2154963" y="921874"/>
                  </a:lnTo>
                  <a:lnTo>
                    <a:pt x="2072080" y="927677"/>
                  </a:lnTo>
                  <a:lnTo>
                    <a:pt x="1989196" y="933841"/>
                  </a:lnTo>
                  <a:lnTo>
                    <a:pt x="1906313" y="940315"/>
                  </a:lnTo>
                  <a:lnTo>
                    <a:pt x="1823430" y="947017"/>
                  </a:lnTo>
                  <a:lnTo>
                    <a:pt x="1740547" y="953894"/>
                  </a:lnTo>
                  <a:lnTo>
                    <a:pt x="1657664" y="961240"/>
                  </a:lnTo>
                  <a:lnTo>
                    <a:pt x="1574780" y="969315"/>
                  </a:lnTo>
                  <a:lnTo>
                    <a:pt x="1491897" y="978293"/>
                  </a:lnTo>
                  <a:lnTo>
                    <a:pt x="1409014" y="988339"/>
                  </a:lnTo>
                  <a:lnTo>
                    <a:pt x="1326131" y="999590"/>
                  </a:lnTo>
                  <a:lnTo>
                    <a:pt x="1243248" y="1012147"/>
                  </a:lnTo>
                  <a:lnTo>
                    <a:pt x="1160364" y="1026072"/>
                  </a:lnTo>
                  <a:lnTo>
                    <a:pt x="1077481" y="1041394"/>
                  </a:lnTo>
                  <a:lnTo>
                    <a:pt x="994598" y="1058114"/>
                  </a:lnTo>
                  <a:lnTo>
                    <a:pt x="911715" y="1076217"/>
                  </a:lnTo>
                  <a:lnTo>
                    <a:pt x="828832" y="1095677"/>
                  </a:lnTo>
                  <a:lnTo>
                    <a:pt x="745948" y="1116460"/>
                  </a:lnTo>
                  <a:lnTo>
                    <a:pt x="663065" y="1138535"/>
                  </a:lnTo>
                  <a:lnTo>
                    <a:pt x="580182" y="1161869"/>
                  </a:lnTo>
                  <a:lnTo>
                    <a:pt x="562655" y="11670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211396"/>
              <a:ext cx="6015395" cy="810098"/>
            </a:xfrm>
            <a:custGeom>
              <a:avLst/>
              <a:pathLst>
                <a:path w="6015395" h="810098">
                  <a:moveTo>
                    <a:pt x="0" y="602122"/>
                  </a:moveTo>
                  <a:lnTo>
                    <a:pt x="82883" y="624151"/>
                  </a:lnTo>
                  <a:lnTo>
                    <a:pt x="165766" y="645078"/>
                  </a:lnTo>
                  <a:lnTo>
                    <a:pt x="248649" y="664883"/>
                  </a:lnTo>
                  <a:lnTo>
                    <a:pt x="331532" y="683546"/>
                  </a:lnTo>
                  <a:lnTo>
                    <a:pt x="414416" y="701043"/>
                  </a:lnTo>
                  <a:lnTo>
                    <a:pt x="497299" y="717350"/>
                  </a:lnTo>
                  <a:lnTo>
                    <a:pt x="580182" y="732440"/>
                  </a:lnTo>
                  <a:lnTo>
                    <a:pt x="663065" y="746281"/>
                  </a:lnTo>
                  <a:lnTo>
                    <a:pt x="745948" y="758841"/>
                  </a:lnTo>
                  <a:lnTo>
                    <a:pt x="828832" y="770087"/>
                  </a:lnTo>
                  <a:lnTo>
                    <a:pt x="911715" y="779983"/>
                  </a:lnTo>
                  <a:lnTo>
                    <a:pt x="994598" y="788496"/>
                  </a:lnTo>
                  <a:lnTo>
                    <a:pt x="1077481" y="795596"/>
                  </a:lnTo>
                  <a:lnTo>
                    <a:pt x="1160364" y="801268"/>
                  </a:lnTo>
                  <a:lnTo>
                    <a:pt x="1243248" y="805509"/>
                  </a:lnTo>
                  <a:lnTo>
                    <a:pt x="1326131" y="808348"/>
                  </a:lnTo>
                  <a:lnTo>
                    <a:pt x="1409014" y="809845"/>
                  </a:lnTo>
                  <a:lnTo>
                    <a:pt x="1491897" y="810098"/>
                  </a:lnTo>
                  <a:lnTo>
                    <a:pt x="1574780" y="809243"/>
                  </a:lnTo>
                  <a:lnTo>
                    <a:pt x="1657664" y="807443"/>
                  </a:lnTo>
                  <a:lnTo>
                    <a:pt x="1740547" y="804870"/>
                  </a:lnTo>
                  <a:lnTo>
                    <a:pt x="1823430" y="801704"/>
                  </a:lnTo>
                  <a:lnTo>
                    <a:pt x="1906313" y="798109"/>
                  </a:lnTo>
                  <a:lnTo>
                    <a:pt x="1989196" y="794160"/>
                  </a:lnTo>
                  <a:lnTo>
                    <a:pt x="2072080" y="789914"/>
                  </a:lnTo>
                  <a:lnTo>
                    <a:pt x="2154963" y="785458"/>
                  </a:lnTo>
                  <a:lnTo>
                    <a:pt x="2237846" y="780927"/>
                  </a:lnTo>
                  <a:lnTo>
                    <a:pt x="2320729" y="776277"/>
                  </a:lnTo>
                  <a:lnTo>
                    <a:pt x="2403612" y="770266"/>
                  </a:lnTo>
                  <a:lnTo>
                    <a:pt x="2486496" y="763119"/>
                  </a:lnTo>
                  <a:lnTo>
                    <a:pt x="2569379" y="755991"/>
                  </a:lnTo>
                  <a:lnTo>
                    <a:pt x="2652262" y="750892"/>
                  </a:lnTo>
                  <a:lnTo>
                    <a:pt x="2735145" y="748306"/>
                  </a:lnTo>
                  <a:lnTo>
                    <a:pt x="2818028" y="746467"/>
                  </a:lnTo>
                  <a:lnTo>
                    <a:pt x="2900912" y="744401"/>
                  </a:lnTo>
                  <a:lnTo>
                    <a:pt x="2983795" y="742453"/>
                  </a:lnTo>
                  <a:lnTo>
                    <a:pt x="3066678" y="743132"/>
                  </a:lnTo>
                  <a:lnTo>
                    <a:pt x="3149561" y="746037"/>
                  </a:lnTo>
                  <a:lnTo>
                    <a:pt x="3232444" y="748278"/>
                  </a:lnTo>
                  <a:lnTo>
                    <a:pt x="3315328" y="748654"/>
                  </a:lnTo>
                  <a:lnTo>
                    <a:pt x="3398211" y="749506"/>
                  </a:lnTo>
                  <a:lnTo>
                    <a:pt x="3481094" y="751286"/>
                  </a:lnTo>
                  <a:lnTo>
                    <a:pt x="3563977" y="752296"/>
                  </a:lnTo>
                  <a:lnTo>
                    <a:pt x="3646860" y="751585"/>
                  </a:lnTo>
                  <a:lnTo>
                    <a:pt x="3729744" y="748786"/>
                  </a:lnTo>
                  <a:lnTo>
                    <a:pt x="3812627" y="745109"/>
                  </a:lnTo>
                  <a:lnTo>
                    <a:pt x="3895510" y="740799"/>
                  </a:lnTo>
                  <a:lnTo>
                    <a:pt x="3978393" y="735333"/>
                  </a:lnTo>
                  <a:lnTo>
                    <a:pt x="4061276" y="728310"/>
                  </a:lnTo>
                  <a:lnTo>
                    <a:pt x="4144160" y="719448"/>
                  </a:lnTo>
                  <a:lnTo>
                    <a:pt x="4227043" y="708552"/>
                  </a:lnTo>
                  <a:lnTo>
                    <a:pt x="4309926" y="695458"/>
                  </a:lnTo>
                  <a:lnTo>
                    <a:pt x="4392809" y="680560"/>
                  </a:lnTo>
                  <a:lnTo>
                    <a:pt x="4475692" y="664199"/>
                  </a:lnTo>
                  <a:lnTo>
                    <a:pt x="4558576" y="646329"/>
                  </a:lnTo>
                  <a:lnTo>
                    <a:pt x="4641459" y="626874"/>
                  </a:lnTo>
                  <a:lnTo>
                    <a:pt x="4724342" y="605741"/>
                  </a:lnTo>
                  <a:lnTo>
                    <a:pt x="4807225" y="582820"/>
                  </a:lnTo>
                  <a:lnTo>
                    <a:pt x="4890108" y="557998"/>
                  </a:lnTo>
                  <a:lnTo>
                    <a:pt x="4972992" y="531165"/>
                  </a:lnTo>
                  <a:lnTo>
                    <a:pt x="5055875" y="502224"/>
                  </a:lnTo>
                  <a:lnTo>
                    <a:pt x="5138758" y="471090"/>
                  </a:lnTo>
                  <a:lnTo>
                    <a:pt x="5221641" y="437701"/>
                  </a:lnTo>
                  <a:lnTo>
                    <a:pt x="5304524" y="402011"/>
                  </a:lnTo>
                  <a:lnTo>
                    <a:pt x="5387408" y="363993"/>
                  </a:lnTo>
                  <a:lnTo>
                    <a:pt x="5470291" y="323632"/>
                  </a:lnTo>
                  <a:lnTo>
                    <a:pt x="5553174" y="280928"/>
                  </a:lnTo>
                  <a:lnTo>
                    <a:pt x="5636057" y="235885"/>
                  </a:lnTo>
                  <a:lnTo>
                    <a:pt x="5718940" y="188516"/>
                  </a:lnTo>
                  <a:lnTo>
                    <a:pt x="5801824" y="138834"/>
                  </a:lnTo>
                  <a:lnTo>
                    <a:pt x="5884707" y="86856"/>
                  </a:lnTo>
                  <a:lnTo>
                    <a:pt x="5967590" y="32599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35120" y="4718621"/>
              <a:ext cx="5452740" cy="659838"/>
            </a:xfrm>
            <a:custGeom>
              <a:avLst/>
              <a:pathLst>
                <a:path w="5452740" h="659838">
                  <a:moveTo>
                    <a:pt x="5452740" y="0"/>
                  </a:moveTo>
                  <a:lnTo>
                    <a:pt x="5404935" y="11222"/>
                  </a:lnTo>
                  <a:lnTo>
                    <a:pt x="5322051" y="30422"/>
                  </a:lnTo>
                  <a:lnTo>
                    <a:pt x="5239168" y="49387"/>
                  </a:lnTo>
                  <a:lnTo>
                    <a:pt x="5156285" y="68138"/>
                  </a:lnTo>
                  <a:lnTo>
                    <a:pt x="5073402" y="86696"/>
                  </a:lnTo>
                  <a:lnTo>
                    <a:pt x="4990519" y="105078"/>
                  </a:lnTo>
                  <a:lnTo>
                    <a:pt x="4907635" y="123302"/>
                  </a:lnTo>
                  <a:lnTo>
                    <a:pt x="4824752" y="141376"/>
                  </a:lnTo>
                  <a:lnTo>
                    <a:pt x="4741869" y="159305"/>
                  </a:lnTo>
                  <a:lnTo>
                    <a:pt x="4658986" y="177077"/>
                  </a:lnTo>
                  <a:lnTo>
                    <a:pt x="4576103" y="194671"/>
                  </a:lnTo>
                  <a:lnTo>
                    <a:pt x="4493219" y="212044"/>
                  </a:lnTo>
                  <a:lnTo>
                    <a:pt x="4410336" y="229139"/>
                  </a:lnTo>
                  <a:lnTo>
                    <a:pt x="4327453" y="245876"/>
                  </a:lnTo>
                  <a:lnTo>
                    <a:pt x="4244570" y="262160"/>
                  </a:lnTo>
                  <a:lnTo>
                    <a:pt x="4161687" y="277888"/>
                  </a:lnTo>
                  <a:lnTo>
                    <a:pt x="4078803" y="292949"/>
                  </a:lnTo>
                  <a:lnTo>
                    <a:pt x="3995920" y="307241"/>
                  </a:lnTo>
                  <a:lnTo>
                    <a:pt x="3913037" y="320671"/>
                  </a:lnTo>
                  <a:lnTo>
                    <a:pt x="3830154" y="333170"/>
                  </a:lnTo>
                  <a:lnTo>
                    <a:pt x="3747271" y="344696"/>
                  </a:lnTo>
                  <a:lnTo>
                    <a:pt x="3664387" y="354593"/>
                  </a:lnTo>
                  <a:lnTo>
                    <a:pt x="3581504" y="362236"/>
                  </a:lnTo>
                  <a:lnTo>
                    <a:pt x="3498621" y="368143"/>
                  </a:lnTo>
                  <a:lnTo>
                    <a:pt x="3415738" y="372814"/>
                  </a:lnTo>
                  <a:lnTo>
                    <a:pt x="3332855" y="376660"/>
                  </a:lnTo>
                  <a:lnTo>
                    <a:pt x="3249971" y="379975"/>
                  </a:lnTo>
                  <a:lnTo>
                    <a:pt x="3167088" y="382930"/>
                  </a:lnTo>
                  <a:lnTo>
                    <a:pt x="3084205" y="384262"/>
                  </a:lnTo>
                  <a:lnTo>
                    <a:pt x="3001322" y="382582"/>
                  </a:lnTo>
                  <a:lnTo>
                    <a:pt x="2918439" y="379904"/>
                  </a:lnTo>
                  <a:lnTo>
                    <a:pt x="2835555" y="377778"/>
                  </a:lnTo>
                  <a:lnTo>
                    <a:pt x="2752672" y="377008"/>
                  </a:lnTo>
                  <a:lnTo>
                    <a:pt x="2669789" y="375072"/>
                  </a:lnTo>
                  <a:lnTo>
                    <a:pt x="2586906" y="370888"/>
                  </a:lnTo>
                  <a:lnTo>
                    <a:pt x="2504023" y="367851"/>
                  </a:lnTo>
                  <a:lnTo>
                    <a:pt x="2421139" y="367702"/>
                  </a:lnTo>
                  <a:lnTo>
                    <a:pt x="2338256" y="368602"/>
                  </a:lnTo>
                  <a:lnTo>
                    <a:pt x="2255373" y="369777"/>
                  </a:lnTo>
                  <a:lnTo>
                    <a:pt x="2172490" y="372385"/>
                  </a:lnTo>
                  <a:lnTo>
                    <a:pt x="2089607" y="376263"/>
                  </a:lnTo>
                  <a:lnTo>
                    <a:pt x="2006723" y="381157"/>
                  </a:lnTo>
                  <a:lnTo>
                    <a:pt x="1923840" y="387969"/>
                  </a:lnTo>
                  <a:lnTo>
                    <a:pt x="1840957" y="396007"/>
                  </a:lnTo>
                  <a:lnTo>
                    <a:pt x="1758074" y="403644"/>
                  </a:lnTo>
                  <a:lnTo>
                    <a:pt x="1675191" y="409208"/>
                  </a:lnTo>
                  <a:lnTo>
                    <a:pt x="1592307" y="414649"/>
                  </a:lnTo>
                  <a:lnTo>
                    <a:pt x="1509424" y="420452"/>
                  </a:lnTo>
                  <a:lnTo>
                    <a:pt x="1426541" y="426617"/>
                  </a:lnTo>
                  <a:lnTo>
                    <a:pt x="1343658" y="433090"/>
                  </a:lnTo>
                  <a:lnTo>
                    <a:pt x="1260775" y="439792"/>
                  </a:lnTo>
                  <a:lnTo>
                    <a:pt x="1177891" y="446670"/>
                  </a:lnTo>
                  <a:lnTo>
                    <a:pt x="1095008" y="454015"/>
                  </a:lnTo>
                  <a:lnTo>
                    <a:pt x="1012125" y="462090"/>
                  </a:lnTo>
                  <a:lnTo>
                    <a:pt x="929242" y="471068"/>
                  </a:lnTo>
                  <a:lnTo>
                    <a:pt x="846359" y="481114"/>
                  </a:lnTo>
                  <a:lnTo>
                    <a:pt x="763475" y="492365"/>
                  </a:lnTo>
                  <a:lnTo>
                    <a:pt x="680592" y="504922"/>
                  </a:lnTo>
                  <a:lnTo>
                    <a:pt x="597709" y="518847"/>
                  </a:lnTo>
                  <a:lnTo>
                    <a:pt x="514826" y="534169"/>
                  </a:lnTo>
                  <a:lnTo>
                    <a:pt x="431943" y="550890"/>
                  </a:lnTo>
                  <a:lnTo>
                    <a:pt x="349059" y="568993"/>
                  </a:lnTo>
                  <a:lnTo>
                    <a:pt x="266176" y="588452"/>
                  </a:lnTo>
                  <a:lnTo>
                    <a:pt x="183293" y="609236"/>
                  </a:lnTo>
                  <a:lnTo>
                    <a:pt x="100410" y="631311"/>
                  </a:lnTo>
                  <a:lnTo>
                    <a:pt x="17527" y="654644"/>
                  </a:lnTo>
                  <a:lnTo>
                    <a:pt x="0" y="6598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465008"/>
              <a:ext cx="6015395" cy="726539"/>
            </a:xfrm>
            <a:custGeom>
              <a:avLst/>
              <a:pathLst>
                <a:path w="6015395" h="726539">
                  <a:moveTo>
                    <a:pt x="0" y="726539"/>
                  </a:moveTo>
                  <a:lnTo>
                    <a:pt x="82883" y="721843"/>
                  </a:lnTo>
                  <a:lnTo>
                    <a:pt x="165766" y="717143"/>
                  </a:lnTo>
                  <a:lnTo>
                    <a:pt x="248649" y="712437"/>
                  </a:lnTo>
                  <a:lnTo>
                    <a:pt x="331532" y="707725"/>
                  </a:lnTo>
                  <a:lnTo>
                    <a:pt x="414416" y="703006"/>
                  </a:lnTo>
                  <a:lnTo>
                    <a:pt x="497299" y="698278"/>
                  </a:lnTo>
                  <a:lnTo>
                    <a:pt x="580182" y="693542"/>
                  </a:lnTo>
                  <a:lnTo>
                    <a:pt x="663065" y="688796"/>
                  </a:lnTo>
                  <a:lnTo>
                    <a:pt x="745948" y="684039"/>
                  </a:lnTo>
                  <a:lnTo>
                    <a:pt x="828832" y="679270"/>
                  </a:lnTo>
                  <a:lnTo>
                    <a:pt x="911715" y="674488"/>
                  </a:lnTo>
                  <a:lnTo>
                    <a:pt x="994598" y="669693"/>
                  </a:lnTo>
                  <a:lnTo>
                    <a:pt x="1077481" y="664883"/>
                  </a:lnTo>
                  <a:lnTo>
                    <a:pt x="1160364" y="660057"/>
                  </a:lnTo>
                  <a:lnTo>
                    <a:pt x="1243248" y="655216"/>
                  </a:lnTo>
                  <a:lnTo>
                    <a:pt x="1326131" y="650357"/>
                  </a:lnTo>
                  <a:lnTo>
                    <a:pt x="1409014" y="645479"/>
                  </a:lnTo>
                  <a:lnTo>
                    <a:pt x="1491897" y="640583"/>
                  </a:lnTo>
                  <a:lnTo>
                    <a:pt x="1574780" y="635667"/>
                  </a:lnTo>
                  <a:lnTo>
                    <a:pt x="1657664" y="630729"/>
                  </a:lnTo>
                  <a:lnTo>
                    <a:pt x="1740547" y="625770"/>
                  </a:lnTo>
                  <a:lnTo>
                    <a:pt x="1823430" y="620748"/>
                  </a:lnTo>
                  <a:lnTo>
                    <a:pt x="1906313" y="615599"/>
                  </a:lnTo>
                  <a:lnTo>
                    <a:pt x="1989196" y="610388"/>
                  </a:lnTo>
                  <a:lnTo>
                    <a:pt x="2072080" y="605183"/>
                  </a:lnTo>
                  <a:lnTo>
                    <a:pt x="2154963" y="600053"/>
                  </a:lnTo>
                  <a:lnTo>
                    <a:pt x="2237846" y="595068"/>
                  </a:lnTo>
                  <a:lnTo>
                    <a:pt x="2320729" y="589960"/>
                  </a:lnTo>
                  <a:lnTo>
                    <a:pt x="2403612" y="583136"/>
                  </a:lnTo>
                  <a:lnTo>
                    <a:pt x="2486496" y="575544"/>
                  </a:lnTo>
                  <a:lnTo>
                    <a:pt x="2569379" y="568574"/>
                  </a:lnTo>
                  <a:lnTo>
                    <a:pt x="2652262" y="563577"/>
                  </a:lnTo>
                  <a:lnTo>
                    <a:pt x="2735145" y="560346"/>
                  </a:lnTo>
                  <a:lnTo>
                    <a:pt x="2818028" y="558122"/>
                  </a:lnTo>
                  <a:lnTo>
                    <a:pt x="2900912" y="556501"/>
                  </a:lnTo>
                  <a:lnTo>
                    <a:pt x="2983795" y="555077"/>
                  </a:lnTo>
                  <a:lnTo>
                    <a:pt x="3066678" y="555492"/>
                  </a:lnTo>
                  <a:lnTo>
                    <a:pt x="3149561" y="558462"/>
                  </a:lnTo>
                  <a:lnTo>
                    <a:pt x="3232444" y="561675"/>
                  </a:lnTo>
                  <a:lnTo>
                    <a:pt x="3315328" y="562831"/>
                  </a:lnTo>
                  <a:lnTo>
                    <a:pt x="3398211" y="563642"/>
                  </a:lnTo>
                  <a:lnTo>
                    <a:pt x="3481094" y="565595"/>
                  </a:lnTo>
                  <a:lnTo>
                    <a:pt x="3563977" y="567439"/>
                  </a:lnTo>
                  <a:lnTo>
                    <a:pt x="3646860" y="567923"/>
                  </a:lnTo>
                  <a:lnTo>
                    <a:pt x="3729744" y="565858"/>
                  </a:lnTo>
                  <a:lnTo>
                    <a:pt x="3812627" y="562542"/>
                  </a:lnTo>
                  <a:lnTo>
                    <a:pt x="3895510" y="558730"/>
                  </a:lnTo>
                  <a:lnTo>
                    <a:pt x="3978393" y="554074"/>
                  </a:lnTo>
                  <a:lnTo>
                    <a:pt x="4061276" y="548227"/>
                  </a:lnTo>
                  <a:lnTo>
                    <a:pt x="4144160" y="540842"/>
                  </a:lnTo>
                  <a:lnTo>
                    <a:pt x="4227043" y="531572"/>
                  </a:lnTo>
                  <a:lnTo>
                    <a:pt x="4309926" y="520077"/>
                  </a:lnTo>
                  <a:lnTo>
                    <a:pt x="4392809" y="506865"/>
                  </a:lnTo>
                  <a:lnTo>
                    <a:pt x="4475692" y="492435"/>
                  </a:lnTo>
                  <a:lnTo>
                    <a:pt x="4558576" y="476785"/>
                  </a:lnTo>
                  <a:lnTo>
                    <a:pt x="4641459" y="459912"/>
                  </a:lnTo>
                  <a:lnTo>
                    <a:pt x="4724342" y="441814"/>
                  </a:lnTo>
                  <a:lnTo>
                    <a:pt x="4807225" y="422490"/>
                  </a:lnTo>
                  <a:lnTo>
                    <a:pt x="4890108" y="401937"/>
                  </a:lnTo>
                  <a:lnTo>
                    <a:pt x="4972992" y="380152"/>
                  </a:lnTo>
                  <a:lnTo>
                    <a:pt x="5055875" y="357134"/>
                  </a:lnTo>
                  <a:lnTo>
                    <a:pt x="5138758" y="332880"/>
                  </a:lnTo>
                  <a:lnTo>
                    <a:pt x="5221641" y="307389"/>
                  </a:lnTo>
                  <a:lnTo>
                    <a:pt x="5304524" y="280658"/>
                  </a:lnTo>
                  <a:lnTo>
                    <a:pt x="5387408" y="252685"/>
                  </a:lnTo>
                  <a:lnTo>
                    <a:pt x="5470291" y="223467"/>
                  </a:lnTo>
                  <a:lnTo>
                    <a:pt x="5553174" y="193003"/>
                  </a:lnTo>
                  <a:lnTo>
                    <a:pt x="5636057" y="161290"/>
                  </a:lnTo>
                  <a:lnTo>
                    <a:pt x="5718940" y="128327"/>
                  </a:lnTo>
                  <a:lnTo>
                    <a:pt x="5801824" y="94111"/>
                  </a:lnTo>
                  <a:lnTo>
                    <a:pt x="5884707" y="58639"/>
                  </a:lnTo>
                  <a:lnTo>
                    <a:pt x="5967590" y="21910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341732"/>
              <a:ext cx="6015395" cy="1036727"/>
            </a:xfrm>
            <a:custGeom>
              <a:avLst/>
              <a:pathLst>
                <a:path w="6015395" h="1036727">
                  <a:moveTo>
                    <a:pt x="0" y="488351"/>
                  </a:moveTo>
                  <a:lnTo>
                    <a:pt x="82883" y="510893"/>
                  </a:lnTo>
                  <a:lnTo>
                    <a:pt x="165766" y="532329"/>
                  </a:lnTo>
                  <a:lnTo>
                    <a:pt x="248649" y="552642"/>
                  </a:lnTo>
                  <a:lnTo>
                    <a:pt x="331532" y="571815"/>
                  </a:lnTo>
                  <a:lnTo>
                    <a:pt x="414416" y="589827"/>
                  </a:lnTo>
                  <a:lnTo>
                    <a:pt x="497299" y="606655"/>
                  </a:lnTo>
                  <a:lnTo>
                    <a:pt x="580182" y="622275"/>
                  </a:lnTo>
                  <a:lnTo>
                    <a:pt x="663065" y="636660"/>
                  </a:lnTo>
                  <a:lnTo>
                    <a:pt x="745948" y="649781"/>
                  </a:lnTo>
                  <a:lnTo>
                    <a:pt x="828832" y="661608"/>
                  </a:lnTo>
                  <a:lnTo>
                    <a:pt x="911715" y="672109"/>
                  </a:lnTo>
                  <a:lnTo>
                    <a:pt x="994598" y="681255"/>
                  </a:lnTo>
                  <a:lnTo>
                    <a:pt x="1077481" y="689020"/>
                  </a:lnTo>
                  <a:lnTo>
                    <a:pt x="1160364" y="695388"/>
                  </a:lnTo>
                  <a:lnTo>
                    <a:pt x="1243248" y="700360"/>
                  </a:lnTo>
                  <a:lnTo>
                    <a:pt x="1326131" y="703958"/>
                  </a:lnTo>
                  <a:lnTo>
                    <a:pt x="1409014" y="706239"/>
                  </a:lnTo>
                  <a:lnTo>
                    <a:pt x="1491897" y="707288"/>
                  </a:lnTo>
                  <a:lnTo>
                    <a:pt x="1574780" y="707229"/>
                  </a:lnTo>
                  <a:lnTo>
                    <a:pt x="1657664" y="706204"/>
                  </a:lnTo>
                  <a:lnTo>
                    <a:pt x="1740547" y="704368"/>
                  </a:lnTo>
                  <a:lnTo>
                    <a:pt x="1823430" y="701856"/>
                  </a:lnTo>
                  <a:lnTo>
                    <a:pt x="1906313" y="698769"/>
                  </a:lnTo>
                  <a:lnTo>
                    <a:pt x="1989196" y="695211"/>
                  </a:lnTo>
                  <a:lnTo>
                    <a:pt x="2072080" y="691274"/>
                  </a:lnTo>
                  <a:lnTo>
                    <a:pt x="2154963" y="687072"/>
                  </a:lnTo>
                  <a:lnTo>
                    <a:pt x="2237846" y="682770"/>
                  </a:lnTo>
                  <a:lnTo>
                    <a:pt x="2320729" y="678208"/>
                  </a:lnTo>
                  <a:lnTo>
                    <a:pt x="2403612" y="671535"/>
                  </a:lnTo>
                  <a:lnTo>
                    <a:pt x="2486496" y="663374"/>
                  </a:lnTo>
                  <a:lnTo>
                    <a:pt x="2569379" y="655380"/>
                  </a:lnTo>
                  <a:lnTo>
                    <a:pt x="2652262" y="649923"/>
                  </a:lnTo>
                  <a:lnTo>
                    <a:pt x="2735145" y="646581"/>
                  </a:lnTo>
                  <a:lnTo>
                    <a:pt x="2818028" y="643632"/>
                  </a:lnTo>
                  <a:lnTo>
                    <a:pt x="2900912" y="640728"/>
                  </a:lnTo>
                  <a:lnTo>
                    <a:pt x="2983795" y="638696"/>
                  </a:lnTo>
                  <a:lnTo>
                    <a:pt x="3066678" y="639868"/>
                  </a:lnTo>
                  <a:lnTo>
                    <a:pt x="3149561" y="643476"/>
                  </a:lnTo>
                  <a:lnTo>
                    <a:pt x="3232444" y="646769"/>
                  </a:lnTo>
                  <a:lnTo>
                    <a:pt x="3315328" y="648505"/>
                  </a:lnTo>
                  <a:lnTo>
                    <a:pt x="3398211" y="650555"/>
                  </a:lnTo>
                  <a:lnTo>
                    <a:pt x="3481094" y="653461"/>
                  </a:lnTo>
                  <a:lnTo>
                    <a:pt x="3563977" y="656019"/>
                  </a:lnTo>
                  <a:lnTo>
                    <a:pt x="3646860" y="657691"/>
                  </a:lnTo>
                  <a:lnTo>
                    <a:pt x="3729744" y="658457"/>
                  </a:lnTo>
                  <a:lnTo>
                    <a:pt x="3812627" y="659395"/>
                  </a:lnTo>
                  <a:lnTo>
                    <a:pt x="3895510" y="660422"/>
                  </a:lnTo>
                  <a:lnTo>
                    <a:pt x="3978393" y="660797"/>
                  </a:lnTo>
                  <a:lnTo>
                    <a:pt x="4061276" y="659884"/>
                  </a:lnTo>
                  <a:lnTo>
                    <a:pt x="4144160" y="657156"/>
                  </a:lnTo>
                  <a:lnTo>
                    <a:pt x="4227043" y="652162"/>
                  </a:lnTo>
                  <a:lnTo>
                    <a:pt x="4309926" y="644480"/>
                  </a:lnTo>
                  <a:lnTo>
                    <a:pt x="4392809" y="634517"/>
                  </a:lnTo>
                  <a:lnTo>
                    <a:pt x="4475692" y="622735"/>
                  </a:lnTo>
                  <a:lnTo>
                    <a:pt x="4558576" y="609101"/>
                  </a:lnTo>
                  <a:lnTo>
                    <a:pt x="4641459" y="593559"/>
                  </a:lnTo>
                  <a:lnTo>
                    <a:pt x="4724342" y="576031"/>
                  </a:lnTo>
                  <a:lnTo>
                    <a:pt x="4807225" y="556430"/>
                  </a:lnTo>
                  <a:lnTo>
                    <a:pt x="4890108" y="534664"/>
                  </a:lnTo>
                  <a:lnTo>
                    <a:pt x="4972992" y="510643"/>
                  </a:lnTo>
                  <a:lnTo>
                    <a:pt x="5055875" y="484289"/>
                  </a:lnTo>
                  <a:lnTo>
                    <a:pt x="5138758" y="455536"/>
                  </a:lnTo>
                  <a:lnTo>
                    <a:pt x="5221641" y="424337"/>
                  </a:lnTo>
                  <a:lnTo>
                    <a:pt x="5304524" y="390659"/>
                  </a:lnTo>
                  <a:lnTo>
                    <a:pt x="5387408" y="354487"/>
                  </a:lnTo>
                  <a:lnTo>
                    <a:pt x="5470291" y="315818"/>
                  </a:lnTo>
                  <a:lnTo>
                    <a:pt x="5553174" y="274658"/>
                  </a:lnTo>
                  <a:lnTo>
                    <a:pt x="5636057" y="231022"/>
                  </a:lnTo>
                  <a:lnTo>
                    <a:pt x="5718940" y="184928"/>
                  </a:lnTo>
                  <a:lnTo>
                    <a:pt x="5801824" y="136399"/>
                  </a:lnTo>
                  <a:lnTo>
                    <a:pt x="5884707" y="85456"/>
                  </a:lnTo>
                  <a:lnTo>
                    <a:pt x="5967590" y="32124"/>
                  </a:lnTo>
                  <a:lnTo>
                    <a:pt x="6015395" y="0"/>
                  </a:lnTo>
                  <a:lnTo>
                    <a:pt x="6015395" y="452228"/>
                  </a:lnTo>
                  <a:lnTo>
                    <a:pt x="5967590" y="465294"/>
                  </a:lnTo>
                  <a:lnTo>
                    <a:pt x="5884707" y="487370"/>
                  </a:lnTo>
                  <a:lnTo>
                    <a:pt x="5801824" y="508879"/>
                  </a:lnTo>
                  <a:lnTo>
                    <a:pt x="5718940" y="529831"/>
                  </a:lnTo>
                  <a:lnTo>
                    <a:pt x="5636057" y="550237"/>
                  </a:lnTo>
                  <a:lnTo>
                    <a:pt x="5553174" y="570104"/>
                  </a:lnTo>
                  <a:lnTo>
                    <a:pt x="5470291" y="589437"/>
                  </a:lnTo>
                  <a:lnTo>
                    <a:pt x="5387408" y="608237"/>
                  </a:lnTo>
                  <a:lnTo>
                    <a:pt x="5304524" y="626497"/>
                  </a:lnTo>
                  <a:lnTo>
                    <a:pt x="5221641" y="644200"/>
                  </a:lnTo>
                  <a:lnTo>
                    <a:pt x="5138758" y="661316"/>
                  </a:lnTo>
                  <a:lnTo>
                    <a:pt x="5055875" y="677801"/>
                  </a:lnTo>
                  <a:lnTo>
                    <a:pt x="4972992" y="693593"/>
                  </a:lnTo>
                  <a:lnTo>
                    <a:pt x="4890108" y="708612"/>
                  </a:lnTo>
                  <a:lnTo>
                    <a:pt x="4807225" y="722767"/>
                  </a:lnTo>
                  <a:lnTo>
                    <a:pt x="4724342" y="735954"/>
                  </a:lnTo>
                  <a:lnTo>
                    <a:pt x="4641459" y="748068"/>
                  </a:lnTo>
                  <a:lnTo>
                    <a:pt x="4558576" y="759008"/>
                  </a:lnTo>
                  <a:lnTo>
                    <a:pt x="4475692" y="768682"/>
                  </a:lnTo>
                  <a:lnTo>
                    <a:pt x="4392809" y="777021"/>
                  </a:lnTo>
                  <a:lnTo>
                    <a:pt x="4309926" y="783979"/>
                  </a:lnTo>
                  <a:lnTo>
                    <a:pt x="4227043" y="788809"/>
                  </a:lnTo>
                  <a:lnTo>
                    <a:pt x="4144160" y="790903"/>
                  </a:lnTo>
                  <a:lnTo>
                    <a:pt x="4061276" y="790997"/>
                  </a:lnTo>
                  <a:lnTo>
                    <a:pt x="3978393" y="789813"/>
                  </a:lnTo>
                  <a:lnTo>
                    <a:pt x="3895510" y="787994"/>
                  </a:lnTo>
                  <a:lnTo>
                    <a:pt x="3812627" y="786079"/>
                  </a:lnTo>
                  <a:lnTo>
                    <a:pt x="3729744" y="784497"/>
                  </a:lnTo>
                  <a:lnTo>
                    <a:pt x="3646860" y="782424"/>
                  </a:lnTo>
                  <a:lnTo>
                    <a:pt x="3563977" y="778620"/>
                  </a:lnTo>
                  <a:lnTo>
                    <a:pt x="3481094" y="774575"/>
                  </a:lnTo>
                  <a:lnTo>
                    <a:pt x="3398211" y="771361"/>
                  </a:lnTo>
                  <a:lnTo>
                    <a:pt x="3315328" y="769384"/>
                  </a:lnTo>
                  <a:lnTo>
                    <a:pt x="3232444" y="766257"/>
                  </a:lnTo>
                  <a:lnTo>
                    <a:pt x="3149561" y="761231"/>
                  </a:lnTo>
                  <a:lnTo>
                    <a:pt x="3066678" y="757506"/>
                  </a:lnTo>
                  <a:lnTo>
                    <a:pt x="2983795" y="756806"/>
                  </a:lnTo>
                  <a:lnTo>
                    <a:pt x="2900912" y="757904"/>
                  </a:lnTo>
                  <a:lnTo>
                    <a:pt x="2818028" y="760014"/>
                  </a:lnTo>
                  <a:lnTo>
                    <a:pt x="2735145" y="763647"/>
                  </a:lnTo>
                  <a:lnTo>
                    <a:pt x="2652262" y="768142"/>
                  </a:lnTo>
                  <a:lnTo>
                    <a:pt x="2569379" y="773417"/>
                  </a:lnTo>
                  <a:lnTo>
                    <a:pt x="2486496" y="781128"/>
                  </a:lnTo>
                  <a:lnTo>
                    <a:pt x="2403612" y="790083"/>
                  </a:lnTo>
                  <a:lnTo>
                    <a:pt x="2320729" y="798206"/>
                  </a:lnTo>
                  <a:lnTo>
                    <a:pt x="2237846" y="803583"/>
                  </a:lnTo>
                  <a:lnTo>
                    <a:pt x="2154963" y="808697"/>
                  </a:lnTo>
                  <a:lnTo>
                    <a:pt x="2072080" y="814099"/>
                  </a:lnTo>
                  <a:lnTo>
                    <a:pt x="1989196" y="819748"/>
                  </a:lnTo>
                  <a:lnTo>
                    <a:pt x="1906313" y="825556"/>
                  </a:lnTo>
                  <a:lnTo>
                    <a:pt x="1823430" y="831413"/>
                  </a:lnTo>
                  <a:lnTo>
                    <a:pt x="1740547" y="837234"/>
                  </a:lnTo>
                  <a:lnTo>
                    <a:pt x="1657664" y="843325"/>
                  </a:lnTo>
                  <a:lnTo>
                    <a:pt x="1574780" y="849944"/>
                  </a:lnTo>
                  <a:lnTo>
                    <a:pt x="1491897" y="857247"/>
                  </a:lnTo>
                  <a:lnTo>
                    <a:pt x="1409014" y="865379"/>
                  </a:lnTo>
                  <a:lnTo>
                    <a:pt x="1326131" y="874465"/>
                  </a:lnTo>
                  <a:lnTo>
                    <a:pt x="1243248" y="884592"/>
                  </a:lnTo>
                  <a:lnTo>
                    <a:pt x="1160364" y="895818"/>
                  </a:lnTo>
                  <a:lnTo>
                    <a:pt x="1077481" y="908166"/>
                  </a:lnTo>
                  <a:lnTo>
                    <a:pt x="994598" y="921640"/>
                  </a:lnTo>
                  <a:lnTo>
                    <a:pt x="911715" y="936224"/>
                  </a:lnTo>
                  <a:lnTo>
                    <a:pt x="828832" y="951895"/>
                  </a:lnTo>
                  <a:lnTo>
                    <a:pt x="745948" y="968625"/>
                  </a:lnTo>
                  <a:lnTo>
                    <a:pt x="663065" y="986384"/>
                  </a:lnTo>
                  <a:lnTo>
                    <a:pt x="580182" y="1005144"/>
                  </a:lnTo>
                  <a:lnTo>
                    <a:pt x="497299" y="1024876"/>
                  </a:lnTo>
                  <a:lnTo>
                    <a:pt x="449799" y="10367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341732"/>
              <a:ext cx="6015395" cy="707288"/>
            </a:xfrm>
            <a:custGeom>
              <a:avLst/>
              <a:pathLst>
                <a:path w="6015395" h="707288">
                  <a:moveTo>
                    <a:pt x="0" y="488351"/>
                  </a:moveTo>
                  <a:lnTo>
                    <a:pt x="82883" y="510893"/>
                  </a:lnTo>
                  <a:lnTo>
                    <a:pt x="165766" y="532329"/>
                  </a:lnTo>
                  <a:lnTo>
                    <a:pt x="248649" y="552642"/>
                  </a:lnTo>
                  <a:lnTo>
                    <a:pt x="331532" y="571815"/>
                  </a:lnTo>
                  <a:lnTo>
                    <a:pt x="414416" y="589827"/>
                  </a:lnTo>
                  <a:lnTo>
                    <a:pt x="497299" y="606655"/>
                  </a:lnTo>
                  <a:lnTo>
                    <a:pt x="580182" y="622275"/>
                  </a:lnTo>
                  <a:lnTo>
                    <a:pt x="663065" y="636660"/>
                  </a:lnTo>
                  <a:lnTo>
                    <a:pt x="745948" y="649781"/>
                  </a:lnTo>
                  <a:lnTo>
                    <a:pt x="828832" y="661608"/>
                  </a:lnTo>
                  <a:lnTo>
                    <a:pt x="911715" y="672109"/>
                  </a:lnTo>
                  <a:lnTo>
                    <a:pt x="994598" y="681255"/>
                  </a:lnTo>
                  <a:lnTo>
                    <a:pt x="1077481" y="689020"/>
                  </a:lnTo>
                  <a:lnTo>
                    <a:pt x="1160364" y="695388"/>
                  </a:lnTo>
                  <a:lnTo>
                    <a:pt x="1243248" y="700360"/>
                  </a:lnTo>
                  <a:lnTo>
                    <a:pt x="1326131" y="703958"/>
                  </a:lnTo>
                  <a:lnTo>
                    <a:pt x="1409014" y="706239"/>
                  </a:lnTo>
                  <a:lnTo>
                    <a:pt x="1491897" y="707288"/>
                  </a:lnTo>
                  <a:lnTo>
                    <a:pt x="1574780" y="707229"/>
                  </a:lnTo>
                  <a:lnTo>
                    <a:pt x="1657664" y="706204"/>
                  </a:lnTo>
                  <a:lnTo>
                    <a:pt x="1740547" y="704368"/>
                  </a:lnTo>
                  <a:lnTo>
                    <a:pt x="1823430" y="701856"/>
                  </a:lnTo>
                  <a:lnTo>
                    <a:pt x="1906313" y="698769"/>
                  </a:lnTo>
                  <a:lnTo>
                    <a:pt x="1989196" y="695211"/>
                  </a:lnTo>
                  <a:lnTo>
                    <a:pt x="2072080" y="691274"/>
                  </a:lnTo>
                  <a:lnTo>
                    <a:pt x="2154963" y="687072"/>
                  </a:lnTo>
                  <a:lnTo>
                    <a:pt x="2237846" y="682770"/>
                  </a:lnTo>
                  <a:lnTo>
                    <a:pt x="2320729" y="678208"/>
                  </a:lnTo>
                  <a:lnTo>
                    <a:pt x="2403612" y="671535"/>
                  </a:lnTo>
                  <a:lnTo>
                    <a:pt x="2486496" y="663374"/>
                  </a:lnTo>
                  <a:lnTo>
                    <a:pt x="2569379" y="655380"/>
                  </a:lnTo>
                  <a:lnTo>
                    <a:pt x="2652262" y="649923"/>
                  </a:lnTo>
                  <a:lnTo>
                    <a:pt x="2735145" y="646581"/>
                  </a:lnTo>
                  <a:lnTo>
                    <a:pt x="2818028" y="643632"/>
                  </a:lnTo>
                  <a:lnTo>
                    <a:pt x="2900912" y="640728"/>
                  </a:lnTo>
                  <a:lnTo>
                    <a:pt x="2983795" y="638696"/>
                  </a:lnTo>
                  <a:lnTo>
                    <a:pt x="3066678" y="639868"/>
                  </a:lnTo>
                  <a:lnTo>
                    <a:pt x="3149561" y="643476"/>
                  </a:lnTo>
                  <a:lnTo>
                    <a:pt x="3232444" y="646769"/>
                  </a:lnTo>
                  <a:lnTo>
                    <a:pt x="3315328" y="648505"/>
                  </a:lnTo>
                  <a:lnTo>
                    <a:pt x="3398211" y="650555"/>
                  </a:lnTo>
                  <a:lnTo>
                    <a:pt x="3481094" y="653461"/>
                  </a:lnTo>
                  <a:lnTo>
                    <a:pt x="3563977" y="656019"/>
                  </a:lnTo>
                  <a:lnTo>
                    <a:pt x="3646860" y="657691"/>
                  </a:lnTo>
                  <a:lnTo>
                    <a:pt x="3729744" y="658457"/>
                  </a:lnTo>
                  <a:lnTo>
                    <a:pt x="3812627" y="659395"/>
                  </a:lnTo>
                  <a:lnTo>
                    <a:pt x="3895510" y="660422"/>
                  </a:lnTo>
                  <a:lnTo>
                    <a:pt x="3978393" y="660797"/>
                  </a:lnTo>
                  <a:lnTo>
                    <a:pt x="4061276" y="659884"/>
                  </a:lnTo>
                  <a:lnTo>
                    <a:pt x="4144160" y="657156"/>
                  </a:lnTo>
                  <a:lnTo>
                    <a:pt x="4227043" y="652162"/>
                  </a:lnTo>
                  <a:lnTo>
                    <a:pt x="4309926" y="644480"/>
                  </a:lnTo>
                  <a:lnTo>
                    <a:pt x="4392809" y="634517"/>
                  </a:lnTo>
                  <a:lnTo>
                    <a:pt x="4475692" y="622735"/>
                  </a:lnTo>
                  <a:lnTo>
                    <a:pt x="4558576" y="609101"/>
                  </a:lnTo>
                  <a:lnTo>
                    <a:pt x="4641459" y="593559"/>
                  </a:lnTo>
                  <a:lnTo>
                    <a:pt x="4724342" y="576031"/>
                  </a:lnTo>
                  <a:lnTo>
                    <a:pt x="4807225" y="556430"/>
                  </a:lnTo>
                  <a:lnTo>
                    <a:pt x="4890108" y="534664"/>
                  </a:lnTo>
                  <a:lnTo>
                    <a:pt x="4972992" y="510643"/>
                  </a:lnTo>
                  <a:lnTo>
                    <a:pt x="5055875" y="484289"/>
                  </a:lnTo>
                  <a:lnTo>
                    <a:pt x="5138758" y="455536"/>
                  </a:lnTo>
                  <a:lnTo>
                    <a:pt x="5221641" y="424337"/>
                  </a:lnTo>
                  <a:lnTo>
                    <a:pt x="5304524" y="390659"/>
                  </a:lnTo>
                  <a:lnTo>
                    <a:pt x="5387408" y="354487"/>
                  </a:lnTo>
                  <a:lnTo>
                    <a:pt x="5470291" y="315818"/>
                  </a:lnTo>
                  <a:lnTo>
                    <a:pt x="5553174" y="274658"/>
                  </a:lnTo>
                  <a:lnTo>
                    <a:pt x="5636057" y="231022"/>
                  </a:lnTo>
                  <a:lnTo>
                    <a:pt x="5718940" y="184928"/>
                  </a:lnTo>
                  <a:lnTo>
                    <a:pt x="5801824" y="136399"/>
                  </a:lnTo>
                  <a:lnTo>
                    <a:pt x="5884707" y="85456"/>
                  </a:lnTo>
                  <a:lnTo>
                    <a:pt x="5967590" y="32124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522264" y="4793961"/>
              <a:ext cx="5565596" cy="584498"/>
            </a:xfrm>
            <a:custGeom>
              <a:avLst/>
              <a:pathLst>
                <a:path w="5565596" h="584498">
                  <a:moveTo>
                    <a:pt x="5565596" y="0"/>
                  </a:moveTo>
                  <a:lnTo>
                    <a:pt x="5517791" y="13065"/>
                  </a:lnTo>
                  <a:lnTo>
                    <a:pt x="5434907" y="35141"/>
                  </a:lnTo>
                  <a:lnTo>
                    <a:pt x="5352024" y="56650"/>
                  </a:lnTo>
                  <a:lnTo>
                    <a:pt x="5269141" y="77603"/>
                  </a:lnTo>
                  <a:lnTo>
                    <a:pt x="5186258" y="98008"/>
                  </a:lnTo>
                  <a:lnTo>
                    <a:pt x="5103375" y="117875"/>
                  </a:lnTo>
                  <a:lnTo>
                    <a:pt x="5020491" y="137208"/>
                  </a:lnTo>
                  <a:lnTo>
                    <a:pt x="4937608" y="156008"/>
                  </a:lnTo>
                  <a:lnTo>
                    <a:pt x="4854725" y="174268"/>
                  </a:lnTo>
                  <a:lnTo>
                    <a:pt x="4771842" y="191971"/>
                  </a:lnTo>
                  <a:lnTo>
                    <a:pt x="4688959" y="209087"/>
                  </a:lnTo>
                  <a:lnTo>
                    <a:pt x="4606075" y="225572"/>
                  </a:lnTo>
                  <a:lnTo>
                    <a:pt x="4523192" y="241364"/>
                  </a:lnTo>
                  <a:lnTo>
                    <a:pt x="4440309" y="256384"/>
                  </a:lnTo>
                  <a:lnTo>
                    <a:pt x="4357426" y="270538"/>
                  </a:lnTo>
                  <a:lnTo>
                    <a:pt x="4274543" y="283725"/>
                  </a:lnTo>
                  <a:lnTo>
                    <a:pt x="4191659" y="295840"/>
                  </a:lnTo>
                  <a:lnTo>
                    <a:pt x="4108776" y="306779"/>
                  </a:lnTo>
                  <a:lnTo>
                    <a:pt x="4025893" y="316454"/>
                  </a:lnTo>
                  <a:lnTo>
                    <a:pt x="3943010" y="324793"/>
                  </a:lnTo>
                  <a:lnTo>
                    <a:pt x="3860127" y="331750"/>
                  </a:lnTo>
                  <a:lnTo>
                    <a:pt x="3777243" y="336581"/>
                  </a:lnTo>
                  <a:lnTo>
                    <a:pt x="3694360" y="338675"/>
                  </a:lnTo>
                  <a:lnTo>
                    <a:pt x="3611477" y="338769"/>
                  </a:lnTo>
                  <a:lnTo>
                    <a:pt x="3528594" y="337584"/>
                  </a:lnTo>
                  <a:lnTo>
                    <a:pt x="3445711" y="335765"/>
                  </a:lnTo>
                  <a:lnTo>
                    <a:pt x="3362827" y="333850"/>
                  </a:lnTo>
                  <a:lnTo>
                    <a:pt x="3279944" y="332268"/>
                  </a:lnTo>
                  <a:lnTo>
                    <a:pt x="3197061" y="330195"/>
                  </a:lnTo>
                  <a:lnTo>
                    <a:pt x="3114178" y="326391"/>
                  </a:lnTo>
                  <a:lnTo>
                    <a:pt x="3031295" y="322346"/>
                  </a:lnTo>
                  <a:lnTo>
                    <a:pt x="2948411" y="319132"/>
                  </a:lnTo>
                  <a:lnTo>
                    <a:pt x="2865528" y="317155"/>
                  </a:lnTo>
                  <a:lnTo>
                    <a:pt x="2782645" y="314028"/>
                  </a:lnTo>
                  <a:lnTo>
                    <a:pt x="2699762" y="309002"/>
                  </a:lnTo>
                  <a:lnTo>
                    <a:pt x="2616879" y="305277"/>
                  </a:lnTo>
                  <a:lnTo>
                    <a:pt x="2533995" y="304577"/>
                  </a:lnTo>
                  <a:lnTo>
                    <a:pt x="2451112" y="305675"/>
                  </a:lnTo>
                  <a:lnTo>
                    <a:pt x="2368229" y="307785"/>
                  </a:lnTo>
                  <a:lnTo>
                    <a:pt x="2285346" y="311419"/>
                  </a:lnTo>
                  <a:lnTo>
                    <a:pt x="2202463" y="315914"/>
                  </a:lnTo>
                  <a:lnTo>
                    <a:pt x="2119579" y="321188"/>
                  </a:lnTo>
                  <a:lnTo>
                    <a:pt x="2036696" y="328899"/>
                  </a:lnTo>
                  <a:lnTo>
                    <a:pt x="1953813" y="337855"/>
                  </a:lnTo>
                  <a:lnTo>
                    <a:pt x="1870930" y="345977"/>
                  </a:lnTo>
                  <a:lnTo>
                    <a:pt x="1788047" y="351354"/>
                  </a:lnTo>
                  <a:lnTo>
                    <a:pt x="1705163" y="356469"/>
                  </a:lnTo>
                  <a:lnTo>
                    <a:pt x="1622280" y="361870"/>
                  </a:lnTo>
                  <a:lnTo>
                    <a:pt x="1539397" y="367519"/>
                  </a:lnTo>
                  <a:lnTo>
                    <a:pt x="1456514" y="373328"/>
                  </a:lnTo>
                  <a:lnTo>
                    <a:pt x="1373631" y="379184"/>
                  </a:lnTo>
                  <a:lnTo>
                    <a:pt x="1290747" y="385006"/>
                  </a:lnTo>
                  <a:lnTo>
                    <a:pt x="1207864" y="391097"/>
                  </a:lnTo>
                  <a:lnTo>
                    <a:pt x="1124981" y="397715"/>
                  </a:lnTo>
                  <a:lnTo>
                    <a:pt x="1042098" y="405018"/>
                  </a:lnTo>
                  <a:lnTo>
                    <a:pt x="959215" y="413151"/>
                  </a:lnTo>
                  <a:lnTo>
                    <a:pt x="876331" y="422236"/>
                  </a:lnTo>
                  <a:lnTo>
                    <a:pt x="793448" y="432363"/>
                  </a:lnTo>
                  <a:lnTo>
                    <a:pt x="710565" y="443589"/>
                  </a:lnTo>
                  <a:lnTo>
                    <a:pt x="627682" y="455938"/>
                  </a:lnTo>
                  <a:lnTo>
                    <a:pt x="544799" y="469411"/>
                  </a:lnTo>
                  <a:lnTo>
                    <a:pt x="461915" y="483996"/>
                  </a:lnTo>
                  <a:lnTo>
                    <a:pt x="379032" y="499667"/>
                  </a:lnTo>
                  <a:lnTo>
                    <a:pt x="296149" y="516397"/>
                  </a:lnTo>
                  <a:lnTo>
                    <a:pt x="213266" y="534156"/>
                  </a:lnTo>
                  <a:lnTo>
                    <a:pt x="130383" y="552915"/>
                  </a:lnTo>
                  <a:lnTo>
                    <a:pt x="47499" y="572647"/>
                  </a:lnTo>
                  <a:lnTo>
                    <a:pt x="0" y="584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567846"/>
              <a:ext cx="6015395" cy="599278"/>
            </a:xfrm>
            <a:custGeom>
              <a:avLst/>
              <a:pathLst>
                <a:path w="6015395" h="599278">
                  <a:moveTo>
                    <a:pt x="0" y="599278"/>
                  </a:moveTo>
                  <a:lnTo>
                    <a:pt x="82883" y="597992"/>
                  </a:lnTo>
                  <a:lnTo>
                    <a:pt x="165766" y="596580"/>
                  </a:lnTo>
                  <a:lnTo>
                    <a:pt x="248649" y="595040"/>
                  </a:lnTo>
                  <a:lnTo>
                    <a:pt x="331532" y="593373"/>
                  </a:lnTo>
                  <a:lnTo>
                    <a:pt x="414416" y="591577"/>
                  </a:lnTo>
                  <a:lnTo>
                    <a:pt x="497299" y="589651"/>
                  </a:lnTo>
                  <a:lnTo>
                    <a:pt x="580182" y="587595"/>
                  </a:lnTo>
                  <a:lnTo>
                    <a:pt x="663065" y="585408"/>
                  </a:lnTo>
                  <a:lnTo>
                    <a:pt x="745948" y="583089"/>
                  </a:lnTo>
                  <a:lnTo>
                    <a:pt x="828832" y="580637"/>
                  </a:lnTo>
                  <a:lnTo>
                    <a:pt x="911715" y="578052"/>
                  </a:lnTo>
                  <a:lnTo>
                    <a:pt x="994598" y="575333"/>
                  </a:lnTo>
                  <a:lnTo>
                    <a:pt x="1077481" y="572479"/>
                  </a:lnTo>
                  <a:lnTo>
                    <a:pt x="1160364" y="569488"/>
                  </a:lnTo>
                  <a:lnTo>
                    <a:pt x="1243248" y="566361"/>
                  </a:lnTo>
                  <a:lnTo>
                    <a:pt x="1326131" y="563097"/>
                  </a:lnTo>
                  <a:lnTo>
                    <a:pt x="1409014" y="559695"/>
                  </a:lnTo>
                  <a:lnTo>
                    <a:pt x="1491897" y="556153"/>
                  </a:lnTo>
                  <a:lnTo>
                    <a:pt x="1574780" y="552472"/>
                  </a:lnTo>
                  <a:lnTo>
                    <a:pt x="1657664" y="548650"/>
                  </a:lnTo>
                  <a:lnTo>
                    <a:pt x="1740547" y="544687"/>
                  </a:lnTo>
                  <a:lnTo>
                    <a:pt x="1823430" y="540520"/>
                  </a:lnTo>
                  <a:lnTo>
                    <a:pt x="1906313" y="536048"/>
                  </a:lnTo>
                  <a:lnTo>
                    <a:pt x="1989196" y="531365"/>
                  </a:lnTo>
                  <a:lnTo>
                    <a:pt x="2072080" y="526572"/>
                  </a:lnTo>
                  <a:lnTo>
                    <a:pt x="2154963" y="521770"/>
                  </a:lnTo>
                  <a:lnTo>
                    <a:pt x="2237846" y="517062"/>
                  </a:lnTo>
                  <a:lnTo>
                    <a:pt x="2320729" y="512092"/>
                  </a:lnTo>
                  <a:lnTo>
                    <a:pt x="2403612" y="504695"/>
                  </a:lnTo>
                  <a:lnTo>
                    <a:pt x="2486496" y="496137"/>
                  </a:lnTo>
                  <a:lnTo>
                    <a:pt x="2569379" y="488284"/>
                  </a:lnTo>
                  <a:lnTo>
                    <a:pt x="2652262" y="482918"/>
                  </a:lnTo>
                  <a:lnTo>
                    <a:pt x="2735145" y="479000"/>
                  </a:lnTo>
                  <a:lnTo>
                    <a:pt x="2818028" y="475708"/>
                  </a:lnTo>
                  <a:lnTo>
                    <a:pt x="2900912" y="473201"/>
                  </a:lnTo>
                  <a:lnTo>
                    <a:pt x="2983795" y="471636"/>
                  </a:lnTo>
                  <a:lnTo>
                    <a:pt x="3066678" y="472573"/>
                  </a:lnTo>
                  <a:lnTo>
                    <a:pt x="3149561" y="476239"/>
                  </a:lnTo>
                  <a:lnTo>
                    <a:pt x="3232444" y="480399"/>
                  </a:lnTo>
                  <a:lnTo>
                    <a:pt x="3315328" y="482830"/>
                  </a:lnTo>
                  <a:lnTo>
                    <a:pt x="3398211" y="484844"/>
                  </a:lnTo>
                  <a:lnTo>
                    <a:pt x="3481094" y="487904"/>
                  </a:lnTo>
                  <a:lnTo>
                    <a:pt x="3563977" y="491205"/>
                  </a:lnTo>
                  <a:lnTo>
                    <a:pt x="3646860" y="493943"/>
                  </a:lnTo>
                  <a:lnTo>
                    <a:pt x="3729744" y="495363"/>
                  </a:lnTo>
                  <a:lnTo>
                    <a:pt x="3812627" y="496622"/>
                  </a:lnTo>
                  <a:lnTo>
                    <a:pt x="3895510" y="498094"/>
                  </a:lnTo>
                  <a:lnTo>
                    <a:pt x="3978393" y="499191"/>
                  </a:lnTo>
                  <a:lnTo>
                    <a:pt x="4061276" y="499327"/>
                  </a:lnTo>
                  <a:lnTo>
                    <a:pt x="4144160" y="497916"/>
                  </a:lnTo>
                  <a:lnTo>
                    <a:pt x="4227043" y="494371"/>
                  </a:lnTo>
                  <a:lnTo>
                    <a:pt x="4309926" y="488115"/>
                  </a:lnTo>
                  <a:lnTo>
                    <a:pt x="4392809" y="479655"/>
                  </a:lnTo>
                  <a:lnTo>
                    <a:pt x="4475692" y="469594"/>
                  </a:lnTo>
                  <a:lnTo>
                    <a:pt x="4558576" y="457940"/>
                  </a:lnTo>
                  <a:lnTo>
                    <a:pt x="4641459" y="444699"/>
                  </a:lnTo>
                  <a:lnTo>
                    <a:pt x="4724342" y="429878"/>
                  </a:lnTo>
                  <a:lnTo>
                    <a:pt x="4807225" y="413484"/>
                  </a:lnTo>
                  <a:lnTo>
                    <a:pt x="4890108" y="395524"/>
                  </a:lnTo>
                  <a:lnTo>
                    <a:pt x="4972992" y="376003"/>
                  </a:lnTo>
                  <a:lnTo>
                    <a:pt x="5055875" y="354931"/>
                  </a:lnTo>
                  <a:lnTo>
                    <a:pt x="5138758" y="332312"/>
                  </a:lnTo>
                  <a:lnTo>
                    <a:pt x="5221641" y="308154"/>
                  </a:lnTo>
                  <a:lnTo>
                    <a:pt x="5304524" y="282464"/>
                  </a:lnTo>
                  <a:lnTo>
                    <a:pt x="5387408" y="255248"/>
                  </a:lnTo>
                  <a:lnTo>
                    <a:pt x="5470291" y="226513"/>
                  </a:lnTo>
                  <a:lnTo>
                    <a:pt x="5553174" y="196267"/>
                  </a:lnTo>
                  <a:lnTo>
                    <a:pt x="5636057" y="164515"/>
                  </a:lnTo>
                  <a:lnTo>
                    <a:pt x="5718940" y="131266"/>
                  </a:lnTo>
                  <a:lnTo>
                    <a:pt x="5801824" y="96524"/>
                  </a:lnTo>
                  <a:lnTo>
                    <a:pt x="5884707" y="60298"/>
                  </a:lnTo>
                  <a:lnTo>
                    <a:pt x="5967590" y="22595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016694"/>
              <a:ext cx="6015395" cy="1361765"/>
            </a:xfrm>
            <a:custGeom>
              <a:avLst/>
              <a:pathLst>
                <a:path w="6015395" h="1361765">
                  <a:moveTo>
                    <a:pt x="0" y="271245"/>
                  </a:moveTo>
                  <a:lnTo>
                    <a:pt x="82883" y="324497"/>
                  </a:lnTo>
                  <a:lnTo>
                    <a:pt x="165766" y="375130"/>
                  </a:lnTo>
                  <a:lnTo>
                    <a:pt x="248649" y="423125"/>
                  </a:lnTo>
                  <a:lnTo>
                    <a:pt x="331532" y="468462"/>
                  </a:lnTo>
                  <a:lnTo>
                    <a:pt x="414416" y="511116"/>
                  </a:lnTo>
                  <a:lnTo>
                    <a:pt x="497299" y="551061"/>
                  </a:lnTo>
                  <a:lnTo>
                    <a:pt x="580182" y="588266"/>
                  </a:lnTo>
                  <a:lnTo>
                    <a:pt x="663065" y="622694"/>
                  </a:lnTo>
                  <a:lnTo>
                    <a:pt x="745948" y="654309"/>
                  </a:lnTo>
                  <a:lnTo>
                    <a:pt x="828832" y="683068"/>
                  </a:lnTo>
                  <a:lnTo>
                    <a:pt x="911715" y="708929"/>
                  </a:lnTo>
                  <a:lnTo>
                    <a:pt x="994598" y="731851"/>
                  </a:lnTo>
                  <a:lnTo>
                    <a:pt x="1077481" y="751804"/>
                  </a:lnTo>
                  <a:lnTo>
                    <a:pt x="1160364" y="768769"/>
                  </a:lnTo>
                  <a:lnTo>
                    <a:pt x="1243248" y="782760"/>
                  </a:lnTo>
                  <a:lnTo>
                    <a:pt x="1326131" y="793827"/>
                  </a:lnTo>
                  <a:lnTo>
                    <a:pt x="1409014" y="802074"/>
                  </a:lnTo>
                  <a:lnTo>
                    <a:pt x="1491897" y="807665"/>
                  </a:lnTo>
                  <a:lnTo>
                    <a:pt x="1574780" y="810817"/>
                  </a:lnTo>
                  <a:lnTo>
                    <a:pt x="1657664" y="811791"/>
                  </a:lnTo>
                  <a:lnTo>
                    <a:pt x="1740547" y="810862"/>
                  </a:lnTo>
                  <a:lnTo>
                    <a:pt x="1823430" y="808215"/>
                  </a:lnTo>
                  <a:lnTo>
                    <a:pt x="1906313" y="803865"/>
                  </a:lnTo>
                  <a:lnTo>
                    <a:pt x="1989196" y="797923"/>
                  </a:lnTo>
                  <a:lnTo>
                    <a:pt x="2072080" y="790487"/>
                  </a:lnTo>
                  <a:lnTo>
                    <a:pt x="2154963" y="781695"/>
                  </a:lnTo>
                  <a:lnTo>
                    <a:pt x="2237846" y="771769"/>
                  </a:lnTo>
                  <a:lnTo>
                    <a:pt x="2320729" y="760367"/>
                  </a:lnTo>
                  <a:lnTo>
                    <a:pt x="2403612" y="744219"/>
                  </a:lnTo>
                  <a:lnTo>
                    <a:pt x="2486496" y="724431"/>
                  </a:lnTo>
                  <a:lnTo>
                    <a:pt x="2569379" y="703891"/>
                  </a:lnTo>
                  <a:lnTo>
                    <a:pt x="2652262" y="686556"/>
                  </a:lnTo>
                  <a:lnTo>
                    <a:pt x="2735145" y="667835"/>
                  </a:lnTo>
                  <a:lnTo>
                    <a:pt x="2818028" y="645773"/>
                  </a:lnTo>
                  <a:lnTo>
                    <a:pt x="2900912" y="623362"/>
                  </a:lnTo>
                  <a:lnTo>
                    <a:pt x="2983795" y="605611"/>
                  </a:lnTo>
                  <a:lnTo>
                    <a:pt x="3066678" y="591530"/>
                  </a:lnTo>
                  <a:lnTo>
                    <a:pt x="3149561" y="575522"/>
                  </a:lnTo>
                  <a:lnTo>
                    <a:pt x="3232444" y="559553"/>
                  </a:lnTo>
                  <a:lnTo>
                    <a:pt x="3315328" y="548146"/>
                  </a:lnTo>
                  <a:lnTo>
                    <a:pt x="3398211" y="542128"/>
                  </a:lnTo>
                  <a:lnTo>
                    <a:pt x="3481094" y="537933"/>
                  </a:lnTo>
                  <a:lnTo>
                    <a:pt x="3563977" y="534117"/>
                  </a:lnTo>
                  <a:lnTo>
                    <a:pt x="3646860" y="530379"/>
                  </a:lnTo>
                  <a:lnTo>
                    <a:pt x="3729744" y="527263"/>
                  </a:lnTo>
                  <a:lnTo>
                    <a:pt x="3812627" y="525531"/>
                  </a:lnTo>
                  <a:lnTo>
                    <a:pt x="3895510" y="524582"/>
                  </a:lnTo>
                  <a:lnTo>
                    <a:pt x="3978393" y="523506"/>
                  </a:lnTo>
                  <a:lnTo>
                    <a:pt x="4061276" y="521572"/>
                  </a:lnTo>
                  <a:lnTo>
                    <a:pt x="4144160" y="518235"/>
                  </a:lnTo>
                  <a:lnTo>
                    <a:pt x="4227043" y="513083"/>
                  </a:lnTo>
                  <a:lnTo>
                    <a:pt x="4309926" y="505752"/>
                  </a:lnTo>
                  <a:lnTo>
                    <a:pt x="4392809" y="496904"/>
                  </a:lnTo>
                  <a:lnTo>
                    <a:pt x="4475692" y="487149"/>
                  </a:lnTo>
                  <a:lnTo>
                    <a:pt x="4558576" y="476417"/>
                  </a:lnTo>
                  <a:lnTo>
                    <a:pt x="4641459" y="464598"/>
                  </a:lnTo>
                  <a:lnTo>
                    <a:pt x="4724342" y="451549"/>
                  </a:lnTo>
                  <a:lnTo>
                    <a:pt x="4807225" y="437105"/>
                  </a:lnTo>
                  <a:lnTo>
                    <a:pt x="4890108" y="421096"/>
                  </a:lnTo>
                  <a:lnTo>
                    <a:pt x="4972992" y="403357"/>
                  </a:lnTo>
                  <a:lnTo>
                    <a:pt x="5055875" y="383739"/>
                  </a:lnTo>
                  <a:lnTo>
                    <a:pt x="5138758" y="362119"/>
                  </a:lnTo>
                  <a:lnTo>
                    <a:pt x="5221641" y="338400"/>
                  </a:lnTo>
                  <a:lnTo>
                    <a:pt x="5304524" y="312517"/>
                  </a:lnTo>
                  <a:lnTo>
                    <a:pt x="5387408" y="284430"/>
                  </a:lnTo>
                  <a:lnTo>
                    <a:pt x="5470291" y="254119"/>
                  </a:lnTo>
                  <a:lnTo>
                    <a:pt x="5553174" y="221586"/>
                  </a:lnTo>
                  <a:lnTo>
                    <a:pt x="5636057" y="186842"/>
                  </a:lnTo>
                  <a:lnTo>
                    <a:pt x="5718940" y="149905"/>
                  </a:lnTo>
                  <a:lnTo>
                    <a:pt x="5801824" y="110802"/>
                  </a:lnTo>
                  <a:lnTo>
                    <a:pt x="5884707" y="69560"/>
                  </a:lnTo>
                  <a:lnTo>
                    <a:pt x="5967590" y="26206"/>
                  </a:lnTo>
                  <a:lnTo>
                    <a:pt x="6015395" y="0"/>
                  </a:lnTo>
                  <a:lnTo>
                    <a:pt x="6015395" y="776682"/>
                  </a:lnTo>
                  <a:lnTo>
                    <a:pt x="5967590" y="770156"/>
                  </a:lnTo>
                  <a:lnTo>
                    <a:pt x="5884707" y="759829"/>
                  </a:lnTo>
                  <a:lnTo>
                    <a:pt x="5801824" y="750521"/>
                  </a:lnTo>
                  <a:lnTo>
                    <a:pt x="5718940" y="742261"/>
                  </a:lnTo>
                  <a:lnTo>
                    <a:pt x="5636057" y="735079"/>
                  </a:lnTo>
                  <a:lnTo>
                    <a:pt x="5553174" y="729001"/>
                  </a:lnTo>
                  <a:lnTo>
                    <a:pt x="5470291" y="724048"/>
                  </a:lnTo>
                  <a:lnTo>
                    <a:pt x="5387408" y="720233"/>
                  </a:lnTo>
                  <a:lnTo>
                    <a:pt x="5304524" y="717558"/>
                  </a:lnTo>
                  <a:lnTo>
                    <a:pt x="5221641" y="716005"/>
                  </a:lnTo>
                  <a:lnTo>
                    <a:pt x="5138758" y="715537"/>
                  </a:lnTo>
                  <a:lnTo>
                    <a:pt x="5055875" y="716088"/>
                  </a:lnTo>
                  <a:lnTo>
                    <a:pt x="4972992" y="717565"/>
                  </a:lnTo>
                  <a:lnTo>
                    <a:pt x="4890108" y="719845"/>
                  </a:lnTo>
                  <a:lnTo>
                    <a:pt x="4807225" y="722781"/>
                  </a:lnTo>
                  <a:lnTo>
                    <a:pt x="4724342" y="726209"/>
                  </a:lnTo>
                  <a:lnTo>
                    <a:pt x="4641459" y="729961"/>
                  </a:lnTo>
                  <a:lnTo>
                    <a:pt x="4558576" y="733874"/>
                  </a:lnTo>
                  <a:lnTo>
                    <a:pt x="4475692" y="737807"/>
                  </a:lnTo>
                  <a:lnTo>
                    <a:pt x="4392809" y="741649"/>
                  </a:lnTo>
                  <a:lnTo>
                    <a:pt x="4309926" y="745334"/>
                  </a:lnTo>
                  <a:lnTo>
                    <a:pt x="4227043" y="747769"/>
                  </a:lnTo>
                  <a:lnTo>
                    <a:pt x="4144160" y="747939"/>
                  </a:lnTo>
                  <a:lnTo>
                    <a:pt x="4061276" y="746752"/>
                  </a:lnTo>
                  <a:lnTo>
                    <a:pt x="3978393" y="745085"/>
                  </a:lnTo>
                  <a:lnTo>
                    <a:pt x="3895510" y="743682"/>
                  </a:lnTo>
                  <a:lnTo>
                    <a:pt x="3812627" y="743105"/>
                  </a:lnTo>
                  <a:lnTo>
                    <a:pt x="3729744" y="743732"/>
                  </a:lnTo>
                  <a:lnTo>
                    <a:pt x="3646860" y="744602"/>
                  </a:lnTo>
                  <a:lnTo>
                    <a:pt x="3563977" y="744679"/>
                  </a:lnTo>
                  <a:lnTo>
                    <a:pt x="3481094" y="745941"/>
                  </a:lnTo>
                  <a:lnTo>
                    <a:pt x="3398211" y="749606"/>
                  </a:lnTo>
                  <a:lnTo>
                    <a:pt x="3315328" y="755750"/>
                  </a:lnTo>
                  <a:lnTo>
                    <a:pt x="3232444" y="764768"/>
                  </a:lnTo>
                  <a:lnTo>
                    <a:pt x="3149561" y="777762"/>
                  </a:lnTo>
                  <a:lnTo>
                    <a:pt x="3066678" y="793568"/>
                  </a:lnTo>
                  <a:lnTo>
                    <a:pt x="2983795" y="808459"/>
                  </a:lnTo>
                  <a:lnTo>
                    <a:pt x="2900912" y="824606"/>
                  </a:lnTo>
                  <a:lnTo>
                    <a:pt x="2818028" y="845654"/>
                  </a:lnTo>
                  <a:lnTo>
                    <a:pt x="2735145" y="868893"/>
                  </a:lnTo>
                  <a:lnTo>
                    <a:pt x="2652262" y="889593"/>
                  </a:lnTo>
                  <a:lnTo>
                    <a:pt x="2569379" y="906613"/>
                  </a:lnTo>
                  <a:lnTo>
                    <a:pt x="2486496" y="926668"/>
                  </a:lnTo>
                  <a:lnTo>
                    <a:pt x="2403612" y="947821"/>
                  </a:lnTo>
                  <a:lnTo>
                    <a:pt x="2320729" y="966458"/>
                  </a:lnTo>
                  <a:lnTo>
                    <a:pt x="2237846" y="979260"/>
                  </a:lnTo>
                  <a:lnTo>
                    <a:pt x="2154963" y="990581"/>
                  </a:lnTo>
                  <a:lnTo>
                    <a:pt x="2072080" y="1001434"/>
                  </a:lnTo>
                  <a:lnTo>
                    <a:pt x="1989196" y="1011809"/>
                  </a:lnTo>
                  <a:lnTo>
                    <a:pt x="1906313" y="1021617"/>
                  </a:lnTo>
                  <a:lnTo>
                    <a:pt x="1823430" y="1030725"/>
                  </a:lnTo>
                  <a:lnTo>
                    <a:pt x="1740547" y="1039054"/>
                  </a:lnTo>
                  <a:lnTo>
                    <a:pt x="1657664" y="1047291"/>
                  </a:lnTo>
                  <a:lnTo>
                    <a:pt x="1574780" y="1055925"/>
                  </a:lnTo>
                  <a:lnTo>
                    <a:pt x="1491897" y="1065212"/>
                  </a:lnTo>
                  <a:lnTo>
                    <a:pt x="1409014" y="1075391"/>
                  </a:lnTo>
                  <a:lnTo>
                    <a:pt x="1326131" y="1086664"/>
                  </a:lnTo>
                  <a:lnTo>
                    <a:pt x="1243248" y="1099171"/>
                  </a:lnTo>
                  <a:lnTo>
                    <a:pt x="1160364" y="1112999"/>
                  </a:lnTo>
                  <a:lnTo>
                    <a:pt x="1077481" y="1128179"/>
                  </a:lnTo>
                  <a:lnTo>
                    <a:pt x="994598" y="1144702"/>
                  </a:lnTo>
                  <a:lnTo>
                    <a:pt x="911715" y="1162535"/>
                  </a:lnTo>
                  <a:lnTo>
                    <a:pt x="828832" y="1181624"/>
                  </a:lnTo>
                  <a:lnTo>
                    <a:pt x="745948" y="1201909"/>
                  </a:lnTo>
                  <a:lnTo>
                    <a:pt x="663065" y="1223330"/>
                  </a:lnTo>
                  <a:lnTo>
                    <a:pt x="580182" y="1245825"/>
                  </a:lnTo>
                  <a:lnTo>
                    <a:pt x="497299" y="1269336"/>
                  </a:lnTo>
                  <a:lnTo>
                    <a:pt x="414416" y="1293809"/>
                  </a:lnTo>
                  <a:lnTo>
                    <a:pt x="331532" y="1319193"/>
                  </a:lnTo>
                  <a:lnTo>
                    <a:pt x="248649" y="1345441"/>
                  </a:lnTo>
                  <a:lnTo>
                    <a:pt x="198666" y="13617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016694"/>
              <a:ext cx="6015395" cy="811791"/>
            </a:xfrm>
            <a:custGeom>
              <a:avLst/>
              <a:pathLst>
                <a:path w="6015395" h="811791">
                  <a:moveTo>
                    <a:pt x="0" y="271245"/>
                  </a:moveTo>
                  <a:lnTo>
                    <a:pt x="82883" y="324497"/>
                  </a:lnTo>
                  <a:lnTo>
                    <a:pt x="165766" y="375130"/>
                  </a:lnTo>
                  <a:lnTo>
                    <a:pt x="248649" y="423125"/>
                  </a:lnTo>
                  <a:lnTo>
                    <a:pt x="331532" y="468462"/>
                  </a:lnTo>
                  <a:lnTo>
                    <a:pt x="414416" y="511116"/>
                  </a:lnTo>
                  <a:lnTo>
                    <a:pt x="497299" y="551061"/>
                  </a:lnTo>
                  <a:lnTo>
                    <a:pt x="580182" y="588266"/>
                  </a:lnTo>
                  <a:lnTo>
                    <a:pt x="663065" y="622694"/>
                  </a:lnTo>
                  <a:lnTo>
                    <a:pt x="745948" y="654309"/>
                  </a:lnTo>
                  <a:lnTo>
                    <a:pt x="828832" y="683068"/>
                  </a:lnTo>
                  <a:lnTo>
                    <a:pt x="911715" y="708929"/>
                  </a:lnTo>
                  <a:lnTo>
                    <a:pt x="994598" y="731851"/>
                  </a:lnTo>
                  <a:lnTo>
                    <a:pt x="1077481" y="751804"/>
                  </a:lnTo>
                  <a:lnTo>
                    <a:pt x="1160364" y="768769"/>
                  </a:lnTo>
                  <a:lnTo>
                    <a:pt x="1243248" y="782760"/>
                  </a:lnTo>
                  <a:lnTo>
                    <a:pt x="1326131" y="793827"/>
                  </a:lnTo>
                  <a:lnTo>
                    <a:pt x="1409014" y="802074"/>
                  </a:lnTo>
                  <a:lnTo>
                    <a:pt x="1491897" y="807665"/>
                  </a:lnTo>
                  <a:lnTo>
                    <a:pt x="1574780" y="810817"/>
                  </a:lnTo>
                  <a:lnTo>
                    <a:pt x="1657664" y="811791"/>
                  </a:lnTo>
                  <a:lnTo>
                    <a:pt x="1740547" y="810862"/>
                  </a:lnTo>
                  <a:lnTo>
                    <a:pt x="1823430" y="808215"/>
                  </a:lnTo>
                  <a:lnTo>
                    <a:pt x="1906313" y="803865"/>
                  </a:lnTo>
                  <a:lnTo>
                    <a:pt x="1989196" y="797923"/>
                  </a:lnTo>
                  <a:lnTo>
                    <a:pt x="2072080" y="790487"/>
                  </a:lnTo>
                  <a:lnTo>
                    <a:pt x="2154963" y="781695"/>
                  </a:lnTo>
                  <a:lnTo>
                    <a:pt x="2237846" y="771769"/>
                  </a:lnTo>
                  <a:lnTo>
                    <a:pt x="2320729" y="760367"/>
                  </a:lnTo>
                  <a:lnTo>
                    <a:pt x="2403612" y="744219"/>
                  </a:lnTo>
                  <a:lnTo>
                    <a:pt x="2486496" y="724431"/>
                  </a:lnTo>
                  <a:lnTo>
                    <a:pt x="2569379" y="703891"/>
                  </a:lnTo>
                  <a:lnTo>
                    <a:pt x="2652262" y="686556"/>
                  </a:lnTo>
                  <a:lnTo>
                    <a:pt x="2735145" y="667835"/>
                  </a:lnTo>
                  <a:lnTo>
                    <a:pt x="2818028" y="645773"/>
                  </a:lnTo>
                  <a:lnTo>
                    <a:pt x="2900912" y="623362"/>
                  </a:lnTo>
                  <a:lnTo>
                    <a:pt x="2983795" y="605611"/>
                  </a:lnTo>
                  <a:lnTo>
                    <a:pt x="3066678" y="591530"/>
                  </a:lnTo>
                  <a:lnTo>
                    <a:pt x="3149561" y="575522"/>
                  </a:lnTo>
                  <a:lnTo>
                    <a:pt x="3232444" y="559553"/>
                  </a:lnTo>
                  <a:lnTo>
                    <a:pt x="3315328" y="548146"/>
                  </a:lnTo>
                  <a:lnTo>
                    <a:pt x="3398211" y="542128"/>
                  </a:lnTo>
                  <a:lnTo>
                    <a:pt x="3481094" y="537933"/>
                  </a:lnTo>
                  <a:lnTo>
                    <a:pt x="3563977" y="534117"/>
                  </a:lnTo>
                  <a:lnTo>
                    <a:pt x="3646860" y="530379"/>
                  </a:lnTo>
                  <a:lnTo>
                    <a:pt x="3729744" y="527263"/>
                  </a:lnTo>
                  <a:lnTo>
                    <a:pt x="3812627" y="525531"/>
                  </a:lnTo>
                  <a:lnTo>
                    <a:pt x="3895510" y="524582"/>
                  </a:lnTo>
                  <a:lnTo>
                    <a:pt x="3978393" y="523506"/>
                  </a:lnTo>
                  <a:lnTo>
                    <a:pt x="4061276" y="521572"/>
                  </a:lnTo>
                  <a:lnTo>
                    <a:pt x="4144160" y="518235"/>
                  </a:lnTo>
                  <a:lnTo>
                    <a:pt x="4227043" y="513083"/>
                  </a:lnTo>
                  <a:lnTo>
                    <a:pt x="4309926" y="505752"/>
                  </a:lnTo>
                  <a:lnTo>
                    <a:pt x="4392809" y="496904"/>
                  </a:lnTo>
                  <a:lnTo>
                    <a:pt x="4475692" y="487149"/>
                  </a:lnTo>
                  <a:lnTo>
                    <a:pt x="4558576" y="476417"/>
                  </a:lnTo>
                  <a:lnTo>
                    <a:pt x="4641459" y="464598"/>
                  </a:lnTo>
                  <a:lnTo>
                    <a:pt x="4724342" y="451549"/>
                  </a:lnTo>
                  <a:lnTo>
                    <a:pt x="4807225" y="437105"/>
                  </a:lnTo>
                  <a:lnTo>
                    <a:pt x="4890108" y="421096"/>
                  </a:lnTo>
                  <a:lnTo>
                    <a:pt x="4972992" y="403357"/>
                  </a:lnTo>
                  <a:lnTo>
                    <a:pt x="5055875" y="383739"/>
                  </a:lnTo>
                  <a:lnTo>
                    <a:pt x="5138758" y="362119"/>
                  </a:lnTo>
                  <a:lnTo>
                    <a:pt x="5221641" y="338400"/>
                  </a:lnTo>
                  <a:lnTo>
                    <a:pt x="5304524" y="312517"/>
                  </a:lnTo>
                  <a:lnTo>
                    <a:pt x="5387408" y="284430"/>
                  </a:lnTo>
                  <a:lnTo>
                    <a:pt x="5470291" y="254119"/>
                  </a:lnTo>
                  <a:lnTo>
                    <a:pt x="5553174" y="221586"/>
                  </a:lnTo>
                  <a:lnTo>
                    <a:pt x="5636057" y="186842"/>
                  </a:lnTo>
                  <a:lnTo>
                    <a:pt x="5718940" y="149905"/>
                  </a:lnTo>
                  <a:lnTo>
                    <a:pt x="5801824" y="110802"/>
                  </a:lnTo>
                  <a:lnTo>
                    <a:pt x="5884707" y="69560"/>
                  </a:lnTo>
                  <a:lnTo>
                    <a:pt x="5967590" y="26206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71131" y="4732231"/>
              <a:ext cx="5816729" cy="646228"/>
            </a:xfrm>
            <a:custGeom>
              <a:avLst/>
              <a:pathLst>
                <a:path w="5816729" h="646228">
                  <a:moveTo>
                    <a:pt x="5816729" y="61145"/>
                  </a:moveTo>
                  <a:lnTo>
                    <a:pt x="5768924" y="54618"/>
                  </a:lnTo>
                  <a:lnTo>
                    <a:pt x="5686041" y="44292"/>
                  </a:lnTo>
                  <a:lnTo>
                    <a:pt x="5603157" y="34984"/>
                  </a:lnTo>
                  <a:lnTo>
                    <a:pt x="5520274" y="26724"/>
                  </a:lnTo>
                  <a:lnTo>
                    <a:pt x="5437391" y="19542"/>
                  </a:lnTo>
                  <a:lnTo>
                    <a:pt x="5354508" y="13464"/>
                  </a:lnTo>
                  <a:lnTo>
                    <a:pt x="5271625" y="8511"/>
                  </a:lnTo>
                  <a:lnTo>
                    <a:pt x="5188741" y="4696"/>
                  </a:lnTo>
                  <a:lnTo>
                    <a:pt x="5105858" y="2020"/>
                  </a:lnTo>
                  <a:lnTo>
                    <a:pt x="5022975" y="468"/>
                  </a:lnTo>
                  <a:lnTo>
                    <a:pt x="4940092" y="0"/>
                  </a:lnTo>
                  <a:lnTo>
                    <a:pt x="4857209" y="551"/>
                  </a:lnTo>
                  <a:lnTo>
                    <a:pt x="4774325" y="2028"/>
                  </a:lnTo>
                  <a:lnTo>
                    <a:pt x="4691442" y="4308"/>
                  </a:lnTo>
                  <a:lnTo>
                    <a:pt x="4608559" y="7244"/>
                  </a:lnTo>
                  <a:lnTo>
                    <a:pt x="4525676" y="10672"/>
                  </a:lnTo>
                  <a:lnTo>
                    <a:pt x="4442793" y="14424"/>
                  </a:lnTo>
                  <a:lnTo>
                    <a:pt x="4359909" y="18337"/>
                  </a:lnTo>
                  <a:lnTo>
                    <a:pt x="4277026" y="22270"/>
                  </a:lnTo>
                  <a:lnTo>
                    <a:pt x="4194143" y="26112"/>
                  </a:lnTo>
                  <a:lnTo>
                    <a:pt x="4111260" y="29797"/>
                  </a:lnTo>
                  <a:lnTo>
                    <a:pt x="4028377" y="32231"/>
                  </a:lnTo>
                  <a:lnTo>
                    <a:pt x="3945493" y="32402"/>
                  </a:lnTo>
                  <a:lnTo>
                    <a:pt x="3862610" y="31215"/>
                  </a:lnTo>
                  <a:lnTo>
                    <a:pt x="3779727" y="29548"/>
                  </a:lnTo>
                  <a:lnTo>
                    <a:pt x="3696844" y="28145"/>
                  </a:lnTo>
                  <a:lnTo>
                    <a:pt x="3613961" y="27568"/>
                  </a:lnTo>
                  <a:lnTo>
                    <a:pt x="3531077" y="28194"/>
                  </a:lnTo>
                  <a:lnTo>
                    <a:pt x="3448194" y="29065"/>
                  </a:lnTo>
                  <a:lnTo>
                    <a:pt x="3365311" y="29142"/>
                  </a:lnTo>
                  <a:lnTo>
                    <a:pt x="3282428" y="30404"/>
                  </a:lnTo>
                  <a:lnTo>
                    <a:pt x="3199545" y="34069"/>
                  </a:lnTo>
                  <a:lnTo>
                    <a:pt x="3116661" y="40213"/>
                  </a:lnTo>
                  <a:lnTo>
                    <a:pt x="3033778" y="49231"/>
                  </a:lnTo>
                  <a:lnTo>
                    <a:pt x="2950895" y="62225"/>
                  </a:lnTo>
                  <a:lnTo>
                    <a:pt x="2868012" y="78031"/>
                  </a:lnTo>
                  <a:lnTo>
                    <a:pt x="2785129" y="92922"/>
                  </a:lnTo>
                  <a:lnTo>
                    <a:pt x="2702245" y="109069"/>
                  </a:lnTo>
                  <a:lnTo>
                    <a:pt x="2619362" y="130117"/>
                  </a:lnTo>
                  <a:lnTo>
                    <a:pt x="2536479" y="153355"/>
                  </a:lnTo>
                  <a:lnTo>
                    <a:pt x="2453596" y="174056"/>
                  </a:lnTo>
                  <a:lnTo>
                    <a:pt x="2370713" y="191076"/>
                  </a:lnTo>
                  <a:lnTo>
                    <a:pt x="2287829" y="211131"/>
                  </a:lnTo>
                  <a:lnTo>
                    <a:pt x="2204946" y="232284"/>
                  </a:lnTo>
                  <a:lnTo>
                    <a:pt x="2122063" y="250921"/>
                  </a:lnTo>
                  <a:lnTo>
                    <a:pt x="2039180" y="263723"/>
                  </a:lnTo>
                  <a:lnTo>
                    <a:pt x="1956297" y="275044"/>
                  </a:lnTo>
                  <a:lnTo>
                    <a:pt x="1873413" y="285897"/>
                  </a:lnTo>
                  <a:lnTo>
                    <a:pt x="1790530" y="296272"/>
                  </a:lnTo>
                  <a:lnTo>
                    <a:pt x="1707647" y="306080"/>
                  </a:lnTo>
                  <a:lnTo>
                    <a:pt x="1624764" y="315188"/>
                  </a:lnTo>
                  <a:lnTo>
                    <a:pt x="1541881" y="323517"/>
                  </a:lnTo>
                  <a:lnTo>
                    <a:pt x="1458997" y="331754"/>
                  </a:lnTo>
                  <a:lnTo>
                    <a:pt x="1376114" y="340388"/>
                  </a:lnTo>
                  <a:lnTo>
                    <a:pt x="1293231" y="349675"/>
                  </a:lnTo>
                  <a:lnTo>
                    <a:pt x="1210348" y="359854"/>
                  </a:lnTo>
                  <a:lnTo>
                    <a:pt x="1127465" y="371126"/>
                  </a:lnTo>
                  <a:lnTo>
                    <a:pt x="1044581" y="383634"/>
                  </a:lnTo>
                  <a:lnTo>
                    <a:pt x="961698" y="397462"/>
                  </a:lnTo>
                  <a:lnTo>
                    <a:pt x="878815" y="412641"/>
                  </a:lnTo>
                  <a:lnTo>
                    <a:pt x="795932" y="429165"/>
                  </a:lnTo>
                  <a:lnTo>
                    <a:pt x="713049" y="446998"/>
                  </a:lnTo>
                  <a:lnTo>
                    <a:pt x="630165" y="466086"/>
                  </a:lnTo>
                  <a:lnTo>
                    <a:pt x="547282" y="486372"/>
                  </a:lnTo>
                  <a:lnTo>
                    <a:pt x="464399" y="507793"/>
                  </a:lnTo>
                  <a:lnTo>
                    <a:pt x="381516" y="530288"/>
                  </a:lnTo>
                  <a:lnTo>
                    <a:pt x="298633" y="553799"/>
                  </a:lnTo>
                  <a:lnTo>
                    <a:pt x="215749" y="578272"/>
                  </a:lnTo>
                  <a:lnTo>
                    <a:pt x="132866" y="603656"/>
                  </a:lnTo>
                  <a:lnTo>
                    <a:pt x="49983" y="629904"/>
                  </a:lnTo>
                  <a:lnTo>
                    <a:pt x="0" y="646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405035"/>
              <a:ext cx="6015395" cy="552624"/>
            </a:xfrm>
            <a:custGeom>
              <a:avLst/>
              <a:pathLst>
                <a:path w="6015395" h="552624">
                  <a:moveTo>
                    <a:pt x="0" y="461756"/>
                  </a:moveTo>
                  <a:lnTo>
                    <a:pt x="82883" y="474086"/>
                  </a:lnTo>
                  <a:lnTo>
                    <a:pt x="165766" y="485478"/>
                  </a:lnTo>
                  <a:lnTo>
                    <a:pt x="248649" y="495941"/>
                  </a:lnTo>
                  <a:lnTo>
                    <a:pt x="331532" y="505486"/>
                  </a:lnTo>
                  <a:lnTo>
                    <a:pt x="414416" y="514121"/>
                  </a:lnTo>
                  <a:lnTo>
                    <a:pt x="497299" y="521857"/>
                  </a:lnTo>
                  <a:lnTo>
                    <a:pt x="580182" y="528704"/>
                  </a:lnTo>
                  <a:lnTo>
                    <a:pt x="663065" y="534671"/>
                  </a:lnTo>
                  <a:lnTo>
                    <a:pt x="745948" y="539768"/>
                  </a:lnTo>
                  <a:lnTo>
                    <a:pt x="828832" y="544004"/>
                  </a:lnTo>
                  <a:lnTo>
                    <a:pt x="911715" y="547390"/>
                  </a:lnTo>
                  <a:lnTo>
                    <a:pt x="994598" y="549935"/>
                  </a:lnTo>
                  <a:lnTo>
                    <a:pt x="1077481" y="551650"/>
                  </a:lnTo>
                  <a:lnTo>
                    <a:pt x="1160364" y="552543"/>
                  </a:lnTo>
                  <a:lnTo>
                    <a:pt x="1243248" y="552624"/>
                  </a:lnTo>
                  <a:lnTo>
                    <a:pt x="1326131" y="551904"/>
                  </a:lnTo>
                  <a:lnTo>
                    <a:pt x="1409014" y="550391"/>
                  </a:lnTo>
                  <a:lnTo>
                    <a:pt x="1491897" y="548097"/>
                  </a:lnTo>
                  <a:lnTo>
                    <a:pt x="1574780" y="545030"/>
                  </a:lnTo>
                  <a:lnTo>
                    <a:pt x="1657664" y="541200"/>
                  </a:lnTo>
                  <a:lnTo>
                    <a:pt x="1740547" y="536617"/>
                  </a:lnTo>
                  <a:lnTo>
                    <a:pt x="1823430" y="531129"/>
                  </a:lnTo>
                  <a:lnTo>
                    <a:pt x="1906313" y="524399"/>
                  </a:lnTo>
                  <a:lnTo>
                    <a:pt x="1989196" y="516525"/>
                  </a:lnTo>
                  <a:lnTo>
                    <a:pt x="2072080" y="507619"/>
                  </a:lnTo>
                  <a:lnTo>
                    <a:pt x="2154963" y="497797"/>
                  </a:lnTo>
                  <a:lnTo>
                    <a:pt x="2237846" y="487173"/>
                  </a:lnTo>
                  <a:lnTo>
                    <a:pt x="2320729" y="475071"/>
                  </a:lnTo>
                  <a:lnTo>
                    <a:pt x="2403612" y="457679"/>
                  </a:lnTo>
                  <a:lnTo>
                    <a:pt x="2486496" y="437208"/>
                  </a:lnTo>
                  <a:lnTo>
                    <a:pt x="2569379" y="416911"/>
                  </a:lnTo>
                  <a:lnTo>
                    <a:pt x="2652262" y="399733"/>
                  </a:lnTo>
                  <a:lnTo>
                    <a:pt x="2735145" y="380023"/>
                  </a:lnTo>
                  <a:lnTo>
                    <a:pt x="2818028" y="357372"/>
                  </a:lnTo>
                  <a:lnTo>
                    <a:pt x="2900912" y="335643"/>
                  </a:lnTo>
                  <a:lnTo>
                    <a:pt x="2983795" y="318693"/>
                  </a:lnTo>
                  <a:lnTo>
                    <a:pt x="3066678" y="304208"/>
                  </a:lnTo>
                  <a:lnTo>
                    <a:pt x="3149561" y="288301"/>
                  </a:lnTo>
                  <a:lnTo>
                    <a:pt x="3232444" y="273819"/>
                  </a:lnTo>
                  <a:lnTo>
                    <a:pt x="3315328" y="263607"/>
                  </a:lnTo>
                  <a:lnTo>
                    <a:pt x="3398211" y="257526"/>
                  </a:lnTo>
                  <a:lnTo>
                    <a:pt x="3481094" y="253595"/>
                  </a:lnTo>
                  <a:lnTo>
                    <a:pt x="3563977" y="251056"/>
                  </a:lnTo>
                  <a:lnTo>
                    <a:pt x="3646860" y="249149"/>
                  </a:lnTo>
                  <a:lnTo>
                    <a:pt x="3729744" y="247156"/>
                  </a:lnTo>
                  <a:lnTo>
                    <a:pt x="3812627" y="245976"/>
                  </a:lnTo>
                  <a:lnTo>
                    <a:pt x="3895510" y="245791"/>
                  </a:lnTo>
                  <a:lnTo>
                    <a:pt x="3978393" y="245954"/>
                  </a:lnTo>
                  <a:lnTo>
                    <a:pt x="4061276" y="245821"/>
                  </a:lnTo>
                  <a:lnTo>
                    <a:pt x="4144160" y="244746"/>
                  </a:lnTo>
                  <a:lnTo>
                    <a:pt x="4227043" y="242084"/>
                  </a:lnTo>
                  <a:lnTo>
                    <a:pt x="4309926" y="237202"/>
                  </a:lnTo>
                  <a:lnTo>
                    <a:pt x="4392809" y="230935"/>
                  </a:lnTo>
                  <a:lnTo>
                    <a:pt x="4475692" y="224136"/>
                  </a:lnTo>
                  <a:lnTo>
                    <a:pt x="4558576" y="216804"/>
                  </a:lnTo>
                  <a:lnTo>
                    <a:pt x="4641459" y="208938"/>
                  </a:lnTo>
                  <a:lnTo>
                    <a:pt x="4724342" y="200538"/>
                  </a:lnTo>
                  <a:lnTo>
                    <a:pt x="4807225" y="191601"/>
                  </a:lnTo>
                  <a:lnTo>
                    <a:pt x="4890108" y="182129"/>
                  </a:lnTo>
                  <a:lnTo>
                    <a:pt x="4972992" y="172119"/>
                  </a:lnTo>
                  <a:lnTo>
                    <a:pt x="5055875" y="161572"/>
                  </a:lnTo>
                  <a:lnTo>
                    <a:pt x="5138758" y="150486"/>
                  </a:lnTo>
                  <a:lnTo>
                    <a:pt x="5221641" y="138861"/>
                  </a:lnTo>
                  <a:lnTo>
                    <a:pt x="5304524" y="126696"/>
                  </a:lnTo>
                  <a:lnTo>
                    <a:pt x="5387408" y="113990"/>
                  </a:lnTo>
                  <a:lnTo>
                    <a:pt x="5470291" y="100742"/>
                  </a:lnTo>
                  <a:lnTo>
                    <a:pt x="5553174" y="86952"/>
                  </a:lnTo>
                  <a:lnTo>
                    <a:pt x="5636057" y="72619"/>
                  </a:lnTo>
                  <a:lnTo>
                    <a:pt x="5718940" y="57742"/>
                  </a:lnTo>
                  <a:lnTo>
                    <a:pt x="5801824" y="42320"/>
                  </a:lnTo>
                  <a:lnTo>
                    <a:pt x="5884707" y="26353"/>
                  </a:lnTo>
                  <a:lnTo>
                    <a:pt x="5967590" y="9840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138336"/>
              <a:ext cx="6015395" cy="2240123"/>
            </a:xfrm>
            <a:custGeom>
              <a:avLst/>
              <a:pathLst>
                <a:path w="6015395" h="2240123">
                  <a:moveTo>
                    <a:pt x="0" y="1005003"/>
                  </a:moveTo>
                  <a:lnTo>
                    <a:pt x="82883" y="1065206"/>
                  </a:lnTo>
                  <a:lnTo>
                    <a:pt x="165766" y="1122115"/>
                  </a:lnTo>
                  <a:lnTo>
                    <a:pt x="248649" y="1175695"/>
                  </a:lnTo>
                  <a:lnTo>
                    <a:pt x="331532" y="1225911"/>
                  </a:lnTo>
                  <a:lnTo>
                    <a:pt x="414416" y="1272722"/>
                  </a:lnTo>
                  <a:lnTo>
                    <a:pt x="497299" y="1316085"/>
                  </a:lnTo>
                  <a:lnTo>
                    <a:pt x="580182" y="1355951"/>
                  </a:lnTo>
                  <a:lnTo>
                    <a:pt x="663065" y="1392266"/>
                  </a:lnTo>
                  <a:lnTo>
                    <a:pt x="745948" y="1424973"/>
                  </a:lnTo>
                  <a:lnTo>
                    <a:pt x="828832" y="1454010"/>
                  </a:lnTo>
                  <a:lnTo>
                    <a:pt x="911715" y="1479315"/>
                  </a:lnTo>
                  <a:lnTo>
                    <a:pt x="994598" y="1500828"/>
                  </a:lnTo>
                  <a:lnTo>
                    <a:pt x="1077481" y="1518498"/>
                  </a:lnTo>
                  <a:lnTo>
                    <a:pt x="1160364" y="1532297"/>
                  </a:lnTo>
                  <a:lnTo>
                    <a:pt x="1243248" y="1542226"/>
                  </a:lnTo>
                  <a:lnTo>
                    <a:pt x="1326131" y="1548337"/>
                  </a:lnTo>
                  <a:lnTo>
                    <a:pt x="1409014" y="1550746"/>
                  </a:lnTo>
                  <a:lnTo>
                    <a:pt x="1491897" y="1549641"/>
                  </a:lnTo>
                  <a:lnTo>
                    <a:pt x="1574780" y="1545277"/>
                  </a:lnTo>
                  <a:lnTo>
                    <a:pt x="1657664" y="1537958"/>
                  </a:lnTo>
                  <a:lnTo>
                    <a:pt x="1740547" y="1528011"/>
                  </a:lnTo>
                  <a:lnTo>
                    <a:pt x="1823430" y="1515553"/>
                  </a:lnTo>
                  <a:lnTo>
                    <a:pt x="1906313" y="1500491"/>
                  </a:lnTo>
                  <a:lnTo>
                    <a:pt x="1989196" y="1483189"/>
                  </a:lnTo>
                  <a:lnTo>
                    <a:pt x="2072080" y="1464007"/>
                  </a:lnTo>
                  <a:lnTo>
                    <a:pt x="2154963" y="1443357"/>
                  </a:lnTo>
                  <a:lnTo>
                    <a:pt x="2237846" y="1421750"/>
                  </a:lnTo>
                  <a:lnTo>
                    <a:pt x="2320729" y="1398830"/>
                  </a:lnTo>
                  <a:lnTo>
                    <a:pt x="2403612" y="1369833"/>
                  </a:lnTo>
                  <a:lnTo>
                    <a:pt x="2486496" y="1336503"/>
                  </a:lnTo>
                  <a:lnTo>
                    <a:pt x="2569379" y="1302984"/>
                  </a:lnTo>
                  <a:lnTo>
                    <a:pt x="2652262" y="1274776"/>
                  </a:lnTo>
                  <a:lnTo>
                    <a:pt x="2735145" y="1248057"/>
                  </a:lnTo>
                  <a:lnTo>
                    <a:pt x="2818028" y="1219584"/>
                  </a:lnTo>
                  <a:lnTo>
                    <a:pt x="2900912" y="1191048"/>
                  </a:lnTo>
                  <a:lnTo>
                    <a:pt x="2983795" y="1166598"/>
                  </a:lnTo>
                  <a:lnTo>
                    <a:pt x="3066678" y="1148332"/>
                  </a:lnTo>
                  <a:lnTo>
                    <a:pt x="3149561" y="1131919"/>
                  </a:lnTo>
                  <a:lnTo>
                    <a:pt x="3232444" y="1115317"/>
                  </a:lnTo>
                  <a:lnTo>
                    <a:pt x="3315328" y="1099621"/>
                  </a:lnTo>
                  <a:lnTo>
                    <a:pt x="3398211" y="1088255"/>
                  </a:lnTo>
                  <a:lnTo>
                    <a:pt x="3481094" y="1079894"/>
                  </a:lnTo>
                  <a:lnTo>
                    <a:pt x="3563977" y="1071540"/>
                  </a:lnTo>
                  <a:lnTo>
                    <a:pt x="3646860" y="1061582"/>
                  </a:lnTo>
                  <a:lnTo>
                    <a:pt x="3729744" y="1049498"/>
                  </a:lnTo>
                  <a:lnTo>
                    <a:pt x="3812627" y="1037466"/>
                  </a:lnTo>
                  <a:lnTo>
                    <a:pt x="3895510" y="1025848"/>
                  </a:lnTo>
                  <a:lnTo>
                    <a:pt x="3978393" y="1013656"/>
                  </a:lnTo>
                  <a:lnTo>
                    <a:pt x="4061276" y="1000127"/>
                  </a:lnTo>
                  <a:lnTo>
                    <a:pt x="4144160" y="984722"/>
                  </a:lnTo>
                  <a:lnTo>
                    <a:pt x="4227043" y="967061"/>
                  </a:lnTo>
                  <a:lnTo>
                    <a:pt x="4309926" y="946824"/>
                  </a:lnTo>
                  <a:lnTo>
                    <a:pt x="4392809" y="924512"/>
                  </a:lnTo>
                  <a:lnTo>
                    <a:pt x="4475692" y="900606"/>
                  </a:lnTo>
                  <a:lnTo>
                    <a:pt x="4558576" y="875026"/>
                  </a:lnTo>
                  <a:lnTo>
                    <a:pt x="4641459" y="847642"/>
                  </a:lnTo>
                  <a:lnTo>
                    <a:pt x="4724342" y="818282"/>
                  </a:lnTo>
                  <a:lnTo>
                    <a:pt x="4807225" y="786752"/>
                  </a:lnTo>
                  <a:lnTo>
                    <a:pt x="4890108" y="752848"/>
                  </a:lnTo>
                  <a:lnTo>
                    <a:pt x="4972992" y="716371"/>
                  </a:lnTo>
                  <a:lnTo>
                    <a:pt x="5055875" y="677146"/>
                  </a:lnTo>
                  <a:lnTo>
                    <a:pt x="5138758" y="635025"/>
                  </a:lnTo>
                  <a:lnTo>
                    <a:pt x="5221641" y="589897"/>
                  </a:lnTo>
                  <a:lnTo>
                    <a:pt x="5304524" y="541683"/>
                  </a:lnTo>
                  <a:lnTo>
                    <a:pt x="5387408" y="490339"/>
                  </a:lnTo>
                  <a:lnTo>
                    <a:pt x="5470291" y="435848"/>
                  </a:lnTo>
                  <a:lnTo>
                    <a:pt x="5553174" y="378213"/>
                  </a:lnTo>
                  <a:lnTo>
                    <a:pt x="5636057" y="317450"/>
                  </a:lnTo>
                  <a:lnTo>
                    <a:pt x="5718940" y="253590"/>
                  </a:lnTo>
                  <a:lnTo>
                    <a:pt x="5801824" y="186665"/>
                  </a:lnTo>
                  <a:lnTo>
                    <a:pt x="5884707" y="116713"/>
                  </a:lnTo>
                  <a:lnTo>
                    <a:pt x="5967590" y="43772"/>
                  </a:lnTo>
                  <a:lnTo>
                    <a:pt x="6015395" y="0"/>
                  </a:lnTo>
                  <a:lnTo>
                    <a:pt x="6015395" y="945496"/>
                  </a:lnTo>
                  <a:lnTo>
                    <a:pt x="5967590" y="949421"/>
                  </a:lnTo>
                  <a:lnTo>
                    <a:pt x="5884707" y="957014"/>
                  </a:lnTo>
                  <a:lnTo>
                    <a:pt x="5801824" y="965428"/>
                  </a:lnTo>
                  <a:lnTo>
                    <a:pt x="5718940" y="974696"/>
                  </a:lnTo>
                  <a:lnTo>
                    <a:pt x="5636057" y="984849"/>
                  </a:lnTo>
                  <a:lnTo>
                    <a:pt x="5553174" y="995915"/>
                  </a:lnTo>
                  <a:lnTo>
                    <a:pt x="5470291" y="1007917"/>
                  </a:lnTo>
                  <a:lnTo>
                    <a:pt x="5387408" y="1020866"/>
                  </a:lnTo>
                  <a:lnTo>
                    <a:pt x="5304524" y="1034760"/>
                  </a:lnTo>
                  <a:lnTo>
                    <a:pt x="5221641" y="1049575"/>
                  </a:lnTo>
                  <a:lnTo>
                    <a:pt x="5138758" y="1065260"/>
                  </a:lnTo>
                  <a:lnTo>
                    <a:pt x="5055875" y="1081732"/>
                  </a:lnTo>
                  <a:lnTo>
                    <a:pt x="4972992" y="1098873"/>
                  </a:lnTo>
                  <a:lnTo>
                    <a:pt x="4890108" y="1116530"/>
                  </a:lnTo>
                  <a:lnTo>
                    <a:pt x="4807225" y="1134521"/>
                  </a:lnTo>
                  <a:lnTo>
                    <a:pt x="4724342" y="1152642"/>
                  </a:lnTo>
                  <a:lnTo>
                    <a:pt x="4641459" y="1170682"/>
                  </a:lnTo>
                  <a:lnTo>
                    <a:pt x="4558576" y="1188442"/>
                  </a:lnTo>
                  <a:lnTo>
                    <a:pt x="4475692" y="1205745"/>
                  </a:lnTo>
                  <a:lnTo>
                    <a:pt x="4392809" y="1222452"/>
                  </a:lnTo>
                  <a:lnTo>
                    <a:pt x="4309926" y="1238480"/>
                  </a:lnTo>
                  <a:lnTo>
                    <a:pt x="4227043" y="1252757"/>
                  </a:lnTo>
                  <a:lnTo>
                    <a:pt x="4144160" y="1264353"/>
                  </a:lnTo>
                  <a:lnTo>
                    <a:pt x="4061276" y="1274251"/>
                  </a:lnTo>
                  <a:lnTo>
                    <a:pt x="3978393" y="1283396"/>
                  </a:lnTo>
                  <a:lnTo>
                    <a:pt x="3895510" y="1292569"/>
                  </a:lnTo>
                  <a:lnTo>
                    <a:pt x="3812627" y="1302331"/>
                  </a:lnTo>
                  <a:lnTo>
                    <a:pt x="3729744" y="1313016"/>
                  </a:lnTo>
                  <a:lnTo>
                    <a:pt x="3646860" y="1322368"/>
                  </a:lnTo>
                  <a:lnTo>
                    <a:pt x="3563977" y="1327868"/>
                  </a:lnTo>
                  <a:lnTo>
                    <a:pt x="3481094" y="1333113"/>
                  </a:lnTo>
                  <a:lnTo>
                    <a:pt x="3398211" y="1340828"/>
                  </a:lnTo>
                  <a:lnTo>
                    <a:pt x="3315328" y="1352349"/>
                  </a:lnTo>
                  <a:lnTo>
                    <a:pt x="3232444" y="1365135"/>
                  </a:lnTo>
                  <a:lnTo>
                    <a:pt x="3149561" y="1378115"/>
                  </a:lnTo>
                  <a:lnTo>
                    <a:pt x="3066678" y="1394283"/>
                  </a:lnTo>
                  <a:lnTo>
                    <a:pt x="2983795" y="1413536"/>
                  </a:lnTo>
                  <a:lnTo>
                    <a:pt x="2900912" y="1436034"/>
                  </a:lnTo>
                  <a:lnTo>
                    <a:pt x="2818028" y="1462909"/>
                  </a:lnTo>
                  <a:lnTo>
                    <a:pt x="2735145" y="1492814"/>
                  </a:lnTo>
                  <a:lnTo>
                    <a:pt x="2652262" y="1521944"/>
                  </a:lnTo>
                  <a:lnTo>
                    <a:pt x="2569379" y="1549768"/>
                  </a:lnTo>
                  <a:lnTo>
                    <a:pt x="2486496" y="1582697"/>
                  </a:lnTo>
                  <a:lnTo>
                    <a:pt x="2403612" y="1617688"/>
                  </a:lnTo>
                  <a:lnTo>
                    <a:pt x="2320729" y="1649716"/>
                  </a:lnTo>
                  <a:lnTo>
                    <a:pt x="2237846" y="1674340"/>
                  </a:lnTo>
                  <a:lnTo>
                    <a:pt x="2154963" y="1697645"/>
                  </a:lnTo>
                  <a:lnTo>
                    <a:pt x="2072080" y="1720804"/>
                  </a:lnTo>
                  <a:lnTo>
                    <a:pt x="1989196" y="1743564"/>
                  </a:lnTo>
                  <a:lnTo>
                    <a:pt x="1906313" y="1765572"/>
                  </a:lnTo>
                  <a:lnTo>
                    <a:pt x="1823430" y="1786426"/>
                  </a:lnTo>
                  <a:lnTo>
                    <a:pt x="1740547" y="1805801"/>
                  </a:lnTo>
                  <a:lnTo>
                    <a:pt x="1657664" y="1824645"/>
                  </a:lnTo>
                  <a:lnTo>
                    <a:pt x="1574780" y="1843659"/>
                  </a:lnTo>
                  <a:lnTo>
                    <a:pt x="1491897" y="1863166"/>
                  </a:lnTo>
                  <a:lnTo>
                    <a:pt x="1409014" y="1883470"/>
                  </a:lnTo>
                  <a:lnTo>
                    <a:pt x="1326131" y="1904822"/>
                  </a:lnTo>
                  <a:lnTo>
                    <a:pt x="1243248" y="1927410"/>
                  </a:lnTo>
                  <a:lnTo>
                    <a:pt x="1160364" y="1951345"/>
                  </a:lnTo>
                  <a:lnTo>
                    <a:pt x="1077481" y="1976679"/>
                  </a:lnTo>
                  <a:lnTo>
                    <a:pt x="994598" y="2003413"/>
                  </a:lnTo>
                  <a:lnTo>
                    <a:pt x="911715" y="2031513"/>
                  </a:lnTo>
                  <a:lnTo>
                    <a:pt x="828832" y="2060928"/>
                  </a:lnTo>
                  <a:lnTo>
                    <a:pt x="745948" y="2091596"/>
                  </a:lnTo>
                  <a:lnTo>
                    <a:pt x="663065" y="2123452"/>
                  </a:lnTo>
                  <a:lnTo>
                    <a:pt x="580182" y="2156433"/>
                  </a:lnTo>
                  <a:lnTo>
                    <a:pt x="497299" y="2190479"/>
                  </a:lnTo>
                  <a:lnTo>
                    <a:pt x="414416" y="2225535"/>
                  </a:lnTo>
                  <a:lnTo>
                    <a:pt x="380844" y="224012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138336"/>
              <a:ext cx="6015395" cy="1550746"/>
            </a:xfrm>
            <a:custGeom>
              <a:avLst/>
              <a:pathLst>
                <a:path w="6015395" h="1550746">
                  <a:moveTo>
                    <a:pt x="0" y="1005003"/>
                  </a:moveTo>
                  <a:lnTo>
                    <a:pt x="82883" y="1065206"/>
                  </a:lnTo>
                  <a:lnTo>
                    <a:pt x="165766" y="1122115"/>
                  </a:lnTo>
                  <a:lnTo>
                    <a:pt x="248649" y="1175695"/>
                  </a:lnTo>
                  <a:lnTo>
                    <a:pt x="331532" y="1225911"/>
                  </a:lnTo>
                  <a:lnTo>
                    <a:pt x="414416" y="1272722"/>
                  </a:lnTo>
                  <a:lnTo>
                    <a:pt x="497299" y="1316085"/>
                  </a:lnTo>
                  <a:lnTo>
                    <a:pt x="580182" y="1355951"/>
                  </a:lnTo>
                  <a:lnTo>
                    <a:pt x="663065" y="1392266"/>
                  </a:lnTo>
                  <a:lnTo>
                    <a:pt x="745948" y="1424973"/>
                  </a:lnTo>
                  <a:lnTo>
                    <a:pt x="828832" y="1454010"/>
                  </a:lnTo>
                  <a:lnTo>
                    <a:pt x="911715" y="1479315"/>
                  </a:lnTo>
                  <a:lnTo>
                    <a:pt x="994598" y="1500828"/>
                  </a:lnTo>
                  <a:lnTo>
                    <a:pt x="1077481" y="1518498"/>
                  </a:lnTo>
                  <a:lnTo>
                    <a:pt x="1160364" y="1532297"/>
                  </a:lnTo>
                  <a:lnTo>
                    <a:pt x="1243248" y="1542226"/>
                  </a:lnTo>
                  <a:lnTo>
                    <a:pt x="1326131" y="1548337"/>
                  </a:lnTo>
                  <a:lnTo>
                    <a:pt x="1409014" y="1550746"/>
                  </a:lnTo>
                  <a:lnTo>
                    <a:pt x="1491897" y="1549641"/>
                  </a:lnTo>
                  <a:lnTo>
                    <a:pt x="1574780" y="1545277"/>
                  </a:lnTo>
                  <a:lnTo>
                    <a:pt x="1657664" y="1537958"/>
                  </a:lnTo>
                  <a:lnTo>
                    <a:pt x="1740547" y="1528011"/>
                  </a:lnTo>
                  <a:lnTo>
                    <a:pt x="1823430" y="1515553"/>
                  </a:lnTo>
                  <a:lnTo>
                    <a:pt x="1906313" y="1500491"/>
                  </a:lnTo>
                  <a:lnTo>
                    <a:pt x="1989196" y="1483189"/>
                  </a:lnTo>
                  <a:lnTo>
                    <a:pt x="2072080" y="1464007"/>
                  </a:lnTo>
                  <a:lnTo>
                    <a:pt x="2154963" y="1443357"/>
                  </a:lnTo>
                  <a:lnTo>
                    <a:pt x="2237846" y="1421750"/>
                  </a:lnTo>
                  <a:lnTo>
                    <a:pt x="2320729" y="1398830"/>
                  </a:lnTo>
                  <a:lnTo>
                    <a:pt x="2403612" y="1369833"/>
                  </a:lnTo>
                  <a:lnTo>
                    <a:pt x="2486496" y="1336503"/>
                  </a:lnTo>
                  <a:lnTo>
                    <a:pt x="2569379" y="1302984"/>
                  </a:lnTo>
                  <a:lnTo>
                    <a:pt x="2652262" y="1274776"/>
                  </a:lnTo>
                  <a:lnTo>
                    <a:pt x="2735145" y="1248057"/>
                  </a:lnTo>
                  <a:lnTo>
                    <a:pt x="2818028" y="1219584"/>
                  </a:lnTo>
                  <a:lnTo>
                    <a:pt x="2900912" y="1191048"/>
                  </a:lnTo>
                  <a:lnTo>
                    <a:pt x="2983795" y="1166598"/>
                  </a:lnTo>
                  <a:lnTo>
                    <a:pt x="3066678" y="1148332"/>
                  </a:lnTo>
                  <a:lnTo>
                    <a:pt x="3149561" y="1131919"/>
                  </a:lnTo>
                  <a:lnTo>
                    <a:pt x="3232444" y="1115317"/>
                  </a:lnTo>
                  <a:lnTo>
                    <a:pt x="3315328" y="1099621"/>
                  </a:lnTo>
                  <a:lnTo>
                    <a:pt x="3398211" y="1088255"/>
                  </a:lnTo>
                  <a:lnTo>
                    <a:pt x="3481094" y="1079894"/>
                  </a:lnTo>
                  <a:lnTo>
                    <a:pt x="3563977" y="1071540"/>
                  </a:lnTo>
                  <a:lnTo>
                    <a:pt x="3646860" y="1061582"/>
                  </a:lnTo>
                  <a:lnTo>
                    <a:pt x="3729744" y="1049498"/>
                  </a:lnTo>
                  <a:lnTo>
                    <a:pt x="3812627" y="1037466"/>
                  </a:lnTo>
                  <a:lnTo>
                    <a:pt x="3895510" y="1025848"/>
                  </a:lnTo>
                  <a:lnTo>
                    <a:pt x="3978393" y="1013656"/>
                  </a:lnTo>
                  <a:lnTo>
                    <a:pt x="4061276" y="1000127"/>
                  </a:lnTo>
                  <a:lnTo>
                    <a:pt x="4144160" y="984722"/>
                  </a:lnTo>
                  <a:lnTo>
                    <a:pt x="4227043" y="967061"/>
                  </a:lnTo>
                  <a:lnTo>
                    <a:pt x="4309926" y="946824"/>
                  </a:lnTo>
                  <a:lnTo>
                    <a:pt x="4392809" y="924512"/>
                  </a:lnTo>
                  <a:lnTo>
                    <a:pt x="4475692" y="900606"/>
                  </a:lnTo>
                  <a:lnTo>
                    <a:pt x="4558576" y="875026"/>
                  </a:lnTo>
                  <a:lnTo>
                    <a:pt x="4641459" y="847642"/>
                  </a:lnTo>
                  <a:lnTo>
                    <a:pt x="4724342" y="818282"/>
                  </a:lnTo>
                  <a:lnTo>
                    <a:pt x="4807225" y="786752"/>
                  </a:lnTo>
                  <a:lnTo>
                    <a:pt x="4890108" y="752848"/>
                  </a:lnTo>
                  <a:lnTo>
                    <a:pt x="4972992" y="716371"/>
                  </a:lnTo>
                  <a:lnTo>
                    <a:pt x="5055875" y="677146"/>
                  </a:lnTo>
                  <a:lnTo>
                    <a:pt x="5138758" y="635025"/>
                  </a:lnTo>
                  <a:lnTo>
                    <a:pt x="5221641" y="589897"/>
                  </a:lnTo>
                  <a:lnTo>
                    <a:pt x="5304524" y="541683"/>
                  </a:lnTo>
                  <a:lnTo>
                    <a:pt x="5387408" y="490339"/>
                  </a:lnTo>
                  <a:lnTo>
                    <a:pt x="5470291" y="435848"/>
                  </a:lnTo>
                  <a:lnTo>
                    <a:pt x="5553174" y="378213"/>
                  </a:lnTo>
                  <a:lnTo>
                    <a:pt x="5636057" y="317450"/>
                  </a:lnTo>
                  <a:lnTo>
                    <a:pt x="5718940" y="253590"/>
                  </a:lnTo>
                  <a:lnTo>
                    <a:pt x="5801824" y="186665"/>
                  </a:lnTo>
                  <a:lnTo>
                    <a:pt x="5884707" y="116713"/>
                  </a:lnTo>
                  <a:lnTo>
                    <a:pt x="5967590" y="43772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53309" y="4083833"/>
              <a:ext cx="5634551" cy="1294626"/>
            </a:xfrm>
            <a:custGeom>
              <a:avLst/>
              <a:pathLst>
                <a:path w="5634551" h="1294626">
                  <a:moveTo>
                    <a:pt x="5634551" y="0"/>
                  </a:moveTo>
                  <a:lnTo>
                    <a:pt x="5586745" y="3924"/>
                  </a:lnTo>
                  <a:lnTo>
                    <a:pt x="5503862" y="11517"/>
                  </a:lnTo>
                  <a:lnTo>
                    <a:pt x="5420979" y="19931"/>
                  </a:lnTo>
                  <a:lnTo>
                    <a:pt x="5338096" y="29199"/>
                  </a:lnTo>
                  <a:lnTo>
                    <a:pt x="5255212" y="39352"/>
                  </a:lnTo>
                  <a:lnTo>
                    <a:pt x="5172329" y="50418"/>
                  </a:lnTo>
                  <a:lnTo>
                    <a:pt x="5089446" y="62420"/>
                  </a:lnTo>
                  <a:lnTo>
                    <a:pt x="5006563" y="75369"/>
                  </a:lnTo>
                  <a:lnTo>
                    <a:pt x="4923680" y="89263"/>
                  </a:lnTo>
                  <a:lnTo>
                    <a:pt x="4840796" y="104078"/>
                  </a:lnTo>
                  <a:lnTo>
                    <a:pt x="4757913" y="119763"/>
                  </a:lnTo>
                  <a:lnTo>
                    <a:pt x="4675030" y="136235"/>
                  </a:lnTo>
                  <a:lnTo>
                    <a:pt x="4592147" y="153376"/>
                  </a:lnTo>
                  <a:lnTo>
                    <a:pt x="4509264" y="171033"/>
                  </a:lnTo>
                  <a:lnTo>
                    <a:pt x="4426380" y="189024"/>
                  </a:lnTo>
                  <a:lnTo>
                    <a:pt x="4343497" y="207145"/>
                  </a:lnTo>
                  <a:lnTo>
                    <a:pt x="4260614" y="225185"/>
                  </a:lnTo>
                  <a:lnTo>
                    <a:pt x="4177731" y="242945"/>
                  </a:lnTo>
                  <a:lnTo>
                    <a:pt x="4094848" y="260248"/>
                  </a:lnTo>
                  <a:lnTo>
                    <a:pt x="4011964" y="276955"/>
                  </a:lnTo>
                  <a:lnTo>
                    <a:pt x="3929081" y="292983"/>
                  </a:lnTo>
                  <a:lnTo>
                    <a:pt x="3846198" y="307260"/>
                  </a:lnTo>
                  <a:lnTo>
                    <a:pt x="3763315" y="318856"/>
                  </a:lnTo>
                  <a:lnTo>
                    <a:pt x="3680432" y="328754"/>
                  </a:lnTo>
                  <a:lnTo>
                    <a:pt x="3597548" y="337899"/>
                  </a:lnTo>
                  <a:lnTo>
                    <a:pt x="3514665" y="347072"/>
                  </a:lnTo>
                  <a:lnTo>
                    <a:pt x="3431782" y="356834"/>
                  </a:lnTo>
                  <a:lnTo>
                    <a:pt x="3348899" y="367519"/>
                  </a:lnTo>
                  <a:lnTo>
                    <a:pt x="3266016" y="376871"/>
                  </a:lnTo>
                  <a:lnTo>
                    <a:pt x="3183132" y="382371"/>
                  </a:lnTo>
                  <a:lnTo>
                    <a:pt x="3100249" y="387616"/>
                  </a:lnTo>
                  <a:lnTo>
                    <a:pt x="3017366" y="395331"/>
                  </a:lnTo>
                  <a:lnTo>
                    <a:pt x="2934483" y="406852"/>
                  </a:lnTo>
                  <a:lnTo>
                    <a:pt x="2851600" y="419638"/>
                  </a:lnTo>
                  <a:lnTo>
                    <a:pt x="2768716" y="432618"/>
                  </a:lnTo>
                  <a:lnTo>
                    <a:pt x="2685833" y="448786"/>
                  </a:lnTo>
                  <a:lnTo>
                    <a:pt x="2602950" y="468039"/>
                  </a:lnTo>
                  <a:lnTo>
                    <a:pt x="2520067" y="490537"/>
                  </a:lnTo>
                  <a:lnTo>
                    <a:pt x="2437184" y="517412"/>
                  </a:lnTo>
                  <a:lnTo>
                    <a:pt x="2354300" y="547317"/>
                  </a:lnTo>
                  <a:lnTo>
                    <a:pt x="2271417" y="576447"/>
                  </a:lnTo>
                  <a:lnTo>
                    <a:pt x="2188534" y="604271"/>
                  </a:lnTo>
                  <a:lnTo>
                    <a:pt x="2105651" y="637200"/>
                  </a:lnTo>
                  <a:lnTo>
                    <a:pt x="2022768" y="672191"/>
                  </a:lnTo>
                  <a:lnTo>
                    <a:pt x="1939884" y="704219"/>
                  </a:lnTo>
                  <a:lnTo>
                    <a:pt x="1857001" y="728843"/>
                  </a:lnTo>
                  <a:lnTo>
                    <a:pt x="1774118" y="752148"/>
                  </a:lnTo>
                  <a:lnTo>
                    <a:pt x="1691235" y="775307"/>
                  </a:lnTo>
                  <a:lnTo>
                    <a:pt x="1608352" y="798067"/>
                  </a:lnTo>
                  <a:lnTo>
                    <a:pt x="1525468" y="820075"/>
                  </a:lnTo>
                  <a:lnTo>
                    <a:pt x="1442585" y="840929"/>
                  </a:lnTo>
                  <a:lnTo>
                    <a:pt x="1359702" y="860304"/>
                  </a:lnTo>
                  <a:lnTo>
                    <a:pt x="1276819" y="879148"/>
                  </a:lnTo>
                  <a:lnTo>
                    <a:pt x="1193936" y="898162"/>
                  </a:lnTo>
                  <a:lnTo>
                    <a:pt x="1111052" y="917669"/>
                  </a:lnTo>
                  <a:lnTo>
                    <a:pt x="1028169" y="937973"/>
                  </a:lnTo>
                  <a:lnTo>
                    <a:pt x="945286" y="959325"/>
                  </a:lnTo>
                  <a:lnTo>
                    <a:pt x="862403" y="981913"/>
                  </a:lnTo>
                  <a:lnTo>
                    <a:pt x="779520" y="1005848"/>
                  </a:lnTo>
                  <a:lnTo>
                    <a:pt x="696636" y="1031183"/>
                  </a:lnTo>
                  <a:lnTo>
                    <a:pt x="613753" y="1057916"/>
                  </a:lnTo>
                  <a:lnTo>
                    <a:pt x="530870" y="1086016"/>
                  </a:lnTo>
                  <a:lnTo>
                    <a:pt x="447987" y="1115431"/>
                  </a:lnTo>
                  <a:lnTo>
                    <a:pt x="365104" y="1146099"/>
                  </a:lnTo>
                  <a:lnTo>
                    <a:pt x="282220" y="1177955"/>
                  </a:lnTo>
                  <a:lnTo>
                    <a:pt x="199337" y="1210936"/>
                  </a:lnTo>
                  <a:lnTo>
                    <a:pt x="116454" y="1244982"/>
                  </a:lnTo>
                  <a:lnTo>
                    <a:pt x="33571" y="1280038"/>
                  </a:lnTo>
                  <a:lnTo>
                    <a:pt x="0" y="1294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3611084"/>
              <a:ext cx="6015395" cy="1285536"/>
            </a:xfrm>
            <a:custGeom>
              <a:avLst/>
              <a:pathLst>
                <a:path w="6015395" h="1285536">
                  <a:moveTo>
                    <a:pt x="0" y="1236923"/>
                  </a:moveTo>
                  <a:lnTo>
                    <a:pt x="82883" y="1247310"/>
                  </a:lnTo>
                  <a:lnTo>
                    <a:pt x="165766" y="1256448"/>
                  </a:lnTo>
                  <a:lnTo>
                    <a:pt x="248649" y="1264338"/>
                  </a:lnTo>
                  <a:lnTo>
                    <a:pt x="331532" y="1270982"/>
                  </a:lnTo>
                  <a:lnTo>
                    <a:pt x="414416" y="1276380"/>
                  </a:lnTo>
                  <a:lnTo>
                    <a:pt x="497299" y="1280534"/>
                  </a:lnTo>
                  <a:lnTo>
                    <a:pt x="580182" y="1283443"/>
                  </a:lnTo>
                  <a:lnTo>
                    <a:pt x="663065" y="1285110"/>
                  </a:lnTo>
                  <a:lnTo>
                    <a:pt x="745948" y="1285536"/>
                  </a:lnTo>
                  <a:lnTo>
                    <a:pt x="828832" y="1284720"/>
                  </a:lnTo>
                  <a:lnTo>
                    <a:pt x="911715" y="1282665"/>
                  </a:lnTo>
                  <a:lnTo>
                    <a:pt x="994598" y="1279372"/>
                  </a:lnTo>
                  <a:lnTo>
                    <a:pt x="1077481" y="1274840"/>
                  </a:lnTo>
                  <a:lnTo>
                    <a:pt x="1160364" y="1269073"/>
                  </a:lnTo>
                  <a:lnTo>
                    <a:pt x="1243248" y="1262069"/>
                  </a:lnTo>
                  <a:lnTo>
                    <a:pt x="1326131" y="1253831"/>
                  </a:lnTo>
                  <a:lnTo>
                    <a:pt x="1409014" y="1244359"/>
                  </a:lnTo>
                  <a:lnTo>
                    <a:pt x="1491897" y="1233655"/>
                  </a:lnTo>
                  <a:lnTo>
                    <a:pt x="1574780" y="1221719"/>
                  </a:lnTo>
                  <a:lnTo>
                    <a:pt x="1657664" y="1208553"/>
                  </a:lnTo>
                  <a:lnTo>
                    <a:pt x="1740547" y="1194157"/>
                  </a:lnTo>
                  <a:lnTo>
                    <a:pt x="1823430" y="1178241"/>
                  </a:lnTo>
                  <a:lnTo>
                    <a:pt x="1906313" y="1160283"/>
                  </a:lnTo>
                  <a:lnTo>
                    <a:pt x="1989196" y="1140628"/>
                  </a:lnTo>
                  <a:lnTo>
                    <a:pt x="2072080" y="1119657"/>
                  </a:lnTo>
                  <a:lnTo>
                    <a:pt x="2154963" y="1097753"/>
                  </a:lnTo>
                  <a:lnTo>
                    <a:pt x="2237846" y="1075296"/>
                  </a:lnTo>
                  <a:lnTo>
                    <a:pt x="2320729" y="1051524"/>
                  </a:lnTo>
                  <a:lnTo>
                    <a:pt x="2403612" y="1021012"/>
                  </a:lnTo>
                  <a:lnTo>
                    <a:pt x="2486496" y="986851"/>
                  </a:lnTo>
                  <a:lnTo>
                    <a:pt x="2569379" y="953627"/>
                  </a:lnTo>
                  <a:lnTo>
                    <a:pt x="2652262" y="925611"/>
                  </a:lnTo>
                  <a:lnTo>
                    <a:pt x="2735145" y="897687"/>
                  </a:lnTo>
                  <a:lnTo>
                    <a:pt x="2818028" y="868498"/>
                  </a:lnTo>
                  <a:lnTo>
                    <a:pt x="2900912" y="840792"/>
                  </a:lnTo>
                  <a:lnTo>
                    <a:pt x="2983795" y="817319"/>
                  </a:lnTo>
                  <a:lnTo>
                    <a:pt x="3066678" y="798559"/>
                  </a:lnTo>
                  <a:lnTo>
                    <a:pt x="3149561" y="782269"/>
                  </a:lnTo>
                  <a:lnTo>
                    <a:pt x="3232444" y="767478"/>
                  </a:lnTo>
                  <a:lnTo>
                    <a:pt x="3315328" y="753236"/>
                  </a:lnTo>
                  <a:lnTo>
                    <a:pt x="3398211" y="741793"/>
                  </a:lnTo>
                  <a:lnTo>
                    <a:pt x="3481094" y="733755"/>
                  </a:lnTo>
                  <a:lnTo>
                    <a:pt x="3563977" y="726955"/>
                  </a:lnTo>
                  <a:lnTo>
                    <a:pt x="3646860" y="719227"/>
                  </a:lnTo>
                  <a:lnTo>
                    <a:pt x="3729744" y="708509"/>
                  </a:lnTo>
                  <a:lnTo>
                    <a:pt x="3812627" y="697150"/>
                  </a:lnTo>
                  <a:lnTo>
                    <a:pt x="3895510" y="686460"/>
                  </a:lnTo>
                  <a:lnTo>
                    <a:pt x="3978393" y="675777"/>
                  </a:lnTo>
                  <a:lnTo>
                    <a:pt x="4061276" y="664441"/>
                  </a:lnTo>
                  <a:lnTo>
                    <a:pt x="4144160" y="651789"/>
                  </a:lnTo>
                  <a:lnTo>
                    <a:pt x="4227043" y="637160"/>
                  </a:lnTo>
                  <a:lnTo>
                    <a:pt x="4309926" y="619904"/>
                  </a:lnTo>
                  <a:lnTo>
                    <a:pt x="4392809" y="600734"/>
                  </a:lnTo>
                  <a:lnTo>
                    <a:pt x="4475692" y="580427"/>
                  </a:lnTo>
                  <a:lnTo>
                    <a:pt x="4558576" y="558986"/>
                  </a:lnTo>
                  <a:lnTo>
                    <a:pt x="4641459" y="536414"/>
                  </a:lnTo>
                  <a:lnTo>
                    <a:pt x="4724342" y="512714"/>
                  </a:lnTo>
                  <a:lnTo>
                    <a:pt x="4807225" y="487888"/>
                  </a:lnTo>
                  <a:lnTo>
                    <a:pt x="4890108" y="461941"/>
                  </a:lnTo>
                  <a:lnTo>
                    <a:pt x="4972992" y="434874"/>
                  </a:lnTo>
                  <a:lnTo>
                    <a:pt x="5055875" y="406690"/>
                  </a:lnTo>
                  <a:lnTo>
                    <a:pt x="5138758" y="377394"/>
                  </a:lnTo>
                  <a:lnTo>
                    <a:pt x="5221641" y="346987"/>
                  </a:lnTo>
                  <a:lnTo>
                    <a:pt x="5304524" y="315473"/>
                  </a:lnTo>
                  <a:lnTo>
                    <a:pt x="5387408" y="282854"/>
                  </a:lnTo>
                  <a:lnTo>
                    <a:pt x="5470291" y="249134"/>
                  </a:lnTo>
                  <a:lnTo>
                    <a:pt x="5553174" y="214315"/>
                  </a:lnTo>
                  <a:lnTo>
                    <a:pt x="5636057" y="178401"/>
                  </a:lnTo>
                  <a:lnTo>
                    <a:pt x="5718940" y="141394"/>
                  </a:lnTo>
                  <a:lnTo>
                    <a:pt x="5801824" y="103298"/>
                  </a:lnTo>
                  <a:lnTo>
                    <a:pt x="5884707" y="64115"/>
                  </a:lnTo>
                  <a:lnTo>
                    <a:pt x="5967590" y="23848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020722"/>
              <a:ext cx="6015395" cy="1357737"/>
            </a:xfrm>
            <a:custGeom>
              <a:avLst/>
              <a:pathLst>
                <a:path w="6015395" h="1357737">
                  <a:moveTo>
                    <a:pt x="0" y="673711"/>
                  </a:moveTo>
                  <a:lnTo>
                    <a:pt x="82883" y="696491"/>
                  </a:lnTo>
                  <a:lnTo>
                    <a:pt x="165766" y="718077"/>
                  </a:lnTo>
                  <a:lnTo>
                    <a:pt x="248649" y="738450"/>
                  </a:lnTo>
                  <a:lnTo>
                    <a:pt x="331532" y="757592"/>
                  </a:lnTo>
                  <a:lnTo>
                    <a:pt x="414416" y="775482"/>
                  </a:lnTo>
                  <a:lnTo>
                    <a:pt x="497299" y="792093"/>
                  </a:lnTo>
                  <a:lnTo>
                    <a:pt x="580182" y="807399"/>
                  </a:lnTo>
                  <a:lnTo>
                    <a:pt x="663065" y="821367"/>
                  </a:lnTo>
                  <a:lnTo>
                    <a:pt x="745948" y="833963"/>
                  </a:lnTo>
                  <a:lnTo>
                    <a:pt x="828832" y="845151"/>
                  </a:lnTo>
                  <a:lnTo>
                    <a:pt x="911715" y="854892"/>
                  </a:lnTo>
                  <a:lnTo>
                    <a:pt x="994598" y="863151"/>
                  </a:lnTo>
                  <a:lnTo>
                    <a:pt x="1077481" y="869898"/>
                  </a:lnTo>
                  <a:lnTo>
                    <a:pt x="1160364" y="875118"/>
                  </a:lnTo>
                  <a:lnTo>
                    <a:pt x="1243248" y="878820"/>
                  </a:lnTo>
                  <a:lnTo>
                    <a:pt x="1326131" y="881047"/>
                  </a:lnTo>
                  <a:lnTo>
                    <a:pt x="1409014" y="881887"/>
                  </a:lnTo>
                  <a:lnTo>
                    <a:pt x="1491897" y="881479"/>
                  </a:lnTo>
                  <a:lnTo>
                    <a:pt x="1574780" y="880010"/>
                  </a:lnTo>
                  <a:lnTo>
                    <a:pt x="1657664" y="877702"/>
                  </a:lnTo>
                  <a:lnTo>
                    <a:pt x="1740547" y="874792"/>
                  </a:lnTo>
                  <a:lnTo>
                    <a:pt x="1823430" y="871706"/>
                  </a:lnTo>
                  <a:lnTo>
                    <a:pt x="1906313" y="868943"/>
                  </a:lnTo>
                  <a:lnTo>
                    <a:pt x="1989196" y="866277"/>
                  </a:lnTo>
                  <a:lnTo>
                    <a:pt x="2072080" y="863437"/>
                  </a:lnTo>
                  <a:lnTo>
                    <a:pt x="2154963" y="860189"/>
                  </a:lnTo>
                  <a:lnTo>
                    <a:pt x="2237846" y="856365"/>
                  </a:lnTo>
                  <a:lnTo>
                    <a:pt x="2320729" y="852027"/>
                  </a:lnTo>
                  <a:lnTo>
                    <a:pt x="2403612" y="847722"/>
                  </a:lnTo>
                  <a:lnTo>
                    <a:pt x="2486496" y="842686"/>
                  </a:lnTo>
                  <a:lnTo>
                    <a:pt x="2569379" y="836785"/>
                  </a:lnTo>
                  <a:lnTo>
                    <a:pt x="2652262" y="831049"/>
                  </a:lnTo>
                  <a:lnTo>
                    <a:pt x="2735145" y="826104"/>
                  </a:lnTo>
                  <a:lnTo>
                    <a:pt x="2818028" y="820614"/>
                  </a:lnTo>
                  <a:lnTo>
                    <a:pt x="2900912" y="814055"/>
                  </a:lnTo>
                  <a:lnTo>
                    <a:pt x="2983795" y="807642"/>
                  </a:lnTo>
                  <a:lnTo>
                    <a:pt x="3066678" y="803216"/>
                  </a:lnTo>
                  <a:lnTo>
                    <a:pt x="3149561" y="799240"/>
                  </a:lnTo>
                  <a:lnTo>
                    <a:pt x="3232444" y="793890"/>
                  </a:lnTo>
                  <a:lnTo>
                    <a:pt x="3315328" y="787552"/>
                  </a:lnTo>
                  <a:lnTo>
                    <a:pt x="3398211" y="781399"/>
                  </a:lnTo>
                  <a:lnTo>
                    <a:pt x="3481094" y="774665"/>
                  </a:lnTo>
                  <a:lnTo>
                    <a:pt x="3563977" y="766536"/>
                  </a:lnTo>
                  <a:lnTo>
                    <a:pt x="3646860" y="757184"/>
                  </a:lnTo>
                  <a:lnTo>
                    <a:pt x="3729744" y="747470"/>
                  </a:lnTo>
                  <a:lnTo>
                    <a:pt x="3812627" y="737004"/>
                  </a:lnTo>
                  <a:lnTo>
                    <a:pt x="3895510" y="725137"/>
                  </a:lnTo>
                  <a:lnTo>
                    <a:pt x="3978393" y="711769"/>
                  </a:lnTo>
                  <a:lnTo>
                    <a:pt x="4061276" y="696956"/>
                  </a:lnTo>
                  <a:lnTo>
                    <a:pt x="4144160" y="680912"/>
                  </a:lnTo>
                  <a:lnTo>
                    <a:pt x="4227043" y="663966"/>
                  </a:lnTo>
                  <a:lnTo>
                    <a:pt x="4309926" y="646481"/>
                  </a:lnTo>
                  <a:lnTo>
                    <a:pt x="4392809" y="628452"/>
                  </a:lnTo>
                  <a:lnTo>
                    <a:pt x="4475692" y="609712"/>
                  </a:lnTo>
                  <a:lnTo>
                    <a:pt x="4558576" y="590193"/>
                  </a:lnTo>
                  <a:lnTo>
                    <a:pt x="4641459" y="569791"/>
                  </a:lnTo>
                  <a:lnTo>
                    <a:pt x="4724342" y="548373"/>
                  </a:lnTo>
                  <a:lnTo>
                    <a:pt x="4807225" y="525791"/>
                  </a:lnTo>
                  <a:lnTo>
                    <a:pt x="4890108" y="501887"/>
                  </a:lnTo>
                  <a:lnTo>
                    <a:pt x="4972992" y="476511"/>
                  </a:lnTo>
                  <a:lnTo>
                    <a:pt x="5055875" y="449527"/>
                  </a:lnTo>
                  <a:lnTo>
                    <a:pt x="5138758" y="420818"/>
                  </a:lnTo>
                  <a:lnTo>
                    <a:pt x="5221641" y="390293"/>
                  </a:lnTo>
                  <a:lnTo>
                    <a:pt x="5304524" y="357888"/>
                  </a:lnTo>
                  <a:lnTo>
                    <a:pt x="5387408" y="323558"/>
                  </a:lnTo>
                  <a:lnTo>
                    <a:pt x="5470291" y="287279"/>
                  </a:lnTo>
                  <a:lnTo>
                    <a:pt x="5553174" y="249042"/>
                  </a:lnTo>
                  <a:lnTo>
                    <a:pt x="5636057" y="208848"/>
                  </a:lnTo>
                  <a:lnTo>
                    <a:pt x="5718940" y="166705"/>
                  </a:lnTo>
                  <a:lnTo>
                    <a:pt x="5801824" y="122626"/>
                  </a:lnTo>
                  <a:lnTo>
                    <a:pt x="5884707" y="76627"/>
                  </a:lnTo>
                  <a:lnTo>
                    <a:pt x="5967590" y="28721"/>
                  </a:lnTo>
                  <a:lnTo>
                    <a:pt x="6015395" y="0"/>
                  </a:lnTo>
                  <a:lnTo>
                    <a:pt x="6015395" y="668831"/>
                  </a:lnTo>
                  <a:lnTo>
                    <a:pt x="5967590" y="669364"/>
                  </a:lnTo>
                  <a:lnTo>
                    <a:pt x="5884707" y="671044"/>
                  </a:lnTo>
                  <a:lnTo>
                    <a:pt x="5801824" y="673513"/>
                  </a:lnTo>
                  <a:lnTo>
                    <a:pt x="5718940" y="676806"/>
                  </a:lnTo>
                  <a:lnTo>
                    <a:pt x="5636057" y="680956"/>
                  </a:lnTo>
                  <a:lnTo>
                    <a:pt x="5553174" y="685996"/>
                  </a:lnTo>
                  <a:lnTo>
                    <a:pt x="5470291" y="691952"/>
                  </a:lnTo>
                  <a:lnTo>
                    <a:pt x="5387408" y="698845"/>
                  </a:lnTo>
                  <a:lnTo>
                    <a:pt x="5304524" y="706684"/>
                  </a:lnTo>
                  <a:lnTo>
                    <a:pt x="5221641" y="715463"/>
                  </a:lnTo>
                  <a:lnTo>
                    <a:pt x="5138758" y="725160"/>
                  </a:lnTo>
                  <a:lnTo>
                    <a:pt x="5055875" y="735725"/>
                  </a:lnTo>
                  <a:lnTo>
                    <a:pt x="4972992" y="747088"/>
                  </a:lnTo>
                  <a:lnTo>
                    <a:pt x="4890108" y="759151"/>
                  </a:lnTo>
                  <a:lnTo>
                    <a:pt x="4807225" y="771797"/>
                  </a:lnTo>
                  <a:lnTo>
                    <a:pt x="4724342" y="784895"/>
                  </a:lnTo>
                  <a:lnTo>
                    <a:pt x="4641459" y="798305"/>
                  </a:lnTo>
                  <a:lnTo>
                    <a:pt x="4558576" y="811900"/>
                  </a:lnTo>
                  <a:lnTo>
                    <a:pt x="4475692" y="825563"/>
                  </a:lnTo>
                  <a:lnTo>
                    <a:pt x="4392809" y="839211"/>
                  </a:lnTo>
                  <a:lnTo>
                    <a:pt x="4309926" y="852795"/>
                  </a:lnTo>
                  <a:lnTo>
                    <a:pt x="4227043" y="866064"/>
                  </a:lnTo>
                  <a:lnTo>
                    <a:pt x="4144160" y="878720"/>
                  </a:lnTo>
                  <a:lnTo>
                    <a:pt x="4061276" y="890868"/>
                  </a:lnTo>
                  <a:lnTo>
                    <a:pt x="3978393" y="902580"/>
                  </a:lnTo>
                  <a:lnTo>
                    <a:pt x="3895510" y="913812"/>
                  </a:lnTo>
                  <a:lnTo>
                    <a:pt x="3812627" y="924365"/>
                  </a:lnTo>
                  <a:lnTo>
                    <a:pt x="3729744" y="933880"/>
                  </a:lnTo>
                  <a:lnTo>
                    <a:pt x="3646860" y="941661"/>
                  </a:lnTo>
                  <a:lnTo>
                    <a:pt x="3563977" y="947859"/>
                  </a:lnTo>
                  <a:lnTo>
                    <a:pt x="3481094" y="953788"/>
                  </a:lnTo>
                  <a:lnTo>
                    <a:pt x="3398211" y="960066"/>
                  </a:lnTo>
                  <a:lnTo>
                    <a:pt x="3315328" y="966327"/>
                  </a:lnTo>
                  <a:lnTo>
                    <a:pt x="3232444" y="970608"/>
                  </a:lnTo>
                  <a:lnTo>
                    <a:pt x="3149561" y="973396"/>
                  </a:lnTo>
                  <a:lnTo>
                    <a:pt x="3066678" y="977198"/>
                  </a:lnTo>
                  <a:lnTo>
                    <a:pt x="2983795" y="982322"/>
                  </a:lnTo>
                  <a:lnTo>
                    <a:pt x="2900912" y="987354"/>
                  </a:lnTo>
                  <a:lnTo>
                    <a:pt x="2818028" y="992739"/>
                  </a:lnTo>
                  <a:lnTo>
                    <a:pt x="2735145" y="999243"/>
                  </a:lnTo>
                  <a:lnTo>
                    <a:pt x="2652262" y="1005892"/>
                  </a:lnTo>
                  <a:lnTo>
                    <a:pt x="2569379" y="1011356"/>
                  </a:lnTo>
                  <a:lnTo>
                    <a:pt x="2486496" y="1016840"/>
                  </a:lnTo>
                  <a:lnTo>
                    <a:pt x="2403612" y="1023052"/>
                  </a:lnTo>
                  <a:lnTo>
                    <a:pt x="2320729" y="1029500"/>
                  </a:lnTo>
                  <a:lnTo>
                    <a:pt x="2237846" y="1035044"/>
                  </a:lnTo>
                  <a:lnTo>
                    <a:pt x="2154963" y="1040068"/>
                  </a:lnTo>
                  <a:lnTo>
                    <a:pt x="2072080" y="1045092"/>
                  </a:lnTo>
                  <a:lnTo>
                    <a:pt x="1989196" y="1050463"/>
                  </a:lnTo>
                  <a:lnTo>
                    <a:pt x="1906313" y="1056458"/>
                  </a:lnTo>
                  <a:lnTo>
                    <a:pt x="1823430" y="1063318"/>
                  </a:lnTo>
                  <a:lnTo>
                    <a:pt x="1740547" y="1071296"/>
                  </a:lnTo>
                  <a:lnTo>
                    <a:pt x="1657664" y="1080500"/>
                  </a:lnTo>
                  <a:lnTo>
                    <a:pt x="1574780" y="1091082"/>
                  </a:lnTo>
                  <a:lnTo>
                    <a:pt x="1491897" y="1103262"/>
                  </a:lnTo>
                  <a:lnTo>
                    <a:pt x="1409014" y="1117251"/>
                  </a:lnTo>
                  <a:lnTo>
                    <a:pt x="1326131" y="1133220"/>
                  </a:lnTo>
                  <a:lnTo>
                    <a:pt x="1243248" y="1151294"/>
                  </a:lnTo>
                  <a:lnTo>
                    <a:pt x="1160364" y="1171547"/>
                  </a:lnTo>
                  <a:lnTo>
                    <a:pt x="1077481" y="1194009"/>
                  </a:lnTo>
                  <a:lnTo>
                    <a:pt x="994598" y="1218673"/>
                  </a:lnTo>
                  <a:lnTo>
                    <a:pt x="911715" y="1245510"/>
                  </a:lnTo>
                  <a:lnTo>
                    <a:pt x="828832" y="1274477"/>
                  </a:lnTo>
                  <a:lnTo>
                    <a:pt x="745948" y="1305523"/>
                  </a:lnTo>
                  <a:lnTo>
                    <a:pt x="663065" y="1338598"/>
                  </a:lnTo>
                  <a:lnTo>
                    <a:pt x="617808" y="13577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020722"/>
              <a:ext cx="6015395" cy="881887"/>
            </a:xfrm>
            <a:custGeom>
              <a:avLst/>
              <a:pathLst>
                <a:path w="6015395" h="881887">
                  <a:moveTo>
                    <a:pt x="0" y="673711"/>
                  </a:moveTo>
                  <a:lnTo>
                    <a:pt x="82883" y="696491"/>
                  </a:lnTo>
                  <a:lnTo>
                    <a:pt x="165766" y="718077"/>
                  </a:lnTo>
                  <a:lnTo>
                    <a:pt x="248649" y="738450"/>
                  </a:lnTo>
                  <a:lnTo>
                    <a:pt x="331532" y="757592"/>
                  </a:lnTo>
                  <a:lnTo>
                    <a:pt x="414416" y="775482"/>
                  </a:lnTo>
                  <a:lnTo>
                    <a:pt x="497299" y="792093"/>
                  </a:lnTo>
                  <a:lnTo>
                    <a:pt x="580182" y="807399"/>
                  </a:lnTo>
                  <a:lnTo>
                    <a:pt x="663065" y="821367"/>
                  </a:lnTo>
                  <a:lnTo>
                    <a:pt x="745948" y="833963"/>
                  </a:lnTo>
                  <a:lnTo>
                    <a:pt x="828832" y="845151"/>
                  </a:lnTo>
                  <a:lnTo>
                    <a:pt x="911715" y="854892"/>
                  </a:lnTo>
                  <a:lnTo>
                    <a:pt x="994598" y="863151"/>
                  </a:lnTo>
                  <a:lnTo>
                    <a:pt x="1077481" y="869898"/>
                  </a:lnTo>
                  <a:lnTo>
                    <a:pt x="1160364" y="875118"/>
                  </a:lnTo>
                  <a:lnTo>
                    <a:pt x="1243248" y="878820"/>
                  </a:lnTo>
                  <a:lnTo>
                    <a:pt x="1326131" y="881047"/>
                  </a:lnTo>
                  <a:lnTo>
                    <a:pt x="1409014" y="881887"/>
                  </a:lnTo>
                  <a:lnTo>
                    <a:pt x="1491897" y="881479"/>
                  </a:lnTo>
                  <a:lnTo>
                    <a:pt x="1574780" y="880010"/>
                  </a:lnTo>
                  <a:lnTo>
                    <a:pt x="1657664" y="877702"/>
                  </a:lnTo>
                  <a:lnTo>
                    <a:pt x="1740547" y="874792"/>
                  </a:lnTo>
                  <a:lnTo>
                    <a:pt x="1823430" y="871706"/>
                  </a:lnTo>
                  <a:lnTo>
                    <a:pt x="1906313" y="868943"/>
                  </a:lnTo>
                  <a:lnTo>
                    <a:pt x="1989196" y="866277"/>
                  </a:lnTo>
                  <a:lnTo>
                    <a:pt x="2072080" y="863437"/>
                  </a:lnTo>
                  <a:lnTo>
                    <a:pt x="2154963" y="860189"/>
                  </a:lnTo>
                  <a:lnTo>
                    <a:pt x="2237846" y="856365"/>
                  </a:lnTo>
                  <a:lnTo>
                    <a:pt x="2320729" y="852027"/>
                  </a:lnTo>
                  <a:lnTo>
                    <a:pt x="2403612" y="847722"/>
                  </a:lnTo>
                  <a:lnTo>
                    <a:pt x="2486496" y="842686"/>
                  </a:lnTo>
                  <a:lnTo>
                    <a:pt x="2569379" y="836785"/>
                  </a:lnTo>
                  <a:lnTo>
                    <a:pt x="2652262" y="831049"/>
                  </a:lnTo>
                  <a:lnTo>
                    <a:pt x="2735145" y="826104"/>
                  </a:lnTo>
                  <a:lnTo>
                    <a:pt x="2818028" y="820614"/>
                  </a:lnTo>
                  <a:lnTo>
                    <a:pt x="2900912" y="814055"/>
                  </a:lnTo>
                  <a:lnTo>
                    <a:pt x="2983795" y="807642"/>
                  </a:lnTo>
                  <a:lnTo>
                    <a:pt x="3066678" y="803216"/>
                  </a:lnTo>
                  <a:lnTo>
                    <a:pt x="3149561" y="799240"/>
                  </a:lnTo>
                  <a:lnTo>
                    <a:pt x="3232444" y="793890"/>
                  </a:lnTo>
                  <a:lnTo>
                    <a:pt x="3315328" y="787552"/>
                  </a:lnTo>
                  <a:lnTo>
                    <a:pt x="3398211" y="781399"/>
                  </a:lnTo>
                  <a:lnTo>
                    <a:pt x="3481094" y="774665"/>
                  </a:lnTo>
                  <a:lnTo>
                    <a:pt x="3563977" y="766536"/>
                  </a:lnTo>
                  <a:lnTo>
                    <a:pt x="3646860" y="757184"/>
                  </a:lnTo>
                  <a:lnTo>
                    <a:pt x="3729744" y="747470"/>
                  </a:lnTo>
                  <a:lnTo>
                    <a:pt x="3812627" y="737004"/>
                  </a:lnTo>
                  <a:lnTo>
                    <a:pt x="3895510" y="725137"/>
                  </a:lnTo>
                  <a:lnTo>
                    <a:pt x="3978393" y="711769"/>
                  </a:lnTo>
                  <a:lnTo>
                    <a:pt x="4061276" y="696956"/>
                  </a:lnTo>
                  <a:lnTo>
                    <a:pt x="4144160" y="680912"/>
                  </a:lnTo>
                  <a:lnTo>
                    <a:pt x="4227043" y="663966"/>
                  </a:lnTo>
                  <a:lnTo>
                    <a:pt x="4309926" y="646481"/>
                  </a:lnTo>
                  <a:lnTo>
                    <a:pt x="4392809" y="628452"/>
                  </a:lnTo>
                  <a:lnTo>
                    <a:pt x="4475692" y="609712"/>
                  </a:lnTo>
                  <a:lnTo>
                    <a:pt x="4558576" y="590193"/>
                  </a:lnTo>
                  <a:lnTo>
                    <a:pt x="4641459" y="569791"/>
                  </a:lnTo>
                  <a:lnTo>
                    <a:pt x="4724342" y="548373"/>
                  </a:lnTo>
                  <a:lnTo>
                    <a:pt x="4807225" y="525791"/>
                  </a:lnTo>
                  <a:lnTo>
                    <a:pt x="4890108" y="501887"/>
                  </a:lnTo>
                  <a:lnTo>
                    <a:pt x="4972992" y="476511"/>
                  </a:lnTo>
                  <a:lnTo>
                    <a:pt x="5055875" y="449527"/>
                  </a:lnTo>
                  <a:lnTo>
                    <a:pt x="5138758" y="420818"/>
                  </a:lnTo>
                  <a:lnTo>
                    <a:pt x="5221641" y="390293"/>
                  </a:lnTo>
                  <a:lnTo>
                    <a:pt x="5304524" y="357888"/>
                  </a:lnTo>
                  <a:lnTo>
                    <a:pt x="5387408" y="323558"/>
                  </a:lnTo>
                  <a:lnTo>
                    <a:pt x="5470291" y="287279"/>
                  </a:lnTo>
                  <a:lnTo>
                    <a:pt x="5553174" y="249042"/>
                  </a:lnTo>
                  <a:lnTo>
                    <a:pt x="5636057" y="208848"/>
                  </a:lnTo>
                  <a:lnTo>
                    <a:pt x="5718940" y="166705"/>
                  </a:lnTo>
                  <a:lnTo>
                    <a:pt x="5801824" y="122626"/>
                  </a:lnTo>
                  <a:lnTo>
                    <a:pt x="5884707" y="76627"/>
                  </a:lnTo>
                  <a:lnTo>
                    <a:pt x="5967590" y="28721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90273" y="4689554"/>
              <a:ext cx="5397587" cy="688905"/>
            </a:xfrm>
            <a:custGeom>
              <a:avLst/>
              <a:pathLst>
                <a:path w="5397587" h="688905">
                  <a:moveTo>
                    <a:pt x="5397587" y="0"/>
                  </a:moveTo>
                  <a:lnTo>
                    <a:pt x="5349781" y="533"/>
                  </a:lnTo>
                  <a:lnTo>
                    <a:pt x="5266898" y="2212"/>
                  </a:lnTo>
                  <a:lnTo>
                    <a:pt x="5184015" y="4681"/>
                  </a:lnTo>
                  <a:lnTo>
                    <a:pt x="5101132" y="7974"/>
                  </a:lnTo>
                  <a:lnTo>
                    <a:pt x="5018249" y="12125"/>
                  </a:lnTo>
                  <a:lnTo>
                    <a:pt x="4935365" y="17164"/>
                  </a:lnTo>
                  <a:lnTo>
                    <a:pt x="4852482" y="23121"/>
                  </a:lnTo>
                  <a:lnTo>
                    <a:pt x="4769599" y="30013"/>
                  </a:lnTo>
                  <a:lnTo>
                    <a:pt x="4686716" y="37852"/>
                  </a:lnTo>
                  <a:lnTo>
                    <a:pt x="4603833" y="46632"/>
                  </a:lnTo>
                  <a:lnTo>
                    <a:pt x="4520949" y="56328"/>
                  </a:lnTo>
                  <a:lnTo>
                    <a:pt x="4438066" y="66893"/>
                  </a:lnTo>
                  <a:lnTo>
                    <a:pt x="4355183" y="78256"/>
                  </a:lnTo>
                  <a:lnTo>
                    <a:pt x="4272300" y="90319"/>
                  </a:lnTo>
                  <a:lnTo>
                    <a:pt x="4189417" y="102966"/>
                  </a:lnTo>
                  <a:lnTo>
                    <a:pt x="4106533" y="116063"/>
                  </a:lnTo>
                  <a:lnTo>
                    <a:pt x="4023650" y="129474"/>
                  </a:lnTo>
                  <a:lnTo>
                    <a:pt x="3940767" y="143068"/>
                  </a:lnTo>
                  <a:lnTo>
                    <a:pt x="3857884" y="156731"/>
                  </a:lnTo>
                  <a:lnTo>
                    <a:pt x="3775001" y="170379"/>
                  </a:lnTo>
                  <a:lnTo>
                    <a:pt x="3692117" y="183963"/>
                  </a:lnTo>
                  <a:lnTo>
                    <a:pt x="3609234" y="197232"/>
                  </a:lnTo>
                  <a:lnTo>
                    <a:pt x="3526351" y="209888"/>
                  </a:lnTo>
                  <a:lnTo>
                    <a:pt x="3443468" y="222036"/>
                  </a:lnTo>
                  <a:lnTo>
                    <a:pt x="3360585" y="233748"/>
                  </a:lnTo>
                  <a:lnTo>
                    <a:pt x="3277701" y="244981"/>
                  </a:lnTo>
                  <a:lnTo>
                    <a:pt x="3194818" y="255534"/>
                  </a:lnTo>
                  <a:lnTo>
                    <a:pt x="3111935" y="265048"/>
                  </a:lnTo>
                  <a:lnTo>
                    <a:pt x="3029052" y="272829"/>
                  </a:lnTo>
                  <a:lnTo>
                    <a:pt x="2946169" y="279027"/>
                  </a:lnTo>
                  <a:lnTo>
                    <a:pt x="2863285" y="284956"/>
                  </a:lnTo>
                  <a:lnTo>
                    <a:pt x="2780402" y="291234"/>
                  </a:lnTo>
                  <a:lnTo>
                    <a:pt x="2697519" y="297495"/>
                  </a:lnTo>
                  <a:lnTo>
                    <a:pt x="2614636" y="301776"/>
                  </a:lnTo>
                  <a:lnTo>
                    <a:pt x="2531753" y="304564"/>
                  </a:lnTo>
                  <a:lnTo>
                    <a:pt x="2448869" y="308366"/>
                  </a:lnTo>
                  <a:lnTo>
                    <a:pt x="2365986" y="313490"/>
                  </a:lnTo>
                  <a:lnTo>
                    <a:pt x="2283103" y="318522"/>
                  </a:lnTo>
                  <a:lnTo>
                    <a:pt x="2200220" y="323907"/>
                  </a:lnTo>
                  <a:lnTo>
                    <a:pt x="2117337" y="330411"/>
                  </a:lnTo>
                  <a:lnTo>
                    <a:pt x="2034453" y="337060"/>
                  </a:lnTo>
                  <a:lnTo>
                    <a:pt x="1951570" y="342525"/>
                  </a:lnTo>
                  <a:lnTo>
                    <a:pt x="1868687" y="348008"/>
                  </a:lnTo>
                  <a:lnTo>
                    <a:pt x="1785804" y="354220"/>
                  </a:lnTo>
                  <a:lnTo>
                    <a:pt x="1702921" y="360669"/>
                  </a:lnTo>
                  <a:lnTo>
                    <a:pt x="1620037" y="366212"/>
                  </a:lnTo>
                  <a:lnTo>
                    <a:pt x="1537154" y="371236"/>
                  </a:lnTo>
                  <a:lnTo>
                    <a:pt x="1454271" y="376260"/>
                  </a:lnTo>
                  <a:lnTo>
                    <a:pt x="1371388" y="381631"/>
                  </a:lnTo>
                  <a:lnTo>
                    <a:pt x="1288505" y="387626"/>
                  </a:lnTo>
                  <a:lnTo>
                    <a:pt x="1205621" y="394486"/>
                  </a:lnTo>
                  <a:lnTo>
                    <a:pt x="1122738" y="402464"/>
                  </a:lnTo>
                  <a:lnTo>
                    <a:pt x="1039855" y="411668"/>
                  </a:lnTo>
                  <a:lnTo>
                    <a:pt x="956972" y="422250"/>
                  </a:lnTo>
                  <a:lnTo>
                    <a:pt x="874089" y="434431"/>
                  </a:lnTo>
                  <a:lnTo>
                    <a:pt x="791205" y="448419"/>
                  </a:lnTo>
                  <a:lnTo>
                    <a:pt x="708322" y="464388"/>
                  </a:lnTo>
                  <a:lnTo>
                    <a:pt x="625439" y="482462"/>
                  </a:lnTo>
                  <a:lnTo>
                    <a:pt x="542556" y="502716"/>
                  </a:lnTo>
                  <a:lnTo>
                    <a:pt x="459673" y="525177"/>
                  </a:lnTo>
                  <a:lnTo>
                    <a:pt x="376789" y="549841"/>
                  </a:lnTo>
                  <a:lnTo>
                    <a:pt x="293906" y="576678"/>
                  </a:lnTo>
                  <a:lnTo>
                    <a:pt x="211023" y="605645"/>
                  </a:lnTo>
                  <a:lnTo>
                    <a:pt x="128140" y="636692"/>
                  </a:lnTo>
                  <a:lnTo>
                    <a:pt x="45257" y="669766"/>
                  </a:lnTo>
                  <a:lnTo>
                    <a:pt x="0" y="688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355138"/>
              <a:ext cx="6015395" cy="837768"/>
            </a:xfrm>
            <a:custGeom>
              <a:avLst/>
              <a:pathLst>
                <a:path w="6015395" h="837768">
                  <a:moveTo>
                    <a:pt x="0" y="837768"/>
                  </a:moveTo>
                  <a:lnTo>
                    <a:pt x="82883" y="825309"/>
                  </a:lnTo>
                  <a:lnTo>
                    <a:pt x="165766" y="813102"/>
                  </a:lnTo>
                  <a:lnTo>
                    <a:pt x="248649" y="801155"/>
                  </a:lnTo>
                  <a:lnTo>
                    <a:pt x="331532" y="789475"/>
                  </a:lnTo>
                  <a:lnTo>
                    <a:pt x="414416" y="778069"/>
                  </a:lnTo>
                  <a:lnTo>
                    <a:pt x="497299" y="766944"/>
                  </a:lnTo>
                  <a:lnTo>
                    <a:pt x="580182" y="756108"/>
                  </a:lnTo>
                  <a:lnTo>
                    <a:pt x="663065" y="745566"/>
                  </a:lnTo>
                  <a:lnTo>
                    <a:pt x="745948" y="735327"/>
                  </a:lnTo>
                  <a:lnTo>
                    <a:pt x="828832" y="725398"/>
                  </a:lnTo>
                  <a:lnTo>
                    <a:pt x="911715" y="715785"/>
                  </a:lnTo>
                  <a:lnTo>
                    <a:pt x="994598" y="706496"/>
                  </a:lnTo>
                  <a:lnTo>
                    <a:pt x="1077481" y="697537"/>
                  </a:lnTo>
                  <a:lnTo>
                    <a:pt x="1160364" y="688917"/>
                  </a:lnTo>
                  <a:lnTo>
                    <a:pt x="1243248" y="680641"/>
                  </a:lnTo>
                  <a:lnTo>
                    <a:pt x="1326131" y="672718"/>
                  </a:lnTo>
                  <a:lnTo>
                    <a:pt x="1409014" y="665153"/>
                  </a:lnTo>
                  <a:lnTo>
                    <a:pt x="1491897" y="657955"/>
                  </a:lnTo>
                  <a:lnTo>
                    <a:pt x="1574780" y="651130"/>
                  </a:lnTo>
                  <a:lnTo>
                    <a:pt x="1657664" y="644685"/>
                  </a:lnTo>
                  <a:lnTo>
                    <a:pt x="1740547" y="638628"/>
                  </a:lnTo>
                  <a:lnTo>
                    <a:pt x="1823430" y="633096"/>
                  </a:lnTo>
                  <a:lnTo>
                    <a:pt x="1906313" y="628285"/>
                  </a:lnTo>
                  <a:lnTo>
                    <a:pt x="1989196" y="623954"/>
                  </a:lnTo>
                  <a:lnTo>
                    <a:pt x="2072080" y="619849"/>
                  </a:lnTo>
                  <a:lnTo>
                    <a:pt x="2154963" y="615712"/>
                  </a:lnTo>
                  <a:lnTo>
                    <a:pt x="2237846" y="611288"/>
                  </a:lnTo>
                  <a:lnTo>
                    <a:pt x="2320729" y="606348"/>
                  </a:lnTo>
                  <a:lnTo>
                    <a:pt x="2403612" y="600971"/>
                  </a:lnTo>
                  <a:lnTo>
                    <a:pt x="2486496" y="595347"/>
                  </a:lnTo>
                  <a:lnTo>
                    <a:pt x="2569379" y="589655"/>
                  </a:lnTo>
                  <a:lnTo>
                    <a:pt x="2652262" y="584055"/>
                  </a:lnTo>
                  <a:lnTo>
                    <a:pt x="2735145" y="578258"/>
                  </a:lnTo>
                  <a:lnTo>
                    <a:pt x="2818028" y="572261"/>
                  </a:lnTo>
                  <a:lnTo>
                    <a:pt x="2900912" y="566288"/>
                  </a:lnTo>
                  <a:lnTo>
                    <a:pt x="2983795" y="560566"/>
                  </a:lnTo>
                  <a:lnTo>
                    <a:pt x="3066678" y="555791"/>
                  </a:lnTo>
                  <a:lnTo>
                    <a:pt x="3149561" y="551902"/>
                  </a:lnTo>
                  <a:lnTo>
                    <a:pt x="3232444" y="547833"/>
                  </a:lnTo>
                  <a:lnTo>
                    <a:pt x="3315328" y="542523"/>
                  </a:lnTo>
                  <a:lnTo>
                    <a:pt x="3398211" y="536317"/>
                  </a:lnTo>
                  <a:lnTo>
                    <a:pt x="3481094" y="529811"/>
                  </a:lnTo>
                  <a:lnTo>
                    <a:pt x="3563977" y="522782"/>
                  </a:lnTo>
                  <a:lnTo>
                    <a:pt x="3646860" y="515007"/>
                  </a:lnTo>
                  <a:lnTo>
                    <a:pt x="3729744" y="506259"/>
                  </a:lnTo>
                  <a:lnTo>
                    <a:pt x="3812627" y="496269"/>
                  </a:lnTo>
                  <a:lnTo>
                    <a:pt x="3895510" y="485059"/>
                  </a:lnTo>
                  <a:lnTo>
                    <a:pt x="3978393" y="472759"/>
                  </a:lnTo>
                  <a:lnTo>
                    <a:pt x="4061276" y="459496"/>
                  </a:lnTo>
                  <a:lnTo>
                    <a:pt x="4144160" y="445400"/>
                  </a:lnTo>
                  <a:lnTo>
                    <a:pt x="4227043" y="430599"/>
                  </a:lnTo>
                  <a:lnTo>
                    <a:pt x="4309926" y="415222"/>
                  </a:lnTo>
                  <a:lnTo>
                    <a:pt x="4392809" y="399416"/>
                  </a:lnTo>
                  <a:lnTo>
                    <a:pt x="4475692" y="383222"/>
                  </a:lnTo>
                  <a:lnTo>
                    <a:pt x="4558576" y="366630"/>
                  </a:lnTo>
                  <a:lnTo>
                    <a:pt x="4641459" y="349632"/>
                  </a:lnTo>
                  <a:lnTo>
                    <a:pt x="4724342" y="332218"/>
                  </a:lnTo>
                  <a:lnTo>
                    <a:pt x="4807225" y="314378"/>
                  </a:lnTo>
                  <a:lnTo>
                    <a:pt x="4890108" y="296103"/>
                  </a:lnTo>
                  <a:lnTo>
                    <a:pt x="4972992" y="277383"/>
                  </a:lnTo>
                  <a:lnTo>
                    <a:pt x="5055875" y="258210"/>
                  </a:lnTo>
                  <a:lnTo>
                    <a:pt x="5138758" y="238573"/>
                  </a:lnTo>
                  <a:lnTo>
                    <a:pt x="5221641" y="218462"/>
                  </a:lnTo>
                  <a:lnTo>
                    <a:pt x="5304524" y="197870"/>
                  </a:lnTo>
                  <a:lnTo>
                    <a:pt x="5387408" y="176785"/>
                  </a:lnTo>
                  <a:lnTo>
                    <a:pt x="5470291" y="155200"/>
                  </a:lnTo>
                  <a:lnTo>
                    <a:pt x="5553174" y="133103"/>
                  </a:lnTo>
                  <a:lnTo>
                    <a:pt x="5636057" y="110486"/>
                  </a:lnTo>
                  <a:lnTo>
                    <a:pt x="5718940" y="87340"/>
                  </a:lnTo>
                  <a:lnTo>
                    <a:pt x="5801824" y="63654"/>
                  </a:lnTo>
                  <a:lnTo>
                    <a:pt x="5884707" y="39419"/>
                  </a:lnTo>
                  <a:lnTo>
                    <a:pt x="5967590" y="14627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3987608"/>
              <a:ext cx="6015395" cy="1390851"/>
            </a:xfrm>
            <a:custGeom>
              <a:avLst/>
              <a:pathLst>
                <a:path w="6015395" h="1390851">
                  <a:moveTo>
                    <a:pt x="0" y="740567"/>
                  </a:moveTo>
                  <a:lnTo>
                    <a:pt x="82883" y="763560"/>
                  </a:lnTo>
                  <a:lnTo>
                    <a:pt x="165766" y="785301"/>
                  </a:lnTo>
                  <a:lnTo>
                    <a:pt x="248649" y="805766"/>
                  </a:lnTo>
                  <a:lnTo>
                    <a:pt x="331532" y="824930"/>
                  </a:lnTo>
                  <a:lnTo>
                    <a:pt x="414416" y="842766"/>
                  </a:lnTo>
                  <a:lnTo>
                    <a:pt x="497299" y="859242"/>
                  </a:lnTo>
                  <a:lnTo>
                    <a:pt x="580182" y="874325"/>
                  </a:lnTo>
                  <a:lnTo>
                    <a:pt x="663065" y="887978"/>
                  </a:lnTo>
                  <a:lnTo>
                    <a:pt x="745948" y="900161"/>
                  </a:lnTo>
                  <a:lnTo>
                    <a:pt x="828832" y="910831"/>
                  </a:lnTo>
                  <a:lnTo>
                    <a:pt x="911715" y="919946"/>
                  </a:lnTo>
                  <a:lnTo>
                    <a:pt x="994598" y="927463"/>
                  </a:lnTo>
                  <a:lnTo>
                    <a:pt x="1077481" y="933347"/>
                  </a:lnTo>
                  <a:lnTo>
                    <a:pt x="1160364" y="937579"/>
                  </a:lnTo>
                  <a:lnTo>
                    <a:pt x="1243248" y="940159"/>
                  </a:lnTo>
                  <a:lnTo>
                    <a:pt x="1326131" y="941124"/>
                  </a:lnTo>
                  <a:lnTo>
                    <a:pt x="1409014" y="940554"/>
                  </a:lnTo>
                  <a:lnTo>
                    <a:pt x="1491897" y="938578"/>
                  </a:lnTo>
                  <a:lnTo>
                    <a:pt x="1574780" y="935376"/>
                  </a:lnTo>
                  <a:lnTo>
                    <a:pt x="1657664" y="931157"/>
                  </a:lnTo>
                  <a:lnTo>
                    <a:pt x="1740547" y="926147"/>
                  </a:lnTo>
                  <a:lnTo>
                    <a:pt x="1823430" y="920588"/>
                  </a:lnTo>
                  <a:lnTo>
                    <a:pt x="1906313" y="914690"/>
                  </a:lnTo>
                  <a:lnTo>
                    <a:pt x="1989196" y="908504"/>
                  </a:lnTo>
                  <a:lnTo>
                    <a:pt x="2072080" y="902055"/>
                  </a:lnTo>
                  <a:lnTo>
                    <a:pt x="2154963" y="895407"/>
                  </a:lnTo>
                  <a:lnTo>
                    <a:pt x="2237846" y="888688"/>
                  </a:lnTo>
                  <a:lnTo>
                    <a:pt x="2320729" y="881912"/>
                  </a:lnTo>
                  <a:lnTo>
                    <a:pt x="2403612" y="874035"/>
                  </a:lnTo>
                  <a:lnTo>
                    <a:pt x="2486496" y="865024"/>
                  </a:lnTo>
                  <a:lnTo>
                    <a:pt x="2569379" y="855885"/>
                  </a:lnTo>
                  <a:lnTo>
                    <a:pt x="2652262" y="848743"/>
                  </a:lnTo>
                  <a:lnTo>
                    <a:pt x="2735145" y="844177"/>
                  </a:lnTo>
                  <a:lnTo>
                    <a:pt x="2818028" y="840151"/>
                  </a:lnTo>
                  <a:lnTo>
                    <a:pt x="2900912" y="835601"/>
                  </a:lnTo>
                  <a:lnTo>
                    <a:pt x="2983795" y="831170"/>
                  </a:lnTo>
                  <a:lnTo>
                    <a:pt x="3066678" y="829648"/>
                  </a:lnTo>
                  <a:lnTo>
                    <a:pt x="3149561" y="830191"/>
                  </a:lnTo>
                  <a:lnTo>
                    <a:pt x="3232444" y="829600"/>
                  </a:lnTo>
                  <a:lnTo>
                    <a:pt x="3315328" y="826857"/>
                  </a:lnTo>
                  <a:lnTo>
                    <a:pt x="3398211" y="824581"/>
                  </a:lnTo>
                  <a:lnTo>
                    <a:pt x="3481094" y="822955"/>
                  </a:lnTo>
                  <a:lnTo>
                    <a:pt x="3563977" y="820008"/>
                  </a:lnTo>
                  <a:lnTo>
                    <a:pt x="3646860" y="814733"/>
                  </a:lnTo>
                  <a:lnTo>
                    <a:pt x="3729744" y="806858"/>
                  </a:lnTo>
                  <a:lnTo>
                    <a:pt x="3812627" y="797359"/>
                  </a:lnTo>
                  <a:lnTo>
                    <a:pt x="3895510" y="786511"/>
                  </a:lnTo>
                  <a:lnTo>
                    <a:pt x="3978393" y="774057"/>
                  </a:lnTo>
                  <a:lnTo>
                    <a:pt x="4061276" y="759898"/>
                  </a:lnTo>
                  <a:lnTo>
                    <a:pt x="4144160" y="744088"/>
                  </a:lnTo>
                  <a:lnTo>
                    <a:pt x="4227043" y="726794"/>
                  </a:lnTo>
                  <a:lnTo>
                    <a:pt x="4309926" y="708221"/>
                  </a:lnTo>
                  <a:lnTo>
                    <a:pt x="4392809" y="688680"/>
                  </a:lnTo>
                  <a:lnTo>
                    <a:pt x="4475692" y="668288"/>
                  </a:lnTo>
                  <a:lnTo>
                    <a:pt x="4558576" y="646976"/>
                  </a:lnTo>
                  <a:lnTo>
                    <a:pt x="4641459" y="624636"/>
                  </a:lnTo>
                  <a:lnTo>
                    <a:pt x="4724342" y="601136"/>
                  </a:lnTo>
                  <a:lnTo>
                    <a:pt x="4807225" y="576323"/>
                  </a:lnTo>
                  <a:lnTo>
                    <a:pt x="4890108" y="550042"/>
                  </a:lnTo>
                  <a:lnTo>
                    <a:pt x="4972992" y="522140"/>
                  </a:lnTo>
                  <a:lnTo>
                    <a:pt x="5055875" y="492478"/>
                  </a:lnTo>
                  <a:lnTo>
                    <a:pt x="5138758" y="460940"/>
                  </a:lnTo>
                  <a:lnTo>
                    <a:pt x="5221641" y="427431"/>
                  </a:lnTo>
                  <a:lnTo>
                    <a:pt x="5304524" y="391884"/>
                  </a:lnTo>
                  <a:lnTo>
                    <a:pt x="5387408" y="354251"/>
                  </a:lnTo>
                  <a:lnTo>
                    <a:pt x="5470291" y="314504"/>
                  </a:lnTo>
                  <a:lnTo>
                    <a:pt x="5553174" y="272631"/>
                  </a:lnTo>
                  <a:lnTo>
                    <a:pt x="5636057" y="228629"/>
                  </a:lnTo>
                  <a:lnTo>
                    <a:pt x="5718940" y="182500"/>
                  </a:lnTo>
                  <a:lnTo>
                    <a:pt x="5801824" y="134255"/>
                  </a:lnTo>
                  <a:lnTo>
                    <a:pt x="5884707" y="83902"/>
                  </a:lnTo>
                  <a:lnTo>
                    <a:pt x="5967590" y="31453"/>
                  </a:lnTo>
                  <a:lnTo>
                    <a:pt x="6015395" y="0"/>
                  </a:lnTo>
                  <a:lnTo>
                    <a:pt x="6015395" y="655863"/>
                  </a:lnTo>
                  <a:lnTo>
                    <a:pt x="5967590" y="659675"/>
                  </a:lnTo>
                  <a:lnTo>
                    <a:pt x="5884707" y="666794"/>
                  </a:lnTo>
                  <a:lnTo>
                    <a:pt x="5801824" y="674460"/>
                  </a:lnTo>
                  <a:lnTo>
                    <a:pt x="5718940" y="682711"/>
                  </a:lnTo>
                  <a:lnTo>
                    <a:pt x="5636057" y="691584"/>
                  </a:lnTo>
                  <a:lnTo>
                    <a:pt x="5553174" y="701114"/>
                  </a:lnTo>
                  <a:lnTo>
                    <a:pt x="5470291" y="711332"/>
                  </a:lnTo>
                  <a:lnTo>
                    <a:pt x="5387408" y="722262"/>
                  </a:lnTo>
                  <a:lnTo>
                    <a:pt x="5304524" y="733917"/>
                  </a:lnTo>
                  <a:lnTo>
                    <a:pt x="5221641" y="746296"/>
                  </a:lnTo>
                  <a:lnTo>
                    <a:pt x="5138758" y="759381"/>
                  </a:lnTo>
                  <a:lnTo>
                    <a:pt x="5055875" y="773127"/>
                  </a:lnTo>
                  <a:lnTo>
                    <a:pt x="4972992" y="787470"/>
                  </a:lnTo>
                  <a:lnTo>
                    <a:pt x="4890108" y="802318"/>
                  </a:lnTo>
                  <a:lnTo>
                    <a:pt x="4807225" y="817560"/>
                  </a:lnTo>
                  <a:lnTo>
                    <a:pt x="4724342" y="833071"/>
                  </a:lnTo>
                  <a:lnTo>
                    <a:pt x="4641459" y="848720"/>
                  </a:lnTo>
                  <a:lnTo>
                    <a:pt x="4558576" y="864383"/>
                  </a:lnTo>
                  <a:lnTo>
                    <a:pt x="4475692" y="879954"/>
                  </a:lnTo>
                  <a:lnTo>
                    <a:pt x="4392809" y="895352"/>
                  </a:lnTo>
                  <a:lnTo>
                    <a:pt x="4309926" y="910534"/>
                  </a:lnTo>
                  <a:lnTo>
                    <a:pt x="4227043" y="924973"/>
                  </a:lnTo>
                  <a:lnTo>
                    <a:pt x="4144160" y="938060"/>
                  </a:lnTo>
                  <a:lnTo>
                    <a:pt x="4061276" y="950050"/>
                  </a:lnTo>
                  <a:lnTo>
                    <a:pt x="3978393" y="961168"/>
                  </a:lnTo>
                  <a:lnTo>
                    <a:pt x="3895510" y="971528"/>
                  </a:lnTo>
                  <a:lnTo>
                    <a:pt x="3812627" y="981088"/>
                  </a:lnTo>
                  <a:lnTo>
                    <a:pt x="3729744" y="989653"/>
                  </a:lnTo>
                  <a:lnTo>
                    <a:pt x="3646860" y="995632"/>
                  </a:lnTo>
                  <a:lnTo>
                    <a:pt x="3563977" y="997815"/>
                  </a:lnTo>
                  <a:lnTo>
                    <a:pt x="3481094" y="998606"/>
                  </a:lnTo>
                  <a:lnTo>
                    <a:pt x="3398211" y="999784"/>
                  </a:lnTo>
                  <a:lnTo>
                    <a:pt x="3315328" y="1002166"/>
                  </a:lnTo>
                  <a:lnTo>
                    <a:pt x="3232444" y="1002892"/>
                  </a:lnTo>
                  <a:lnTo>
                    <a:pt x="3149561" y="1000970"/>
                  </a:lnTo>
                  <a:lnTo>
                    <a:pt x="3066678" y="1000257"/>
                  </a:lnTo>
                  <a:lnTo>
                    <a:pt x="2983795" y="1002463"/>
                  </a:lnTo>
                  <a:lnTo>
                    <a:pt x="2900912" y="1005540"/>
                  </a:lnTo>
                  <a:lnTo>
                    <a:pt x="2818028" y="1008939"/>
                  </a:lnTo>
                  <a:lnTo>
                    <a:pt x="2735145" y="1013959"/>
                  </a:lnTo>
                  <a:lnTo>
                    <a:pt x="2652262" y="1020196"/>
                  </a:lnTo>
                  <a:lnTo>
                    <a:pt x="2569379" y="1027072"/>
                  </a:lnTo>
                  <a:lnTo>
                    <a:pt x="2486496" y="1035801"/>
                  </a:lnTo>
                  <a:lnTo>
                    <a:pt x="2403612" y="1045965"/>
                  </a:lnTo>
                  <a:lnTo>
                    <a:pt x="2320729" y="1055944"/>
                  </a:lnTo>
                  <a:lnTo>
                    <a:pt x="2237846" y="1063903"/>
                  </a:lnTo>
                  <a:lnTo>
                    <a:pt x="2154963" y="1071799"/>
                  </a:lnTo>
                  <a:lnTo>
                    <a:pt x="2072080" y="1080188"/>
                  </a:lnTo>
                  <a:lnTo>
                    <a:pt x="1989196" y="1089118"/>
                  </a:lnTo>
                  <a:lnTo>
                    <a:pt x="1906313" y="1098569"/>
                  </a:lnTo>
                  <a:lnTo>
                    <a:pt x="1823430" y="1108484"/>
                  </a:lnTo>
                  <a:lnTo>
                    <a:pt x="1740547" y="1118841"/>
                  </a:lnTo>
                  <a:lnTo>
                    <a:pt x="1657664" y="1130023"/>
                  </a:lnTo>
                  <a:lnTo>
                    <a:pt x="1574780" y="1142355"/>
                  </a:lnTo>
                  <a:lnTo>
                    <a:pt x="1491897" y="1156062"/>
                  </a:lnTo>
                  <a:lnTo>
                    <a:pt x="1409014" y="1171354"/>
                  </a:lnTo>
                  <a:lnTo>
                    <a:pt x="1326131" y="1188407"/>
                  </a:lnTo>
                  <a:lnTo>
                    <a:pt x="1243248" y="1207350"/>
                  </a:lnTo>
                  <a:lnTo>
                    <a:pt x="1160364" y="1228260"/>
                  </a:lnTo>
                  <a:lnTo>
                    <a:pt x="1077481" y="1251174"/>
                  </a:lnTo>
                  <a:lnTo>
                    <a:pt x="994598" y="1276091"/>
                  </a:lnTo>
                  <a:lnTo>
                    <a:pt x="911715" y="1302990"/>
                  </a:lnTo>
                  <a:lnTo>
                    <a:pt x="828832" y="1331833"/>
                  </a:lnTo>
                  <a:lnTo>
                    <a:pt x="745948" y="1362578"/>
                  </a:lnTo>
                  <a:lnTo>
                    <a:pt x="674071" y="13908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3987608"/>
              <a:ext cx="6015395" cy="941124"/>
            </a:xfrm>
            <a:custGeom>
              <a:avLst/>
              <a:pathLst>
                <a:path w="6015395" h="941124">
                  <a:moveTo>
                    <a:pt x="0" y="740567"/>
                  </a:moveTo>
                  <a:lnTo>
                    <a:pt x="82883" y="763560"/>
                  </a:lnTo>
                  <a:lnTo>
                    <a:pt x="165766" y="785301"/>
                  </a:lnTo>
                  <a:lnTo>
                    <a:pt x="248649" y="805766"/>
                  </a:lnTo>
                  <a:lnTo>
                    <a:pt x="331532" y="824930"/>
                  </a:lnTo>
                  <a:lnTo>
                    <a:pt x="414416" y="842766"/>
                  </a:lnTo>
                  <a:lnTo>
                    <a:pt x="497299" y="859242"/>
                  </a:lnTo>
                  <a:lnTo>
                    <a:pt x="580182" y="874325"/>
                  </a:lnTo>
                  <a:lnTo>
                    <a:pt x="663065" y="887978"/>
                  </a:lnTo>
                  <a:lnTo>
                    <a:pt x="745948" y="900161"/>
                  </a:lnTo>
                  <a:lnTo>
                    <a:pt x="828832" y="910831"/>
                  </a:lnTo>
                  <a:lnTo>
                    <a:pt x="911715" y="919946"/>
                  </a:lnTo>
                  <a:lnTo>
                    <a:pt x="994598" y="927463"/>
                  </a:lnTo>
                  <a:lnTo>
                    <a:pt x="1077481" y="933347"/>
                  </a:lnTo>
                  <a:lnTo>
                    <a:pt x="1160364" y="937579"/>
                  </a:lnTo>
                  <a:lnTo>
                    <a:pt x="1243248" y="940159"/>
                  </a:lnTo>
                  <a:lnTo>
                    <a:pt x="1326131" y="941124"/>
                  </a:lnTo>
                  <a:lnTo>
                    <a:pt x="1409014" y="940554"/>
                  </a:lnTo>
                  <a:lnTo>
                    <a:pt x="1491897" y="938578"/>
                  </a:lnTo>
                  <a:lnTo>
                    <a:pt x="1574780" y="935376"/>
                  </a:lnTo>
                  <a:lnTo>
                    <a:pt x="1657664" y="931157"/>
                  </a:lnTo>
                  <a:lnTo>
                    <a:pt x="1740547" y="926147"/>
                  </a:lnTo>
                  <a:lnTo>
                    <a:pt x="1823430" y="920588"/>
                  </a:lnTo>
                  <a:lnTo>
                    <a:pt x="1906313" y="914690"/>
                  </a:lnTo>
                  <a:lnTo>
                    <a:pt x="1989196" y="908504"/>
                  </a:lnTo>
                  <a:lnTo>
                    <a:pt x="2072080" y="902055"/>
                  </a:lnTo>
                  <a:lnTo>
                    <a:pt x="2154963" y="895407"/>
                  </a:lnTo>
                  <a:lnTo>
                    <a:pt x="2237846" y="888688"/>
                  </a:lnTo>
                  <a:lnTo>
                    <a:pt x="2320729" y="881912"/>
                  </a:lnTo>
                  <a:lnTo>
                    <a:pt x="2403612" y="874035"/>
                  </a:lnTo>
                  <a:lnTo>
                    <a:pt x="2486496" y="865024"/>
                  </a:lnTo>
                  <a:lnTo>
                    <a:pt x="2569379" y="855885"/>
                  </a:lnTo>
                  <a:lnTo>
                    <a:pt x="2652262" y="848743"/>
                  </a:lnTo>
                  <a:lnTo>
                    <a:pt x="2735145" y="844177"/>
                  </a:lnTo>
                  <a:lnTo>
                    <a:pt x="2818028" y="840151"/>
                  </a:lnTo>
                  <a:lnTo>
                    <a:pt x="2900912" y="835601"/>
                  </a:lnTo>
                  <a:lnTo>
                    <a:pt x="2983795" y="831170"/>
                  </a:lnTo>
                  <a:lnTo>
                    <a:pt x="3066678" y="829648"/>
                  </a:lnTo>
                  <a:lnTo>
                    <a:pt x="3149561" y="830191"/>
                  </a:lnTo>
                  <a:lnTo>
                    <a:pt x="3232444" y="829600"/>
                  </a:lnTo>
                  <a:lnTo>
                    <a:pt x="3315328" y="826857"/>
                  </a:lnTo>
                  <a:lnTo>
                    <a:pt x="3398211" y="824581"/>
                  </a:lnTo>
                  <a:lnTo>
                    <a:pt x="3481094" y="822955"/>
                  </a:lnTo>
                  <a:lnTo>
                    <a:pt x="3563977" y="820008"/>
                  </a:lnTo>
                  <a:lnTo>
                    <a:pt x="3646860" y="814733"/>
                  </a:lnTo>
                  <a:lnTo>
                    <a:pt x="3729744" y="806858"/>
                  </a:lnTo>
                  <a:lnTo>
                    <a:pt x="3812627" y="797359"/>
                  </a:lnTo>
                  <a:lnTo>
                    <a:pt x="3895510" y="786511"/>
                  </a:lnTo>
                  <a:lnTo>
                    <a:pt x="3978393" y="774057"/>
                  </a:lnTo>
                  <a:lnTo>
                    <a:pt x="4061276" y="759898"/>
                  </a:lnTo>
                  <a:lnTo>
                    <a:pt x="4144160" y="744088"/>
                  </a:lnTo>
                  <a:lnTo>
                    <a:pt x="4227043" y="726794"/>
                  </a:lnTo>
                  <a:lnTo>
                    <a:pt x="4309926" y="708221"/>
                  </a:lnTo>
                  <a:lnTo>
                    <a:pt x="4392809" y="688680"/>
                  </a:lnTo>
                  <a:lnTo>
                    <a:pt x="4475692" y="668288"/>
                  </a:lnTo>
                  <a:lnTo>
                    <a:pt x="4558576" y="646976"/>
                  </a:lnTo>
                  <a:lnTo>
                    <a:pt x="4641459" y="624636"/>
                  </a:lnTo>
                  <a:lnTo>
                    <a:pt x="4724342" y="601136"/>
                  </a:lnTo>
                  <a:lnTo>
                    <a:pt x="4807225" y="576323"/>
                  </a:lnTo>
                  <a:lnTo>
                    <a:pt x="4890108" y="550042"/>
                  </a:lnTo>
                  <a:lnTo>
                    <a:pt x="4972992" y="522140"/>
                  </a:lnTo>
                  <a:lnTo>
                    <a:pt x="5055875" y="492478"/>
                  </a:lnTo>
                  <a:lnTo>
                    <a:pt x="5138758" y="460940"/>
                  </a:lnTo>
                  <a:lnTo>
                    <a:pt x="5221641" y="427431"/>
                  </a:lnTo>
                  <a:lnTo>
                    <a:pt x="5304524" y="391884"/>
                  </a:lnTo>
                  <a:lnTo>
                    <a:pt x="5387408" y="354251"/>
                  </a:lnTo>
                  <a:lnTo>
                    <a:pt x="5470291" y="314504"/>
                  </a:lnTo>
                  <a:lnTo>
                    <a:pt x="5553174" y="272631"/>
                  </a:lnTo>
                  <a:lnTo>
                    <a:pt x="5636057" y="228629"/>
                  </a:lnTo>
                  <a:lnTo>
                    <a:pt x="5718940" y="182500"/>
                  </a:lnTo>
                  <a:lnTo>
                    <a:pt x="5801824" y="134255"/>
                  </a:lnTo>
                  <a:lnTo>
                    <a:pt x="5884707" y="83902"/>
                  </a:lnTo>
                  <a:lnTo>
                    <a:pt x="5967590" y="31453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46536" y="4643471"/>
              <a:ext cx="5341324" cy="734988"/>
            </a:xfrm>
            <a:custGeom>
              <a:avLst/>
              <a:pathLst>
                <a:path w="5341324" h="734988">
                  <a:moveTo>
                    <a:pt x="5341324" y="0"/>
                  </a:moveTo>
                  <a:lnTo>
                    <a:pt x="5293519" y="3812"/>
                  </a:lnTo>
                  <a:lnTo>
                    <a:pt x="5210635" y="10930"/>
                  </a:lnTo>
                  <a:lnTo>
                    <a:pt x="5127752" y="18596"/>
                  </a:lnTo>
                  <a:lnTo>
                    <a:pt x="5044869" y="26847"/>
                  </a:lnTo>
                  <a:lnTo>
                    <a:pt x="4961986" y="35720"/>
                  </a:lnTo>
                  <a:lnTo>
                    <a:pt x="4879103" y="45250"/>
                  </a:lnTo>
                  <a:lnTo>
                    <a:pt x="4796219" y="55468"/>
                  </a:lnTo>
                  <a:lnTo>
                    <a:pt x="4713336" y="66398"/>
                  </a:lnTo>
                  <a:lnTo>
                    <a:pt x="4630453" y="78053"/>
                  </a:lnTo>
                  <a:lnTo>
                    <a:pt x="4547570" y="90433"/>
                  </a:lnTo>
                  <a:lnTo>
                    <a:pt x="4464687" y="103517"/>
                  </a:lnTo>
                  <a:lnTo>
                    <a:pt x="4381803" y="117264"/>
                  </a:lnTo>
                  <a:lnTo>
                    <a:pt x="4298920" y="131607"/>
                  </a:lnTo>
                  <a:lnTo>
                    <a:pt x="4216037" y="146455"/>
                  </a:lnTo>
                  <a:lnTo>
                    <a:pt x="4133154" y="161697"/>
                  </a:lnTo>
                  <a:lnTo>
                    <a:pt x="4050271" y="177207"/>
                  </a:lnTo>
                  <a:lnTo>
                    <a:pt x="3967387" y="192856"/>
                  </a:lnTo>
                  <a:lnTo>
                    <a:pt x="3884504" y="208520"/>
                  </a:lnTo>
                  <a:lnTo>
                    <a:pt x="3801621" y="224090"/>
                  </a:lnTo>
                  <a:lnTo>
                    <a:pt x="3718738" y="239488"/>
                  </a:lnTo>
                  <a:lnTo>
                    <a:pt x="3635855" y="254671"/>
                  </a:lnTo>
                  <a:lnTo>
                    <a:pt x="3552971" y="269109"/>
                  </a:lnTo>
                  <a:lnTo>
                    <a:pt x="3470088" y="282196"/>
                  </a:lnTo>
                  <a:lnTo>
                    <a:pt x="3387205" y="294186"/>
                  </a:lnTo>
                  <a:lnTo>
                    <a:pt x="3304322" y="305304"/>
                  </a:lnTo>
                  <a:lnTo>
                    <a:pt x="3221439" y="315664"/>
                  </a:lnTo>
                  <a:lnTo>
                    <a:pt x="3138555" y="325225"/>
                  </a:lnTo>
                  <a:lnTo>
                    <a:pt x="3055672" y="333790"/>
                  </a:lnTo>
                  <a:lnTo>
                    <a:pt x="2972789" y="339769"/>
                  </a:lnTo>
                  <a:lnTo>
                    <a:pt x="2889906" y="341952"/>
                  </a:lnTo>
                  <a:lnTo>
                    <a:pt x="2807023" y="342742"/>
                  </a:lnTo>
                  <a:lnTo>
                    <a:pt x="2724139" y="343920"/>
                  </a:lnTo>
                  <a:lnTo>
                    <a:pt x="2641256" y="346303"/>
                  </a:lnTo>
                  <a:lnTo>
                    <a:pt x="2558373" y="347028"/>
                  </a:lnTo>
                  <a:lnTo>
                    <a:pt x="2475490" y="345107"/>
                  </a:lnTo>
                  <a:lnTo>
                    <a:pt x="2392607" y="344394"/>
                  </a:lnTo>
                  <a:lnTo>
                    <a:pt x="2309723" y="346600"/>
                  </a:lnTo>
                  <a:lnTo>
                    <a:pt x="2226840" y="349677"/>
                  </a:lnTo>
                  <a:lnTo>
                    <a:pt x="2143957" y="353075"/>
                  </a:lnTo>
                  <a:lnTo>
                    <a:pt x="2061074" y="358095"/>
                  </a:lnTo>
                  <a:lnTo>
                    <a:pt x="1978191" y="364332"/>
                  </a:lnTo>
                  <a:lnTo>
                    <a:pt x="1895307" y="371208"/>
                  </a:lnTo>
                  <a:lnTo>
                    <a:pt x="1812424" y="379938"/>
                  </a:lnTo>
                  <a:lnTo>
                    <a:pt x="1729541" y="390102"/>
                  </a:lnTo>
                  <a:lnTo>
                    <a:pt x="1646658" y="400080"/>
                  </a:lnTo>
                  <a:lnTo>
                    <a:pt x="1563775" y="408039"/>
                  </a:lnTo>
                  <a:lnTo>
                    <a:pt x="1480891" y="415935"/>
                  </a:lnTo>
                  <a:lnTo>
                    <a:pt x="1398008" y="424325"/>
                  </a:lnTo>
                  <a:lnTo>
                    <a:pt x="1315125" y="433255"/>
                  </a:lnTo>
                  <a:lnTo>
                    <a:pt x="1232242" y="442705"/>
                  </a:lnTo>
                  <a:lnTo>
                    <a:pt x="1149359" y="452620"/>
                  </a:lnTo>
                  <a:lnTo>
                    <a:pt x="1066475" y="462978"/>
                  </a:lnTo>
                  <a:lnTo>
                    <a:pt x="983592" y="474159"/>
                  </a:lnTo>
                  <a:lnTo>
                    <a:pt x="900709" y="486491"/>
                  </a:lnTo>
                  <a:lnTo>
                    <a:pt x="817826" y="500198"/>
                  </a:lnTo>
                  <a:lnTo>
                    <a:pt x="734943" y="515491"/>
                  </a:lnTo>
                  <a:lnTo>
                    <a:pt x="652059" y="532544"/>
                  </a:lnTo>
                  <a:lnTo>
                    <a:pt x="569176" y="551486"/>
                  </a:lnTo>
                  <a:lnTo>
                    <a:pt x="486293" y="572397"/>
                  </a:lnTo>
                  <a:lnTo>
                    <a:pt x="403410" y="595311"/>
                  </a:lnTo>
                  <a:lnTo>
                    <a:pt x="320527" y="620228"/>
                  </a:lnTo>
                  <a:lnTo>
                    <a:pt x="237643" y="647126"/>
                  </a:lnTo>
                  <a:lnTo>
                    <a:pt x="154760" y="675969"/>
                  </a:lnTo>
                  <a:lnTo>
                    <a:pt x="71877" y="706714"/>
                  </a:lnTo>
                  <a:lnTo>
                    <a:pt x="0" y="734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315540"/>
              <a:ext cx="6015395" cy="901443"/>
            </a:xfrm>
            <a:custGeom>
              <a:avLst/>
              <a:pathLst>
                <a:path w="6015395" h="901443">
                  <a:moveTo>
                    <a:pt x="0" y="901443"/>
                  </a:moveTo>
                  <a:lnTo>
                    <a:pt x="82883" y="889880"/>
                  </a:lnTo>
                  <a:lnTo>
                    <a:pt x="165766" y="878484"/>
                  </a:lnTo>
                  <a:lnTo>
                    <a:pt x="248649" y="867256"/>
                  </a:lnTo>
                  <a:lnTo>
                    <a:pt x="331532" y="856195"/>
                  </a:lnTo>
                  <a:lnTo>
                    <a:pt x="414416" y="845303"/>
                  </a:lnTo>
                  <a:lnTo>
                    <a:pt x="497299" y="834581"/>
                  </a:lnTo>
                  <a:lnTo>
                    <a:pt x="580182" y="824029"/>
                  </a:lnTo>
                  <a:lnTo>
                    <a:pt x="663065" y="813647"/>
                  </a:lnTo>
                  <a:lnTo>
                    <a:pt x="745948" y="803438"/>
                  </a:lnTo>
                  <a:lnTo>
                    <a:pt x="828832" y="793400"/>
                  </a:lnTo>
                  <a:lnTo>
                    <a:pt x="911715" y="783536"/>
                  </a:lnTo>
                  <a:lnTo>
                    <a:pt x="994598" y="773845"/>
                  </a:lnTo>
                  <a:lnTo>
                    <a:pt x="1077481" y="764329"/>
                  </a:lnTo>
                  <a:lnTo>
                    <a:pt x="1160364" y="754988"/>
                  </a:lnTo>
                  <a:lnTo>
                    <a:pt x="1243248" y="745822"/>
                  </a:lnTo>
                  <a:lnTo>
                    <a:pt x="1326131" y="736834"/>
                  </a:lnTo>
                  <a:lnTo>
                    <a:pt x="1409014" y="728022"/>
                  </a:lnTo>
                  <a:lnTo>
                    <a:pt x="1491897" y="719388"/>
                  </a:lnTo>
                  <a:lnTo>
                    <a:pt x="1574780" y="710933"/>
                  </a:lnTo>
                  <a:lnTo>
                    <a:pt x="1657664" y="702658"/>
                  </a:lnTo>
                  <a:lnTo>
                    <a:pt x="1740547" y="694562"/>
                  </a:lnTo>
                  <a:lnTo>
                    <a:pt x="1823430" y="686604"/>
                  </a:lnTo>
                  <a:lnTo>
                    <a:pt x="1906313" y="678698"/>
                  </a:lnTo>
                  <a:lnTo>
                    <a:pt x="1989196" y="670879"/>
                  </a:lnTo>
                  <a:lnTo>
                    <a:pt x="2072080" y="663190"/>
                  </a:lnTo>
                  <a:lnTo>
                    <a:pt x="2154963" y="655671"/>
                  </a:lnTo>
                  <a:lnTo>
                    <a:pt x="2237846" y="648364"/>
                  </a:lnTo>
                  <a:lnTo>
                    <a:pt x="2320729" y="640996"/>
                  </a:lnTo>
                  <a:lnTo>
                    <a:pt x="2403612" y="632068"/>
                  </a:lnTo>
                  <a:lnTo>
                    <a:pt x="2486496" y="622481"/>
                  </a:lnTo>
                  <a:lnTo>
                    <a:pt x="2569379" y="613546"/>
                  </a:lnTo>
                  <a:lnTo>
                    <a:pt x="2652262" y="606537"/>
                  </a:lnTo>
                  <a:lnTo>
                    <a:pt x="2735145" y="601136"/>
                  </a:lnTo>
                  <a:lnTo>
                    <a:pt x="2818028" y="596613"/>
                  </a:lnTo>
                  <a:lnTo>
                    <a:pt x="2900912" y="592639"/>
                  </a:lnTo>
                  <a:lnTo>
                    <a:pt x="2983795" y="588885"/>
                  </a:lnTo>
                  <a:lnTo>
                    <a:pt x="3066678" y="587021"/>
                  </a:lnTo>
                  <a:lnTo>
                    <a:pt x="3149561" y="587649"/>
                  </a:lnTo>
                  <a:lnTo>
                    <a:pt x="3232444" y="588314"/>
                  </a:lnTo>
                  <a:lnTo>
                    <a:pt x="3315328" y="586580"/>
                  </a:lnTo>
                  <a:lnTo>
                    <a:pt x="3398211" y="584251"/>
                  </a:lnTo>
                  <a:lnTo>
                    <a:pt x="3481094" y="582849"/>
                  </a:lnTo>
                  <a:lnTo>
                    <a:pt x="3563977" y="580980"/>
                  </a:lnTo>
                  <a:lnTo>
                    <a:pt x="3646860" y="577251"/>
                  </a:lnTo>
                  <a:lnTo>
                    <a:pt x="3729744" y="570324"/>
                  </a:lnTo>
                  <a:lnTo>
                    <a:pt x="3812627" y="561292"/>
                  </a:lnTo>
                  <a:lnTo>
                    <a:pt x="3895510" y="551087"/>
                  </a:lnTo>
                  <a:lnTo>
                    <a:pt x="3978393" y="539680"/>
                  </a:lnTo>
                  <a:lnTo>
                    <a:pt x="4061276" y="527042"/>
                  </a:lnTo>
                  <a:lnTo>
                    <a:pt x="4144160" y="513142"/>
                  </a:lnTo>
                  <a:lnTo>
                    <a:pt x="4227043" y="497952"/>
                  </a:lnTo>
                  <a:lnTo>
                    <a:pt x="4309926" y="481446"/>
                  </a:lnTo>
                  <a:lnTo>
                    <a:pt x="4392809" y="464084"/>
                  </a:lnTo>
                  <a:lnTo>
                    <a:pt x="4475692" y="446189"/>
                  </a:lnTo>
                  <a:lnTo>
                    <a:pt x="4558576" y="427748"/>
                  </a:lnTo>
                  <a:lnTo>
                    <a:pt x="4641459" y="408746"/>
                  </a:lnTo>
                  <a:lnTo>
                    <a:pt x="4724342" y="389172"/>
                  </a:lnTo>
                  <a:lnTo>
                    <a:pt x="4807225" y="369010"/>
                  </a:lnTo>
                  <a:lnTo>
                    <a:pt x="4890108" y="348248"/>
                  </a:lnTo>
                  <a:lnTo>
                    <a:pt x="4972992" y="326873"/>
                  </a:lnTo>
                  <a:lnTo>
                    <a:pt x="5055875" y="304871"/>
                  </a:lnTo>
                  <a:lnTo>
                    <a:pt x="5138758" y="282228"/>
                  </a:lnTo>
                  <a:lnTo>
                    <a:pt x="5221641" y="258932"/>
                  </a:lnTo>
                  <a:lnTo>
                    <a:pt x="5304524" y="234969"/>
                  </a:lnTo>
                  <a:lnTo>
                    <a:pt x="5387408" y="210324"/>
                  </a:lnTo>
                  <a:lnTo>
                    <a:pt x="5470291" y="184986"/>
                  </a:lnTo>
                  <a:lnTo>
                    <a:pt x="5553174" y="158941"/>
                  </a:lnTo>
                  <a:lnTo>
                    <a:pt x="5636057" y="132174"/>
                  </a:lnTo>
                  <a:lnTo>
                    <a:pt x="5718940" y="104674"/>
                  </a:lnTo>
                  <a:lnTo>
                    <a:pt x="5801824" y="76425"/>
                  </a:lnTo>
                  <a:lnTo>
                    <a:pt x="5884707" y="47416"/>
                  </a:lnTo>
                  <a:lnTo>
                    <a:pt x="5967590" y="17633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101492"/>
              <a:ext cx="6015395" cy="1276967"/>
            </a:xfrm>
            <a:custGeom>
              <a:avLst/>
              <a:pathLst>
                <a:path w="6015395" h="1276967">
                  <a:moveTo>
                    <a:pt x="0" y="675432"/>
                  </a:moveTo>
                  <a:lnTo>
                    <a:pt x="82883" y="696751"/>
                  </a:lnTo>
                  <a:lnTo>
                    <a:pt x="165766" y="716966"/>
                  </a:lnTo>
                  <a:lnTo>
                    <a:pt x="248649" y="736058"/>
                  </a:lnTo>
                  <a:lnTo>
                    <a:pt x="331532" y="754005"/>
                  </a:lnTo>
                  <a:lnTo>
                    <a:pt x="414416" y="770784"/>
                  </a:lnTo>
                  <a:lnTo>
                    <a:pt x="497299" y="786369"/>
                  </a:lnTo>
                  <a:lnTo>
                    <a:pt x="580182" y="800731"/>
                  </a:lnTo>
                  <a:lnTo>
                    <a:pt x="663065" y="813837"/>
                  </a:lnTo>
                  <a:lnTo>
                    <a:pt x="745948" y="825654"/>
                  </a:lnTo>
                  <a:lnTo>
                    <a:pt x="828832" y="836146"/>
                  </a:lnTo>
                  <a:lnTo>
                    <a:pt x="911715" y="845274"/>
                  </a:lnTo>
                  <a:lnTo>
                    <a:pt x="994598" y="853004"/>
                  </a:lnTo>
                  <a:lnTo>
                    <a:pt x="1077481" y="859305"/>
                  </a:lnTo>
                  <a:lnTo>
                    <a:pt x="1160364" y="864160"/>
                  </a:lnTo>
                  <a:lnTo>
                    <a:pt x="1243248" y="867571"/>
                  </a:lnTo>
                  <a:lnTo>
                    <a:pt x="1326131" y="869570"/>
                  </a:lnTo>
                  <a:lnTo>
                    <a:pt x="1409014" y="870227"/>
                  </a:lnTo>
                  <a:lnTo>
                    <a:pt x="1491897" y="869657"/>
                  </a:lnTo>
                  <a:lnTo>
                    <a:pt x="1574780" y="868015"/>
                  </a:lnTo>
                  <a:lnTo>
                    <a:pt x="1657664" y="865484"/>
                  </a:lnTo>
                  <a:lnTo>
                    <a:pt x="1740547" y="862264"/>
                  </a:lnTo>
                  <a:lnTo>
                    <a:pt x="1823430" y="858588"/>
                  </a:lnTo>
                  <a:lnTo>
                    <a:pt x="1906313" y="854685"/>
                  </a:lnTo>
                  <a:lnTo>
                    <a:pt x="1989196" y="850565"/>
                  </a:lnTo>
                  <a:lnTo>
                    <a:pt x="2072080" y="846218"/>
                  </a:lnTo>
                  <a:lnTo>
                    <a:pt x="2154963" y="841664"/>
                  </a:lnTo>
                  <a:lnTo>
                    <a:pt x="2237846" y="836980"/>
                  </a:lnTo>
                  <a:lnTo>
                    <a:pt x="2320729" y="832035"/>
                  </a:lnTo>
                  <a:lnTo>
                    <a:pt x="2403612" y="825401"/>
                  </a:lnTo>
                  <a:lnTo>
                    <a:pt x="2486496" y="817435"/>
                  </a:lnTo>
                  <a:lnTo>
                    <a:pt x="2569379" y="809551"/>
                  </a:lnTo>
                  <a:lnTo>
                    <a:pt x="2652262" y="804080"/>
                  </a:lnTo>
                  <a:lnTo>
                    <a:pt x="2735145" y="800478"/>
                  </a:lnTo>
                  <a:lnTo>
                    <a:pt x="2818028" y="796969"/>
                  </a:lnTo>
                  <a:lnTo>
                    <a:pt x="2900912" y="793416"/>
                  </a:lnTo>
                  <a:lnTo>
                    <a:pt x="2983795" y="791168"/>
                  </a:lnTo>
                  <a:lnTo>
                    <a:pt x="3066678" y="793243"/>
                  </a:lnTo>
                  <a:lnTo>
                    <a:pt x="3149561" y="798351"/>
                  </a:lnTo>
                  <a:lnTo>
                    <a:pt x="3232444" y="802766"/>
                  </a:lnTo>
                  <a:lnTo>
                    <a:pt x="3315328" y="804668"/>
                  </a:lnTo>
                  <a:lnTo>
                    <a:pt x="3398211" y="807044"/>
                  </a:lnTo>
                  <a:lnTo>
                    <a:pt x="3481094" y="810625"/>
                  </a:lnTo>
                  <a:lnTo>
                    <a:pt x="3563977" y="813135"/>
                  </a:lnTo>
                  <a:lnTo>
                    <a:pt x="3646860" y="813140"/>
                  </a:lnTo>
                  <a:lnTo>
                    <a:pt x="3729744" y="809872"/>
                  </a:lnTo>
                  <a:lnTo>
                    <a:pt x="3812627" y="804754"/>
                  </a:lnTo>
                  <a:lnTo>
                    <a:pt x="3895510" y="798369"/>
                  </a:lnTo>
                  <a:lnTo>
                    <a:pt x="3978393" y="790355"/>
                  </a:lnTo>
                  <a:lnTo>
                    <a:pt x="4061276" y="780486"/>
                  </a:lnTo>
                  <a:lnTo>
                    <a:pt x="4144160" y="768671"/>
                  </a:lnTo>
                  <a:lnTo>
                    <a:pt x="4227043" y="754914"/>
                  </a:lnTo>
                  <a:lnTo>
                    <a:pt x="4309926" y="739256"/>
                  </a:lnTo>
                  <a:lnTo>
                    <a:pt x="4392809" y="722042"/>
                  </a:lnTo>
                  <a:lnTo>
                    <a:pt x="4475692" y="703484"/>
                  </a:lnTo>
                  <a:lnTo>
                    <a:pt x="4558576" y="683525"/>
                  </a:lnTo>
                  <a:lnTo>
                    <a:pt x="4641459" y="662072"/>
                  </a:lnTo>
                  <a:lnTo>
                    <a:pt x="4724342" y="639014"/>
                  </a:lnTo>
                  <a:lnTo>
                    <a:pt x="4807225" y="614219"/>
                  </a:lnTo>
                  <a:lnTo>
                    <a:pt x="4890108" y="587555"/>
                  </a:lnTo>
                  <a:lnTo>
                    <a:pt x="4972992" y="558890"/>
                  </a:lnTo>
                  <a:lnTo>
                    <a:pt x="5055875" y="528108"/>
                  </a:lnTo>
                  <a:lnTo>
                    <a:pt x="5138758" y="495107"/>
                  </a:lnTo>
                  <a:lnTo>
                    <a:pt x="5221641" y="459810"/>
                  </a:lnTo>
                  <a:lnTo>
                    <a:pt x="5304524" y="422159"/>
                  </a:lnTo>
                  <a:lnTo>
                    <a:pt x="5387408" y="382115"/>
                  </a:lnTo>
                  <a:lnTo>
                    <a:pt x="5470291" y="339658"/>
                  </a:lnTo>
                  <a:lnTo>
                    <a:pt x="5553174" y="294777"/>
                  </a:lnTo>
                  <a:lnTo>
                    <a:pt x="5636057" y="247473"/>
                  </a:lnTo>
                  <a:lnTo>
                    <a:pt x="5718940" y="197752"/>
                  </a:lnTo>
                  <a:lnTo>
                    <a:pt x="5801824" y="145623"/>
                  </a:lnTo>
                  <a:lnTo>
                    <a:pt x="5884707" y="91099"/>
                  </a:lnTo>
                  <a:lnTo>
                    <a:pt x="5967590" y="34191"/>
                  </a:lnTo>
                  <a:lnTo>
                    <a:pt x="6015395" y="0"/>
                  </a:lnTo>
                  <a:lnTo>
                    <a:pt x="6015395" y="571697"/>
                  </a:lnTo>
                  <a:lnTo>
                    <a:pt x="5967590" y="581794"/>
                  </a:lnTo>
                  <a:lnTo>
                    <a:pt x="5884707" y="599189"/>
                  </a:lnTo>
                  <a:lnTo>
                    <a:pt x="5801824" y="616505"/>
                  </a:lnTo>
                  <a:lnTo>
                    <a:pt x="5718940" y="633771"/>
                  </a:lnTo>
                  <a:lnTo>
                    <a:pt x="5636057" y="651017"/>
                  </a:lnTo>
                  <a:lnTo>
                    <a:pt x="5553174" y="668272"/>
                  </a:lnTo>
                  <a:lnTo>
                    <a:pt x="5470291" y="685561"/>
                  </a:lnTo>
                  <a:lnTo>
                    <a:pt x="5387408" y="702900"/>
                  </a:lnTo>
                  <a:lnTo>
                    <a:pt x="5304524" y="720299"/>
                  </a:lnTo>
                  <a:lnTo>
                    <a:pt x="5221641" y="737756"/>
                  </a:lnTo>
                  <a:lnTo>
                    <a:pt x="5138758" y="755250"/>
                  </a:lnTo>
                  <a:lnTo>
                    <a:pt x="5055875" y="772742"/>
                  </a:lnTo>
                  <a:lnTo>
                    <a:pt x="4972992" y="790171"/>
                  </a:lnTo>
                  <a:lnTo>
                    <a:pt x="4890108" y="807457"/>
                  </a:lnTo>
                  <a:lnTo>
                    <a:pt x="4807225" y="824498"/>
                  </a:lnTo>
                  <a:lnTo>
                    <a:pt x="4724342" y="841185"/>
                  </a:lnTo>
                  <a:lnTo>
                    <a:pt x="4641459" y="857400"/>
                  </a:lnTo>
                  <a:lnTo>
                    <a:pt x="4558576" y="873033"/>
                  </a:lnTo>
                  <a:lnTo>
                    <a:pt x="4475692" y="887988"/>
                  </a:lnTo>
                  <a:lnTo>
                    <a:pt x="4392809" y="902192"/>
                  </a:lnTo>
                  <a:lnTo>
                    <a:pt x="4309926" y="915607"/>
                  </a:lnTo>
                  <a:lnTo>
                    <a:pt x="4227043" y="927661"/>
                  </a:lnTo>
                  <a:lnTo>
                    <a:pt x="4144160" y="937751"/>
                  </a:lnTo>
                  <a:lnTo>
                    <a:pt x="4061276" y="946236"/>
                  </a:lnTo>
                  <a:lnTo>
                    <a:pt x="3978393" y="953454"/>
                  </a:lnTo>
                  <a:lnTo>
                    <a:pt x="3895510" y="959643"/>
                  </a:lnTo>
                  <a:lnTo>
                    <a:pt x="3812627" y="964905"/>
                  </a:lnTo>
                  <a:lnTo>
                    <a:pt x="3729744" y="969210"/>
                  </a:lnTo>
                  <a:lnTo>
                    <a:pt x="3646860" y="970825"/>
                  </a:lnTo>
                  <a:lnTo>
                    <a:pt x="3563977" y="968125"/>
                  </a:lnTo>
                  <a:lnTo>
                    <a:pt x="3481094" y="963735"/>
                  </a:lnTo>
                  <a:lnTo>
                    <a:pt x="3398211" y="959763"/>
                  </a:lnTo>
                  <a:lnTo>
                    <a:pt x="3315328" y="957480"/>
                  </a:lnTo>
                  <a:lnTo>
                    <a:pt x="3232444" y="953819"/>
                  </a:lnTo>
                  <a:lnTo>
                    <a:pt x="3149561" y="947215"/>
                  </a:lnTo>
                  <a:lnTo>
                    <a:pt x="3066678" y="941958"/>
                  </a:lnTo>
                  <a:lnTo>
                    <a:pt x="2983795" y="940480"/>
                  </a:lnTo>
                  <a:lnTo>
                    <a:pt x="2900912" y="941548"/>
                  </a:lnTo>
                  <a:lnTo>
                    <a:pt x="2818028" y="944097"/>
                  </a:lnTo>
                  <a:lnTo>
                    <a:pt x="2735145" y="948472"/>
                  </a:lnTo>
                  <a:lnTo>
                    <a:pt x="2652262" y="953530"/>
                  </a:lnTo>
                  <a:lnTo>
                    <a:pt x="2569379" y="958770"/>
                  </a:lnTo>
                  <a:lnTo>
                    <a:pt x="2486496" y="966297"/>
                  </a:lnTo>
                  <a:lnTo>
                    <a:pt x="2403612" y="975267"/>
                  </a:lnTo>
                  <a:lnTo>
                    <a:pt x="2320729" y="983733"/>
                  </a:lnTo>
                  <a:lnTo>
                    <a:pt x="2237846" y="989709"/>
                  </a:lnTo>
                  <a:lnTo>
                    <a:pt x="2154963" y="995420"/>
                  </a:lnTo>
                  <a:lnTo>
                    <a:pt x="2072080" y="1001492"/>
                  </a:lnTo>
                  <a:lnTo>
                    <a:pt x="1989196" y="1008002"/>
                  </a:lnTo>
                  <a:lnTo>
                    <a:pt x="1906313" y="1014966"/>
                  </a:lnTo>
                  <a:lnTo>
                    <a:pt x="1823430" y="1022372"/>
                  </a:lnTo>
                  <a:lnTo>
                    <a:pt x="1740547" y="1030230"/>
                  </a:lnTo>
                  <a:lnTo>
                    <a:pt x="1657664" y="1038830"/>
                  </a:lnTo>
                  <a:lnTo>
                    <a:pt x="1574780" y="1048433"/>
                  </a:lnTo>
                  <a:lnTo>
                    <a:pt x="1491897" y="1059231"/>
                  </a:lnTo>
                  <a:lnTo>
                    <a:pt x="1409014" y="1071410"/>
                  </a:lnTo>
                  <a:lnTo>
                    <a:pt x="1326131" y="1085120"/>
                  </a:lnTo>
                  <a:lnTo>
                    <a:pt x="1243248" y="1100473"/>
                  </a:lnTo>
                  <a:lnTo>
                    <a:pt x="1160364" y="1117539"/>
                  </a:lnTo>
                  <a:lnTo>
                    <a:pt x="1077481" y="1136345"/>
                  </a:lnTo>
                  <a:lnTo>
                    <a:pt x="994598" y="1156893"/>
                  </a:lnTo>
                  <a:lnTo>
                    <a:pt x="911715" y="1179162"/>
                  </a:lnTo>
                  <a:lnTo>
                    <a:pt x="828832" y="1203121"/>
                  </a:lnTo>
                  <a:lnTo>
                    <a:pt x="745948" y="1228730"/>
                  </a:lnTo>
                  <a:lnTo>
                    <a:pt x="663065" y="1255951"/>
                  </a:lnTo>
                  <a:lnTo>
                    <a:pt x="602570" y="12769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101492"/>
              <a:ext cx="6015395" cy="870227"/>
            </a:xfrm>
            <a:custGeom>
              <a:avLst/>
              <a:pathLst>
                <a:path w="6015395" h="870227">
                  <a:moveTo>
                    <a:pt x="0" y="675432"/>
                  </a:moveTo>
                  <a:lnTo>
                    <a:pt x="82883" y="696751"/>
                  </a:lnTo>
                  <a:lnTo>
                    <a:pt x="165766" y="716966"/>
                  </a:lnTo>
                  <a:lnTo>
                    <a:pt x="248649" y="736058"/>
                  </a:lnTo>
                  <a:lnTo>
                    <a:pt x="331532" y="754005"/>
                  </a:lnTo>
                  <a:lnTo>
                    <a:pt x="414416" y="770784"/>
                  </a:lnTo>
                  <a:lnTo>
                    <a:pt x="497299" y="786369"/>
                  </a:lnTo>
                  <a:lnTo>
                    <a:pt x="580182" y="800731"/>
                  </a:lnTo>
                  <a:lnTo>
                    <a:pt x="663065" y="813837"/>
                  </a:lnTo>
                  <a:lnTo>
                    <a:pt x="745948" y="825654"/>
                  </a:lnTo>
                  <a:lnTo>
                    <a:pt x="828832" y="836146"/>
                  </a:lnTo>
                  <a:lnTo>
                    <a:pt x="911715" y="845274"/>
                  </a:lnTo>
                  <a:lnTo>
                    <a:pt x="994598" y="853004"/>
                  </a:lnTo>
                  <a:lnTo>
                    <a:pt x="1077481" y="859305"/>
                  </a:lnTo>
                  <a:lnTo>
                    <a:pt x="1160364" y="864160"/>
                  </a:lnTo>
                  <a:lnTo>
                    <a:pt x="1243248" y="867571"/>
                  </a:lnTo>
                  <a:lnTo>
                    <a:pt x="1326131" y="869570"/>
                  </a:lnTo>
                  <a:lnTo>
                    <a:pt x="1409014" y="870227"/>
                  </a:lnTo>
                  <a:lnTo>
                    <a:pt x="1491897" y="869657"/>
                  </a:lnTo>
                  <a:lnTo>
                    <a:pt x="1574780" y="868015"/>
                  </a:lnTo>
                  <a:lnTo>
                    <a:pt x="1657664" y="865484"/>
                  </a:lnTo>
                  <a:lnTo>
                    <a:pt x="1740547" y="862264"/>
                  </a:lnTo>
                  <a:lnTo>
                    <a:pt x="1823430" y="858588"/>
                  </a:lnTo>
                  <a:lnTo>
                    <a:pt x="1906313" y="854685"/>
                  </a:lnTo>
                  <a:lnTo>
                    <a:pt x="1989196" y="850565"/>
                  </a:lnTo>
                  <a:lnTo>
                    <a:pt x="2072080" y="846218"/>
                  </a:lnTo>
                  <a:lnTo>
                    <a:pt x="2154963" y="841664"/>
                  </a:lnTo>
                  <a:lnTo>
                    <a:pt x="2237846" y="836980"/>
                  </a:lnTo>
                  <a:lnTo>
                    <a:pt x="2320729" y="832035"/>
                  </a:lnTo>
                  <a:lnTo>
                    <a:pt x="2403612" y="825401"/>
                  </a:lnTo>
                  <a:lnTo>
                    <a:pt x="2486496" y="817435"/>
                  </a:lnTo>
                  <a:lnTo>
                    <a:pt x="2569379" y="809551"/>
                  </a:lnTo>
                  <a:lnTo>
                    <a:pt x="2652262" y="804080"/>
                  </a:lnTo>
                  <a:lnTo>
                    <a:pt x="2735145" y="800478"/>
                  </a:lnTo>
                  <a:lnTo>
                    <a:pt x="2818028" y="796969"/>
                  </a:lnTo>
                  <a:lnTo>
                    <a:pt x="2900912" y="793416"/>
                  </a:lnTo>
                  <a:lnTo>
                    <a:pt x="2983795" y="791168"/>
                  </a:lnTo>
                  <a:lnTo>
                    <a:pt x="3066678" y="793243"/>
                  </a:lnTo>
                  <a:lnTo>
                    <a:pt x="3149561" y="798351"/>
                  </a:lnTo>
                  <a:lnTo>
                    <a:pt x="3232444" y="802766"/>
                  </a:lnTo>
                  <a:lnTo>
                    <a:pt x="3315328" y="804668"/>
                  </a:lnTo>
                  <a:lnTo>
                    <a:pt x="3398211" y="807044"/>
                  </a:lnTo>
                  <a:lnTo>
                    <a:pt x="3481094" y="810625"/>
                  </a:lnTo>
                  <a:lnTo>
                    <a:pt x="3563977" y="813135"/>
                  </a:lnTo>
                  <a:lnTo>
                    <a:pt x="3646860" y="813140"/>
                  </a:lnTo>
                  <a:lnTo>
                    <a:pt x="3729744" y="809872"/>
                  </a:lnTo>
                  <a:lnTo>
                    <a:pt x="3812627" y="804754"/>
                  </a:lnTo>
                  <a:lnTo>
                    <a:pt x="3895510" y="798369"/>
                  </a:lnTo>
                  <a:lnTo>
                    <a:pt x="3978393" y="790355"/>
                  </a:lnTo>
                  <a:lnTo>
                    <a:pt x="4061276" y="780486"/>
                  </a:lnTo>
                  <a:lnTo>
                    <a:pt x="4144160" y="768671"/>
                  </a:lnTo>
                  <a:lnTo>
                    <a:pt x="4227043" y="754914"/>
                  </a:lnTo>
                  <a:lnTo>
                    <a:pt x="4309926" y="739256"/>
                  </a:lnTo>
                  <a:lnTo>
                    <a:pt x="4392809" y="722042"/>
                  </a:lnTo>
                  <a:lnTo>
                    <a:pt x="4475692" y="703484"/>
                  </a:lnTo>
                  <a:lnTo>
                    <a:pt x="4558576" y="683525"/>
                  </a:lnTo>
                  <a:lnTo>
                    <a:pt x="4641459" y="662072"/>
                  </a:lnTo>
                  <a:lnTo>
                    <a:pt x="4724342" y="639014"/>
                  </a:lnTo>
                  <a:lnTo>
                    <a:pt x="4807225" y="614219"/>
                  </a:lnTo>
                  <a:lnTo>
                    <a:pt x="4890108" y="587555"/>
                  </a:lnTo>
                  <a:lnTo>
                    <a:pt x="4972992" y="558890"/>
                  </a:lnTo>
                  <a:lnTo>
                    <a:pt x="5055875" y="528108"/>
                  </a:lnTo>
                  <a:lnTo>
                    <a:pt x="5138758" y="495107"/>
                  </a:lnTo>
                  <a:lnTo>
                    <a:pt x="5221641" y="459810"/>
                  </a:lnTo>
                  <a:lnTo>
                    <a:pt x="5304524" y="422159"/>
                  </a:lnTo>
                  <a:lnTo>
                    <a:pt x="5387408" y="382115"/>
                  </a:lnTo>
                  <a:lnTo>
                    <a:pt x="5470291" y="339658"/>
                  </a:lnTo>
                  <a:lnTo>
                    <a:pt x="5553174" y="294777"/>
                  </a:lnTo>
                  <a:lnTo>
                    <a:pt x="5636057" y="247473"/>
                  </a:lnTo>
                  <a:lnTo>
                    <a:pt x="5718940" y="197752"/>
                  </a:lnTo>
                  <a:lnTo>
                    <a:pt x="5801824" y="145623"/>
                  </a:lnTo>
                  <a:lnTo>
                    <a:pt x="5884707" y="91099"/>
                  </a:lnTo>
                  <a:lnTo>
                    <a:pt x="5967590" y="34191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675035" y="4673190"/>
              <a:ext cx="5412825" cy="705269"/>
            </a:xfrm>
            <a:custGeom>
              <a:avLst/>
              <a:pathLst>
                <a:path w="5412825" h="705269">
                  <a:moveTo>
                    <a:pt x="5412825" y="0"/>
                  </a:moveTo>
                  <a:lnTo>
                    <a:pt x="5365020" y="10096"/>
                  </a:lnTo>
                  <a:lnTo>
                    <a:pt x="5282136" y="27492"/>
                  </a:lnTo>
                  <a:lnTo>
                    <a:pt x="5199253" y="44807"/>
                  </a:lnTo>
                  <a:lnTo>
                    <a:pt x="5116370" y="62073"/>
                  </a:lnTo>
                  <a:lnTo>
                    <a:pt x="5033487" y="79320"/>
                  </a:lnTo>
                  <a:lnTo>
                    <a:pt x="4950604" y="96575"/>
                  </a:lnTo>
                  <a:lnTo>
                    <a:pt x="4867720" y="113863"/>
                  </a:lnTo>
                  <a:lnTo>
                    <a:pt x="4784837" y="131202"/>
                  </a:lnTo>
                  <a:lnTo>
                    <a:pt x="4701954" y="148602"/>
                  </a:lnTo>
                  <a:lnTo>
                    <a:pt x="4619071" y="166058"/>
                  </a:lnTo>
                  <a:lnTo>
                    <a:pt x="4536188" y="183552"/>
                  </a:lnTo>
                  <a:lnTo>
                    <a:pt x="4453304" y="201044"/>
                  </a:lnTo>
                  <a:lnTo>
                    <a:pt x="4370421" y="218474"/>
                  </a:lnTo>
                  <a:lnTo>
                    <a:pt x="4287538" y="235759"/>
                  </a:lnTo>
                  <a:lnTo>
                    <a:pt x="4204655" y="252801"/>
                  </a:lnTo>
                  <a:lnTo>
                    <a:pt x="4121772" y="269487"/>
                  </a:lnTo>
                  <a:lnTo>
                    <a:pt x="4038888" y="285702"/>
                  </a:lnTo>
                  <a:lnTo>
                    <a:pt x="3956005" y="301335"/>
                  </a:lnTo>
                  <a:lnTo>
                    <a:pt x="3873122" y="316290"/>
                  </a:lnTo>
                  <a:lnTo>
                    <a:pt x="3790239" y="330495"/>
                  </a:lnTo>
                  <a:lnTo>
                    <a:pt x="3707356" y="343909"/>
                  </a:lnTo>
                  <a:lnTo>
                    <a:pt x="3624472" y="355963"/>
                  </a:lnTo>
                  <a:lnTo>
                    <a:pt x="3541589" y="366053"/>
                  </a:lnTo>
                  <a:lnTo>
                    <a:pt x="3458706" y="374539"/>
                  </a:lnTo>
                  <a:lnTo>
                    <a:pt x="3375823" y="381757"/>
                  </a:lnTo>
                  <a:lnTo>
                    <a:pt x="3292940" y="387945"/>
                  </a:lnTo>
                  <a:lnTo>
                    <a:pt x="3210056" y="393208"/>
                  </a:lnTo>
                  <a:lnTo>
                    <a:pt x="3127173" y="397512"/>
                  </a:lnTo>
                  <a:lnTo>
                    <a:pt x="3044290" y="399128"/>
                  </a:lnTo>
                  <a:lnTo>
                    <a:pt x="2961407" y="396428"/>
                  </a:lnTo>
                  <a:lnTo>
                    <a:pt x="2878524" y="392037"/>
                  </a:lnTo>
                  <a:lnTo>
                    <a:pt x="2795640" y="388066"/>
                  </a:lnTo>
                  <a:lnTo>
                    <a:pt x="2712757" y="385783"/>
                  </a:lnTo>
                  <a:lnTo>
                    <a:pt x="2629874" y="382122"/>
                  </a:lnTo>
                  <a:lnTo>
                    <a:pt x="2546991" y="375517"/>
                  </a:lnTo>
                  <a:lnTo>
                    <a:pt x="2464108" y="370261"/>
                  </a:lnTo>
                  <a:lnTo>
                    <a:pt x="2381224" y="368782"/>
                  </a:lnTo>
                  <a:lnTo>
                    <a:pt x="2298341" y="369850"/>
                  </a:lnTo>
                  <a:lnTo>
                    <a:pt x="2215458" y="372399"/>
                  </a:lnTo>
                  <a:lnTo>
                    <a:pt x="2132575" y="376774"/>
                  </a:lnTo>
                  <a:lnTo>
                    <a:pt x="2049692" y="381833"/>
                  </a:lnTo>
                  <a:lnTo>
                    <a:pt x="1966808" y="387072"/>
                  </a:lnTo>
                  <a:lnTo>
                    <a:pt x="1883925" y="394600"/>
                  </a:lnTo>
                  <a:lnTo>
                    <a:pt x="1801042" y="403570"/>
                  </a:lnTo>
                  <a:lnTo>
                    <a:pt x="1718159" y="412036"/>
                  </a:lnTo>
                  <a:lnTo>
                    <a:pt x="1635276" y="418012"/>
                  </a:lnTo>
                  <a:lnTo>
                    <a:pt x="1552392" y="423722"/>
                  </a:lnTo>
                  <a:lnTo>
                    <a:pt x="1469509" y="429794"/>
                  </a:lnTo>
                  <a:lnTo>
                    <a:pt x="1386626" y="436304"/>
                  </a:lnTo>
                  <a:lnTo>
                    <a:pt x="1303743" y="443269"/>
                  </a:lnTo>
                  <a:lnTo>
                    <a:pt x="1220860" y="450674"/>
                  </a:lnTo>
                  <a:lnTo>
                    <a:pt x="1137976" y="458532"/>
                  </a:lnTo>
                  <a:lnTo>
                    <a:pt x="1055093" y="467133"/>
                  </a:lnTo>
                  <a:lnTo>
                    <a:pt x="972210" y="476735"/>
                  </a:lnTo>
                  <a:lnTo>
                    <a:pt x="889327" y="487534"/>
                  </a:lnTo>
                  <a:lnTo>
                    <a:pt x="806444" y="499712"/>
                  </a:lnTo>
                  <a:lnTo>
                    <a:pt x="723560" y="513422"/>
                  </a:lnTo>
                  <a:lnTo>
                    <a:pt x="640677" y="528776"/>
                  </a:lnTo>
                  <a:lnTo>
                    <a:pt x="557794" y="545841"/>
                  </a:lnTo>
                  <a:lnTo>
                    <a:pt x="474911" y="564648"/>
                  </a:lnTo>
                  <a:lnTo>
                    <a:pt x="392028" y="585196"/>
                  </a:lnTo>
                  <a:lnTo>
                    <a:pt x="309144" y="607465"/>
                  </a:lnTo>
                  <a:lnTo>
                    <a:pt x="226261" y="631423"/>
                  </a:lnTo>
                  <a:lnTo>
                    <a:pt x="143378" y="657032"/>
                  </a:lnTo>
                  <a:lnTo>
                    <a:pt x="60495" y="684253"/>
                  </a:lnTo>
                  <a:lnTo>
                    <a:pt x="0" y="705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387341"/>
              <a:ext cx="6015395" cy="815663"/>
            </a:xfrm>
            <a:custGeom>
              <a:avLst/>
              <a:pathLst>
                <a:path w="6015395" h="815663">
                  <a:moveTo>
                    <a:pt x="0" y="815663"/>
                  </a:moveTo>
                  <a:lnTo>
                    <a:pt x="82883" y="806860"/>
                  </a:lnTo>
                  <a:lnTo>
                    <a:pt x="165766" y="798191"/>
                  </a:lnTo>
                  <a:lnTo>
                    <a:pt x="248649" y="789656"/>
                  </a:lnTo>
                  <a:lnTo>
                    <a:pt x="331532" y="781258"/>
                  </a:lnTo>
                  <a:lnTo>
                    <a:pt x="414416" y="772996"/>
                  </a:lnTo>
                  <a:lnTo>
                    <a:pt x="497299" y="764873"/>
                  </a:lnTo>
                  <a:lnTo>
                    <a:pt x="580182" y="756889"/>
                  </a:lnTo>
                  <a:lnTo>
                    <a:pt x="663065" y="749045"/>
                  </a:lnTo>
                  <a:lnTo>
                    <a:pt x="745948" y="741343"/>
                  </a:lnTo>
                  <a:lnTo>
                    <a:pt x="828832" y="733784"/>
                  </a:lnTo>
                  <a:lnTo>
                    <a:pt x="911715" y="726369"/>
                  </a:lnTo>
                  <a:lnTo>
                    <a:pt x="994598" y="719100"/>
                  </a:lnTo>
                  <a:lnTo>
                    <a:pt x="1077481" y="711976"/>
                  </a:lnTo>
                  <a:lnTo>
                    <a:pt x="1160364" y="705000"/>
                  </a:lnTo>
                  <a:lnTo>
                    <a:pt x="1243248" y="698173"/>
                  </a:lnTo>
                  <a:lnTo>
                    <a:pt x="1326131" y="691496"/>
                  </a:lnTo>
                  <a:lnTo>
                    <a:pt x="1409014" y="684970"/>
                  </a:lnTo>
                  <a:lnTo>
                    <a:pt x="1491897" y="678596"/>
                  </a:lnTo>
                  <a:lnTo>
                    <a:pt x="1574780" y="672375"/>
                  </a:lnTo>
                  <a:lnTo>
                    <a:pt x="1657664" y="666309"/>
                  </a:lnTo>
                  <a:lnTo>
                    <a:pt x="1740547" y="660398"/>
                  </a:lnTo>
                  <a:lnTo>
                    <a:pt x="1823430" y="654631"/>
                  </a:lnTo>
                  <a:lnTo>
                    <a:pt x="1906313" y="648977"/>
                  </a:lnTo>
                  <a:lnTo>
                    <a:pt x="1989196" y="643435"/>
                  </a:lnTo>
                  <a:lnTo>
                    <a:pt x="2072080" y="638006"/>
                  </a:lnTo>
                  <a:lnTo>
                    <a:pt x="2154963" y="632693"/>
                  </a:lnTo>
                  <a:lnTo>
                    <a:pt x="2237846" y="627496"/>
                  </a:lnTo>
                  <a:lnTo>
                    <a:pt x="2320729" y="622035"/>
                  </a:lnTo>
                  <a:lnTo>
                    <a:pt x="2403612" y="614485"/>
                  </a:lnTo>
                  <a:lnTo>
                    <a:pt x="2486496" y="606017"/>
                  </a:lnTo>
                  <a:lnTo>
                    <a:pt x="2569379" y="598312"/>
                  </a:lnTo>
                  <a:lnTo>
                    <a:pt x="2652262" y="592956"/>
                  </a:lnTo>
                  <a:lnTo>
                    <a:pt x="2735145" y="588626"/>
                  </a:lnTo>
                  <a:lnTo>
                    <a:pt x="2818028" y="584684"/>
                  </a:lnTo>
                  <a:lnTo>
                    <a:pt x="2900912" y="581633"/>
                  </a:lnTo>
                  <a:lnTo>
                    <a:pt x="2983795" y="579975"/>
                  </a:lnTo>
                  <a:lnTo>
                    <a:pt x="3066678" y="581752"/>
                  </a:lnTo>
                  <a:lnTo>
                    <a:pt x="3149561" y="586934"/>
                  </a:lnTo>
                  <a:lnTo>
                    <a:pt x="3232444" y="592444"/>
                  </a:lnTo>
                  <a:lnTo>
                    <a:pt x="3315328" y="595225"/>
                  </a:lnTo>
                  <a:lnTo>
                    <a:pt x="3398211" y="597555"/>
                  </a:lnTo>
                  <a:lnTo>
                    <a:pt x="3481094" y="601331"/>
                  </a:lnTo>
                  <a:lnTo>
                    <a:pt x="3563977" y="604781"/>
                  </a:lnTo>
                  <a:lnTo>
                    <a:pt x="3646860" y="606134"/>
                  </a:lnTo>
                  <a:lnTo>
                    <a:pt x="3729744" y="603692"/>
                  </a:lnTo>
                  <a:lnTo>
                    <a:pt x="3812627" y="598981"/>
                  </a:lnTo>
                  <a:lnTo>
                    <a:pt x="3895510" y="593157"/>
                  </a:lnTo>
                  <a:lnTo>
                    <a:pt x="3978393" y="586056"/>
                  </a:lnTo>
                  <a:lnTo>
                    <a:pt x="4061276" y="577513"/>
                  </a:lnTo>
                  <a:lnTo>
                    <a:pt x="4144160" y="567362"/>
                  </a:lnTo>
                  <a:lnTo>
                    <a:pt x="4227043" y="555439"/>
                  </a:lnTo>
                  <a:lnTo>
                    <a:pt x="4309926" y="541583"/>
                  </a:lnTo>
                  <a:lnTo>
                    <a:pt x="4392809" y="526268"/>
                  </a:lnTo>
                  <a:lnTo>
                    <a:pt x="4475692" y="509887"/>
                  </a:lnTo>
                  <a:lnTo>
                    <a:pt x="4558576" y="492430"/>
                  </a:lnTo>
                  <a:lnTo>
                    <a:pt x="4641459" y="473887"/>
                  </a:lnTo>
                  <a:lnTo>
                    <a:pt x="4724342" y="454250"/>
                  </a:lnTo>
                  <a:lnTo>
                    <a:pt x="4807225" y="433510"/>
                  </a:lnTo>
                  <a:lnTo>
                    <a:pt x="4890108" y="411657"/>
                  </a:lnTo>
                  <a:lnTo>
                    <a:pt x="4972992" y="388682"/>
                  </a:lnTo>
                  <a:lnTo>
                    <a:pt x="5055875" y="364576"/>
                  </a:lnTo>
                  <a:lnTo>
                    <a:pt x="5138758" y="339330"/>
                  </a:lnTo>
                  <a:lnTo>
                    <a:pt x="5221641" y="312934"/>
                  </a:lnTo>
                  <a:lnTo>
                    <a:pt x="5304524" y="285380"/>
                  </a:lnTo>
                  <a:lnTo>
                    <a:pt x="5387408" y="256659"/>
                  </a:lnTo>
                  <a:lnTo>
                    <a:pt x="5470291" y="226760"/>
                  </a:lnTo>
                  <a:lnTo>
                    <a:pt x="5553174" y="195676"/>
                  </a:lnTo>
                  <a:lnTo>
                    <a:pt x="5636057" y="163396"/>
                  </a:lnTo>
                  <a:lnTo>
                    <a:pt x="5718940" y="129912"/>
                  </a:lnTo>
                  <a:lnTo>
                    <a:pt x="5801824" y="95215"/>
                  </a:lnTo>
                  <a:lnTo>
                    <a:pt x="5884707" y="59295"/>
                  </a:lnTo>
                  <a:lnTo>
                    <a:pt x="5967590" y="22144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688738"/>
              <a:ext cx="6015395" cy="689721"/>
            </a:xfrm>
            <a:custGeom>
              <a:avLst/>
              <a:pathLst>
                <a:path w="6015395" h="689721">
                  <a:moveTo>
                    <a:pt x="0" y="0"/>
                  </a:moveTo>
                  <a:lnTo>
                    <a:pt x="82883" y="27566"/>
                  </a:lnTo>
                  <a:lnTo>
                    <a:pt x="165766" y="53838"/>
                  </a:lnTo>
                  <a:lnTo>
                    <a:pt x="248649" y="78798"/>
                  </a:lnTo>
                  <a:lnTo>
                    <a:pt x="331532" y="102426"/>
                  </a:lnTo>
                  <a:lnTo>
                    <a:pt x="414416" y="124701"/>
                  </a:lnTo>
                  <a:lnTo>
                    <a:pt x="497299" y="145601"/>
                  </a:lnTo>
                  <a:lnTo>
                    <a:pt x="580182" y="165097"/>
                  </a:lnTo>
                  <a:lnTo>
                    <a:pt x="663065" y="183163"/>
                  </a:lnTo>
                  <a:lnTo>
                    <a:pt x="745948" y="199766"/>
                  </a:lnTo>
                  <a:lnTo>
                    <a:pt x="828832" y="214874"/>
                  </a:lnTo>
                  <a:lnTo>
                    <a:pt x="911715" y="228453"/>
                  </a:lnTo>
                  <a:lnTo>
                    <a:pt x="994598" y="240470"/>
                  </a:lnTo>
                  <a:lnTo>
                    <a:pt x="1077481" y="250899"/>
                  </a:lnTo>
                  <a:lnTo>
                    <a:pt x="1160364" y="259723"/>
                  </a:lnTo>
                  <a:lnTo>
                    <a:pt x="1243248" y="266946"/>
                  </a:lnTo>
                  <a:lnTo>
                    <a:pt x="1326131" y="272597"/>
                  </a:lnTo>
                  <a:lnTo>
                    <a:pt x="1409014" y="276743"/>
                  </a:lnTo>
                  <a:lnTo>
                    <a:pt x="1491897" y="279488"/>
                  </a:lnTo>
                  <a:lnTo>
                    <a:pt x="1574780" y="280978"/>
                  </a:lnTo>
                  <a:lnTo>
                    <a:pt x="1657664" y="281383"/>
                  </a:lnTo>
                  <a:lnTo>
                    <a:pt x="1740547" y="280886"/>
                  </a:lnTo>
                  <a:lnTo>
                    <a:pt x="1823430" y="279618"/>
                  </a:lnTo>
                  <a:lnTo>
                    <a:pt x="1906313" y="277620"/>
                  </a:lnTo>
                  <a:lnTo>
                    <a:pt x="1989196" y="274988"/>
                  </a:lnTo>
                  <a:lnTo>
                    <a:pt x="2072080" y="271804"/>
                  </a:lnTo>
                  <a:lnTo>
                    <a:pt x="2154963" y="268180"/>
                  </a:lnTo>
                  <a:lnTo>
                    <a:pt x="2237846" y="264282"/>
                  </a:lnTo>
                  <a:lnTo>
                    <a:pt x="2320729" y="260091"/>
                  </a:lnTo>
                  <a:lnTo>
                    <a:pt x="2403612" y="254357"/>
                  </a:lnTo>
                  <a:lnTo>
                    <a:pt x="2486496" y="247306"/>
                  </a:lnTo>
                  <a:lnTo>
                    <a:pt x="2569379" y="240121"/>
                  </a:lnTo>
                  <a:lnTo>
                    <a:pt x="2652262" y="234833"/>
                  </a:lnTo>
                  <a:lnTo>
                    <a:pt x="2735145" y="230847"/>
                  </a:lnTo>
                  <a:lnTo>
                    <a:pt x="2818028" y="226611"/>
                  </a:lnTo>
                  <a:lnTo>
                    <a:pt x="2900912" y="222127"/>
                  </a:lnTo>
                  <a:lnTo>
                    <a:pt x="2983795" y="218772"/>
                  </a:lnTo>
                  <a:lnTo>
                    <a:pt x="3066678" y="216970"/>
                  </a:lnTo>
                  <a:lnTo>
                    <a:pt x="3149561" y="214879"/>
                  </a:lnTo>
                  <a:lnTo>
                    <a:pt x="3232444" y="212432"/>
                  </a:lnTo>
                  <a:lnTo>
                    <a:pt x="3315328" y="211304"/>
                  </a:lnTo>
                  <a:lnTo>
                    <a:pt x="3398211" y="211897"/>
                  </a:lnTo>
                  <a:lnTo>
                    <a:pt x="3481094" y="212720"/>
                  </a:lnTo>
                  <a:lnTo>
                    <a:pt x="3563977" y="213343"/>
                  </a:lnTo>
                  <a:lnTo>
                    <a:pt x="3646860" y="214113"/>
                  </a:lnTo>
                  <a:lnTo>
                    <a:pt x="3729744" y="215924"/>
                  </a:lnTo>
                  <a:lnTo>
                    <a:pt x="3812627" y="218633"/>
                  </a:lnTo>
                  <a:lnTo>
                    <a:pt x="3895510" y="221644"/>
                  </a:lnTo>
                  <a:lnTo>
                    <a:pt x="3978393" y="224733"/>
                  </a:lnTo>
                  <a:lnTo>
                    <a:pt x="4061276" y="227802"/>
                  </a:lnTo>
                  <a:lnTo>
                    <a:pt x="4144160" y="230879"/>
                  </a:lnTo>
                  <a:lnTo>
                    <a:pt x="4227043" y="234080"/>
                  </a:lnTo>
                  <a:lnTo>
                    <a:pt x="4309926" y="237549"/>
                  </a:lnTo>
                  <a:lnTo>
                    <a:pt x="4392809" y="241167"/>
                  </a:lnTo>
                  <a:lnTo>
                    <a:pt x="4475692" y="244783"/>
                  </a:lnTo>
                  <a:lnTo>
                    <a:pt x="4558576" y="248353"/>
                  </a:lnTo>
                  <a:lnTo>
                    <a:pt x="4641459" y="251802"/>
                  </a:lnTo>
                  <a:lnTo>
                    <a:pt x="4724342" y="255035"/>
                  </a:lnTo>
                  <a:lnTo>
                    <a:pt x="4807225" y="257939"/>
                  </a:lnTo>
                  <a:lnTo>
                    <a:pt x="4890108" y="260401"/>
                  </a:lnTo>
                  <a:lnTo>
                    <a:pt x="4972992" y="262309"/>
                  </a:lnTo>
                  <a:lnTo>
                    <a:pt x="5055875" y="263563"/>
                  </a:lnTo>
                  <a:lnTo>
                    <a:pt x="5138758" y="264080"/>
                  </a:lnTo>
                  <a:lnTo>
                    <a:pt x="5221641" y="263795"/>
                  </a:lnTo>
                  <a:lnTo>
                    <a:pt x="5304524" y="262665"/>
                  </a:lnTo>
                  <a:lnTo>
                    <a:pt x="5387408" y="260663"/>
                  </a:lnTo>
                  <a:lnTo>
                    <a:pt x="5470291" y="257778"/>
                  </a:lnTo>
                  <a:lnTo>
                    <a:pt x="5553174" y="254011"/>
                  </a:lnTo>
                  <a:lnTo>
                    <a:pt x="5636057" y="249370"/>
                  </a:lnTo>
                  <a:lnTo>
                    <a:pt x="5718940" y="243870"/>
                  </a:lnTo>
                  <a:lnTo>
                    <a:pt x="5801824" y="237529"/>
                  </a:lnTo>
                  <a:lnTo>
                    <a:pt x="5884707" y="230367"/>
                  </a:lnTo>
                  <a:lnTo>
                    <a:pt x="5967590" y="222403"/>
                  </a:lnTo>
                  <a:lnTo>
                    <a:pt x="6015395" y="217359"/>
                  </a:lnTo>
                  <a:lnTo>
                    <a:pt x="6015395" y="689721"/>
                  </a:lnTo>
                  <a:lnTo>
                    <a:pt x="5853774" y="689721"/>
                  </a:lnTo>
                  <a:lnTo>
                    <a:pt x="5801824" y="672659"/>
                  </a:lnTo>
                  <a:lnTo>
                    <a:pt x="5718940" y="646784"/>
                  </a:lnTo>
                  <a:lnTo>
                    <a:pt x="5636057" y="622275"/>
                  </a:lnTo>
                  <a:lnTo>
                    <a:pt x="5553174" y="599149"/>
                  </a:lnTo>
                  <a:lnTo>
                    <a:pt x="5470291" y="577418"/>
                  </a:lnTo>
                  <a:lnTo>
                    <a:pt x="5387408" y="557092"/>
                  </a:lnTo>
                  <a:lnTo>
                    <a:pt x="5304524" y="538169"/>
                  </a:lnTo>
                  <a:lnTo>
                    <a:pt x="5221641" y="520638"/>
                  </a:lnTo>
                  <a:lnTo>
                    <a:pt x="5138758" y="504471"/>
                  </a:lnTo>
                  <a:lnTo>
                    <a:pt x="5055875" y="489624"/>
                  </a:lnTo>
                  <a:lnTo>
                    <a:pt x="4972992" y="476030"/>
                  </a:lnTo>
                  <a:lnTo>
                    <a:pt x="4890108" y="463607"/>
                  </a:lnTo>
                  <a:lnTo>
                    <a:pt x="4807225" y="452253"/>
                  </a:lnTo>
                  <a:lnTo>
                    <a:pt x="4724342" y="441856"/>
                  </a:lnTo>
                  <a:lnTo>
                    <a:pt x="4641459" y="432299"/>
                  </a:lnTo>
                  <a:lnTo>
                    <a:pt x="4558576" y="423473"/>
                  </a:lnTo>
                  <a:lnTo>
                    <a:pt x="4475692" y="415278"/>
                  </a:lnTo>
                  <a:lnTo>
                    <a:pt x="4392809" y="407639"/>
                  </a:lnTo>
                  <a:lnTo>
                    <a:pt x="4309926" y="400511"/>
                  </a:lnTo>
                  <a:lnTo>
                    <a:pt x="4227043" y="393711"/>
                  </a:lnTo>
                  <a:lnTo>
                    <a:pt x="4144160" y="387121"/>
                  </a:lnTo>
                  <a:lnTo>
                    <a:pt x="4061276" y="380968"/>
                  </a:lnTo>
                  <a:lnTo>
                    <a:pt x="3978393" y="375448"/>
                  </a:lnTo>
                  <a:lnTo>
                    <a:pt x="3895510" y="370673"/>
                  </a:lnTo>
                  <a:lnTo>
                    <a:pt x="3812627" y="366625"/>
                  </a:lnTo>
                  <a:lnTo>
                    <a:pt x="3729744" y="363164"/>
                  </a:lnTo>
                  <a:lnTo>
                    <a:pt x="3646860" y="359826"/>
                  </a:lnTo>
                  <a:lnTo>
                    <a:pt x="3563977" y="356565"/>
                  </a:lnTo>
                  <a:lnTo>
                    <a:pt x="3481094" y="354205"/>
                  </a:lnTo>
                  <a:lnTo>
                    <a:pt x="3398211" y="353022"/>
                  </a:lnTo>
                  <a:lnTo>
                    <a:pt x="3315328" y="352513"/>
                  </a:lnTo>
                  <a:lnTo>
                    <a:pt x="3232444" y="352017"/>
                  </a:lnTo>
                  <a:lnTo>
                    <a:pt x="3149561" y="352440"/>
                  </a:lnTo>
                  <a:lnTo>
                    <a:pt x="3066678" y="354394"/>
                  </a:lnTo>
                  <a:lnTo>
                    <a:pt x="2983795" y="356747"/>
                  </a:lnTo>
                  <a:lnTo>
                    <a:pt x="2900912" y="359011"/>
                  </a:lnTo>
                  <a:lnTo>
                    <a:pt x="2818028" y="362568"/>
                  </a:lnTo>
                  <a:lnTo>
                    <a:pt x="2735145" y="367604"/>
                  </a:lnTo>
                  <a:lnTo>
                    <a:pt x="2652262" y="372937"/>
                  </a:lnTo>
                  <a:lnTo>
                    <a:pt x="2569379" y="378011"/>
                  </a:lnTo>
                  <a:lnTo>
                    <a:pt x="2486496" y="384866"/>
                  </a:lnTo>
                  <a:lnTo>
                    <a:pt x="2403612" y="392845"/>
                  </a:lnTo>
                  <a:lnTo>
                    <a:pt x="2320729" y="400272"/>
                  </a:lnTo>
                  <a:lnTo>
                    <a:pt x="2237846" y="405415"/>
                  </a:lnTo>
                  <a:lnTo>
                    <a:pt x="2154963" y="410262"/>
                  </a:lnTo>
                  <a:lnTo>
                    <a:pt x="2072080" y="415288"/>
                  </a:lnTo>
                  <a:lnTo>
                    <a:pt x="1989196" y="420471"/>
                  </a:lnTo>
                  <a:lnTo>
                    <a:pt x="1906313" y="425733"/>
                  </a:lnTo>
                  <a:lnTo>
                    <a:pt x="1823430" y="430966"/>
                  </a:lnTo>
                  <a:lnTo>
                    <a:pt x="1740547" y="436099"/>
                  </a:lnTo>
                  <a:lnTo>
                    <a:pt x="1657664" y="441567"/>
                  </a:lnTo>
                  <a:lnTo>
                    <a:pt x="1574780" y="447698"/>
                  </a:lnTo>
                  <a:lnTo>
                    <a:pt x="1491897" y="454669"/>
                  </a:lnTo>
                  <a:lnTo>
                    <a:pt x="1409014" y="462650"/>
                  </a:lnTo>
                  <a:lnTo>
                    <a:pt x="1326131" y="471782"/>
                  </a:lnTo>
                  <a:lnTo>
                    <a:pt x="1243248" y="482166"/>
                  </a:lnTo>
                  <a:lnTo>
                    <a:pt x="1160364" y="493864"/>
                  </a:lnTo>
                  <a:lnTo>
                    <a:pt x="1077481" y="506905"/>
                  </a:lnTo>
                  <a:lnTo>
                    <a:pt x="994598" y="521287"/>
                  </a:lnTo>
                  <a:lnTo>
                    <a:pt x="911715" y="536991"/>
                  </a:lnTo>
                  <a:lnTo>
                    <a:pt x="828832" y="553987"/>
                  </a:lnTo>
                  <a:lnTo>
                    <a:pt x="745948" y="572238"/>
                  </a:lnTo>
                  <a:lnTo>
                    <a:pt x="663065" y="591709"/>
                  </a:lnTo>
                  <a:lnTo>
                    <a:pt x="580182" y="612362"/>
                  </a:lnTo>
                  <a:lnTo>
                    <a:pt x="497299" y="634164"/>
                  </a:lnTo>
                  <a:lnTo>
                    <a:pt x="414416" y="657081"/>
                  </a:lnTo>
                  <a:lnTo>
                    <a:pt x="331532" y="681084"/>
                  </a:lnTo>
                  <a:lnTo>
                    <a:pt x="302971" y="6897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688738"/>
              <a:ext cx="6015395" cy="281383"/>
            </a:xfrm>
            <a:custGeom>
              <a:avLst/>
              <a:pathLst>
                <a:path w="6015395" h="281383">
                  <a:moveTo>
                    <a:pt x="0" y="0"/>
                  </a:moveTo>
                  <a:lnTo>
                    <a:pt x="82883" y="27566"/>
                  </a:lnTo>
                  <a:lnTo>
                    <a:pt x="165766" y="53838"/>
                  </a:lnTo>
                  <a:lnTo>
                    <a:pt x="248649" y="78798"/>
                  </a:lnTo>
                  <a:lnTo>
                    <a:pt x="331532" y="102426"/>
                  </a:lnTo>
                  <a:lnTo>
                    <a:pt x="414416" y="124701"/>
                  </a:lnTo>
                  <a:lnTo>
                    <a:pt x="497299" y="145601"/>
                  </a:lnTo>
                  <a:lnTo>
                    <a:pt x="580182" y="165097"/>
                  </a:lnTo>
                  <a:lnTo>
                    <a:pt x="663065" y="183163"/>
                  </a:lnTo>
                  <a:lnTo>
                    <a:pt x="745948" y="199766"/>
                  </a:lnTo>
                  <a:lnTo>
                    <a:pt x="828832" y="214874"/>
                  </a:lnTo>
                  <a:lnTo>
                    <a:pt x="911715" y="228453"/>
                  </a:lnTo>
                  <a:lnTo>
                    <a:pt x="994598" y="240470"/>
                  </a:lnTo>
                  <a:lnTo>
                    <a:pt x="1077481" y="250899"/>
                  </a:lnTo>
                  <a:lnTo>
                    <a:pt x="1160364" y="259723"/>
                  </a:lnTo>
                  <a:lnTo>
                    <a:pt x="1243248" y="266946"/>
                  </a:lnTo>
                  <a:lnTo>
                    <a:pt x="1326131" y="272597"/>
                  </a:lnTo>
                  <a:lnTo>
                    <a:pt x="1409014" y="276743"/>
                  </a:lnTo>
                  <a:lnTo>
                    <a:pt x="1491897" y="279488"/>
                  </a:lnTo>
                  <a:lnTo>
                    <a:pt x="1574780" y="280978"/>
                  </a:lnTo>
                  <a:lnTo>
                    <a:pt x="1657664" y="281383"/>
                  </a:lnTo>
                  <a:lnTo>
                    <a:pt x="1740547" y="280886"/>
                  </a:lnTo>
                  <a:lnTo>
                    <a:pt x="1823430" y="279618"/>
                  </a:lnTo>
                  <a:lnTo>
                    <a:pt x="1906313" y="277620"/>
                  </a:lnTo>
                  <a:lnTo>
                    <a:pt x="1989196" y="274988"/>
                  </a:lnTo>
                  <a:lnTo>
                    <a:pt x="2072080" y="271804"/>
                  </a:lnTo>
                  <a:lnTo>
                    <a:pt x="2154963" y="268180"/>
                  </a:lnTo>
                  <a:lnTo>
                    <a:pt x="2237846" y="264282"/>
                  </a:lnTo>
                  <a:lnTo>
                    <a:pt x="2320729" y="260091"/>
                  </a:lnTo>
                  <a:lnTo>
                    <a:pt x="2403612" y="254357"/>
                  </a:lnTo>
                  <a:lnTo>
                    <a:pt x="2486496" y="247306"/>
                  </a:lnTo>
                  <a:lnTo>
                    <a:pt x="2569379" y="240121"/>
                  </a:lnTo>
                  <a:lnTo>
                    <a:pt x="2652262" y="234833"/>
                  </a:lnTo>
                  <a:lnTo>
                    <a:pt x="2735145" y="230847"/>
                  </a:lnTo>
                  <a:lnTo>
                    <a:pt x="2818028" y="226611"/>
                  </a:lnTo>
                  <a:lnTo>
                    <a:pt x="2900912" y="222127"/>
                  </a:lnTo>
                  <a:lnTo>
                    <a:pt x="2983795" y="218772"/>
                  </a:lnTo>
                  <a:lnTo>
                    <a:pt x="3066678" y="216970"/>
                  </a:lnTo>
                  <a:lnTo>
                    <a:pt x="3149561" y="214879"/>
                  </a:lnTo>
                  <a:lnTo>
                    <a:pt x="3232444" y="212432"/>
                  </a:lnTo>
                  <a:lnTo>
                    <a:pt x="3315328" y="211304"/>
                  </a:lnTo>
                  <a:lnTo>
                    <a:pt x="3398211" y="211897"/>
                  </a:lnTo>
                  <a:lnTo>
                    <a:pt x="3481094" y="212720"/>
                  </a:lnTo>
                  <a:lnTo>
                    <a:pt x="3563977" y="213343"/>
                  </a:lnTo>
                  <a:lnTo>
                    <a:pt x="3646860" y="214113"/>
                  </a:lnTo>
                  <a:lnTo>
                    <a:pt x="3729744" y="215924"/>
                  </a:lnTo>
                  <a:lnTo>
                    <a:pt x="3812627" y="218633"/>
                  </a:lnTo>
                  <a:lnTo>
                    <a:pt x="3895510" y="221644"/>
                  </a:lnTo>
                  <a:lnTo>
                    <a:pt x="3978393" y="224733"/>
                  </a:lnTo>
                  <a:lnTo>
                    <a:pt x="4061276" y="227802"/>
                  </a:lnTo>
                  <a:lnTo>
                    <a:pt x="4144160" y="230879"/>
                  </a:lnTo>
                  <a:lnTo>
                    <a:pt x="4227043" y="234080"/>
                  </a:lnTo>
                  <a:lnTo>
                    <a:pt x="4309926" y="237549"/>
                  </a:lnTo>
                  <a:lnTo>
                    <a:pt x="4392809" y="241167"/>
                  </a:lnTo>
                  <a:lnTo>
                    <a:pt x="4475692" y="244783"/>
                  </a:lnTo>
                  <a:lnTo>
                    <a:pt x="4558576" y="248353"/>
                  </a:lnTo>
                  <a:lnTo>
                    <a:pt x="4641459" y="251802"/>
                  </a:lnTo>
                  <a:lnTo>
                    <a:pt x="4724342" y="255035"/>
                  </a:lnTo>
                  <a:lnTo>
                    <a:pt x="4807225" y="257939"/>
                  </a:lnTo>
                  <a:lnTo>
                    <a:pt x="4890108" y="260401"/>
                  </a:lnTo>
                  <a:lnTo>
                    <a:pt x="4972992" y="262309"/>
                  </a:lnTo>
                  <a:lnTo>
                    <a:pt x="5055875" y="263563"/>
                  </a:lnTo>
                  <a:lnTo>
                    <a:pt x="5138758" y="264080"/>
                  </a:lnTo>
                  <a:lnTo>
                    <a:pt x="5221641" y="263795"/>
                  </a:lnTo>
                  <a:lnTo>
                    <a:pt x="5304524" y="262665"/>
                  </a:lnTo>
                  <a:lnTo>
                    <a:pt x="5387408" y="260663"/>
                  </a:lnTo>
                  <a:lnTo>
                    <a:pt x="5470291" y="257778"/>
                  </a:lnTo>
                  <a:lnTo>
                    <a:pt x="5553174" y="254011"/>
                  </a:lnTo>
                  <a:lnTo>
                    <a:pt x="5636057" y="249370"/>
                  </a:lnTo>
                  <a:lnTo>
                    <a:pt x="5718940" y="243870"/>
                  </a:lnTo>
                  <a:lnTo>
                    <a:pt x="5801824" y="237529"/>
                  </a:lnTo>
                  <a:lnTo>
                    <a:pt x="5884707" y="230367"/>
                  </a:lnTo>
                  <a:lnTo>
                    <a:pt x="5967590" y="222403"/>
                  </a:lnTo>
                  <a:lnTo>
                    <a:pt x="6015395" y="217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75436" y="5040755"/>
              <a:ext cx="5550802" cy="337704"/>
            </a:xfrm>
            <a:custGeom>
              <a:avLst/>
              <a:pathLst>
                <a:path w="5550802" h="337704">
                  <a:moveTo>
                    <a:pt x="5550802" y="337704"/>
                  </a:moveTo>
                  <a:lnTo>
                    <a:pt x="5498852" y="320642"/>
                  </a:lnTo>
                  <a:lnTo>
                    <a:pt x="5415969" y="294767"/>
                  </a:lnTo>
                  <a:lnTo>
                    <a:pt x="5333086" y="270258"/>
                  </a:lnTo>
                  <a:lnTo>
                    <a:pt x="5250202" y="247132"/>
                  </a:lnTo>
                  <a:lnTo>
                    <a:pt x="5167319" y="225401"/>
                  </a:lnTo>
                  <a:lnTo>
                    <a:pt x="5084436" y="205075"/>
                  </a:lnTo>
                  <a:lnTo>
                    <a:pt x="5001553" y="186152"/>
                  </a:lnTo>
                  <a:lnTo>
                    <a:pt x="4918670" y="168621"/>
                  </a:lnTo>
                  <a:lnTo>
                    <a:pt x="4835786" y="152454"/>
                  </a:lnTo>
                  <a:lnTo>
                    <a:pt x="4752903" y="137606"/>
                  </a:lnTo>
                  <a:lnTo>
                    <a:pt x="4670020" y="124013"/>
                  </a:lnTo>
                  <a:lnTo>
                    <a:pt x="4587137" y="111590"/>
                  </a:lnTo>
                  <a:lnTo>
                    <a:pt x="4504254" y="100236"/>
                  </a:lnTo>
                  <a:lnTo>
                    <a:pt x="4421370" y="89839"/>
                  </a:lnTo>
                  <a:lnTo>
                    <a:pt x="4338487" y="80282"/>
                  </a:lnTo>
                  <a:lnTo>
                    <a:pt x="4255604" y="71455"/>
                  </a:lnTo>
                  <a:lnTo>
                    <a:pt x="4172721" y="63260"/>
                  </a:lnTo>
                  <a:lnTo>
                    <a:pt x="4089838" y="55622"/>
                  </a:lnTo>
                  <a:lnTo>
                    <a:pt x="4006954" y="48494"/>
                  </a:lnTo>
                  <a:lnTo>
                    <a:pt x="3924071" y="41694"/>
                  </a:lnTo>
                  <a:lnTo>
                    <a:pt x="3841188" y="35104"/>
                  </a:lnTo>
                  <a:lnTo>
                    <a:pt x="3758305" y="28950"/>
                  </a:lnTo>
                  <a:lnTo>
                    <a:pt x="3675422" y="23431"/>
                  </a:lnTo>
                  <a:lnTo>
                    <a:pt x="3592538" y="18656"/>
                  </a:lnTo>
                  <a:lnTo>
                    <a:pt x="3509655" y="14608"/>
                  </a:lnTo>
                  <a:lnTo>
                    <a:pt x="3426772" y="11147"/>
                  </a:lnTo>
                  <a:lnTo>
                    <a:pt x="3343889" y="7809"/>
                  </a:lnTo>
                  <a:lnTo>
                    <a:pt x="3261006" y="4548"/>
                  </a:lnTo>
                  <a:lnTo>
                    <a:pt x="3178122" y="2188"/>
                  </a:lnTo>
                  <a:lnTo>
                    <a:pt x="3095239" y="1004"/>
                  </a:lnTo>
                  <a:lnTo>
                    <a:pt x="3012356" y="496"/>
                  </a:lnTo>
                  <a:lnTo>
                    <a:pt x="2929473" y="0"/>
                  </a:lnTo>
                  <a:lnTo>
                    <a:pt x="2846590" y="423"/>
                  </a:lnTo>
                  <a:lnTo>
                    <a:pt x="2763706" y="2377"/>
                  </a:lnTo>
                  <a:lnTo>
                    <a:pt x="2680823" y="4730"/>
                  </a:lnTo>
                  <a:lnTo>
                    <a:pt x="2597940" y="6994"/>
                  </a:lnTo>
                  <a:lnTo>
                    <a:pt x="2515057" y="10551"/>
                  </a:lnTo>
                  <a:lnTo>
                    <a:pt x="2432174" y="15587"/>
                  </a:lnTo>
                  <a:lnTo>
                    <a:pt x="2349290" y="20920"/>
                  </a:lnTo>
                  <a:lnTo>
                    <a:pt x="2266407" y="25994"/>
                  </a:lnTo>
                  <a:lnTo>
                    <a:pt x="2183524" y="32849"/>
                  </a:lnTo>
                  <a:lnTo>
                    <a:pt x="2100641" y="40828"/>
                  </a:lnTo>
                  <a:lnTo>
                    <a:pt x="2017758" y="48255"/>
                  </a:lnTo>
                  <a:lnTo>
                    <a:pt x="1934874" y="53398"/>
                  </a:lnTo>
                  <a:lnTo>
                    <a:pt x="1851991" y="58244"/>
                  </a:lnTo>
                  <a:lnTo>
                    <a:pt x="1769108" y="63271"/>
                  </a:lnTo>
                  <a:lnTo>
                    <a:pt x="1686225" y="68454"/>
                  </a:lnTo>
                  <a:lnTo>
                    <a:pt x="1603342" y="73716"/>
                  </a:lnTo>
                  <a:lnTo>
                    <a:pt x="1520458" y="78949"/>
                  </a:lnTo>
                  <a:lnTo>
                    <a:pt x="1437575" y="84082"/>
                  </a:lnTo>
                  <a:lnTo>
                    <a:pt x="1354692" y="89550"/>
                  </a:lnTo>
                  <a:lnTo>
                    <a:pt x="1271809" y="95680"/>
                  </a:lnTo>
                  <a:lnTo>
                    <a:pt x="1188926" y="102652"/>
                  </a:lnTo>
                  <a:lnTo>
                    <a:pt x="1106042" y="110633"/>
                  </a:lnTo>
                  <a:lnTo>
                    <a:pt x="1023159" y="119764"/>
                  </a:lnTo>
                  <a:lnTo>
                    <a:pt x="940276" y="130148"/>
                  </a:lnTo>
                  <a:lnTo>
                    <a:pt x="857393" y="141847"/>
                  </a:lnTo>
                  <a:lnTo>
                    <a:pt x="774510" y="154888"/>
                  </a:lnTo>
                  <a:lnTo>
                    <a:pt x="691626" y="169270"/>
                  </a:lnTo>
                  <a:lnTo>
                    <a:pt x="608743" y="184974"/>
                  </a:lnTo>
                  <a:lnTo>
                    <a:pt x="525860" y="201970"/>
                  </a:lnTo>
                  <a:lnTo>
                    <a:pt x="442977" y="220221"/>
                  </a:lnTo>
                  <a:lnTo>
                    <a:pt x="360093" y="239692"/>
                  </a:lnTo>
                  <a:lnTo>
                    <a:pt x="277210" y="260345"/>
                  </a:lnTo>
                  <a:lnTo>
                    <a:pt x="194327" y="282146"/>
                  </a:lnTo>
                  <a:lnTo>
                    <a:pt x="111444" y="305064"/>
                  </a:lnTo>
                  <a:lnTo>
                    <a:pt x="28561" y="329067"/>
                  </a:lnTo>
                  <a:lnTo>
                    <a:pt x="0" y="3377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970647"/>
              <a:ext cx="6015395" cy="199596"/>
            </a:xfrm>
            <a:custGeom>
              <a:avLst/>
              <a:pathLst>
                <a:path w="6015395" h="199596">
                  <a:moveTo>
                    <a:pt x="0" y="111820"/>
                  </a:moveTo>
                  <a:lnTo>
                    <a:pt x="82883" y="111552"/>
                  </a:lnTo>
                  <a:lnTo>
                    <a:pt x="165766" y="111133"/>
                  </a:lnTo>
                  <a:lnTo>
                    <a:pt x="248649" y="110564"/>
                  </a:lnTo>
                  <a:lnTo>
                    <a:pt x="331532" y="109846"/>
                  </a:lnTo>
                  <a:lnTo>
                    <a:pt x="414416" y="108982"/>
                  </a:lnTo>
                  <a:lnTo>
                    <a:pt x="497299" y="107973"/>
                  </a:lnTo>
                  <a:lnTo>
                    <a:pt x="580182" y="106821"/>
                  </a:lnTo>
                  <a:lnTo>
                    <a:pt x="663065" y="105527"/>
                  </a:lnTo>
                  <a:lnTo>
                    <a:pt x="745948" y="104093"/>
                  </a:lnTo>
                  <a:lnTo>
                    <a:pt x="828832" y="102521"/>
                  </a:lnTo>
                  <a:lnTo>
                    <a:pt x="911715" y="100813"/>
                  </a:lnTo>
                  <a:lnTo>
                    <a:pt x="994598" y="98970"/>
                  </a:lnTo>
                  <a:lnTo>
                    <a:pt x="1077481" y="96993"/>
                  </a:lnTo>
                  <a:lnTo>
                    <a:pt x="1160364" y="94885"/>
                  </a:lnTo>
                  <a:lnTo>
                    <a:pt x="1243248" y="92647"/>
                  </a:lnTo>
                  <a:lnTo>
                    <a:pt x="1326131" y="90280"/>
                  </a:lnTo>
                  <a:lnTo>
                    <a:pt x="1409014" y="87788"/>
                  </a:lnTo>
                  <a:lnTo>
                    <a:pt x="1491897" y="85170"/>
                  </a:lnTo>
                  <a:lnTo>
                    <a:pt x="1574780" y="82429"/>
                  </a:lnTo>
                  <a:lnTo>
                    <a:pt x="1657664" y="79566"/>
                  </a:lnTo>
                  <a:lnTo>
                    <a:pt x="1740547" y="76584"/>
                  </a:lnTo>
                  <a:lnTo>
                    <a:pt x="1823430" y="73383"/>
                  </a:lnTo>
                  <a:lnTo>
                    <a:pt x="1906313" y="69768"/>
                  </a:lnTo>
                  <a:lnTo>
                    <a:pt x="1989196" y="65821"/>
                  </a:lnTo>
                  <a:lnTo>
                    <a:pt x="2072080" y="61637"/>
                  </a:lnTo>
                  <a:lnTo>
                    <a:pt x="2154963" y="57312"/>
                  </a:lnTo>
                  <a:lnTo>
                    <a:pt x="2237846" y="52940"/>
                  </a:lnTo>
                  <a:lnTo>
                    <a:pt x="2320729" y="48273"/>
                  </a:lnTo>
                  <a:lnTo>
                    <a:pt x="2403612" y="41692"/>
                  </a:lnTo>
                  <a:lnTo>
                    <a:pt x="2486496" y="34177"/>
                  </a:lnTo>
                  <a:lnTo>
                    <a:pt x="2569379" y="27157"/>
                  </a:lnTo>
                  <a:lnTo>
                    <a:pt x="2652262" y="21976"/>
                  </a:lnTo>
                  <a:lnTo>
                    <a:pt x="2735145" y="17317"/>
                  </a:lnTo>
                  <a:lnTo>
                    <a:pt x="2818028" y="12680"/>
                  </a:lnTo>
                  <a:lnTo>
                    <a:pt x="2900912" y="8660"/>
                  </a:lnTo>
                  <a:lnTo>
                    <a:pt x="2983795" y="5851"/>
                  </a:lnTo>
                  <a:lnTo>
                    <a:pt x="3066678" y="3773"/>
                  </a:lnTo>
                  <a:lnTo>
                    <a:pt x="3149561" y="1750"/>
                  </a:lnTo>
                  <a:lnTo>
                    <a:pt x="3232444" y="315"/>
                  </a:lnTo>
                  <a:lnTo>
                    <a:pt x="3315328" y="0"/>
                  </a:lnTo>
                  <a:lnTo>
                    <a:pt x="3398211" y="551"/>
                  </a:lnTo>
                  <a:lnTo>
                    <a:pt x="3481094" y="1554"/>
                  </a:lnTo>
                  <a:lnTo>
                    <a:pt x="3563977" y="3045"/>
                  </a:lnTo>
                  <a:lnTo>
                    <a:pt x="3646860" y="5061"/>
                  </a:lnTo>
                  <a:lnTo>
                    <a:pt x="3729744" y="7635"/>
                  </a:lnTo>
                  <a:lnTo>
                    <a:pt x="3812627" y="10720"/>
                  </a:lnTo>
                  <a:lnTo>
                    <a:pt x="3895510" y="14249"/>
                  </a:lnTo>
                  <a:lnTo>
                    <a:pt x="3978393" y="18181"/>
                  </a:lnTo>
                  <a:lnTo>
                    <a:pt x="4061276" y="22476"/>
                  </a:lnTo>
                  <a:lnTo>
                    <a:pt x="4144160" y="27091"/>
                  </a:lnTo>
                  <a:lnTo>
                    <a:pt x="4227043" y="31987"/>
                  </a:lnTo>
                  <a:lnTo>
                    <a:pt x="4309926" y="37121"/>
                  </a:lnTo>
                  <a:lnTo>
                    <a:pt x="4392809" y="42494"/>
                  </a:lnTo>
                  <a:lnTo>
                    <a:pt x="4475692" y="48121"/>
                  </a:lnTo>
                  <a:lnTo>
                    <a:pt x="4558576" y="54004"/>
                  </a:lnTo>
                  <a:lnTo>
                    <a:pt x="4641459" y="60142"/>
                  </a:lnTo>
                  <a:lnTo>
                    <a:pt x="4724342" y="66536"/>
                  </a:lnTo>
                  <a:lnTo>
                    <a:pt x="4807225" y="73187"/>
                  </a:lnTo>
                  <a:lnTo>
                    <a:pt x="4890108" y="80095"/>
                  </a:lnTo>
                  <a:lnTo>
                    <a:pt x="4972992" y="87261"/>
                  </a:lnTo>
                  <a:lnTo>
                    <a:pt x="5055875" y="94684"/>
                  </a:lnTo>
                  <a:lnTo>
                    <a:pt x="5138758" y="102367"/>
                  </a:lnTo>
                  <a:lnTo>
                    <a:pt x="5221641" y="110308"/>
                  </a:lnTo>
                  <a:lnTo>
                    <a:pt x="5304524" y="118508"/>
                  </a:lnTo>
                  <a:lnTo>
                    <a:pt x="5387408" y="126968"/>
                  </a:lnTo>
                  <a:lnTo>
                    <a:pt x="5470291" y="135689"/>
                  </a:lnTo>
                  <a:lnTo>
                    <a:pt x="5553174" y="144671"/>
                  </a:lnTo>
                  <a:lnTo>
                    <a:pt x="5636057" y="153914"/>
                  </a:lnTo>
                  <a:lnTo>
                    <a:pt x="5718940" y="163418"/>
                  </a:lnTo>
                  <a:lnTo>
                    <a:pt x="5801824" y="173185"/>
                  </a:lnTo>
                  <a:lnTo>
                    <a:pt x="5884707" y="183214"/>
                  </a:lnTo>
                  <a:lnTo>
                    <a:pt x="5967590" y="193507"/>
                  </a:lnTo>
                  <a:lnTo>
                    <a:pt x="6015395" y="19959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4433416"/>
              <a:ext cx="6015395" cy="945043"/>
            </a:xfrm>
            <a:custGeom>
              <a:avLst/>
              <a:pathLst>
                <a:path w="6015395" h="945043">
                  <a:moveTo>
                    <a:pt x="0" y="0"/>
                  </a:moveTo>
                  <a:lnTo>
                    <a:pt x="82883" y="35223"/>
                  </a:lnTo>
                  <a:lnTo>
                    <a:pt x="165766" y="68765"/>
                  </a:lnTo>
                  <a:lnTo>
                    <a:pt x="248649" y="100606"/>
                  </a:lnTo>
                  <a:lnTo>
                    <a:pt x="331532" y="130727"/>
                  </a:lnTo>
                  <a:lnTo>
                    <a:pt x="414416" y="159105"/>
                  </a:lnTo>
                  <a:lnTo>
                    <a:pt x="497299" y="185714"/>
                  </a:lnTo>
                  <a:lnTo>
                    <a:pt x="580182" y="210524"/>
                  </a:lnTo>
                  <a:lnTo>
                    <a:pt x="663065" y="233503"/>
                  </a:lnTo>
                  <a:lnTo>
                    <a:pt x="745948" y="254615"/>
                  </a:lnTo>
                  <a:lnTo>
                    <a:pt x="828832" y="273822"/>
                  </a:lnTo>
                  <a:lnTo>
                    <a:pt x="911715" y="291085"/>
                  </a:lnTo>
                  <a:lnTo>
                    <a:pt x="994598" y="306365"/>
                  </a:lnTo>
                  <a:lnTo>
                    <a:pt x="1077481" y="319633"/>
                  </a:lnTo>
                  <a:lnTo>
                    <a:pt x="1160364" y="330873"/>
                  </a:lnTo>
                  <a:lnTo>
                    <a:pt x="1243248" y="340093"/>
                  </a:lnTo>
                  <a:lnTo>
                    <a:pt x="1326131" y="347337"/>
                  </a:lnTo>
                  <a:lnTo>
                    <a:pt x="1409014" y="352695"/>
                  </a:lnTo>
                  <a:lnTo>
                    <a:pt x="1491897" y="356310"/>
                  </a:lnTo>
                  <a:lnTo>
                    <a:pt x="1574780" y="358372"/>
                  </a:lnTo>
                  <a:lnTo>
                    <a:pt x="1657664" y="359112"/>
                  </a:lnTo>
                  <a:lnTo>
                    <a:pt x="1740547" y="358769"/>
                  </a:lnTo>
                  <a:lnTo>
                    <a:pt x="1823430" y="357479"/>
                  </a:lnTo>
                  <a:lnTo>
                    <a:pt x="1906313" y="355211"/>
                  </a:lnTo>
                  <a:lnTo>
                    <a:pt x="1989196" y="352118"/>
                  </a:lnTo>
                  <a:lnTo>
                    <a:pt x="2072080" y="348342"/>
                  </a:lnTo>
                  <a:lnTo>
                    <a:pt x="2154963" y="344066"/>
                  </a:lnTo>
                  <a:lnTo>
                    <a:pt x="2237846" y="339539"/>
                  </a:lnTo>
                  <a:lnTo>
                    <a:pt x="2320729" y="334427"/>
                  </a:lnTo>
                  <a:lnTo>
                    <a:pt x="2403612" y="325409"/>
                  </a:lnTo>
                  <a:lnTo>
                    <a:pt x="2486496" y="313678"/>
                  </a:lnTo>
                  <a:lnTo>
                    <a:pt x="2569379" y="302122"/>
                  </a:lnTo>
                  <a:lnTo>
                    <a:pt x="2652262" y="294599"/>
                  </a:lnTo>
                  <a:lnTo>
                    <a:pt x="2735145" y="287820"/>
                  </a:lnTo>
                  <a:lnTo>
                    <a:pt x="2818028" y="279636"/>
                  </a:lnTo>
                  <a:lnTo>
                    <a:pt x="2900912" y="271807"/>
                  </a:lnTo>
                  <a:lnTo>
                    <a:pt x="2983795" y="267877"/>
                  </a:lnTo>
                  <a:lnTo>
                    <a:pt x="3066678" y="268613"/>
                  </a:lnTo>
                  <a:lnTo>
                    <a:pt x="3149561" y="270171"/>
                  </a:lnTo>
                  <a:lnTo>
                    <a:pt x="3232444" y="271999"/>
                  </a:lnTo>
                  <a:lnTo>
                    <a:pt x="3315328" y="275816"/>
                  </a:lnTo>
                  <a:lnTo>
                    <a:pt x="3398211" y="283440"/>
                  </a:lnTo>
                  <a:lnTo>
                    <a:pt x="3481094" y="293206"/>
                  </a:lnTo>
                  <a:lnTo>
                    <a:pt x="3563977" y="303275"/>
                  </a:lnTo>
                  <a:lnTo>
                    <a:pt x="3646860" y="312815"/>
                  </a:lnTo>
                  <a:lnTo>
                    <a:pt x="3729744" y="321765"/>
                  </a:lnTo>
                  <a:lnTo>
                    <a:pt x="3812627" y="331231"/>
                  </a:lnTo>
                  <a:lnTo>
                    <a:pt x="3895510" y="341200"/>
                  </a:lnTo>
                  <a:lnTo>
                    <a:pt x="3978393" y="351034"/>
                  </a:lnTo>
                  <a:lnTo>
                    <a:pt x="4061276" y="360263"/>
                  </a:lnTo>
                  <a:lnTo>
                    <a:pt x="4144160" y="368575"/>
                  </a:lnTo>
                  <a:lnTo>
                    <a:pt x="4227043" y="375777"/>
                  </a:lnTo>
                  <a:lnTo>
                    <a:pt x="4309926" y="381720"/>
                  </a:lnTo>
                  <a:lnTo>
                    <a:pt x="4392809" y="386880"/>
                  </a:lnTo>
                  <a:lnTo>
                    <a:pt x="4475692" y="391644"/>
                  </a:lnTo>
                  <a:lnTo>
                    <a:pt x="4558576" y="395948"/>
                  </a:lnTo>
                  <a:lnTo>
                    <a:pt x="4641459" y="399689"/>
                  </a:lnTo>
                  <a:lnTo>
                    <a:pt x="4724342" y="402736"/>
                  </a:lnTo>
                  <a:lnTo>
                    <a:pt x="4807225" y="404940"/>
                  </a:lnTo>
                  <a:lnTo>
                    <a:pt x="4890108" y="406145"/>
                  </a:lnTo>
                  <a:lnTo>
                    <a:pt x="4972992" y="406201"/>
                  </a:lnTo>
                  <a:lnTo>
                    <a:pt x="5055875" y="404972"/>
                  </a:lnTo>
                  <a:lnTo>
                    <a:pt x="5138758" y="402344"/>
                  </a:lnTo>
                  <a:lnTo>
                    <a:pt x="5221641" y="398229"/>
                  </a:lnTo>
                  <a:lnTo>
                    <a:pt x="5304524" y="392562"/>
                  </a:lnTo>
                  <a:lnTo>
                    <a:pt x="5387408" y="385305"/>
                  </a:lnTo>
                  <a:lnTo>
                    <a:pt x="5470291" y="376438"/>
                  </a:lnTo>
                  <a:lnTo>
                    <a:pt x="5553174" y="365955"/>
                  </a:lnTo>
                  <a:lnTo>
                    <a:pt x="5636057" y="353862"/>
                  </a:lnTo>
                  <a:lnTo>
                    <a:pt x="5718940" y="340173"/>
                  </a:lnTo>
                  <a:lnTo>
                    <a:pt x="5801824" y="324905"/>
                  </a:lnTo>
                  <a:lnTo>
                    <a:pt x="5884707" y="308078"/>
                  </a:lnTo>
                  <a:lnTo>
                    <a:pt x="5967590" y="289713"/>
                  </a:lnTo>
                  <a:lnTo>
                    <a:pt x="6015395" y="278245"/>
                  </a:lnTo>
                  <a:lnTo>
                    <a:pt x="6015395" y="945043"/>
                  </a:lnTo>
                  <a:lnTo>
                    <a:pt x="5958995" y="945043"/>
                  </a:lnTo>
                  <a:lnTo>
                    <a:pt x="5884707" y="918926"/>
                  </a:lnTo>
                  <a:lnTo>
                    <a:pt x="5801824" y="891019"/>
                  </a:lnTo>
                  <a:lnTo>
                    <a:pt x="5718940" y="864374"/>
                  </a:lnTo>
                  <a:lnTo>
                    <a:pt x="5636057" y="839021"/>
                  </a:lnTo>
                  <a:lnTo>
                    <a:pt x="5553174" y="814988"/>
                  </a:lnTo>
                  <a:lnTo>
                    <a:pt x="5470291" y="792298"/>
                  </a:lnTo>
                  <a:lnTo>
                    <a:pt x="5387408" y="770967"/>
                  </a:lnTo>
                  <a:lnTo>
                    <a:pt x="5304524" y="751000"/>
                  </a:lnTo>
                  <a:lnTo>
                    <a:pt x="5221641" y="732387"/>
                  </a:lnTo>
                  <a:lnTo>
                    <a:pt x="5138758" y="715099"/>
                  </a:lnTo>
                  <a:lnTo>
                    <a:pt x="5055875" y="699082"/>
                  </a:lnTo>
                  <a:lnTo>
                    <a:pt x="4972992" y="684257"/>
                  </a:lnTo>
                  <a:lnTo>
                    <a:pt x="4890108" y="670520"/>
                  </a:lnTo>
                  <a:lnTo>
                    <a:pt x="4807225" y="657747"/>
                  </a:lnTo>
                  <a:lnTo>
                    <a:pt x="4724342" y="645795"/>
                  </a:lnTo>
                  <a:lnTo>
                    <a:pt x="4641459" y="634520"/>
                  </a:lnTo>
                  <a:lnTo>
                    <a:pt x="4558576" y="623783"/>
                  </a:lnTo>
                  <a:lnTo>
                    <a:pt x="4475692" y="613462"/>
                  </a:lnTo>
                  <a:lnTo>
                    <a:pt x="4392809" y="603465"/>
                  </a:lnTo>
                  <a:lnTo>
                    <a:pt x="4309926" y="593737"/>
                  </a:lnTo>
                  <a:lnTo>
                    <a:pt x="4227043" y="583461"/>
                  </a:lnTo>
                  <a:lnTo>
                    <a:pt x="4144160" y="571850"/>
                  </a:lnTo>
                  <a:lnTo>
                    <a:pt x="4061276" y="559535"/>
                  </a:lnTo>
                  <a:lnTo>
                    <a:pt x="3978393" y="547119"/>
                  </a:lnTo>
                  <a:lnTo>
                    <a:pt x="3895510" y="535090"/>
                  </a:lnTo>
                  <a:lnTo>
                    <a:pt x="3812627" y="523772"/>
                  </a:lnTo>
                  <a:lnTo>
                    <a:pt x="3729744" y="513327"/>
                  </a:lnTo>
                  <a:lnTo>
                    <a:pt x="3646860" y="502390"/>
                  </a:lnTo>
                  <a:lnTo>
                    <a:pt x="3563977" y="489610"/>
                  </a:lnTo>
                  <a:lnTo>
                    <a:pt x="3481094" y="477281"/>
                  </a:lnTo>
                  <a:lnTo>
                    <a:pt x="3398211" y="467045"/>
                  </a:lnTo>
                  <a:lnTo>
                    <a:pt x="3315328" y="459534"/>
                  </a:lnTo>
                  <a:lnTo>
                    <a:pt x="3232444" y="453602"/>
                  </a:lnTo>
                  <a:lnTo>
                    <a:pt x="3149561" y="449141"/>
                  </a:lnTo>
                  <a:lnTo>
                    <a:pt x="3066678" y="447404"/>
                  </a:lnTo>
                  <a:lnTo>
                    <a:pt x="2983795" y="447386"/>
                  </a:lnTo>
                  <a:lnTo>
                    <a:pt x="2900912" y="449897"/>
                  </a:lnTo>
                  <a:lnTo>
                    <a:pt x="2818028" y="456520"/>
                  </a:lnTo>
                  <a:lnTo>
                    <a:pt x="2735145" y="465744"/>
                  </a:lnTo>
                  <a:lnTo>
                    <a:pt x="2652262" y="474275"/>
                  </a:lnTo>
                  <a:lnTo>
                    <a:pt x="2569379" y="481519"/>
                  </a:lnTo>
                  <a:lnTo>
                    <a:pt x="2486496" y="492646"/>
                  </a:lnTo>
                  <a:lnTo>
                    <a:pt x="2403612" y="505586"/>
                  </a:lnTo>
                  <a:lnTo>
                    <a:pt x="2320729" y="516806"/>
                  </a:lnTo>
                  <a:lnTo>
                    <a:pt x="2237846" y="523157"/>
                  </a:lnTo>
                  <a:lnTo>
                    <a:pt x="2154963" y="528918"/>
                  </a:lnTo>
                  <a:lnTo>
                    <a:pt x="2072080" y="535019"/>
                  </a:lnTo>
                  <a:lnTo>
                    <a:pt x="1989196" y="541394"/>
                  </a:lnTo>
                  <a:lnTo>
                    <a:pt x="1906313" y="547908"/>
                  </a:lnTo>
                  <a:lnTo>
                    <a:pt x="1823430" y="554387"/>
                  </a:lnTo>
                  <a:lnTo>
                    <a:pt x="1740547" y="560706"/>
                  </a:lnTo>
                  <a:lnTo>
                    <a:pt x="1657664" y="567516"/>
                  </a:lnTo>
                  <a:lnTo>
                    <a:pt x="1574780" y="575279"/>
                  </a:lnTo>
                  <a:lnTo>
                    <a:pt x="1491897" y="584224"/>
                  </a:lnTo>
                  <a:lnTo>
                    <a:pt x="1409014" y="594565"/>
                  </a:lnTo>
                  <a:lnTo>
                    <a:pt x="1326131" y="606481"/>
                  </a:lnTo>
                  <a:lnTo>
                    <a:pt x="1243248" y="620099"/>
                  </a:lnTo>
                  <a:lnTo>
                    <a:pt x="1160364" y="635496"/>
                  </a:lnTo>
                  <a:lnTo>
                    <a:pt x="1077481" y="652704"/>
                  </a:lnTo>
                  <a:lnTo>
                    <a:pt x="994598" y="671715"/>
                  </a:lnTo>
                  <a:lnTo>
                    <a:pt x="911715" y="692500"/>
                  </a:lnTo>
                  <a:lnTo>
                    <a:pt x="828832" y="715016"/>
                  </a:lnTo>
                  <a:lnTo>
                    <a:pt x="745948" y="739211"/>
                  </a:lnTo>
                  <a:lnTo>
                    <a:pt x="663065" y="765031"/>
                  </a:lnTo>
                  <a:lnTo>
                    <a:pt x="580182" y="792426"/>
                  </a:lnTo>
                  <a:lnTo>
                    <a:pt x="497299" y="821346"/>
                  </a:lnTo>
                  <a:lnTo>
                    <a:pt x="414416" y="851743"/>
                  </a:lnTo>
                  <a:lnTo>
                    <a:pt x="331532" y="883575"/>
                  </a:lnTo>
                  <a:lnTo>
                    <a:pt x="248649" y="916803"/>
                  </a:lnTo>
                  <a:lnTo>
                    <a:pt x="180972" y="9450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4433416"/>
              <a:ext cx="6015395" cy="406201"/>
            </a:xfrm>
            <a:custGeom>
              <a:avLst/>
              <a:pathLst>
                <a:path w="6015395" h="406201">
                  <a:moveTo>
                    <a:pt x="0" y="0"/>
                  </a:moveTo>
                  <a:lnTo>
                    <a:pt x="82883" y="35223"/>
                  </a:lnTo>
                  <a:lnTo>
                    <a:pt x="165766" y="68765"/>
                  </a:lnTo>
                  <a:lnTo>
                    <a:pt x="248649" y="100606"/>
                  </a:lnTo>
                  <a:lnTo>
                    <a:pt x="331532" y="130727"/>
                  </a:lnTo>
                  <a:lnTo>
                    <a:pt x="414416" y="159105"/>
                  </a:lnTo>
                  <a:lnTo>
                    <a:pt x="497299" y="185714"/>
                  </a:lnTo>
                  <a:lnTo>
                    <a:pt x="580182" y="210524"/>
                  </a:lnTo>
                  <a:lnTo>
                    <a:pt x="663065" y="233503"/>
                  </a:lnTo>
                  <a:lnTo>
                    <a:pt x="745948" y="254615"/>
                  </a:lnTo>
                  <a:lnTo>
                    <a:pt x="828832" y="273822"/>
                  </a:lnTo>
                  <a:lnTo>
                    <a:pt x="911715" y="291085"/>
                  </a:lnTo>
                  <a:lnTo>
                    <a:pt x="994598" y="306365"/>
                  </a:lnTo>
                  <a:lnTo>
                    <a:pt x="1077481" y="319633"/>
                  </a:lnTo>
                  <a:lnTo>
                    <a:pt x="1160364" y="330873"/>
                  </a:lnTo>
                  <a:lnTo>
                    <a:pt x="1243248" y="340093"/>
                  </a:lnTo>
                  <a:lnTo>
                    <a:pt x="1326131" y="347337"/>
                  </a:lnTo>
                  <a:lnTo>
                    <a:pt x="1409014" y="352695"/>
                  </a:lnTo>
                  <a:lnTo>
                    <a:pt x="1491897" y="356310"/>
                  </a:lnTo>
                  <a:lnTo>
                    <a:pt x="1574780" y="358372"/>
                  </a:lnTo>
                  <a:lnTo>
                    <a:pt x="1657664" y="359112"/>
                  </a:lnTo>
                  <a:lnTo>
                    <a:pt x="1740547" y="358769"/>
                  </a:lnTo>
                  <a:lnTo>
                    <a:pt x="1823430" y="357479"/>
                  </a:lnTo>
                  <a:lnTo>
                    <a:pt x="1906313" y="355211"/>
                  </a:lnTo>
                  <a:lnTo>
                    <a:pt x="1989196" y="352118"/>
                  </a:lnTo>
                  <a:lnTo>
                    <a:pt x="2072080" y="348342"/>
                  </a:lnTo>
                  <a:lnTo>
                    <a:pt x="2154963" y="344066"/>
                  </a:lnTo>
                  <a:lnTo>
                    <a:pt x="2237846" y="339539"/>
                  </a:lnTo>
                  <a:lnTo>
                    <a:pt x="2320729" y="334427"/>
                  </a:lnTo>
                  <a:lnTo>
                    <a:pt x="2403612" y="325409"/>
                  </a:lnTo>
                  <a:lnTo>
                    <a:pt x="2486496" y="313678"/>
                  </a:lnTo>
                  <a:lnTo>
                    <a:pt x="2569379" y="302122"/>
                  </a:lnTo>
                  <a:lnTo>
                    <a:pt x="2652262" y="294599"/>
                  </a:lnTo>
                  <a:lnTo>
                    <a:pt x="2735145" y="287820"/>
                  </a:lnTo>
                  <a:lnTo>
                    <a:pt x="2818028" y="279636"/>
                  </a:lnTo>
                  <a:lnTo>
                    <a:pt x="2900912" y="271807"/>
                  </a:lnTo>
                  <a:lnTo>
                    <a:pt x="2983795" y="267877"/>
                  </a:lnTo>
                  <a:lnTo>
                    <a:pt x="3066678" y="268613"/>
                  </a:lnTo>
                  <a:lnTo>
                    <a:pt x="3149561" y="270171"/>
                  </a:lnTo>
                  <a:lnTo>
                    <a:pt x="3232444" y="271999"/>
                  </a:lnTo>
                  <a:lnTo>
                    <a:pt x="3315328" y="275816"/>
                  </a:lnTo>
                  <a:lnTo>
                    <a:pt x="3398211" y="283440"/>
                  </a:lnTo>
                  <a:lnTo>
                    <a:pt x="3481094" y="293206"/>
                  </a:lnTo>
                  <a:lnTo>
                    <a:pt x="3563977" y="303275"/>
                  </a:lnTo>
                  <a:lnTo>
                    <a:pt x="3646860" y="312815"/>
                  </a:lnTo>
                  <a:lnTo>
                    <a:pt x="3729744" y="321765"/>
                  </a:lnTo>
                  <a:lnTo>
                    <a:pt x="3812627" y="331231"/>
                  </a:lnTo>
                  <a:lnTo>
                    <a:pt x="3895510" y="341200"/>
                  </a:lnTo>
                  <a:lnTo>
                    <a:pt x="3978393" y="351034"/>
                  </a:lnTo>
                  <a:lnTo>
                    <a:pt x="4061276" y="360263"/>
                  </a:lnTo>
                  <a:lnTo>
                    <a:pt x="4144160" y="368575"/>
                  </a:lnTo>
                  <a:lnTo>
                    <a:pt x="4227043" y="375777"/>
                  </a:lnTo>
                  <a:lnTo>
                    <a:pt x="4309926" y="381720"/>
                  </a:lnTo>
                  <a:lnTo>
                    <a:pt x="4392809" y="386880"/>
                  </a:lnTo>
                  <a:lnTo>
                    <a:pt x="4475692" y="391644"/>
                  </a:lnTo>
                  <a:lnTo>
                    <a:pt x="4558576" y="395948"/>
                  </a:lnTo>
                  <a:lnTo>
                    <a:pt x="4641459" y="399689"/>
                  </a:lnTo>
                  <a:lnTo>
                    <a:pt x="4724342" y="402736"/>
                  </a:lnTo>
                  <a:lnTo>
                    <a:pt x="4807225" y="404940"/>
                  </a:lnTo>
                  <a:lnTo>
                    <a:pt x="4890108" y="406145"/>
                  </a:lnTo>
                  <a:lnTo>
                    <a:pt x="4972992" y="406201"/>
                  </a:lnTo>
                  <a:lnTo>
                    <a:pt x="5055875" y="404972"/>
                  </a:lnTo>
                  <a:lnTo>
                    <a:pt x="5138758" y="402344"/>
                  </a:lnTo>
                  <a:lnTo>
                    <a:pt x="5221641" y="398229"/>
                  </a:lnTo>
                  <a:lnTo>
                    <a:pt x="5304524" y="392562"/>
                  </a:lnTo>
                  <a:lnTo>
                    <a:pt x="5387408" y="385305"/>
                  </a:lnTo>
                  <a:lnTo>
                    <a:pt x="5470291" y="376438"/>
                  </a:lnTo>
                  <a:lnTo>
                    <a:pt x="5553174" y="365955"/>
                  </a:lnTo>
                  <a:lnTo>
                    <a:pt x="5636057" y="353862"/>
                  </a:lnTo>
                  <a:lnTo>
                    <a:pt x="5718940" y="340173"/>
                  </a:lnTo>
                  <a:lnTo>
                    <a:pt x="5801824" y="324905"/>
                  </a:lnTo>
                  <a:lnTo>
                    <a:pt x="5884707" y="308078"/>
                  </a:lnTo>
                  <a:lnTo>
                    <a:pt x="5967590" y="289713"/>
                  </a:lnTo>
                  <a:lnTo>
                    <a:pt x="6015395" y="278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53437" y="4880803"/>
              <a:ext cx="5778022" cy="497656"/>
            </a:xfrm>
            <a:custGeom>
              <a:avLst/>
              <a:pathLst>
                <a:path w="5778022" h="497656">
                  <a:moveTo>
                    <a:pt x="5778022" y="497656"/>
                  </a:moveTo>
                  <a:lnTo>
                    <a:pt x="5703734" y="471539"/>
                  </a:lnTo>
                  <a:lnTo>
                    <a:pt x="5620851" y="443632"/>
                  </a:lnTo>
                  <a:lnTo>
                    <a:pt x="5537968" y="416987"/>
                  </a:lnTo>
                  <a:lnTo>
                    <a:pt x="5455085" y="391634"/>
                  </a:lnTo>
                  <a:lnTo>
                    <a:pt x="5372201" y="367601"/>
                  </a:lnTo>
                  <a:lnTo>
                    <a:pt x="5289318" y="344911"/>
                  </a:lnTo>
                  <a:lnTo>
                    <a:pt x="5206435" y="323580"/>
                  </a:lnTo>
                  <a:lnTo>
                    <a:pt x="5123552" y="303613"/>
                  </a:lnTo>
                  <a:lnTo>
                    <a:pt x="5040669" y="285000"/>
                  </a:lnTo>
                  <a:lnTo>
                    <a:pt x="4957785" y="267712"/>
                  </a:lnTo>
                  <a:lnTo>
                    <a:pt x="4874902" y="251695"/>
                  </a:lnTo>
                  <a:lnTo>
                    <a:pt x="4792019" y="236870"/>
                  </a:lnTo>
                  <a:lnTo>
                    <a:pt x="4709136" y="223134"/>
                  </a:lnTo>
                  <a:lnTo>
                    <a:pt x="4626253" y="210360"/>
                  </a:lnTo>
                  <a:lnTo>
                    <a:pt x="4543369" y="198408"/>
                  </a:lnTo>
                  <a:lnTo>
                    <a:pt x="4460486" y="187133"/>
                  </a:lnTo>
                  <a:lnTo>
                    <a:pt x="4377603" y="176396"/>
                  </a:lnTo>
                  <a:lnTo>
                    <a:pt x="4294720" y="166075"/>
                  </a:lnTo>
                  <a:lnTo>
                    <a:pt x="4211837" y="156078"/>
                  </a:lnTo>
                  <a:lnTo>
                    <a:pt x="4128953" y="146350"/>
                  </a:lnTo>
                  <a:lnTo>
                    <a:pt x="4046070" y="136074"/>
                  </a:lnTo>
                  <a:lnTo>
                    <a:pt x="3963187" y="124463"/>
                  </a:lnTo>
                  <a:lnTo>
                    <a:pt x="3880304" y="112148"/>
                  </a:lnTo>
                  <a:lnTo>
                    <a:pt x="3797421" y="99732"/>
                  </a:lnTo>
                  <a:lnTo>
                    <a:pt x="3714537" y="87703"/>
                  </a:lnTo>
                  <a:lnTo>
                    <a:pt x="3631654" y="76385"/>
                  </a:lnTo>
                  <a:lnTo>
                    <a:pt x="3548771" y="65940"/>
                  </a:lnTo>
                  <a:lnTo>
                    <a:pt x="3465888" y="55003"/>
                  </a:lnTo>
                  <a:lnTo>
                    <a:pt x="3383005" y="42223"/>
                  </a:lnTo>
                  <a:lnTo>
                    <a:pt x="3300121" y="29894"/>
                  </a:lnTo>
                  <a:lnTo>
                    <a:pt x="3217238" y="19658"/>
                  </a:lnTo>
                  <a:lnTo>
                    <a:pt x="3134355" y="12147"/>
                  </a:lnTo>
                  <a:lnTo>
                    <a:pt x="3051472" y="6215"/>
                  </a:lnTo>
                  <a:lnTo>
                    <a:pt x="2968589" y="1754"/>
                  </a:lnTo>
                  <a:lnTo>
                    <a:pt x="2885705" y="17"/>
                  </a:lnTo>
                  <a:lnTo>
                    <a:pt x="2802822" y="0"/>
                  </a:lnTo>
                  <a:lnTo>
                    <a:pt x="2719939" y="2510"/>
                  </a:lnTo>
                  <a:lnTo>
                    <a:pt x="2637056" y="9133"/>
                  </a:lnTo>
                  <a:lnTo>
                    <a:pt x="2554173" y="18357"/>
                  </a:lnTo>
                  <a:lnTo>
                    <a:pt x="2471289" y="26888"/>
                  </a:lnTo>
                  <a:lnTo>
                    <a:pt x="2388406" y="34133"/>
                  </a:lnTo>
                  <a:lnTo>
                    <a:pt x="2305523" y="45259"/>
                  </a:lnTo>
                  <a:lnTo>
                    <a:pt x="2222640" y="58199"/>
                  </a:lnTo>
                  <a:lnTo>
                    <a:pt x="2139757" y="69419"/>
                  </a:lnTo>
                  <a:lnTo>
                    <a:pt x="2056873" y="75771"/>
                  </a:lnTo>
                  <a:lnTo>
                    <a:pt x="1973990" y="81531"/>
                  </a:lnTo>
                  <a:lnTo>
                    <a:pt x="1891107" y="87632"/>
                  </a:lnTo>
                  <a:lnTo>
                    <a:pt x="1808224" y="94007"/>
                  </a:lnTo>
                  <a:lnTo>
                    <a:pt x="1725341" y="100522"/>
                  </a:lnTo>
                  <a:lnTo>
                    <a:pt x="1642457" y="107000"/>
                  </a:lnTo>
                  <a:lnTo>
                    <a:pt x="1559574" y="113319"/>
                  </a:lnTo>
                  <a:lnTo>
                    <a:pt x="1476691" y="120129"/>
                  </a:lnTo>
                  <a:lnTo>
                    <a:pt x="1393808" y="127892"/>
                  </a:lnTo>
                  <a:lnTo>
                    <a:pt x="1310925" y="136837"/>
                  </a:lnTo>
                  <a:lnTo>
                    <a:pt x="1228041" y="147178"/>
                  </a:lnTo>
                  <a:lnTo>
                    <a:pt x="1145158" y="159094"/>
                  </a:lnTo>
                  <a:lnTo>
                    <a:pt x="1062275" y="172712"/>
                  </a:lnTo>
                  <a:lnTo>
                    <a:pt x="979392" y="188110"/>
                  </a:lnTo>
                  <a:lnTo>
                    <a:pt x="896509" y="205317"/>
                  </a:lnTo>
                  <a:lnTo>
                    <a:pt x="813625" y="224328"/>
                  </a:lnTo>
                  <a:lnTo>
                    <a:pt x="730742" y="245113"/>
                  </a:lnTo>
                  <a:lnTo>
                    <a:pt x="647859" y="267629"/>
                  </a:lnTo>
                  <a:lnTo>
                    <a:pt x="564976" y="291824"/>
                  </a:lnTo>
                  <a:lnTo>
                    <a:pt x="482093" y="317645"/>
                  </a:lnTo>
                  <a:lnTo>
                    <a:pt x="399209" y="345039"/>
                  </a:lnTo>
                  <a:lnTo>
                    <a:pt x="316326" y="373959"/>
                  </a:lnTo>
                  <a:lnTo>
                    <a:pt x="233443" y="404356"/>
                  </a:lnTo>
                  <a:lnTo>
                    <a:pt x="150560" y="436188"/>
                  </a:lnTo>
                  <a:lnTo>
                    <a:pt x="67677" y="469416"/>
                  </a:lnTo>
                  <a:lnTo>
                    <a:pt x="0" y="4976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791048"/>
              <a:ext cx="6015395" cy="264273"/>
            </a:xfrm>
            <a:custGeom>
              <a:avLst/>
              <a:pathLst>
                <a:path w="6015395" h="264273">
                  <a:moveTo>
                    <a:pt x="0" y="154619"/>
                  </a:moveTo>
                  <a:lnTo>
                    <a:pt x="82883" y="153629"/>
                  </a:lnTo>
                  <a:lnTo>
                    <a:pt x="165766" y="152444"/>
                  </a:lnTo>
                  <a:lnTo>
                    <a:pt x="248649" y="151072"/>
                  </a:lnTo>
                  <a:lnTo>
                    <a:pt x="331532" y="149519"/>
                  </a:lnTo>
                  <a:lnTo>
                    <a:pt x="414416" y="147792"/>
                  </a:lnTo>
                  <a:lnTo>
                    <a:pt x="497299" y="145897"/>
                  </a:lnTo>
                  <a:lnTo>
                    <a:pt x="580182" y="143843"/>
                  </a:lnTo>
                  <a:lnTo>
                    <a:pt x="663065" y="141635"/>
                  </a:lnTo>
                  <a:lnTo>
                    <a:pt x="745948" y="139281"/>
                  </a:lnTo>
                  <a:lnTo>
                    <a:pt x="828832" y="136787"/>
                  </a:lnTo>
                  <a:lnTo>
                    <a:pt x="911715" y="134160"/>
                  </a:lnTo>
                  <a:lnTo>
                    <a:pt x="994598" y="131408"/>
                  </a:lnTo>
                  <a:lnTo>
                    <a:pt x="1077481" y="128536"/>
                  </a:lnTo>
                  <a:lnTo>
                    <a:pt x="1160364" y="125553"/>
                  </a:lnTo>
                  <a:lnTo>
                    <a:pt x="1243248" y="122464"/>
                  </a:lnTo>
                  <a:lnTo>
                    <a:pt x="1326131" y="119276"/>
                  </a:lnTo>
                  <a:lnTo>
                    <a:pt x="1409014" y="115998"/>
                  </a:lnTo>
                  <a:lnTo>
                    <a:pt x="1491897" y="112634"/>
                  </a:lnTo>
                  <a:lnTo>
                    <a:pt x="1574780" y="109193"/>
                  </a:lnTo>
                  <a:lnTo>
                    <a:pt x="1657664" y="105681"/>
                  </a:lnTo>
                  <a:lnTo>
                    <a:pt x="1740547" y="102105"/>
                  </a:lnTo>
                  <a:lnTo>
                    <a:pt x="1823430" y="98300"/>
                  </a:lnTo>
                  <a:lnTo>
                    <a:pt x="1906313" y="93927"/>
                  </a:lnTo>
                  <a:lnTo>
                    <a:pt x="1989196" y="89124"/>
                  </a:lnTo>
                  <a:lnTo>
                    <a:pt x="2072080" y="84048"/>
                  </a:lnTo>
                  <a:lnTo>
                    <a:pt x="2154963" y="78860"/>
                  </a:lnTo>
                  <a:lnTo>
                    <a:pt x="2237846" y="73716"/>
                  </a:lnTo>
                  <a:lnTo>
                    <a:pt x="2320729" y="67985"/>
                  </a:lnTo>
                  <a:lnTo>
                    <a:pt x="2403612" y="57865"/>
                  </a:lnTo>
                  <a:lnTo>
                    <a:pt x="2486496" y="45530"/>
                  </a:lnTo>
                  <a:lnTo>
                    <a:pt x="2569379" y="34189"/>
                  </a:lnTo>
                  <a:lnTo>
                    <a:pt x="2652262" y="26805"/>
                  </a:lnTo>
                  <a:lnTo>
                    <a:pt x="2735145" y="19150"/>
                  </a:lnTo>
                  <a:lnTo>
                    <a:pt x="2818028" y="10446"/>
                  </a:lnTo>
                  <a:lnTo>
                    <a:pt x="2900912" y="3220"/>
                  </a:lnTo>
                  <a:lnTo>
                    <a:pt x="2983795" y="0"/>
                  </a:lnTo>
                  <a:lnTo>
                    <a:pt x="3066678" y="376"/>
                  </a:lnTo>
                  <a:lnTo>
                    <a:pt x="3149561" y="2024"/>
                  </a:lnTo>
                  <a:lnTo>
                    <a:pt x="3232444" y="5169"/>
                  </a:lnTo>
                  <a:lnTo>
                    <a:pt x="3315328" y="10043"/>
                  </a:lnTo>
                  <a:lnTo>
                    <a:pt x="3398211" y="17610"/>
                  </a:lnTo>
                  <a:lnTo>
                    <a:pt x="3481094" y="27611"/>
                  </a:lnTo>
                  <a:lnTo>
                    <a:pt x="3563977" y="38810"/>
                  </a:lnTo>
                  <a:lnTo>
                    <a:pt x="3646860" y="49970"/>
                  </a:lnTo>
                  <a:lnTo>
                    <a:pt x="3729744" y="59914"/>
                  </a:lnTo>
                  <a:lnTo>
                    <a:pt x="3812627" y="69870"/>
                  </a:lnTo>
                  <a:lnTo>
                    <a:pt x="3895510" y="80513"/>
                  </a:lnTo>
                  <a:lnTo>
                    <a:pt x="3978393" y="91444"/>
                  </a:lnTo>
                  <a:lnTo>
                    <a:pt x="4061276" y="102266"/>
                  </a:lnTo>
                  <a:lnTo>
                    <a:pt x="4144160" y="112580"/>
                  </a:lnTo>
                  <a:lnTo>
                    <a:pt x="4227043" y="121987"/>
                  </a:lnTo>
                  <a:lnTo>
                    <a:pt x="4309926" y="130096"/>
                  </a:lnTo>
                  <a:lnTo>
                    <a:pt x="4392809" y="137540"/>
                  </a:lnTo>
                  <a:lnTo>
                    <a:pt x="4475692" y="144921"/>
                  </a:lnTo>
                  <a:lnTo>
                    <a:pt x="4558576" y="152233"/>
                  </a:lnTo>
                  <a:lnTo>
                    <a:pt x="4641459" y="159472"/>
                  </a:lnTo>
                  <a:lnTo>
                    <a:pt x="4724342" y="166633"/>
                  </a:lnTo>
                  <a:lnTo>
                    <a:pt x="4807225" y="173711"/>
                  </a:lnTo>
                  <a:lnTo>
                    <a:pt x="4890108" y="180700"/>
                  </a:lnTo>
                  <a:lnTo>
                    <a:pt x="4972992" y="187597"/>
                  </a:lnTo>
                  <a:lnTo>
                    <a:pt x="5055875" y="194395"/>
                  </a:lnTo>
                  <a:lnTo>
                    <a:pt x="5138758" y="201089"/>
                  </a:lnTo>
                  <a:lnTo>
                    <a:pt x="5221641" y="207676"/>
                  </a:lnTo>
                  <a:lnTo>
                    <a:pt x="5304524" y="214149"/>
                  </a:lnTo>
                  <a:lnTo>
                    <a:pt x="5387408" y="220504"/>
                  </a:lnTo>
                  <a:lnTo>
                    <a:pt x="5470291" y="226735"/>
                  </a:lnTo>
                  <a:lnTo>
                    <a:pt x="5553174" y="232839"/>
                  </a:lnTo>
                  <a:lnTo>
                    <a:pt x="5636057" y="238809"/>
                  </a:lnTo>
                  <a:lnTo>
                    <a:pt x="5718940" y="244641"/>
                  </a:lnTo>
                  <a:lnTo>
                    <a:pt x="5801824" y="250329"/>
                  </a:lnTo>
                  <a:lnTo>
                    <a:pt x="5884707" y="255870"/>
                  </a:lnTo>
                  <a:lnTo>
                    <a:pt x="5967590" y="261257"/>
                  </a:lnTo>
                  <a:lnTo>
                    <a:pt x="6015395" y="2642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236896"/>
              <a:ext cx="6015395" cy="1141563"/>
            </a:xfrm>
            <a:custGeom>
              <a:avLst/>
              <a:pathLst>
                <a:path w="6015395" h="1141563">
                  <a:moveTo>
                    <a:pt x="0" y="343625"/>
                  </a:moveTo>
                  <a:lnTo>
                    <a:pt x="82883" y="370477"/>
                  </a:lnTo>
                  <a:lnTo>
                    <a:pt x="165766" y="396104"/>
                  </a:lnTo>
                  <a:lnTo>
                    <a:pt x="248649" y="420499"/>
                  </a:lnTo>
                  <a:lnTo>
                    <a:pt x="331532" y="443649"/>
                  </a:lnTo>
                  <a:lnTo>
                    <a:pt x="414416" y="465541"/>
                  </a:lnTo>
                  <a:lnTo>
                    <a:pt x="497299" y="486159"/>
                  </a:lnTo>
                  <a:lnTo>
                    <a:pt x="580182" y="505481"/>
                  </a:lnTo>
                  <a:lnTo>
                    <a:pt x="663065" y="523487"/>
                  </a:lnTo>
                  <a:lnTo>
                    <a:pt x="745948" y="540149"/>
                  </a:lnTo>
                  <a:lnTo>
                    <a:pt x="828832" y="555440"/>
                  </a:lnTo>
                  <a:lnTo>
                    <a:pt x="911715" y="569332"/>
                  </a:lnTo>
                  <a:lnTo>
                    <a:pt x="994598" y="581796"/>
                  </a:lnTo>
                  <a:lnTo>
                    <a:pt x="1077481" y="592812"/>
                  </a:lnTo>
                  <a:lnTo>
                    <a:pt x="1160364" y="602374"/>
                  </a:lnTo>
                  <a:lnTo>
                    <a:pt x="1243248" y="610494"/>
                  </a:lnTo>
                  <a:lnTo>
                    <a:pt x="1326131" y="617223"/>
                  </a:lnTo>
                  <a:lnTo>
                    <a:pt x="1409014" y="622648"/>
                  </a:lnTo>
                  <a:lnTo>
                    <a:pt x="1491897" y="626908"/>
                  </a:lnTo>
                  <a:lnTo>
                    <a:pt x="1574780" y="630187"/>
                  </a:lnTo>
                  <a:lnTo>
                    <a:pt x="1657664" y="632701"/>
                  </a:lnTo>
                  <a:lnTo>
                    <a:pt x="1740547" y="634680"/>
                  </a:lnTo>
                  <a:lnTo>
                    <a:pt x="1823430" y="636586"/>
                  </a:lnTo>
                  <a:lnTo>
                    <a:pt x="1906313" y="638962"/>
                  </a:lnTo>
                  <a:lnTo>
                    <a:pt x="1989196" y="641494"/>
                  </a:lnTo>
                  <a:lnTo>
                    <a:pt x="2072080" y="643814"/>
                  </a:lnTo>
                  <a:lnTo>
                    <a:pt x="2154963" y="645590"/>
                  </a:lnTo>
                  <a:lnTo>
                    <a:pt x="2237846" y="646554"/>
                  </a:lnTo>
                  <a:lnTo>
                    <a:pt x="2320729" y="646483"/>
                  </a:lnTo>
                  <a:lnTo>
                    <a:pt x="2403612" y="645015"/>
                  </a:lnTo>
                  <a:lnTo>
                    <a:pt x="2486496" y="641998"/>
                  </a:lnTo>
                  <a:lnTo>
                    <a:pt x="2569379" y="638111"/>
                  </a:lnTo>
                  <a:lnTo>
                    <a:pt x="2652262" y="635097"/>
                  </a:lnTo>
                  <a:lnTo>
                    <a:pt x="2735145" y="633190"/>
                  </a:lnTo>
                  <a:lnTo>
                    <a:pt x="2818028" y="630808"/>
                  </a:lnTo>
                  <a:lnTo>
                    <a:pt x="2900912" y="627511"/>
                  </a:lnTo>
                  <a:lnTo>
                    <a:pt x="2983795" y="624498"/>
                  </a:lnTo>
                  <a:lnTo>
                    <a:pt x="3066678" y="623868"/>
                  </a:lnTo>
                  <a:lnTo>
                    <a:pt x="3149561" y="624289"/>
                  </a:lnTo>
                  <a:lnTo>
                    <a:pt x="3232444" y="623645"/>
                  </a:lnTo>
                  <a:lnTo>
                    <a:pt x="3315328" y="621905"/>
                  </a:lnTo>
                  <a:lnTo>
                    <a:pt x="3398211" y="620075"/>
                  </a:lnTo>
                  <a:lnTo>
                    <a:pt x="3481094" y="617703"/>
                  </a:lnTo>
                  <a:lnTo>
                    <a:pt x="3563977" y="614258"/>
                  </a:lnTo>
                  <a:lnTo>
                    <a:pt x="3646860" y="610140"/>
                  </a:lnTo>
                  <a:lnTo>
                    <a:pt x="3729744" y="606385"/>
                  </a:lnTo>
                  <a:lnTo>
                    <a:pt x="3812627" y="602476"/>
                  </a:lnTo>
                  <a:lnTo>
                    <a:pt x="3895510" y="597577"/>
                  </a:lnTo>
                  <a:lnTo>
                    <a:pt x="3978393" y="591490"/>
                  </a:lnTo>
                  <a:lnTo>
                    <a:pt x="4061276" y="584165"/>
                  </a:lnTo>
                  <a:lnTo>
                    <a:pt x="4144160" y="575700"/>
                  </a:lnTo>
                  <a:lnTo>
                    <a:pt x="4227043" y="566302"/>
                  </a:lnTo>
                  <a:lnTo>
                    <a:pt x="4309926" y="556211"/>
                  </a:lnTo>
                  <a:lnTo>
                    <a:pt x="4392809" y="545263"/>
                  </a:lnTo>
                  <a:lnTo>
                    <a:pt x="4475692" y="533238"/>
                  </a:lnTo>
                  <a:lnTo>
                    <a:pt x="4558576" y="520082"/>
                  </a:lnTo>
                  <a:lnTo>
                    <a:pt x="4641459" y="505704"/>
                  </a:lnTo>
                  <a:lnTo>
                    <a:pt x="4724342" y="489989"/>
                  </a:lnTo>
                  <a:lnTo>
                    <a:pt x="4807225" y="472803"/>
                  </a:lnTo>
                  <a:lnTo>
                    <a:pt x="4890108" y="454008"/>
                  </a:lnTo>
                  <a:lnTo>
                    <a:pt x="4972992" y="433470"/>
                  </a:lnTo>
                  <a:lnTo>
                    <a:pt x="5055875" y="411069"/>
                  </a:lnTo>
                  <a:lnTo>
                    <a:pt x="5138758" y="386704"/>
                  </a:lnTo>
                  <a:lnTo>
                    <a:pt x="5221641" y="360298"/>
                  </a:lnTo>
                  <a:lnTo>
                    <a:pt x="5304524" y="331798"/>
                  </a:lnTo>
                  <a:lnTo>
                    <a:pt x="5387408" y="301170"/>
                  </a:lnTo>
                  <a:lnTo>
                    <a:pt x="5470291" y="268401"/>
                  </a:lnTo>
                  <a:lnTo>
                    <a:pt x="5553174" y="233491"/>
                  </a:lnTo>
                  <a:lnTo>
                    <a:pt x="5636057" y="196448"/>
                  </a:lnTo>
                  <a:lnTo>
                    <a:pt x="5718940" y="157291"/>
                  </a:lnTo>
                  <a:lnTo>
                    <a:pt x="5801824" y="116038"/>
                  </a:lnTo>
                  <a:lnTo>
                    <a:pt x="5884707" y="72713"/>
                  </a:lnTo>
                  <a:lnTo>
                    <a:pt x="5967590" y="27339"/>
                  </a:lnTo>
                  <a:lnTo>
                    <a:pt x="6015395" y="0"/>
                  </a:lnTo>
                  <a:lnTo>
                    <a:pt x="6015395" y="631185"/>
                  </a:lnTo>
                  <a:lnTo>
                    <a:pt x="5967590" y="631923"/>
                  </a:lnTo>
                  <a:lnTo>
                    <a:pt x="5884707" y="633673"/>
                  </a:lnTo>
                  <a:lnTo>
                    <a:pt x="5801824" y="635917"/>
                  </a:lnTo>
                  <a:lnTo>
                    <a:pt x="5718940" y="638679"/>
                  </a:lnTo>
                  <a:lnTo>
                    <a:pt x="5636057" y="641984"/>
                  </a:lnTo>
                  <a:lnTo>
                    <a:pt x="5553174" y="645850"/>
                  </a:lnTo>
                  <a:lnTo>
                    <a:pt x="5470291" y="650297"/>
                  </a:lnTo>
                  <a:lnTo>
                    <a:pt x="5387408" y="655334"/>
                  </a:lnTo>
                  <a:lnTo>
                    <a:pt x="5304524" y="660961"/>
                  </a:lnTo>
                  <a:lnTo>
                    <a:pt x="5221641" y="667166"/>
                  </a:lnTo>
                  <a:lnTo>
                    <a:pt x="5138758" y="673916"/>
                  </a:lnTo>
                  <a:lnTo>
                    <a:pt x="5055875" y="681159"/>
                  </a:lnTo>
                  <a:lnTo>
                    <a:pt x="4972992" y="688817"/>
                  </a:lnTo>
                  <a:lnTo>
                    <a:pt x="4890108" y="696792"/>
                  </a:lnTo>
                  <a:lnTo>
                    <a:pt x="4807225" y="704963"/>
                  </a:lnTo>
                  <a:lnTo>
                    <a:pt x="4724342" y="713197"/>
                  </a:lnTo>
                  <a:lnTo>
                    <a:pt x="4641459" y="721357"/>
                  </a:lnTo>
                  <a:lnTo>
                    <a:pt x="4558576" y="729310"/>
                  </a:lnTo>
                  <a:lnTo>
                    <a:pt x="4475692" y="736940"/>
                  </a:lnTo>
                  <a:lnTo>
                    <a:pt x="4392809" y="744159"/>
                  </a:lnTo>
                  <a:lnTo>
                    <a:pt x="4309926" y="750912"/>
                  </a:lnTo>
                  <a:lnTo>
                    <a:pt x="4227043" y="757024"/>
                  </a:lnTo>
                  <a:lnTo>
                    <a:pt x="4144160" y="762373"/>
                  </a:lnTo>
                  <a:lnTo>
                    <a:pt x="4061276" y="767162"/>
                  </a:lnTo>
                  <a:lnTo>
                    <a:pt x="3978393" y="771561"/>
                  </a:lnTo>
                  <a:lnTo>
                    <a:pt x="3895510" y="775633"/>
                  </a:lnTo>
                  <a:lnTo>
                    <a:pt x="3812627" y="779292"/>
                  </a:lnTo>
                  <a:lnTo>
                    <a:pt x="3729744" y="782302"/>
                  </a:lnTo>
                  <a:lnTo>
                    <a:pt x="3646860" y="784232"/>
                  </a:lnTo>
                  <a:lnTo>
                    <a:pt x="3563977" y="785376"/>
                  </a:lnTo>
                  <a:lnTo>
                    <a:pt x="3481094" y="786744"/>
                  </a:lnTo>
                  <a:lnTo>
                    <a:pt x="3398211" y="788685"/>
                  </a:lnTo>
                  <a:lnTo>
                    <a:pt x="3315328" y="790618"/>
                  </a:lnTo>
                  <a:lnTo>
                    <a:pt x="3232444" y="790416"/>
                  </a:lnTo>
                  <a:lnTo>
                    <a:pt x="3149561" y="788643"/>
                  </a:lnTo>
                  <a:lnTo>
                    <a:pt x="3066678" y="788058"/>
                  </a:lnTo>
                  <a:lnTo>
                    <a:pt x="2983795" y="789346"/>
                  </a:lnTo>
                  <a:lnTo>
                    <a:pt x="2900912" y="791056"/>
                  </a:lnTo>
                  <a:lnTo>
                    <a:pt x="2818028" y="793245"/>
                  </a:lnTo>
                  <a:lnTo>
                    <a:pt x="2735145" y="796583"/>
                  </a:lnTo>
                  <a:lnTo>
                    <a:pt x="2652262" y="800099"/>
                  </a:lnTo>
                  <a:lnTo>
                    <a:pt x="2569379" y="802857"/>
                  </a:lnTo>
                  <a:lnTo>
                    <a:pt x="2486496" y="806350"/>
                  </a:lnTo>
                  <a:lnTo>
                    <a:pt x="2403612" y="810476"/>
                  </a:lnTo>
                  <a:lnTo>
                    <a:pt x="2320729" y="813966"/>
                  </a:lnTo>
                  <a:lnTo>
                    <a:pt x="2237846" y="815176"/>
                  </a:lnTo>
                  <a:lnTo>
                    <a:pt x="2154963" y="815345"/>
                  </a:lnTo>
                  <a:lnTo>
                    <a:pt x="2072080" y="815244"/>
                  </a:lnTo>
                  <a:lnTo>
                    <a:pt x="1989196" y="815312"/>
                  </a:lnTo>
                  <a:lnTo>
                    <a:pt x="1906313" y="815922"/>
                  </a:lnTo>
                  <a:lnTo>
                    <a:pt x="1823430" y="817412"/>
                  </a:lnTo>
                  <a:lnTo>
                    <a:pt x="1740547" y="820124"/>
                  </a:lnTo>
                  <a:lnTo>
                    <a:pt x="1657664" y="824085"/>
                  </a:lnTo>
                  <a:lnTo>
                    <a:pt x="1574780" y="829379"/>
                  </a:lnTo>
                  <a:lnTo>
                    <a:pt x="1491897" y="836209"/>
                  </a:lnTo>
                  <a:lnTo>
                    <a:pt x="1409014" y="844764"/>
                  </a:lnTo>
                  <a:lnTo>
                    <a:pt x="1326131" y="855202"/>
                  </a:lnTo>
                  <a:lnTo>
                    <a:pt x="1243248" y="867632"/>
                  </a:lnTo>
                  <a:lnTo>
                    <a:pt x="1160364" y="882118"/>
                  </a:lnTo>
                  <a:lnTo>
                    <a:pt x="1077481" y="898680"/>
                  </a:lnTo>
                  <a:lnTo>
                    <a:pt x="994598" y="917307"/>
                  </a:lnTo>
                  <a:lnTo>
                    <a:pt x="911715" y="937963"/>
                  </a:lnTo>
                  <a:lnTo>
                    <a:pt x="828832" y="960601"/>
                  </a:lnTo>
                  <a:lnTo>
                    <a:pt x="745948" y="985167"/>
                  </a:lnTo>
                  <a:lnTo>
                    <a:pt x="663065" y="1011604"/>
                  </a:lnTo>
                  <a:lnTo>
                    <a:pt x="580182" y="1039859"/>
                  </a:lnTo>
                  <a:lnTo>
                    <a:pt x="497299" y="1069878"/>
                  </a:lnTo>
                  <a:lnTo>
                    <a:pt x="414416" y="1101611"/>
                  </a:lnTo>
                  <a:lnTo>
                    <a:pt x="331532" y="1135011"/>
                  </a:lnTo>
                  <a:lnTo>
                    <a:pt x="316029" y="114156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236896"/>
              <a:ext cx="6015395" cy="646554"/>
            </a:xfrm>
            <a:custGeom>
              <a:avLst/>
              <a:pathLst>
                <a:path w="6015395" h="646554">
                  <a:moveTo>
                    <a:pt x="0" y="343625"/>
                  </a:moveTo>
                  <a:lnTo>
                    <a:pt x="82883" y="370477"/>
                  </a:lnTo>
                  <a:lnTo>
                    <a:pt x="165766" y="396104"/>
                  </a:lnTo>
                  <a:lnTo>
                    <a:pt x="248649" y="420499"/>
                  </a:lnTo>
                  <a:lnTo>
                    <a:pt x="331532" y="443649"/>
                  </a:lnTo>
                  <a:lnTo>
                    <a:pt x="414416" y="465541"/>
                  </a:lnTo>
                  <a:lnTo>
                    <a:pt x="497299" y="486159"/>
                  </a:lnTo>
                  <a:lnTo>
                    <a:pt x="580182" y="505481"/>
                  </a:lnTo>
                  <a:lnTo>
                    <a:pt x="663065" y="523487"/>
                  </a:lnTo>
                  <a:lnTo>
                    <a:pt x="745948" y="540149"/>
                  </a:lnTo>
                  <a:lnTo>
                    <a:pt x="828832" y="555440"/>
                  </a:lnTo>
                  <a:lnTo>
                    <a:pt x="911715" y="569332"/>
                  </a:lnTo>
                  <a:lnTo>
                    <a:pt x="994598" y="581796"/>
                  </a:lnTo>
                  <a:lnTo>
                    <a:pt x="1077481" y="592812"/>
                  </a:lnTo>
                  <a:lnTo>
                    <a:pt x="1160364" y="602374"/>
                  </a:lnTo>
                  <a:lnTo>
                    <a:pt x="1243248" y="610494"/>
                  </a:lnTo>
                  <a:lnTo>
                    <a:pt x="1326131" y="617223"/>
                  </a:lnTo>
                  <a:lnTo>
                    <a:pt x="1409014" y="622648"/>
                  </a:lnTo>
                  <a:lnTo>
                    <a:pt x="1491897" y="626908"/>
                  </a:lnTo>
                  <a:lnTo>
                    <a:pt x="1574780" y="630187"/>
                  </a:lnTo>
                  <a:lnTo>
                    <a:pt x="1657664" y="632701"/>
                  </a:lnTo>
                  <a:lnTo>
                    <a:pt x="1740547" y="634680"/>
                  </a:lnTo>
                  <a:lnTo>
                    <a:pt x="1823430" y="636586"/>
                  </a:lnTo>
                  <a:lnTo>
                    <a:pt x="1906313" y="638962"/>
                  </a:lnTo>
                  <a:lnTo>
                    <a:pt x="1989196" y="641494"/>
                  </a:lnTo>
                  <a:lnTo>
                    <a:pt x="2072080" y="643814"/>
                  </a:lnTo>
                  <a:lnTo>
                    <a:pt x="2154963" y="645590"/>
                  </a:lnTo>
                  <a:lnTo>
                    <a:pt x="2237846" y="646554"/>
                  </a:lnTo>
                  <a:lnTo>
                    <a:pt x="2320729" y="646483"/>
                  </a:lnTo>
                  <a:lnTo>
                    <a:pt x="2403612" y="645015"/>
                  </a:lnTo>
                  <a:lnTo>
                    <a:pt x="2486496" y="641998"/>
                  </a:lnTo>
                  <a:lnTo>
                    <a:pt x="2569379" y="638111"/>
                  </a:lnTo>
                  <a:lnTo>
                    <a:pt x="2652262" y="635097"/>
                  </a:lnTo>
                  <a:lnTo>
                    <a:pt x="2735145" y="633190"/>
                  </a:lnTo>
                  <a:lnTo>
                    <a:pt x="2818028" y="630808"/>
                  </a:lnTo>
                  <a:lnTo>
                    <a:pt x="2900912" y="627511"/>
                  </a:lnTo>
                  <a:lnTo>
                    <a:pt x="2983795" y="624498"/>
                  </a:lnTo>
                  <a:lnTo>
                    <a:pt x="3066678" y="623868"/>
                  </a:lnTo>
                  <a:lnTo>
                    <a:pt x="3149561" y="624289"/>
                  </a:lnTo>
                  <a:lnTo>
                    <a:pt x="3232444" y="623645"/>
                  </a:lnTo>
                  <a:lnTo>
                    <a:pt x="3315328" y="621905"/>
                  </a:lnTo>
                  <a:lnTo>
                    <a:pt x="3398211" y="620075"/>
                  </a:lnTo>
                  <a:lnTo>
                    <a:pt x="3481094" y="617703"/>
                  </a:lnTo>
                  <a:lnTo>
                    <a:pt x="3563977" y="614258"/>
                  </a:lnTo>
                  <a:lnTo>
                    <a:pt x="3646860" y="610140"/>
                  </a:lnTo>
                  <a:lnTo>
                    <a:pt x="3729744" y="606385"/>
                  </a:lnTo>
                  <a:lnTo>
                    <a:pt x="3812627" y="602476"/>
                  </a:lnTo>
                  <a:lnTo>
                    <a:pt x="3895510" y="597577"/>
                  </a:lnTo>
                  <a:lnTo>
                    <a:pt x="3978393" y="591490"/>
                  </a:lnTo>
                  <a:lnTo>
                    <a:pt x="4061276" y="584165"/>
                  </a:lnTo>
                  <a:lnTo>
                    <a:pt x="4144160" y="575700"/>
                  </a:lnTo>
                  <a:lnTo>
                    <a:pt x="4227043" y="566302"/>
                  </a:lnTo>
                  <a:lnTo>
                    <a:pt x="4309926" y="556211"/>
                  </a:lnTo>
                  <a:lnTo>
                    <a:pt x="4392809" y="545263"/>
                  </a:lnTo>
                  <a:lnTo>
                    <a:pt x="4475692" y="533238"/>
                  </a:lnTo>
                  <a:lnTo>
                    <a:pt x="4558576" y="520082"/>
                  </a:lnTo>
                  <a:lnTo>
                    <a:pt x="4641459" y="505704"/>
                  </a:lnTo>
                  <a:lnTo>
                    <a:pt x="4724342" y="489989"/>
                  </a:lnTo>
                  <a:lnTo>
                    <a:pt x="4807225" y="472803"/>
                  </a:lnTo>
                  <a:lnTo>
                    <a:pt x="4890108" y="454008"/>
                  </a:lnTo>
                  <a:lnTo>
                    <a:pt x="4972992" y="433470"/>
                  </a:lnTo>
                  <a:lnTo>
                    <a:pt x="5055875" y="411069"/>
                  </a:lnTo>
                  <a:lnTo>
                    <a:pt x="5138758" y="386704"/>
                  </a:lnTo>
                  <a:lnTo>
                    <a:pt x="5221641" y="360298"/>
                  </a:lnTo>
                  <a:lnTo>
                    <a:pt x="5304524" y="331798"/>
                  </a:lnTo>
                  <a:lnTo>
                    <a:pt x="5387408" y="301170"/>
                  </a:lnTo>
                  <a:lnTo>
                    <a:pt x="5470291" y="268401"/>
                  </a:lnTo>
                  <a:lnTo>
                    <a:pt x="5553174" y="233491"/>
                  </a:lnTo>
                  <a:lnTo>
                    <a:pt x="5636057" y="196448"/>
                  </a:lnTo>
                  <a:lnTo>
                    <a:pt x="5718940" y="157291"/>
                  </a:lnTo>
                  <a:lnTo>
                    <a:pt x="5801824" y="116038"/>
                  </a:lnTo>
                  <a:lnTo>
                    <a:pt x="5884707" y="72713"/>
                  </a:lnTo>
                  <a:lnTo>
                    <a:pt x="5967590" y="27339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8495" y="4868082"/>
              <a:ext cx="5699365" cy="510377"/>
            </a:xfrm>
            <a:custGeom>
              <a:avLst/>
              <a:pathLst>
                <a:path w="5699365" h="510377">
                  <a:moveTo>
                    <a:pt x="5699365" y="0"/>
                  </a:moveTo>
                  <a:lnTo>
                    <a:pt x="5651560" y="737"/>
                  </a:lnTo>
                  <a:lnTo>
                    <a:pt x="5568677" y="2487"/>
                  </a:lnTo>
                  <a:lnTo>
                    <a:pt x="5485794" y="4731"/>
                  </a:lnTo>
                  <a:lnTo>
                    <a:pt x="5402910" y="7494"/>
                  </a:lnTo>
                  <a:lnTo>
                    <a:pt x="5320027" y="10798"/>
                  </a:lnTo>
                  <a:lnTo>
                    <a:pt x="5237144" y="14665"/>
                  </a:lnTo>
                  <a:lnTo>
                    <a:pt x="5154261" y="19111"/>
                  </a:lnTo>
                  <a:lnTo>
                    <a:pt x="5071378" y="24148"/>
                  </a:lnTo>
                  <a:lnTo>
                    <a:pt x="4988494" y="29776"/>
                  </a:lnTo>
                  <a:lnTo>
                    <a:pt x="4905611" y="35980"/>
                  </a:lnTo>
                  <a:lnTo>
                    <a:pt x="4822728" y="42730"/>
                  </a:lnTo>
                  <a:lnTo>
                    <a:pt x="4739845" y="49973"/>
                  </a:lnTo>
                  <a:lnTo>
                    <a:pt x="4656962" y="57632"/>
                  </a:lnTo>
                  <a:lnTo>
                    <a:pt x="4574078" y="65606"/>
                  </a:lnTo>
                  <a:lnTo>
                    <a:pt x="4491195" y="73777"/>
                  </a:lnTo>
                  <a:lnTo>
                    <a:pt x="4408312" y="82011"/>
                  </a:lnTo>
                  <a:lnTo>
                    <a:pt x="4325429" y="90171"/>
                  </a:lnTo>
                  <a:lnTo>
                    <a:pt x="4242546" y="98124"/>
                  </a:lnTo>
                  <a:lnTo>
                    <a:pt x="4159662" y="105755"/>
                  </a:lnTo>
                  <a:lnTo>
                    <a:pt x="4076779" y="112974"/>
                  </a:lnTo>
                  <a:lnTo>
                    <a:pt x="3993896" y="119727"/>
                  </a:lnTo>
                  <a:lnTo>
                    <a:pt x="3911013" y="125839"/>
                  </a:lnTo>
                  <a:lnTo>
                    <a:pt x="3828130" y="131188"/>
                  </a:lnTo>
                  <a:lnTo>
                    <a:pt x="3745246" y="135976"/>
                  </a:lnTo>
                  <a:lnTo>
                    <a:pt x="3662363" y="140375"/>
                  </a:lnTo>
                  <a:lnTo>
                    <a:pt x="3579480" y="144447"/>
                  </a:lnTo>
                  <a:lnTo>
                    <a:pt x="3496597" y="148106"/>
                  </a:lnTo>
                  <a:lnTo>
                    <a:pt x="3413714" y="151117"/>
                  </a:lnTo>
                  <a:lnTo>
                    <a:pt x="3330830" y="153047"/>
                  </a:lnTo>
                  <a:lnTo>
                    <a:pt x="3247947" y="154190"/>
                  </a:lnTo>
                  <a:lnTo>
                    <a:pt x="3165064" y="155558"/>
                  </a:lnTo>
                  <a:lnTo>
                    <a:pt x="3082181" y="157499"/>
                  </a:lnTo>
                  <a:lnTo>
                    <a:pt x="2999298" y="159433"/>
                  </a:lnTo>
                  <a:lnTo>
                    <a:pt x="2916414" y="159231"/>
                  </a:lnTo>
                  <a:lnTo>
                    <a:pt x="2833531" y="157457"/>
                  </a:lnTo>
                  <a:lnTo>
                    <a:pt x="2750648" y="156872"/>
                  </a:lnTo>
                  <a:lnTo>
                    <a:pt x="2667765" y="158161"/>
                  </a:lnTo>
                  <a:lnTo>
                    <a:pt x="2584882" y="159870"/>
                  </a:lnTo>
                  <a:lnTo>
                    <a:pt x="2501998" y="162059"/>
                  </a:lnTo>
                  <a:lnTo>
                    <a:pt x="2419115" y="165397"/>
                  </a:lnTo>
                  <a:lnTo>
                    <a:pt x="2336232" y="168913"/>
                  </a:lnTo>
                  <a:lnTo>
                    <a:pt x="2253349" y="171671"/>
                  </a:lnTo>
                  <a:lnTo>
                    <a:pt x="2170466" y="175165"/>
                  </a:lnTo>
                  <a:lnTo>
                    <a:pt x="2087582" y="179290"/>
                  </a:lnTo>
                  <a:lnTo>
                    <a:pt x="2004699" y="182781"/>
                  </a:lnTo>
                  <a:lnTo>
                    <a:pt x="1921816" y="183990"/>
                  </a:lnTo>
                  <a:lnTo>
                    <a:pt x="1838933" y="184159"/>
                  </a:lnTo>
                  <a:lnTo>
                    <a:pt x="1756050" y="184058"/>
                  </a:lnTo>
                  <a:lnTo>
                    <a:pt x="1673166" y="184127"/>
                  </a:lnTo>
                  <a:lnTo>
                    <a:pt x="1590283" y="184737"/>
                  </a:lnTo>
                  <a:lnTo>
                    <a:pt x="1507400" y="186226"/>
                  </a:lnTo>
                  <a:lnTo>
                    <a:pt x="1424517" y="188938"/>
                  </a:lnTo>
                  <a:lnTo>
                    <a:pt x="1341634" y="192899"/>
                  </a:lnTo>
                  <a:lnTo>
                    <a:pt x="1258750" y="198193"/>
                  </a:lnTo>
                  <a:lnTo>
                    <a:pt x="1175867" y="205023"/>
                  </a:lnTo>
                  <a:lnTo>
                    <a:pt x="1092984" y="213579"/>
                  </a:lnTo>
                  <a:lnTo>
                    <a:pt x="1010101" y="224016"/>
                  </a:lnTo>
                  <a:lnTo>
                    <a:pt x="927218" y="236446"/>
                  </a:lnTo>
                  <a:lnTo>
                    <a:pt x="844334" y="250932"/>
                  </a:lnTo>
                  <a:lnTo>
                    <a:pt x="761451" y="267495"/>
                  </a:lnTo>
                  <a:lnTo>
                    <a:pt x="678568" y="286121"/>
                  </a:lnTo>
                  <a:lnTo>
                    <a:pt x="595685" y="306777"/>
                  </a:lnTo>
                  <a:lnTo>
                    <a:pt x="512802" y="329415"/>
                  </a:lnTo>
                  <a:lnTo>
                    <a:pt x="429918" y="353981"/>
                  </a:lnTo>
                  <a:lnTo>
                    <a:pt x="347035" y="380419"/>
                  </a:lnTo>
                  <a:lnTo>
                    <a:pt x="264152" y="408674"/>
                  </a:lnTo>
                  <a:lnTo>
                    <a:pt x="181269" y="438692"/>
                  </a:lnTo>
                  <a:lnTo>
                    <a:pt x="98386" y="470425"/>
                  </a:lnTo>
                  <a:lnTo>
                    <a:pt x="15502" y="503826"/>
                  </a:lnTo>
                  <a:lnTo>
                    <a:pt x="0" y="510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552489"/>
              <a:ext cx="6015395" cy="498448"/>
            </a:xfrm>
            <a:custGeom>
              <a:avLst/>
              <a:pathLst>
                <a:path w="6015395" h="498448">
                  <a:moveTo>
                    <a:pt x="0" y="498448"/>
                  </a:moveTo>
                  <a:lnTo>
                    <a:pt x="82883" y="492043"/>
                  </a:lnTo>
                  <a:lnTo>
                    <a:pt x="165766" y="485781"/>
                  </a:lnTo>
                  <a:lnTo>
                    <a:pt x="248649" y="479675"/>
                  </a:lnTo>
                  <a:lnTo>
                    <a:pt x="331532" y="473738"/>
                  </a:lnTo>
                  <a:lnTo>
                    <a:pt x="414416" y="467983"/>
                  </a:lnTo>
                  <a:lnTo>
                    <a:pt x="497299" y="462425"/>
                  </a:lnTo>
                  <a:lnTo>
                    <a:pt x="580182" y="457077"/>
                  </a:lnTo>
                  <a:lnTo>
                    <a:pt x="663065" y="451953"/>
                  </a:lnTo>
                  <a:lnTo>
                    <a:pt x="745948" y="447065"/>
                  </a:lnTo>
                  <a:lnTo>
                    <a:pt x="828832" y="442428"/>
                  </a:lnTo>
                  <a:lnTo>
                    <a:pt x="911715" y="438054"/>
                  </a:lnTo>
                  <a:lnTo>
                    <a:pt x="994598" y="433959"/>
                  </a:lnTo>
                  <a:lnTo>
                    <a:pt x="1077481" y="430154"/>
                  </a:lnTo>
                  <a:lnTo>
                    <a:pt x="1160364" y="426653"/>
                  </a:lnTo>
                  <a:lnTo>
                    <a:pt x="1243248" y="423470"/>
                  </a:lnTo>
                  <a:lnTo>
                    <a:pt x="1326131" y="420619"/>
                  </a:lnTo>
                  <a:lnTo>
                    <a:pt x="1409014" y="418113"/>
                  </a:lnTo>
                  <a:lnTo>
                    <a:pt x="1491897" y="415966"/>
                  </a:lnTo>
                  <a:lnTo>
                    <a:pt x="1574780" y="414190"/>
                  </a:lnTo>
                  <a:lnTo>
                    <a:pt x="1657664" y="412800"/>
                  </a:lnTo>
                  <a:lnTo>
                    <a:pt x="1740547" y="411809"/>
                  </a:lnTo>
                  <a:lnTo>
                    <a:pt x="1823430" y="411406"/>
                  </a:lnTo>
                  <a:lnTo>
                    <a:pt x="1906313" y="411849"/>
                  </a:lnTo>
                  <a:lnTo>
                    <a:pt x="1989196" y="412810"/>
                  </a:lnTo>
                  <a:lnTo>
                    <a:pt x="2072080" y="413936"/>
                  </a:lnTo>
                  <a:lnTo>
                    <a:pt x="2154963" y="414874"/>
                  </a:lnTo>
                  <a:lnTo>
                    <a:pt x="2237846" y="415272"/>
                  </a:lnTo>
                  <a:lnTo>
                    <a:pt x="2320729" y="414632"/>
                  </a:lnTo>
                  <a:lnTo>
                    <a:pt x="2403612" y="412152"/>
                  </a:lnTo>
                  <a:lnTo>
                    <a:pt x="2486496" y="408582"/>
                  </a:lnTo>
                  <a:lnTo>
                    <a:pt x="2569379" y="404891"/>
                  </a:lnTo>
                  <a:lnTo>
                    <a:pt x="2652262" y="402005"/>
                  </a:lnTo>
                  <a:lnTo>
                    <a:pt x="2735145" y="399294"/>
                  </a:lnTo>
                  <a:lnTo>
                    <a:pt x="2818028" y="396434"/>
                  </a:lnTo>
                  <a:lnTo>
                    <a:pt x="2900912" y="393690"/>
                  </a:lnTo>
                  <a:lnTo>
                    <a:pt x="2983795" y="391329"/>
                  </a:lnTo>
                  <a:lnTo>
                    <a:pt x="3066678" y="390370"/>
                  </a:lnTo>
                  <a:lnTo>
                    <a:pt x="3149561" y="390873"/>
                  </a:lnTo>
                  <a:lnTo>
                    <a:pt x="3232444" y="391438"/>
                  </a:lnTo>
                  <a:lnTo>
                    <a:pt x="3315328" y="390669"/>
                  </a:lnTo>
                  <a:lnTo>
                    <a:pt x="3398211" y="388787"/>
                  </a:lnTo>
                  <a:lnTo>
                    <a:pt x="3481094" y="386631"/>
                  </a:lnTo>
                  <a:lnTo>
                    <a:pt x="3563977" y="384224"/>
                  </a:lnTo>
                  <a:lnTo>
                    <a:pt x="3646860" y="381593"/>
                  </a:lnTo>
                  <a:lnTo>
                    <a:pt x="3729744" y="378751"/>
                  </a:lnTo>
                  <a:lnTo>
                    <a:pt x="3812627" y="375291"/>
                  </a:lnTo>
                  <a:lnTo>
                    <a:pt x="3895510" y="371012"/>
                  </a:lnTo>
                  <a:lnTo>
                    <a:pt x="3978393" y="365933"/>
                  </a:lnTo>
                  <a:lnTo>
                    <a:pt x="4061276" y="360071"/>
                  </a:lnTo>
                  <a:lnTo>
                    <a:pt x="4144160" y="353444"/>
                  </a:lnTo>
                  <a:lnTo>
                    <a:pt x="4227043" y="346071"/>
                  </a:lnTo>
                  <a:lnTo>
                    <a:pt x="4309926" y="337969"/>
                  </a:lnTo>
                  <a:lnTo>
                    <a:pt x="4392809" y="329118"/>
                  </a:lnTo>
                  <a:lnTo>
                    <a:pt x="4475692" y="319496"/>
                  </a:lnTo>
                  <a:lnTo>
                    <a:pt x="4558576" y="309103"/>
                  </a:lnTo>
                  <a:lnTo>
                    <a:pt x="4641459" y="297938"/>
                  </a:lnTo>
                  <a:lnTo>
                    <a:pt x="4724342" y="286000"/>
                  </a:lnTo>
                  <a:lnTo>
                    <a:pt x="4807225" y="273290"/>
                  </a:lnTo>
                  <a:lnTo>
                    <a:pt x="4890108" y="259807"/>
                  </a:lnTo>
                  <a:lnTo>
                    <a:pt x="4972992" y="245551"/>
                  </a:lnTo>
                  <a:lnTo>
                    <a:pt x="5055875" y="230521"/>
                  </a:lnTo>
                  <a:lnTo>
                    <a:pt x="5138758" y="214717"/>
                  </a:lnTo>
                  <a:lnTo>
                    <a:pt x="5221641" y="198139"/>
                  </a:lnTo>
                  <a:lnTo>
                    <a:pt x="5304524" y="180787"/>
                  </a:lnTo>
                  <a:lnTo>
                    <a:pt x="5387408" y="162659"/>
                  </a:lnTo>
                  <a:lnTo>
                    <a:pt x="5470291" y="143756"/>
                  </a:lnTo>
                  <a:lnTo>
                    <a:pt x="5553174" y="124078"/>
                  </a:lnTo>
                  <a:lnTo>
                    <a:pt x="5636057" y="103623"/>
                  </a:lnTo>
                  <a:lnTo>
                    <a:pt x="5718940" y="82392"/>
                  </a:lnTo>
                  <a:lnTo>
                    <a:pt x="5801824" y="60385"/>
                  </a:lnTo>
                  <a:lnTo>
                    <a:pt x="5884707" y="37600"/>
                  </a:lnTo>
                  <a:lnTo>
                    <a:pt x="5967590" y="14038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385945"/>
              <a:ext cx="6015395" cy="992514"/>
            </a:xfrm>
            <a:custGeom>
              <a:avLst/>
              <a:pathLst>
                <a:path w="6015395" h="992514">
                  <a:moveTo>
                    <a:pt x="0" y="309671"/>
                  </a:moveTo>
                  <a:lnTo>
                    <a:pt x="82883" y="332151"/>
                  </a:lnTo>
                  <a:lnTo>
                    <a:pt x="165766" y="353481"/>
                  </a:lnTo>
                  <a:lnTo>
                    <a:pt x="248649" y="373644"/>
                  </a:lnTo>
                  <a:lnTo>
                    <a:pt x="331532" y="392619"/>
                  </a:lnTo>
                  <a:lnTo>
                    <a:pt x="414416" y="410385"/>
                  </a:lnTo>
                  <a:lnTo>
                    <a:pt x="497299" y="426918"/>
                  </a:lnTo>
                  <a:lnTo>
                    <a:pt x="580182" y="442190"/>
                  </a:lnTo>
                  <a:lnTo>
                    <a:pt x="663065" y="456171"/>
                  </a:lnTo>
                  <a:lnTo>
                    <a:pt x="745948" y="468827"/>
                  </a:lnTo>
                  <a:lnTo>
                    <a:pt x="828832" y="480123"/>
                  </a:lnTo>
                  <a:lnTo>
                    <a:pt x="911715" y="490023"/>
                  </a:lnTo>
                  <a:lnTo>
                    <a:pt x="994598" y="498492"/>
                  </a:lnTo>
                  <a:lnTo>
                    <a:pt x="1077481" y="505501"/>
                  </a:lnTo>
                  <a:lnTo>
                    <a:pt x="1160364" y="511035"/>
                  </a:lnTo>
                  <a:lnTo>
                    <a:pt x="1243248" y="515100"/>
                  </a:lnTo>
                  <a:lnTo>
                    <a:pt x="1326131" y="517734"/>
                  </a:lnTo>
                  <a:lnTo>
                    <a:pt x="1409014" y="519014"/>
                  </a:lnTo>
                  <a:lnTo>
                    <a:pt x="1491897" y="519068"/>
                  </a:lnTo>
                  <a:lnTo>
                    <a:pt x="1574780" y="518064"/>
                  </a:lnTo>
                  <a:lnTo>
                    <a:pt x="1657664" y="516202"/>
                  </a:lnTo>
                  <a:lnTo>
                    <a:pt x="1740547" y="513698"/>
                  </a:lnTo>
                  <a:lnTo>
                    <a:pt x="1823430" y="510845"/>
                  </a:lnTo>
                  <a:lnTo>
                    <a:pt x="1906313" y="507945"/>
                  </a:lnTo>
                  <a:lnTo>
                    <a:pt x="1989196" y="504948"/>
                  </a:lnTo>
                  <a:lnTo>
                    <a:pt x="2072080" y="501774"/>
                  </a:lnTo>
                  <a:lnTo>
                    <a:pt x="2154963" y="498374"/>
                  </a:lnTo>
                  <a:lnTo>
                    <a:pt x="2237846" y="494766"/>
                  </a:lnTo>
                  <a:lnTo>
                    <a:pt x="2320729" y="490759"/>
                  </a:lnTo>
                  <a:lnTo>
                    <a:pt x="2403612" y="484877"/>
                  </a:lnTo>
                  <a:lnTo>
                    <a:pt x="2486496" y="477461"/>
                  </a:lnTo>
                  <a:lnTo>
                    <a:pt x="2569379" y="469958"/>
                  </a:lnTo>
                  <a:lnTo>
                    <a:pt x="2652262" y="464805"/>
                  </a:lnTo>
                  <a:lnTo>
                    <a:pt x="2735145" y="461574"/>
                  </a:lnTo>
                  <a:lnTo>
                    <a:pt x="2818028" y="458388"/>
                  </a:lnTo>
                  <a:lnTo>
                    <a:pt x="2900912" y="455022"/>
                  </a:lnTo>
                  <a:lnTo>
                    <a:pt x="2983795" y="452840"/>
                  </a:lnTo>
                  <a:lnTo>
                    <a:pt x="3066678" y="454321"/>
                  </a:lnTo>
                  <a:lnTo>
                    <a:pt x="3149561" y="458061"/>
                  </a:lnTo>
                  <a:lnTo>
                    <a:pt x="3232444" y="461291"/>
                  </a:lnTo>
                  <a:lnTo>
                    <a:pt x="3315328" y="463268"/>
                  </a:lnTo>
                  <a:lnTo>
                    <a:pt x="3398211" y="466100"/>
                  </a:lnTo>
                  <a:lnTo>
                    <a:pt x="3481094" y="469840"/>
                  </a:lnTo>
                  <a:lnTo>
                    <a:pt x="3563977" y="472979"/>
                  </a:lnTo>
                  <a:lnTo>
                    <a:pt x="3646860" y="474907"/>
                  </a:lnTo>
                  <a:lnTo>
                    <a:pt x="3729744" y="475685"/>
                  </a:lnTo>
                  <a:lnTo>
                    <a:pt x="3812627" y="475860"/>
                  </a:lnTo>
                  <a:lnTo>
                    <a:pt x="3895510" y="475324"/>
                  </a:lnTo>
                  <a:lnTo>
                    <a:pt x="3978393" y="473730"/>
                  </a:lnTo>
                  <a:lnTo>
                    <a:pt x="4061276" y="470874"/>
                  </a:lnTo>
                  <a:lnTo>
                    <a:pt x="4144160" y="466699"/>
                  </a:lnTo>
                  <a:lnTo>
                    <a:pt x="4227043" y="461248"/>
                  </a:lnTo>
                  <a:lnTo>
                    <a:pt x="4309926" y="454604"/>
                  </a:lnTo>
                  <a:lnTo>
                    <a:pt x="4392809" y="446967"/>
                  </a:lnTo>
                  <a:lnTo>
                    <a:pt x="4475692" y="438433"/>
                  </a:lnTo>
                  <a:lnTo>
                    <a:pt x="4558576" y="428946"/>
                  </a:lnTo>
                  <a:lnTo>
                    <a:pt x="4641459" y="418413"/>
                  </a:lnTo>
                  <a:lnTo>
                    <a:pt x="4724342" y="406715"/>
                  </a:lnTo>
                  <a:lnTo>
                    <a:pt x="4807225" y="393719"/>
                  </a:lnTo>
                  <a:lnTo>
                    <a:pt x="4890108" y="379285"/>
                  </a:lnTo>
                  <a:lnTo>
                    <a:pt x="4972992" y="363279"/>
                  </a:lnTo>
                  <a:lnTo>
                    <a:pt x="5055875" y="345579"/>
                  </a:lnTo>
                  <a:lnTo>
                    <a:pt x="5138758" y="326081"/>
                  </a:lnTo>
                  <a:lnTo>
                    <a:pt x="5221641" y="304707"/>
                  </a:lnTo>
                  <a:lnTo>
                    <a:pt x="5304524" y="281398"/>
                  </a:lnTo>
                  <a:lnTo>
                    <a:pt x="5387408" y="256118"/>
                  </a:lnTo>
                  <a:lnTo>
                    <a:pt x="5470291" y="228848"/>
                  </a:lnTo>
                  <a:lnTo>
                    <a:pt x="5553174" y="199583"/>
                  </a:lnTo>
                  <a:lnTo>
                    <a:pt x="5636057" y="168326"/>
                  </a:lnTo>
                  <a:lnTo>
                    <a:pt x="5718940" y="135089"/>
                  </a:lnTo>
                  <a:lnTo>
                    <a:pt x="5801824" y="99885"/>
                  </a:lnTo>
                  <a:lnTo>
                    <a:pt x="5884707" y="62733"/>
                  </a:lnTo>
                  <a:lnTo>
                    <a:pt x="5967590" y="23648"/>
                  </a:lnTo>
                  <a:lnTo>
                    <a:pt x="6015395" y="0"/>
                  </a:lnTo>
                  <a:lnTo>
                    <a:pt x="6015395" y="611405"/>
                  </a:lnTo>
                  <a:lnTo>
                    <a:pt x="5967590" y="609285"/>
                  </a:lnTo>
                  <a:lnTo>
                    <a:pt x="5884707" y="606113"/>
                  </a:lnTo>
                  <a:lnTo>
                    <a:pt x="5801824" y="603472"/>
                  </a:lnTo>
                  <a:lnTo>
                    <a:pt x="5718940" y="601392"/>
                  </a:lnTo>
                  <a:lnTo>
                    <a:pt x="5636057" y="599899"/>
                  </a:lnTo>
                  <a:lnTo>
                    <a:pt x="5553174" y="599020"/>
                  </a:lnTo>
                  <a:lnTo>
                    <a:pt x="5470291" y="598776"/>
                  </a:lnTo>
                  <a:lnTo>
                    <a:pt x="5387408" y="599183"/>
                  </a:lnTo>
                  <a:lnTo>
                    <a:pt x="5304524" y="600246"/>
                  </a:lnTo>
                  <a:lnTo>
                    <a:pt x="5221641" y="601957"/>
                  </a:lnTo>
                  <a:lnTo>
                    <a:pt x="5138758" y="604292"/>
                  </a:lnTo>
                  <a:lnTo>
                    <a:pt x="5055875" y="607204"/>
                  </a:lnTo>
                  <a:lnTo>
                    <a:pt x="4972992" y="610624"/>
                  </a:lnTo>
                  <a:lnTo>
                    <a:pt x="4890108" y="614461"/>
                  </a:lnTo>
                  <a:lnTo>
                    <a:pt x="4807225" y="618603"/>
                  </a:lnTo>
                  <a:lnTo>
                    <a:pt x="4724342" y="622928"/>
                  </a:lnTo>
                  <a:lnTo>
                    <a:pt x="4641459" y="627307"/>
                  </a:lnTo>
                  <a:lnTo>
                    <a:pt x="4558576" y="631617"/>
                  </a:lnTo>
                  <a:lnTo>
                    <a:pt x="4475692" y="635752"/>
                  </a:lnTo>
                  <a:lnTo>
                    <a:pt x="4392809" y="639629"/>
                  </a:lnTo>
                  <a:lnTo>
                    <a:pt x="4309926" y="643204"/>
                  </a:lnTo>
                  <a:lnTo>
                    <a:pt x="4227043" y="645993"/>
                  </a:lnTo>
                  <a:lnTo>
                    <a:pt x="4144160" y="647522"/>
                  </a:lnTo>
                  <a:lnTo>
                    <a:pt x="4061276" y="648137"/>
                  </a:lnTo>
                  <a:lnTo>
                    <a:pt x="3978393" y="648157"/>
                  </a:lnTo>
                  <a:lnTo>
                    <a:pt x="3895510" y="647799"/>
                  </a:lnTo>
                  <a:lnTo>
                    <a:pt x="3812627" y="647135"/>
                  </a:lnTo>
                  <a:lnTo>
                    <a:pt x="3729744" y="646089"/>
                  </a:lnTo>
                  <a:lnTo>
                    <a:pt x="3646860" y="643544"/>
                  </a:lnTo>
                  <a:lnTo>
                    <a:pt x="3563977" y="638734"/>
                  </a:lnTo>
                  <a:lnTo>
                    <a:pt x="3481094" y="633584"/>
                  </a:lnTo>
                  <a:lnTo>
                    <a:pt x="3398211" y="629427"/>
                  </a:lnTo>
                  <a:lnTo>
                    <a:pt x="3315328" y="626694"/>
                  </a:lnTo>
                  <a:lnTo>
                    <a:pt x="3232444" y="622836"/>
                  </a:lnTo>
                  <a:lnTo>
                    <a:pt x="3149561" y="617264"/>
                  </a:lnTo>
                  <a:lnTo>
                    <a:pt x="3066678" y="613365"/>
                  </a:lnTo>
                  <a:lnTo>
                    <a:pt x="2983795" y="612523"/>
                  </a:lnTo>
                  <a:lnTo>
                    <a:pt x="2900912" y="613442"/>
                  </a:lnTo>
                  <a:lnTo>
                    <a:pt x="2818028" y="615734"/>
                  </a:lnTo>
                  <a:lnTo>
                    <a:pt x="2735145" y="619846"/>
                  </a:lnTo>
                  <a:lnTo>
                    <a:pt x="2652262" y="624636"/>
                  </a:lnTo>
                  <a:lnTo>
                    <a:pt x="2569379" y="629541"/>
                  </a:lnTo>
                  <a:lnTo>
                    <a:pt x="2486496" y="636662"/>
                  </a:lnTo>
                  <a:lnTo>
                    <a:pt x="2403612" y="645153"/>
                  </a:lnTo>
                  <a:lnTo>
                    <a:pt x="2320729" y="652994"/>
                  </a:lnTo>
                  <a:lnTo>
                    <a:pt x="2237846" y="658104"/>
                  </a:lnTo>
                  <a:lnTo>
                    <a:pt x="2154963" y="662809"/>
                  </a:lnTo>
                  <a:lnTo>
                    <a:pt x="2072080" y="667831"/>
                  </a:lnTo>
                  <a:lnTo>
                    <a:pt x="1989196" y="673319"/>
                  </a:lnTo>
                  <a:lnTo>
                    <a:pt x="1906313" y="679359"/>
                  </a:lnTo>
                  <a:lnTo>
                    <a:pt x="1823430" y="686005"/>
                  </a:lnTo>
                  <a:lnTo>
                    <a:pt x="1740547" y="693331"/>
                  </a:lnTo>
                  <a:lnTo>
                    <a:pt x="1657664" y="701588"/>
                  </a:lnTo>
                  <a:lnTo>
                    <a:pt x="1574780" y="711012"/>
                  </a:lnTo>
                  <a:lnTo>
                    <a:pt x="1491897" y="721809"/>
                  </a:lnTo>
                  <a:lnTo>
                    <a:pt x="1409014" y="734170"/>
                  </a:lnTo>
                  <a:lnTo>
                    <a:pt x="1326131" y="748255"/>
                  </a:lnTo>
                  <a:lnTo>
                    <a:pt x="1243248" y="764179"/>
                  </a:lnTo>
                  <a:lnTo>
                    <a:pt x="1160364" y="782013"/>
                  </a:lnTo>
                  <a:lnTo>
                    <a:pt x="1077481" y="801783"/>
                  </a:lnTo>
                  <a:lnTo>
                    <a:pt x="994598" y="823488"/>
                  </a:lnTo>
                  <a:lnTo>
                    <a:pt x="911715" y="847102"/>
                  </a:lnTo>
                  <a:lnTo>
                    <a:pt x="828832" y="872587"/>
                  </a:lnTo>
                  <a:lnTo>
                    <a:pt x="745948" y="899899"/>
                  </a:lnTo>
                  <a:lnTo>
                    <a:pt x="663065" y="928992"/>
                  </a:lnTo>
                  <a:lnTo>
                    <a:pt x="580182" y="959821"/>
                  </a:lnTo>
                  <a:lnTo>
                    <a:pt x="497299" y="992344"/>
                  </a:lnTo>
                  <a:lnTo>
                    <a:pt x="496887" y="9925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385945"/>
              <a:ext cx="6015395" cy="519068"/>
            </a:xfrm>
            <a:custGeom>
              <a:avLst/>
              <a:pathLst>
                <a:path w="6015395" h="519068">
                  <a:moveTo>
                    <a:pt x="0" y="309671"/>
                  </a:moveTo>
                  <a:lnTo>
                    <a:pt x="82883" y="332151"/>
                  </a:lnTo>
                  <a:lnTo>
                    <a:pt x="165766" y="353481"/>
                  </a:lnTo>
                  <a:lnTo>
                    <a:pt x="248649" y="373644"/>
                  </a:lnTo>
                  <a:lnTo>
                    <a:pt x="331532" y="392619"/>
                  </a:lnTo>
                  <a:lnTo>
                    <a:pt x="414416" y="410385"/>
                  </a:lnTo>
                  <a:lnTo>
                    <a:pt x="497299" y="426918"/>
                  </a:lnTo>
                  <a:lnTo>
                    <a:pt x="580182" y="442190"/>
                  </a:lnTo>
                  <a:lnTo>
                    <a:pt x="663065" y="456171"/>
                  </a:lnTo>
                  <a:lnTo>
                    <a:pt x="745948" y="468827"/>
                  </a:lnTo>
                  <a:lnTo>
                    <a:pt x="828832" y="480123"/>
                  </a:lnTo>
                  <a:lnTo>
                    <a:pt x="911715" y="490023"/>
                  </a:lnTo>
                  <a:lnTo>
                    <a:pt x="994598" y="498492"/>
                  </a:lnTo>
                  <a:lnTo>
                    <a:pt x="1077481" y="505501"/>
                  </a:lnTo>
                  <a:lnTo>
                    <a:pt x="1160364" y="511035"/>
                  </a:lnTo>
                  <a:lnTo>
                    <a:pt x="1243248" y="515100"/>
                  </a:lnTo>
                  <a:lnTo>
                    <a:pt x="1326131" y="517734"/>
                  </a:lnTo>
                  <a:lnTo>
                    <a:pt x="1409014" y="519014"/>
                  </a:lnTo>
                  <a:lnTo>
                    <a:pt x="1491897" y="519068"/>
                  </a:lnTo>
                  <a:lnTo>
                    <a:pt x="1574780" y="518064"/>
                  </a:lnTo>
                  <a:lnTo>
                    <a:pt x="1657664" y="516202"/>
                  </a:lnTo>
                  <a:lnTo>
                    <a:pt x="1740547" y="513698"/>
                  </a:lnTo>
                  <a:lnTo>
                    <a:pt x="1823430" y="510845"/>
                  </a:lnTo>
                  <a:lnTo>
                    <a:pt x="1906313" y="507945"/>
                  </a:lnTo>
                  <a:lnTo>
                    <a:pt x="1989196" y="504948"/>
                  </a:lnTo>
                  <a:lnTo>
                    <a:pt x="2072080" y="501774"/>
                  </a:lnTo>
                  <a:lnTo>
                    <a:pt x="2154963" y="498374"/>
                  </a:lnTo>
                  <a:lnTo>
                    <a:pt x="2237846" y="494766"/>
                  </a:lnTo>
                  <a:lnTo>
                    <a:pt x="2320729" y="490759"/>
                  </a:lnTo>
                  <a:lnTo>
                    <a:pt x="2403612" y="484877"/>
                  </a:lnTo>
                  <a:lnTo>
                    <a:pt x="2486496" y="477461"/>
                  </a:lnTo>
                  <a:lnTo>
                    <a:pt x="2569379" y="469958"/>
                  </a:lnTo>
                  <a:lnTo>
                    <a:pt x="2652262" y="464805"/>
                  </a:lnTo>
                  <a:lnTo>
                    <a:pt x="2735145" y="461574"/>
                  </a:lnTo>
                  <a:lnTo>
                    <a:pt x="2818028" y="458388"/>
                  </a:lnTo>
                  <a:lnTo>
                    <a:pt x="2900912" y="455022"/>
                  </a:lnTo>
                  <a:lnTo>
                    <a:pt x="2983795" y="452840"/>
                  </a:lnTo>
                  <a:lnTo>
                    <a:pt x="3066678" y="454321"/>
                  </a:lnTo>
                  <a:lnTo>
                    <a:pt x="3149561" y="458061"/>
                  </a:lnTo>
                  <a:lnTo>
                    <a:pt x="3232444" y="461291"/>
                  </a:lnTo>
                  <a:lnTo>
                    <a:pt x="3315328" y="463268"/>
                  </a:lnTo>
                  <a:lnTo>
                    <a:pt x="3398211" y="466100"/>
                  </a:lnTo>
                  <a:lnTo>
                    <a:pt x="3481094" y="469840"/>
                  </a:lnTo>
                  <a:lnTo>
                    <a:pt x="3563977" y="472979"/>
                  </a:lnTo>
                  <a:lnTo>
                    <a:pt x="3646860" y="474907"/>
                  </a:lnTo>
                  <a:lnTo>
                    <a:pt x="3729744" y="475685"/>
                  </a:lnTo>
                  <a:lnTo>
                    <a:pt x="3812627" y="475860"/>
                  </a:lnTo>
                  <a:lnTo>
                    <a:pt x="3895510" y="475324"/>
                  </a:lnTo>
                  <a:lnTo>
                    <a:pt x="3978393" y="473730"/>
                  </a:lnTo>
                  <a:lnTo>
                    <a:pt x="4061276" y="470874"/>
                  </a:lnTo>
                  <a:lnTo>
                    <a:pt x="4144160" y="466699"/>
                  </a:lnTo>
                  <a:lnTo>
                    <a:pt x="4227043" y="461248"/>
                  </a:lnTo>
                  <a:lnTo>
                    <a:pt x="4309926" y="454604"/>
                  </a:lnTo>
                  <a:lnTo>
                    <a:pt x="4392809" y="446967"/>
                  </a:lnTo>
                  <a:lnTo>
                    <a:pt x="4475692" y="438433"/>
                  </a:lnTo>
                  <a:lnTo>
                    <a:pt x="4558576" y="428946"/>
                  </a:lnTo>
                  <a:lnTo>
                    <a:pt x="4641459" y="418413"/>
                  </a:lnTo>
                  <a:lnTo>
                    <a:pt x="4724342" y="406715"/>
                  </a:lnTo>
                  <a:lnTo>
                    <a:pt x="4807225" y="393719"/>
                  </a:lnTo>
                  <a:lnTo>
                    <a:pt x="4890108" y="379285"/>
                  </a:lnTo>
                  <a:lnTo>
                    <a:pt x="4972992" y="363279"/>
                  </a:lnTo>
                  <a:lnTo>
                    <a:pt x="5055875" y="345579"/>
                  </a:lnTo>
                  <a:lnTo>
                    <a:pt x="5138758" y="326081"/>
                  </a:lnTo>
                  <a:lnTo>
                    <a:pt x="5221641" y="304707"/>
                  </a:lnTo>
                  <a:lnTo>
                    <a:pt x="5304524" y="281398"/>
                  </a:lnTo>
                  <a:lnTo>
                    <a:pt x="5387408" y="256118"/>
                  </a:lnTo>
                  <a:lnTo>
                    <a:pt x="5470291" y="228848"/>
                  </a:lnTo>
                  <a:lnTo>
                    <a:pt x="5553174" y="199583"/>
                  </a:lnTo>
                  <a:lnTo>
                    <a:pt x="5636057" y="168326"/>
                  </a:lnTo>
                  <a:lnTo>
                    <a:pt x="5718940" y="135089"/>
                  </a:lnTo>
                  <a:lnTo>
                    <a:pt x="5801824" y="99885"/>
                  </a:lnTo>
                  <a:lnTo>
                    <a:pt x="5884707" y="62733"/>
                  </a:lnTo>
                  <a:lnTo>
                    <a:pt x="5967590" y="23648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69352" y="4984721"/>
              <a:ext cx="5518508" cy="393738"/>
            </a:xfrm>
            <a:custGeom>
              <a:avLst/>
              <a:pathLst>
                <a:path w="5518508" h="393738">
                  <a:moveTo>
                    <a:pt x="5518508" y="12628"/>
                  </a:moveTo>
                  <a:lnTo>
                    <a:pt x="5470703" y="10509"/>
                  </a:lnTo>
                  <a:lnTo>
                    <a:pt x="5387820" y="7336"/>
                  </a:lnTo>
                  <a:lnTo>
                    <a:pt x="5304936" y="4696"/>
                  </a:lnTo>
                  <a:lnTo>
                    <a:pt x="5222053" y="2615"/>
                  </a:lnTo>
                  <a:lnTo>
                    <a:pt x="5139170" y="1123"/>
                  </a:lnTo>
                  <a:lnTo>
                    <a:pt x="5056287" y="243"/>
                  </a:lnTo>
                  <a:lnTo>
                    <a:pt x="4973404" y="0"/>
                  </a:lnTo>
                  <a:lnTo>
                    <a:pt x="4890520" y="406"/>
                  </a:lnTo>
                  <a:lnTo>
                    <a:pt x="4807637" y="1469"/>
                  </a:lnTo>
                  <a:lnTo>
                    <a:pt x="4724754" y="3181"/>
                  </a:lnTo>
                  <a:lnTo>
                    <a:pt x="4641871" y="5516"/>
                  </a:lnTo>
                  <a:lnTo>
                    <a:pt x="4558988" y="8428"/>
                  </a:lnTo>
                  <a:lnTo>
                    <a:pt x="4476104" y="11848"/>
                  </a:lnTo>
                  <a:lnTo>
                    <a:pt x="4393221" y="15684"/>
                  </a:lnTo>
                  <a:lnTo>
                    <a:pt x="4310338" y="19827"/>
                  </a:lnTo>
                  <a:lnTo>
                    <a:pt x="4227455" y="24152"/>
                  </a:lnTo>
                  <a:lnTo>
                    <a:pt x="4144572" y="28531"/>
                  </a:lnTo>
                  <a:lnTo>
                    <a:pt x="4061688" y="32841"/>
                  </a:lnTo>
                  <a:lnTo>
                    <a:pt x="3978805" y="36975"/>
                  </a:lnTo>
                  <a:lnTo>
                    <a:pt x="3895922" y="40853"/>
                  </a:lnTo>
                  <a:lnTo>
                    <a:pt x="3813039" y="44427"/>
                  </a:lnTo>
                  <a:lnTo>
                    <a:pt x="3730156" y="47217"/>
                  </a:lnTo>
                  <a:lnTo>
                    <a:pt x="3647272" y="48746"/>
                  </a:lnTo>
                  <a:lnTo>
                    <a:pt x="3564389" y="49360"/>
                  </a:lnTo>
                  <a:lnTo>
                    <a:pt x="3481506" y="49381"/>
                  </a:lnTo>
                  <a:lnTo>
                    <a:pt x="3398623" y="49023"/>
                  </a:lnTo>
                  <a:lnTo>
                    <a:pt x="3315740" y="48359"/>
                  </a:lnTo>
                  <a:lnTo>
                    <a:pt x="3232856" y="47313"/>
                  </a:lnTo>
                  <a:lnTo>
                    <a:pt x="3149973" y="44768"/>
                  </a:lnTo>
                  <a:lnTo>
                    <a:pt x="3067090" y="39958"/>
                  </a:lnTo>
                  <a:lnTo>
                    <a:pt x="2984207" y="34808"/>
                  </a:lnTo>
                  <a:lnTo>
                    <a:pt x="2901324" y="30651"/>
                  </a:lnTo>
                  <a:lnTo>
                    <a:pt x="2818440" y="27918"/>
                  </a:lnTo>
                  <a:lnTo>
                    <a:pt x="2735557" y="24060"/>
                  </a:lnTo>
                  <a:lnTo>
                    <a:pt x="2652674" y="18488"/>
                  </a:lnTo>
                  <a:lnTo>
                    <a:pt x="2569791" y="14589"/>
                  </a:lnTo>
                  <a:lnTo>
                    <a:pt x="2486908" y="13747"/>
                  </a:lnTo>
                  <a:lnTo>
                    <a:pt x="2404024" y="14666"/>
                  </a:lnTo>
                  <a:lnTo>
                    <a:pt x="2321141" y="16958"/>
                  </a:lnTo>
                  <a:lnTo>
                    <a:pt x="2238258" y="21070"/>
                  </a:lnTo>
                  <a:lnTo>
                    <a:pt x="2155375" y="25860"/>
                  </a:lnTo>
                  <a:lnTo>
                    <a:pt x="2072492" y="30764"/>
                  </a:lnTo>
                  <a:lnTo>
                    <a:pt x="1989608" y="37886"/>
                  </a:lnTo>
                  <a:lnTo>
                    <a:pt x="1906725" y="46377"/>
                  </a:lnTo>
                  <a:lnTo>
                    <a:pt x="1823842" y="54218"/>
                  </a:lnTo>
                  <a:lnTo>
                    <a:pt x="1740959" y="59328"/>
                  </a:lnTo>
                  <a:lnTo>
                    <a:pt x="1658076" y="64033"/>
                  </a:lnTo>
                  <a:lnTo>
                    <a:pt x="1575192" y="69055"/>
                  </a:lnTo>
                  <a:lnTo>
                    <a:pt x="1492309" y="74543"/>
                  </a:lnTo>
                  <a:lnTo>
                    <a:pt x="1409426" y="80583"/>
                  </a:lnTo>
                  <a:lnTo>
                    <a:pt x="1326543" y="87228"/>
                  </a:lnTo>
                  <a:lnTo>
                    <a:pt x="1243660" y="94555"/>
                  </a:lnTo>
                  <a:lnTo>
                    <a:pt x="1160776" y="102812"/>
                  </a:lnTo>
                  <a:lnTo>
                    <a:pt x="1077893" y="112236"/>
                  </a:lnTo>
                  <a:lnTo>
                    <a:pt x="995010" y="123033"/>
                  </a:lnTo>
                  <a:lnTo>
                    <a:pt x="912127" y="135394"/>
                  </a:lnTo>
                  <a:lnTo>
                    <a:pt x="829244" y="149478"/>
                  </a:lnTo>
                  <a:lnTo>
                    <a:pt x="746360" y="165403"/>
                  </a:lnTo>
                  <a:lnTo>
                    <a:pt x="663477" y="183236"/>
                  </a:lnTo>
                  <a:lnTo>
                    <a:pt x="580594" y="203007"/>
                  </a:lnTo>
                  <a:lnTo>
                    <a:pt x="497711" y="224712"/>
                  </a:lnTo>
                  <a:lnTo>
                    <a:pt x="414828" y="248326"/>
                  </a:lnTo>
                  <a:lnTo>
                    <a:pt x="331944" y="273811"/>
                  </a:lnTo>
                  <a:lnTo>
                    <a:pt x="249061" y="301123"/>
                  </a:lnTo>
                  <a:lnTo>
                    <a:pt x="166178" y="330216"/>
                  </a:lnTo>
                  <a:lnTo>
                    <a:pt x="83295" y="361045"/>
                  </a:lnTo>
                  <a:lnTo>
                    <a:pt x="412" y="393568"/>
                  </a:lnTo>
                  <a:lnTo>
                    <a:pt x="0" y="393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691647"/>
              <a:ext cx="6015395" cy="459642"/>
            </a:xfrm>
            <a:custGeom>
              <a:avLst/>
              <a:pathLst>
                <a:path w="6015395" h="459642">
                  <a:moveTo>
                    <a:pt x="0" y="459642"/>
                  </a:moveTo>
                  <a:lnTo>
                    <a:pt x="82883" y="449908"/>
                  </a:lnTo>
                  <a:lnTo>
                    <a:pt x="165766" y="440348"/>
                  </a:lnTo>
                  <a:lnTo>
                    <a:pt x="248649" y="430965"/>
                  </a:lnTo>
                  <a:lnTo>
                    <a:pt x="331532" y="421764"/>
                  </a:lnTo>
                  <a:lnTo>
                    <a:pt x="414416" y="412750"/>
                  </a:lnTo>
                  <a:lnTo>
                    <a:pt x="497299" y="403929"/>
                  </a:lnTo>
                  <a:lnTo>
                    <a:pt x="580182" y="395303"/>
                  </a:lnTo>
                  <a:lnTo>
                    <a:pt x="663065" y="386879"/>
                  </a:lnTo>
                  <a:lnTo>
                    <a:pt x="745948" y="378660"/>
                  </a:lnTo>
                  <a:lnTo>
                    <a:pt x="828832" y="370653"/>
                  </a:lnTo>
                  <a:lnTo>
                    <a:pt x="911715" y="362860"/>
                  </a:lnTo>
                  <a:lnTo>
                    <a:pt x="994598" y="355287"/>
                  </a:lnTo>
                  <a:lnTo>
                    <a:pt x="1077481" y="347940"/>
                  </a:lnTo>
                  <a:lnTo>
                    <a:pt x="1160364" y="340821"/>
                  </a:lnTo>
                  <a:lnTo>
                    <a:pt x="1243248" y="333937"/>
                  </a:lnTo>
                  <a:lnTo>
                    <a:pt x="1326131" y="327292"/>
                  </a:lnTo>
                  <a:lnTo>
                    <a:pt x="1409014" y="320890"/>
                  </a:lnTo>
                  <a:lnTo>
                    <a:pt x="1491897" y="314736"/>
                  </a:lnTo>
                  <a:lnTo>
                    <a:pt x="1574780" y="308835"/>
                  </a:lnTo>
                  <a:lnTo>
                    <a:pt x="1657664" y="303192"/>
                  </a:lnTo>
                  <a:lnTo>
                    <a:pt x="1740547" y="297812"/>
                  </a:lnTo>
                  <a:lnTo>
                    <a:pt x="1823430" y="292722"/>
                  </a:lnTo>
                  <a:lnTo>
                    <a:pt x="1906313" y="287950"/>
                  </a:lnTo>
                  <a:lnTo>
                    <a:pt x="1989196" y="283431"/>
                  </a:lnTo>
                  <a:lnTo>
                    <a:pt x="2072080" y="279100"/>
                  </a:lnTo>
                  <a:lnTo>
                    <a:pt x="2154963" y="274889"/>
                  </a:lnTo>
                  <a:lnTo>
                    <a:pt x="2237846" y="270732"/>
                  </a:lnTo>
                  <a:lnTo>
                    <a:pt x="2320729" y="266174"/>
                  </a:lnTo>
                  <a:lnTo>
                    <a:pt x="2403612" y="259313"/>
                  </a:lnTo>
                  <a:lnTo>
                    <a:pt x="2486496" y="251359"/>
                  </a:lnTo>
                  <a:lnTo>
                    <a:pt x="2569379" y="244047"/>
                  </a:lnTo>
                  <a:lnTo>
                    <a:pt x="2652262" y="239018"/>
                  </a:lnTo>
                  <a:lnTo>
                    <a:pt x="2735145" y="235008"/>
                  </a:lnTo>
                  <a:lnTo>
                    <a:pt x="2818028" y="231359"/>
                  </a:lnTo>
                  <a:lnTo>
                    <a:pt x="2900912" y="228530"/>
                  </a:lnTo>
                  <a:lnTo>
                    <a:pt x="2983795" y="226979"/>
                  </a:lnTo>
                  <a:lnTo>
                    <a:pt x="3066678" y="228140"/>
                  </a:lnTo>
                  <a:lnTo>
                    <a:pt x="3149561" y="231960"/>
                  </a:lnTo>
                  <a:lnTo>
                    <a:pt x="3232444" y="236361"/>
                  </a:lnTo>
                  <a:lnTo>
                    <a:pt x="3315328" y="239278"/>
                  </a:lnTo>
                  <a:lnTo>
                    <a:pt x="3398211" y="242061"/>
                  </a:lnTo>
                  <a:lnTo>
                    <a:pt x="3481094" y="246010"/>
                  </a:lnTo>
                  <a:lnTo>
                    <a:pt x="3563977" y="250154"/>
                  </a:lnTo>
                  <a:lnTo>
                    <a:pt x="3646860" y="253523"/>
                  </a:lnTo>
                  <a:lnTo>
                    <a:pt x="3729744" y="255185"/>
                  </a:lnTo>
                  <a:lnTo>
                    <a:pt x="3812627" y="255795"/>
                  </a:lnTo>
                  <a:lnTo>
                    <a:pt x="3895510" y="255859"/>
                  </a:lnTo>
                  <a:lnTo>
                    <a:pt x="3978393" y="255241"/>
                  </a:lnTo>
                  <a:lnTo>
                    <a:pt x="4061276" y="253803"/>
                  </a:lnTo>
                  <a:lnTo>
                    <a:pt x="4144160" y="251408"/>
                  </a:lnTo>
                  <a:lnTo>
                    <a:pt x="4227043" y="247918"/>
                  </a:lnTo>
                  <a:lnTo>
                    <a:pt x="4309926" y="243201"/>
                  </a:lnTo>
                  <a:lnTo>
                    <a:pt x="4392809" y="237595"/>
                  </a:lnTo>
                  <a:lnTo>
                    <a:pt x="4475692" y="231390"/>
                  </a:lnTo>
                  <a:lnTo>
                    <a:pt x="4558576" y="224579"/>
                  </a:lnTo>
                  <a:lnTo>
                    <a:pt x="4641459" y="217157"/>
                  </a:lnTo>
                  <a:lnTo>
                    <a:pt x="4724342" y="209119"/>
                  </a:lnTo>
                  <a:lnTo>
                    <a:pt x="4807225" y="200458"/>
                  </a:lnTo>
                  <a:lnTo>
                    <a:pt x="4890108" y="191170"/>
                  </a:lnTo>
                  <a:lnTo>
                    <a:pt x="4972992" y="181249"/>
                  </a:lnTo>
                  <a:lnTo>
                    <a:pt x="5055875" y="170689"/>
                  </a:lnTo>
                  <a:lnTo>
                    <a:pt x="5138758" y="159484"/>
                  </a:lnTo>
                  <a:lnTo>
                    <a:pt x="5221641" y="147629"/>
                  </a:lnTo>
                  <a:lnTo>
                    <a:pt x="5304524" y="135119"/>
                  </a:lnTo>
                  <a:lnTo>
                    <a:pt x="5387408" y="121948"/>
                  </a:lnTo>
                  <a:lnTo>
                    <a:pt x="5470291" y="108109"/>
                  </a:lnTo>
                  <a:lnTo>
                    <a:pt x="5553174" y="93598"/>
                  </a:lnTo>
                  <a:lnTo>
                    <a:pt x="5636057" y="78410"/>
                  </a:lnTo>
                  <a:lnTo>
                    <a:pt x="5718940" y="62538"/>
                  </a:lnTo>
                  <a:lnTo>
                    <a:pt x="5801824" y="45976"/>
                  </a:lnTo>
                  <a:lnTo>
                    <a:pt x="5884707" y="28720"/>
                  </a:lnTo>
                  <a:lnTo>
                    <a:pt x="5967590" y="10764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500609"/>
              <a:ext cx="6015395" cy="877850"/>
            </a:xfrm>
            <a:custGeom>
              <a:avLst/>
              <a:pathLst>
                <a:path w="6015395" h="877850">
                  <a:moveTo>
                    <a:pt x="0" y="213016"/>
                  </a:moveTo>
                  <a:lnTo>
                    <a:pt x="82883" y="235660"/>
                  </a:lnTo>
                  <a:lnTo>
                    <a:pt x="165766" y="257233"/>
                  </a:lnTo>
                  <a:lnTo>
                    <a:pt x="248649" y="277721"/>
                  </a:lnTo>
                  <a:lnTo>
                    <a:pt x="331532" y="297111"/>
                  </a:lnTo>
                  <a:lnTo>
                    <a:pt x="414416" y="315386"/>
                  </a:lnTo>
                  <a:lnTo>
                    <a:pt x="497299" y="332528"/>
                  </a:lnTo>
                  <a:lnTo>
                    <a:pt x="580182" y="348514"/>
                  </a:lnTo>
                  <a:lnTo>
                    <a:pt x="663065" y="363322"/>
                  </a:lnTo>
                  <a:lnTo>
                    <a:pt x="745948" y="376923"/>
                  </a:lnTo>
                  <a:lnTo>
                    <a:pt x="828832" y="389291"/>
                  </a:lnTo>
                  <a:lnTo>
                    <a:pt x="911715" y="400395"/>
                  </a:lnTo>
                  <a:lnTo>
                    <a:pt x="994598" y="410208"/>
                  </a:lnTo>
                  <a:lnTo>
                    <a:pt x="1077481" y="418708"/>
                  </a:lnTo>
                  <a:lnTo>
                    <a:pt x="1160364" y="425883"/>
                  </a:lnTo>
                  <a:lnTo>
                    <a:pt x="1243248" y="431742"/>
                  </a:lnTo>
                  <a:lnTo>
                    <a:pt x="1326131" y="436321"/>
                  </a:lnTo>
                  <a:lnTo>
                    <a:pt x="1409014" y="439690"/>
                  </a:lnTo>
                  <a:lnTo>
                    <a:pt x="1491897" y="441964"/>
                  </a:lnTo>
                  <a:lnTo>
                    <a:pt x="1574780" y="443292"/>
                  </a:lnTo>
                  <a:lnTo>
                    <a:pt x="1657664" y="443855"/>
                  </a:lnTo>
                  <a:lnTo>
                    <a:pt x="1740547" y="443843"/>
                  </a:lnTo>
                  <a:lnTo>
                    <a:pt x="1823430" y="443545"/>
                  </a:lnTo>
                  <a:lnTo>
                    <a:pt x="1906313" y="443273"/>
                  </a:lnTo>
                  <a:lnTo>
                    <a:pt x="1989196" y="442922"/>
                  </a:lnTo>
                  <a:lnTo>
                    <a:pt x="2072080" y="442363"/>
                  </a:lnTo>
                  <a:lnTo>
                    <a:pt x="2154963" y="441490"/>
                  </a:lnTo>
                  <a:lnTo>
                    <a:pt x="2237846" y="440256"/>
                  </a:lnTo>
                  <a:lnTo>
                    <a:pt x="2320729" y="438385"/>
                  </a:lnTo>
                  <a:lnTo>
                    <a:pt x="2403612" y="434341"/>
                  </a:lnTo>
                  <a:lnTo>
                    <a:pt x="2486496" y="428616"/>
                  </a:lnTo>
                  <a:lnTo>
                    <a:pt x="2569379" y="422743"/>
                  </a:lnTo>
                  <a:lnTo>
                    <a:pt x="2652262" y="419076"/>
                  </a:lnTo>
                  <a:lnTo>
                    <a:pt x="2735145" y="416295"/>
                  </a:lnTo>
                  <a:lnTo>
                    <a:pt x="2818028" y="412871"/>
                  </a:lnTo>
                  <a:lnTo>
                    <a:pt x="2900912" y="409401"/>
                  </a:lnTo>
                  <a:lnTo>
                    <a:pt x="2983795" y="407876"/>
                  </a:lnTo>
                  <a:lnTo>
                    <a:pt x="3066678" y="410381"/>
                  </a:lnTo>
                  <a:lnTo>
                    <a:pt x="3149561" y="414984"/>
                  </a:lnTo>
                  <a:lnTo>
                    <a:pt x="3232444" y="419303"/>
                  </a:lnTo>
                  <a:lnTo>
                    <a:pt x="3315328" y="422734"/>
                  </a:lnTo>
                  <a:lnTo>
                    <a:pt x="3398211" y="427026"/>
                  </a:lnTo>
                  <a:lnTo>
                    <a:pt x="3481094" y="432173"/>
                  </a:lnTo>
                  <a:lnTo>
                    <a:pt x="3563977" y="436916"/>
                  </a:lnTo>
                  <a:lnTo>
                    <a:pt x="3646860" y="440787"/>
                  </a:lnTo>
                  <a:lnTo>
                    <a:pt x="3729744" y="443904"/>
                  </a:lnTo>
                  <a:lnTo>
                    <a:pt x="3812627" y="446784"/>
                  </a:lnTo>
                  <a:lnTo>
                    <a:pt x="3895510" y="449234"/>
                  </a:lnTo>
                  <a:lnTo>
                    <a:pt x="3978393" y="450824"/>
                  </a:lnTo>
                  <a:lnTo>
                    <a:pt x="4061276" y="451249"/>
                  </a:lnTo>
                  <a:lnTo>
                    <a:pt x="4144160" y="450330"/>
                  </a:lnTo>
                  <a:lnTo>
                    <a:pt x="4227043" y="447982"/>
                  </a:lnTo>
                  <a:lnTo>
                    <a:pt x="4309926" y="444148"/>
                  </a:lnTo>
                  <a:lnTo>
                    <a:pt x="4392809" y="438986"/>
                  </a:lnTo>
                  <a:lnTo>
                    <a:pt x="4475692" y="432626"/>
                  </a:lnTo>
                  <a:lnTo>
                    <a:pt x="4558576" y="425021"/>
                  </a:lnTo>
                  <a:lnTo>
                    <a:pt x="4641459" y="416096"/>
                  </a:lnTo>
                  <a:lnTo>
                    <a:pt x="4724342" y="405751"/>
                  </a:lnTo>
                  <a:lnTo>
                    <a:pt x="4807225" y="393874"/>
                  </a:lnTo>
                  <a:lnTo>
                    <a:pt x="4890108" y="380349"/>
                  </a:lnTo>
                  <a:lnTo>
                    <a:pt x="4972992" y="365061"/>
                  </a:lnTo>
                  <a:lnTo>
                    <a:pt x="5055875" y="347908"/>
                  </a:lnTo>
                  <a:lnTo>
                    <a:pt x="5138758" y="328805"/>
                  </a:lnTo>
                  <a:lnTo>
                    <a:pt x="5221641" y="307688"/>
                  </a:lnTo>
                  <a:lnTo>
                    <a:pt x="5304524" y="284510"/>
                  </a:lnTo>
                  <a:lnTo>
                    <a:pt x="5387408" y="259245"/>
                  </a:lnTo>
                  <a:lnTo>
                    <a:pt x="5470291" y="231881"/>
                  </a:lnTo>
                  <a:lnTo>
                    <a:pt x="5553174" y="202419"/>
                  </a:lnTo>
                  <a:lnTo>
                    <a:pt x="5636057" y="170865"/>
                  </a:lnTo>
                  <a:lnTo>
                    <a:pt x="5718940" y="137236"/>
                  </a:lnTo>
                  <a:lnTo>
                    <a:pt x="5801824" y="101548"/>
                  </a:lnTo>
                  <a:lnTo>
                    <a:pt x="5884707" y="63822"/>
                  </a:lnTo>
                  <a:lnTo>
                    <a:pt x="5967590" y="24077"/>
                  </a:lnTo>
                  <a:lnTo>
                    <a:pt x="6015395" y="0"/>
                  </a:lnTo>
                  <a:lnTo>
                    <a:pt x="6015395" y="536425"/>
                  </a:lnTo>
                  <a:lnTo>
                    <a:pt x="5967590" y="537895"/>
                  </a:lnTo>
                  <a:lnTo>
                    <a:pt x="5884707" y="540565"/>
                  </a:lnTo>
                  <a:lnTo>
                    <a:pt x="5801824" y="543378"/>
                  </a:lnTo>
                  <a:lnTo>
                    <a:pt x="5718940" y="546354"/>
                  </a:lnTo>
                  <a:lnTo>
                    <a:pt x="5636057" y="549513"/>
                  </a:lnTo>
                  <a:lnTo>
                    <a:pt x="5553174" y="552871"/>
                  </a:lnTo>
                  <a:lnTo>
                    <a:pt x="5470291" y="556444"/>
                  </a:lnTo>
                  <a:lnTo>
                    <a:pt x="5387408" y="560239"/>
                  </a:lnTo>
                  <a:lnTo>
                    <a:pt x="5304524" y="564257"/>
                  </a:lnTo>
                  <a:lnTo>
                    <a:pt x="5221641" y="568486"/>
                  </a:lnTo>
                  <a:lnTo>
                    <a:pt x="5138758" y="572898"/>
                  </a:lnTo>
                  <a:lnTo>
                    <a:pt x="5055875" y="577449"/>
                  </a:lnTo>
                  <a:lnTo>
                    <a:pt x="4972992" y="582072"/>
                  </a:lnTo>
                  <a:lnTo>
                    <a:pt x="4890108" y="586683"/>
                  </a:lnTo>
                  <a:lnTo>
                    <a:pt x="4807225" y="591180"/>
                  </a:lnTo>
                  <a:lnTo>
                    <a:pt x="4724342" y="595449"/>
                  </a:lnTo>
                  <a:lnTo>
                    <a:pt x="4641459" y="599372"/>
                  </a:lnTo>
                  <a:lnTo>
                    <a:pt x="4558576" y="602838"/>
                  </a:lnTo>
                  <a:lnTo>
                    <a:pt x="4475692" y="605746"/>
                  </a:lnTo>
                  <a:lnTo>
                    <a:pt x="4392809" y="608022"/>
                  </a:lnTo>
                  <a:lnTo>
                    <a:pt x="4309926" y="609619"/>
                  </a:lnTo>
                  <a:lnTo>
                    <a:pt x="4227043" y="610071"/>
                  </a:lnTo>
                  <a:lnTo>
                    <a:pt x="4144160" y="608979"/>
                  </a:lnTo>
                  <a:lnTo>
                    <a:pt x="4061276" y="606773"/>
                  </a:lnTo>
                  <a:lnTo>
                    <a:pt x="3978393" y="603861"/>
                  </a:lnTo>
                  <a:lnTo>
                    <a:pt x="3895510" y="600558"/>
                  </a:lnTo>
                  <a:lnTo>
                    <a:pt x="3812627" y="597054"/>
                  </a:lnTo>
                  <a:lnTo>
                    <a:pt x="3729744" y="593411"/>
                  </a:lnTo>
                  <a:lnTo>
                    <a:pt x="3646860" y="588744"/>
                  </a:lnTo>
                  <a:lnTo>
                    <a:pt x="3563977" y="582344"/>
                  </a:lnTo>
                  <a:lnTo>
                    <a:pt x="3481094" y="575836"/>
                  </a:lnTo>
                  <a:lnTo>
                    <a:pt x="3398211" y="570323"/>
                  </a:lnTo>
                  <a:lnTo>
                    <a:pt x="3315328" y="566118"/>
                  </a:lnTo>
                  <a:lnTo>
                    <a:pt x="3232444" y="561037"/>
                  </a:lnTo>
                  <a:lnTo>
                    <a:pt x="3149561" y="554663"/>
                  </a:lnTo>
                  <a:lnTo>
                    <a:pt x="3066678" y="549921"/>
                  </a:lnTo>
                  <a:lnTo>
                    <a:pt x="2983795" y="547976"/>
                  </a:lnTo>
                  <a:lnTo>
                    <a:pt x="2900912" y="548393"/>
                  </a:lnTo>
                  <a:lnTo>
                    <a:pt x="2818028" y="550921"/>
                  </a:lnTo>
                  <a:lnTo>
                    <a:pt x="2735145" y="555157"/>
                  </a:lnTo>
                  <a:lnTo>
                    <a:pt x="2652262" y="559306"/>
                  </a:lnTo>
                  <a:lnTo>
                    <a:pt x="2569379" y="562755"/>
                  </a:lnTo>
                  <a:lnTo>
                    <a:pt x="2486496" y="568294"/>
                  </a:lnTo>
                  <a:lnTo>
                    <a:pt x="2403612" y="574962"/>
                  </a:lnTo>
                  <a:lnTo>
                    <a:pt x="2320729" y="580724"/>
                  </a:lnTo>
                  <a:lnTo>
                    <a:pt x="2237846" y="583562"/>
                  </a:lnTo>
                  <a:lnTo>
                    <a:pt x="2154963" y="585759"/>
                  </a:lnTo>
                  <a:lnTo>
                    <a:pt x="2072080" y="588056"/>
                  </a:lnTo>
                  <a:lnTo>
                    <a:pt x="1989196" y="590646"/>
                  </a:lnTo>
                  <a:lnTo>
                    <a:pt x="1906313" y="593666"/>
                  </a:lnTo>
                  <a:lnTo>
                    <a:pt x="1823430" y="597224"/>
                  </a:lnTo>
                  <a:lnTo>
                    <a:pt x="1740547" y="601446"/>
                  </a:lnTo>
                  <a:lnTo>
                    <a:pt x="1657664" y="606506"/>
                  </a:lnTo>
                  <a:lnTo>
                    <a:pt x="1574780" y="612579"/>
                  </a:lnTo>
                  <a:lnTo>
                    <a:pt x="1491897" y="619842"/>
                  </a:lnTo>
                  <a:lnTo>
                    <a:pt x="1409014" y="628460"/>
                  </a:lnTo>
                  <a:lnTo>
                    <a:pt x="1326131" y="638572"/>
                  </a:lnTo>
                  <a:lnTo>
                    <a:pt x="1243248" y="650276"/>
                  </a:lnTo>
                  <a:lnTo>
                    <a:pt x="1160364" y="663629"/>
                  </a:lnTo>
                  <a:lnTo>
                    <a:pt x="1077481" y="678656"/>
                  </a:lnTo>
                  <a:lnTo>
                    <a:pt x="994598" y="695349"/>
                  </a:lnTo>
                  <a:lnTo>
                    <a:pt x="911715" y="713684"/>
                  </a:lnTo>
                  <a:lnTo>
                    <a:pt x="828832" y="733625"/>
                  </a:lnTo>
                  <a:lnTo>
                    <a:pt x="745948" y="755131"/>
                  </a:lnTo>
                  <a:lnTo>
                    <a:pt x="663065" y="778158"/>
                  </a:lnTo>
                  <a:lnTo>
                    <a:pt x="580182" y="802666"/>
                  </a:lnTo>
                  <a:lnTo>
                    <a:pt x="497299" y="828614"/>
                  </a:lnTo>
                  <a:lnTo>
                    <a:pt x="414416" y="855963"/>
                  </a:lnTo>
                  <a:lnTo>
                    <a:pt x="351243" y="87785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500609"/>
              <a:ext cx="6015395" cy="451249"/>
            </a:xfrm>
            <a:custGeom>
              <a:avLst/>
              <a:pathLst>
                <a:path w="6015395" h="451249">
                  <a:moveTo>
                    <a:pt x="0" y="213016"/>
                  </a:moveTo>
                  <a:lnTo>
                    <a:pt x="82883" y="235660"/>
                  </a:lnTo>
                  <a:lnTo>
                    <a:pt x="165766" y="257233"/>
                  </a:lnTo>
                  <a:lnTo>
                    <a:pt x="248649" y="277721"/>
                  </a:lnTo>
                  <a:lnTo>
                    <a:pt x="331532" y="297111"/>
                  </a:lnTo>
                  <a:lnTo>
                    <a:pt x="414416" y="315386"/>
                  </a:lnTo>
                  <a:lnTo>
                    <a:pt x="497299" y="332528"/>
                  </a:lnTo>
                  <a:lnTo>
                    <a:pt x="580182" y="348514"/>
                  </a:lnTo>
                  <a:lnTo>
                    <a:pt x="663065" y="363322"/>
                  </a:lnTo>
                  <a:lnTo>
                    <a:pt x="745948" y="376923"/>
                  </a:lnTo>
                  <a:lnTo>
                    <a:pt x="828832" y="389291"/>
                  </a:lnTo>
                  <a:lnTo>
                    <a:pt x="911715" y="400395"/>
                  </a:lnTo>
                  <a:lnTo>
                    <a:pt x="994598" y="410208"/>
                  </a:lnTo>
                  <a:lnTo>
                    <a:pt x="1077481" y="418708"/>
                  </a:lnTo>
                  <a:lnTo>
                    <a:pt x="1160364" y="425883"/>
                  </a:lnTo>
                  <a:lnTo>
                    <a:pt x="1243248" y="431742"/>
                  </a:lnTo>
                  <a:lnTo>
                    <a:pt x="1326131" y="436321"/>
                  </a:lnTo>
                  <a:lnTo>
                    <a:pt x="1409014" y="439690"/>
                  </a:lnTo>
                  <a:lnTo>
                    <a:pt x="1491897" y="441964"/>
                  </a:lnTo>
                  <a:lnTo>
                    <a:pt x="1574780" y="443292"/>
                  </a:lnTo>
                  <a:lnTo>
                    <a:pt x="1657664" y="443855"/>
                  </a:lnTo>
                  <a:lnTo>
                    <a:pt x="1740547" y="443843"/>
                  </a:lnTo>
                  <a:lnTo>
                    <a:pt x="1823430" y="443545"/>
                  </a:lnTo>
                  <a:lnTo>
                    <a:pt x="1906313" y="443273"/>
                  </a:lnTo>
                  <a:lnTo>
                    <a:pt x="1989196" y="442922"/>
                  </a:lnTo>
                  <a:lnTo>
                    <a:pt x="2072080" y="442363"/>
                  </a:lnTo>
                  <a:lnTo>
                    <a:pt x="2154963" y="441490"/>
                  </a:lnTo>
                  <a:lnTo>
                    <a:pt x="2237846" y="440256"/>
                  </a:lnTo>
                  <a:lnTo>
                    <a:pt x="2320729" y="438385"/>
                  </a:lnTo>
                  <a:lnTo>
                    <a:pt x="2403612" y="434341"/>
                  </a:lnTo>
                  <a:lnTo>
                    <a:pt x="2486496" y="428616"/>
                  </a:lnTo>
                  <a:lnTo>
                    <a:pt x="2569379" y="422743"/>
                  </a:lnTo>
                  <a:lnTo>
                    <a:pt x="2652262" y="419076"/>
                  </a:lnTo>
                  <a:lnTo>
                    <a:pt x="2735145" y="416295"/>
                  </a:lnTo>
                  <a:lnTo>
                    <a:pt x="2818028" y="412871"/>
                  </a:lnTo>
                  <a:lnTo>
                    <a:pt x="2900912" y="409401"/>
                  </a:lnTo>
                  <a:lnTo>
                    <a:pt x="2983795" y="407876"/>
                  </a:lnTo>
                  <a:lnTo>
                    <a:pt x="3066678" y="410381"/>
                  </a:lnTo>
                  <a:lnTo>
                    <a:pt x="3149561" y="414984"/>
                  </a:lnTo>
                  <a:lnTo>
                    <a:pt x="3232444" y="419303"/>
                  </a:lnTo>
                  <a:lnTo>
                    <a:pt x="3315328" y="422734"/>
                  </a:lnTo>
                  <a:lnTo>
                    <a:pt x="3398211" y="427026"/>
                  </a:lnTo>
                  <a:lnTo>
                    <a:pt x="3481094" y="432173"/>
                  </a:lnTo>
                  <a:lnTo>
                    <a:pt x="3563977" y="436916"/>
                  </a:lnTo>
                  <a:lnTo>
                    <a:pt x="3646860" y="440787"/>
                  </a:lnTo>
                  <a:lnTo>
                    <a:pt x="3729744" y="443904"/>
                  </a:lnTo>
                  <a:lnTo>
                    <a:pt x="3812627" y="446784"/>
                  </a:lnTo>
                  <a:lnTo>
                    <a:pt x="3895510" y="449234"/>
                  </a:lnTo>
                  <a:lnTo>
                    <a:pt x="3978393" y="450824"/>
                  </a:lnTo>
                  <a:lnTo>
                    <a:pt x="4061276" y="451249"/>
                  </a:lnTo>
                  <a:lnTo>
                    <a:pt x="4144160" y="450330"/>
                  </a:lnTo>
                  <a:lnTo>
                    <a:pt x="4227043" y="447982"/>
                  </a:lnTo>
                  <a:lnTo>
                    <a:pt x="4309926" y="444148"/>
                  </a:lnTo>
                  <a:lnTo>
                    <a:pt x="4392809" y="438986"/>
                  </a:lnTo>
                  <a:lnTo>
                    <a:pt x="4475692" y="432626"/>
                  </a:lnTo>
                  <a:lnTo>
                    <a:pt x="4558576" y="425021"/>
                  </a:lnTo>
                  <a:lnTo>
                    <a:pt x="4641459" y="416096"/>
                  </a:lnTo>
                  <a:lnTo>
                    <a:pt x="4724342" y="405751"/>
                  </a:lnTo>
                  <a:lnTo>
                    <a:pt x="4807225" y="393874"/>
                  </a:lnTo>
                  <a:lnTo>
                    <a:pt x="4890108" y="380349"/>
                  </a:lnTo>
                  <a:lnTo>
                    <a:pt x="4972992" y="365061"/>
                  </a:lnTo>
                  <a:lnTo>
                    <a:pt x="5055875" y="347908"/>
                  </a:lnTo>
                  <a:lnTo>
                    <a:pt x="5138758" y="328805"/>
                  </a:lnTo>
                  <a:lnTo>
                    <a:pt x="5221641" y="307688"/>
                  </a:lnTo>
                  <a:lnTo>
                    <a:pt x="5304524" y="284510"/>
                  </a:lnTo>
                  <a:lnTo>
                    <a:pt x="5387408" y="259245"/>
                  </a:lnTo>
                  <a:lnTo>
                    <a:pt x="5470291" y="231881"/>
                  </a:lnTo>
                  <a:lnTo>
                    <a:pt x="5553174" y="202419"/>
                  </a:lnTo>
                  <a:lnTo>
                    <a:pt x="5636057" y="170865"/>
                  </a:lnTo>
                  <a:lnTo>
                    <a:pt x="5718940" y="137236"/>
                  </a:lnTo>
                  <a:lnTo>
                    <a:pt x="5801824" y="101548"/>
                  </a:lnTo>
                  <a:lnTo>
                    <a:pt x="5884707" y="63822"/>
                  </a:lnTo>
                  <a:lnTo>
                    <a:pt x="5967590" y="24077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423709" y="5037035"/>
              <a:ext cx="5664151" cy="341424"/>
            </a:xfrm>
            <a:custGeom>
              <a:avLst/>
              <a:pathLst>
                <a:path w="5664151" h="341424">
                  <a:moveTo>
                    <a:pt x="5664151" y="0"/>
                  </a:moveTo>
                  <a:lnTo>
                    <a:pt x="5616346" y="1469"/>
                  </a:lnTo>
                  <a:lnTo>
                    <a:pt x="5533463" y="4139"/>
                  </a:lnTo>
                  <a:lnTo>
                    <a:pt x="5450580" y="6952"/>
                  </a:lnTo>
                  <a:lnTo>
                    <a:pt x="5367696" y="9928"/>
                  </a:lnTo>
                  <a:lnTo>
                    <a:pt x="5284813" y="13087"/>
                  </a:lnTo>
                  <a:lnTo>
                    <a:pt x="5201930" y="16445"/>
                  </a:lnTo>
                  <a:lnTo>
                    <a:pt x="5119047" y="20018"/>
                  </a:lnTo>
                  <a:lnTo>
                    <a:pt x="5036164" y="23813"/>
                  </a:lnTo>
                  <a:lnTo>
                    <a:pt x="4953280" y="27831"/>
                  </a:lnTo>
                  <a:lnTo>
                    <a:pt x="4870397" y="32060"/>
                  </a:lnTo>
                  <a:lnTo>
                    <a:pt x="4787514" y="36472"/>
                  </a:lnTo>
                  <a:lnTo>
                    <a:pt x="4704631" y="41023"/>
                  </a:lnTo>
                  <a:lnTo>
                    <a:pt x="4621748" y="45646"/>
                  </a:lnTo>
                  <a:lnTo>
                    <a:pt x="4538864" y="50258"/>
                  </a:lnTo>
                  <a:lnTo>
                    <a:pt x="4455981" y="54754"/>
                  </a:lnTo>
                  <a:lnTo>
                    <a:pt x="4373098" y="59023"/>
                  </a:lnTo>
                  <a:lnTo>
                    <a:pt x="4290215" y="62946"/>
                  </a:lnTo>
                  <a:lnTo>
                    <a:pt x="4207332" y="66412"/>
                  </a:lnTo>
                  <a:lnTo>
                    <a:pt x="4124448" y="69320"/>
                  </a:lnTo>
                  <a:lnTo>
                    <a:pt x="4041565" y="71596"/>
                  </a:lnTo>
                  <a:lnTo>
                    <a:pt x="3958682" y="73193"/>
                  </a:lnTo>
                  <a:lnTo>
                    <a:pt x="3875799" y="73645"/>
                  </a:lnTo>
                  <a:lnTo>
                    <a:pt x="3792916" y="72553"/>
                  </a:lnTo>
                  <a:lnTo>
                    <a:pt x="3710032" y="70347"/>
                  </a:lnTo>
                  <a:lnTo>
                    <a:pt x="3627149" y="67435"/>
                  </a:lnTo>
                  <a:lnTo>
                    <a:pt x="3544266" y="64132"/>
                  </a:lnTo>
                  <a:lnTo>
                    <a:pt x="3461383" y="60628"/>
                  </a:lnTo>
                  <a:lnTo>
                    <a:pt x="3378500" y="56985"/>
                  </a:lnTo>
                  <a:lnTo>
                    <a:pt x="3295616" y="52318"/>
                  </a:lnTo>
                  <a:lnTo>
                    <a:pt x="3212733" y="45918"/>
                  </a:lnTo>
                  <a:lnTo>
                    <a:pt x="3129850" y="39410"/>
                  </a:lnTo>
                  <a:lnTo>
                    <a:pt x="3046967" y="33897"/>
                  </a:lnTo>
                  <a:lnTo>
                    <a:pt x="2964084" y="29692"/>
                  </a:lnTo>
                  <a:lnTo>
                    <a:pt x="2881200" y="24611"/>
                  </a:lnTo>
                  <a:lnTo>
                    <a:pt x="2798317" y="18237"/>
                  </a:lnTo>
                  <a:lnTo>
                    <a:pt x="2715434" y="13495"/>
                  </a:lnTo>
                  <a:lnTo>
                    <a:pt x="2632551" y="11550"/>
                  </a:lnTo>
                  <a:lnTo>
                    <a:pt x="2549668" y="11967"/>
                  </a:lnTo>
                  <a:lnTo>
                    <a:pt x="2466784" y="14495"/>
                  </a:lnTo>
                  <a:lnTo>
                    <a:pt x="2383901" y="18731"/>
                  </a:lnTo>
                  <a:lnTo>
                    <a:pt x="2301018" y="22880"/>
                  </a:lnTo>
                  <a:lnTo>
                    <a:pt x="2218135" y="26329"/>
                  </a:lnTo>
                  <a:lnTo>
                    <a:pt x="2135252" y="31868"/>
                  </a:lnTo>
                  <a:lnTo>
                    <a:pt x="2052368" y="38536"/>
                  </a:lnTo>
                  <a:lnTo>
                    <a:pt x="1969485" y="44299"/>
                  </a:lnTo>
                  <a:lnTo>
                    <a:pt x="1886602" y="47136"/>
                  </a:lnTo>
                  <a:lnTo>
                    <a:pt x="1803719" y="49333"/>
                  </a:lnTo>
                  <a:lnTo>
                    <a:pt x="1720836" y="51630"/>
                  </a:lnTo>
                  <a:lnTo>
                    <a:pt x="1637952" y="54220"/>
                  </a:lnTo>
                  <a:lnTo>
                    <a:pt x="1555069" y="57240"/>
                  </a:lnTo>
                  <a:lnTo>
                    <a:pt x="1472186" y="60798"/>
                  </a:lnTo>
                  <a:lnTo>
                    <a:pt x="1389303" y="65020"/>
                  </a:lnTo>
                  <a:lnTo>
                    <a:pt x="1306420" y="70080"/>
                  </a:lnTo>
                  <a:lnTo>
                    <a:pt x="1223536" y="76153"/>
                  </a:lnTo>
                  <a:lnTo>
                    <a:pt x="1140653" y="83416"/>
                  </a:lnTo>
                  <a:lnTo>
                    <a:pt x="1057770" y="92034"/>
                  </a:lnTo>
                  <a:lnTo>
                    <a:pt x="974887" y="102146"/>
                  </a:lnTo>
                  <a:lnTo>
                    <a:pt x="892004" y="113850"/>
                  </a:lnTo>
                  <a:lnTo>
                    <a:pt x="809120" y="127204"/>
                  </a:lnTo>
                  <a:lnTo>
                    <a:pt x="726237" y="142230"/>
                  </a:lnTo>
                  <a:lnTo>
                    <a:pt x="643354" y="158923"/>
                  </a:lnTo>
                  <a:lnTo>
                    <a:pt x="560471" y="177258"/>
                  </a:lnTo>
                  <a:lnTo>
                    <a:pt x="477588" y="197199"/>
                  </a:lnTo>
                  <a:lnTo>
                    <a:pt x="394704" y="218705"/>
                  </a:lnTo>
                  <a:lnTo>
                    <a:pt x="311821" y="241732"/>
                  </a:lnTo>
                  <a:lnTo>
                    <a:pt x="228938" y="266240"/>
                  </a:lnTo>
                  <a:lnTo>
                    <a:pt x="146055" y="292188"/>
                  </a:lnTo>
                  <a:lnTo>
                    <a:pt x="63172" y="319537"/>
                  </a:lnTo>
                  <a:lnTo>
                    <a:pt x="0" y="341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768822"/>
              <a:ext cx="6015395" cy="344595"/>
            </a:xfrm>
            <a:custGeom>
              <a:avLst/>
              <a:pathLst>
                <a:path w="6015395" h="344595">
                  <a:moveTo>
                    <a:pt x="0" y="344595"/>
                  </a:moveTo>
                  <a:lnTo>
                    <a:pt x="82883" y="338976"/>
                  </a:lnTo>
                  <a:lnTo>
                    <a:pt x="165766" y="333446"/>
                  </a:lnTo>
                  <a:lnTo>
                    <a:pt x="248649" y="328013"/>
                  </a:lnTo>
                  <a:lnTo>
                    <a:pt x="331532" y="322682"/>
                  </a:lnTo>
                  <a:lnTo>
                    <a:pt x="414416" y="317462"/>
                  </a:lnTo>
                  <a:lnTo>
                    <a:pt x="497299" y="312358"/>
                  </a:lnTo>
                  <a:lnTo>
                    <a:pt x="580182" y="307377"/>
                  </a:lnTo>
                  <a:lnTo>
                    <a:pt x="663065" y="302527"/>
                  </a:lnTo>
                  <a:lnTo>
                    <a:pt x="745948" y="297814"/>
                  </a:lnTo>
                  <a:lnTo>
                    <a:pt x="828832" y="293245"/>
                  </a:lnTo>
                  <a:lnTo>
                    <a:pt x="911715" y="288826"/>
                  </a:lnTo>
                  <a:lnTo>
                    <a:pt x="994598" y="284565"/>
                  </a:lnTo>
                  <a:lnTo>
                    <a:pt x="1077481" y="280469"/>
                  </a:lnTo>
                  <a:lnTo>
                    <a:pt x="1160364" y="276543"/>
                  </a:lnTo>
                  <a:lnTo>
                    <a:pt x="1243248" y="272796"/>
                  </a:lnTo>
                  <a:lnTo>
                    <a:pt x="1326131" y="269233"/>
                  </a:lnTo>
                  <a:lnTo>
                    <a:pt x="1409014" y="265862"/>
                  </a:lnTo>
                  <a:lnTo>
                    <a:pt x="1491897" y="262690"/>
                  </a:lnTo>
                  <a:lnTo>
                    <a:pt x="1574780" y="259723"/>
                  </a:lnTo>
                  <a:lnTo>
                    <a:pt x="1657664" y="256968"/>
                  </a:lnTo>
                  <a:lnTo>
                    <a:pt x="1740547" y="254431"/>
                  </a:lnTo>
                  <a:lnTo>
                    <a:pt x="1823430" y="252172"/>
                  </a:lnTo>
                  <a:lnTo>
                    <a:pt x="1906313" y="250256"/>
                  </a:lnTo>
                  <a:lnTo>
                    <a:pt x="1989196" y="248571"/>
                  </a:lnTo>
                  <a:lnTo>
                    <a:pt x="2072080" y="246996"/>
                  </a:lnTo>
                  <a:lnTo>
                    <a:pt x="2154963" y="245411"/>
                  </a:lnTo>
                  <a:lnTo>
                    <a:pt x="2237846" y="243696"/>
                  </a:lnTo>
                  <a:lnTo>
                    <a:pt x="2320729" y="241342"/>
                  </a:lnTo>
                  <a:lnTo>
                    <a:pt x="2403612" y="236438"/>
                  </a:lnTo>
                  <a:lnTo>
                    <a:pt x="2486496" y="230242"/>
                  </a:lnTo>
                  <a:lnTo>
                    <a:pt x="2569379" y="224536"/>
                  </a:lnTo>
                  <a:lnTo>
                    <a:pt x="2652262" y="220978"/>
                  </a:lnTo>
                  <a:lnTo>
                    <a:pt x="2735145" y="217513"/>
                  </a:lnTo>
                  <a:lnTo>
                    <a:pt x="2818028" y="213683"/>
                  </a:lnTo>
                  <a:lnTo>
                    <a:pt x="2900912" y="210684"/>
                  </a:lnTo>
                  <a:lnTo>
                    <a:pt x="2983795" y="209713"/>
                  </a:lnTo>
                  <a:lnTo>
                    <a:pt x="3066678" y="211938"/>
                  </a:lnTo>
                  <a:lnTo>
                    <a:pt x="3149561" y="216611"/>
                  </a:lnTo>
                  <a:lnTo>
                    <a:pt x="3232444" y="221957"/>
                  </a:lnTo>
                  <a:lnTo>
                    <a:pt x="3315328" y="226213"/>
                  </a:lnTo>
                  <a:lnTo>
                    <a:pt x="3398211" y="230461"/>
                  </a:lnTo>
                  <a:lnTo>
                    <a:pt x="3481094" y="235791"/>
                  </a:lnTo>
                  <a:lnTo>
                    <a:pt x="3563977" y="241417"/>
                  </a:lnTo>
                  <a:lnTo>
                    <a:pt x="3646860" y="246553"/>
                  </a:lnTo>
                  <a:lnTo>
                    <a:pt x="3729744" y="250445"/>
                  </a:lnTo>
                  <a:lnTo>
                    <a:pt x="3812627" y="253706"/>
                  </a:lnTo>
                  <a:lnTo>
                    <a:pt x="3895510" y="256683"/>
                  </a:lnTo>
                  <a:lnTo>
                    <a:pt x="3978393" y="259130"/>
                  </a:lnTo>
                  <a:lnTo>
                    <a:pt x="4061276" y="260798"/>
                  </a:lnTo>
                  <a:lnTo>
                    <a:pt x="4144160" y="261442"/>
                  </a:lnTo>
                  <a:lnTo>
                    <a:pt x="4227043" y="260813"/>
                  </a:lnTo>
                  <a:lnTo>
                    <a:pt x="4309926" y="258670"/>
                  </a:lnTo>
                  <a:lnTo>
                    <a:pt x="4392809" y="255291"/>
                  </a:lnTo>
                  <a:lnTo>
                    <a:pt x="4475692" y="250973"/>
                  </a:lnTo>
                  <a:lnTo>
                    <a:pt x="4558576" y="245717"/>
                  </a:lnTo>
                  <a:lnTo>
                    <a:pt x="4641459" y="239521"/>
                  </a:lnTo>
                  <a:lnTo>
                    <a:pt x="4724342" y="232387"/>
                  </a:lnTo>
                  <a:lnTo>
                    <a:pt x="4807225" y="224314"/>
                  </a:lnTo>
                  <a:lnTo>
                    <a:pt x="4890108" y="215303"/>
                  </a:lnTo>
                  <a:lnTo>
                    <a:pt x="4972992" y="205353"/>
                  </a:lnTo>
                  <a:lnTo>
                    <a:pt x="5055875" y="194465"/>
                  </a:lnTo>
                  <a:lnTo>
                    <a:pt x="5138758" y="182639"/>
                  </a:lnTo>
                  <a:lnTo>
                    <a:pt x="5221641" y="169874"/>
                  </a:lnTo>
                  <a:lnTo>
                    <a:pt x="5304524" y="156171"/>
                  </a:lnTo>
                  <a:lnTo>
                    <a:pt x="5387408" y="141529"/>
                  </a:lnTo>
                  <a:lnTo>
                    <a:pt x="5470291" y="125950"/>
                  </a:lnTo>
                  <a:lnTo>
                    <a:pt x="5553174" y="109432"/>
                  </a:lnTo>
                  <a:lnTo>
                    <a:pt x="5636057" y="91976"/>
                  </a:lnTo>
                  <a:lnTo>
                    <a:pt x="5718940" y="73582"/>
                  </a:lnTo>
                  <a:lnTo>
                    <a:pt x="5801824" y="54250"/>
                  </a:lnTo>
                  <a:lnTo>
                    <a:pt x="5884707" y="33980"/>
                  </a:lnTo>
                  <a:lnTo>
                    <a:pt x="5967590" y="12773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1367948"/>
              <a:ext cx="6015395" cy="4010511"/>
            </a:xfrm>
            <a:custGeom>
              <a:avLst/>
              <a:pathLst>
                <a:path w="6015395" h="4010511">
                  <a:moveTo>
                    <a:pt x="503458" y="0"/>
                  </a:moveTo>
                  <a:lnTo>
                    <a:pt x="580182" y="103367"/>
                  </a:lnTo>
                  <a:lnTo>
                    <a:pt x="663065" y="213789"/>
                  </a:lnTo>
                  <a:lnTo>
                    <a:pt x="745948" y="322938"/>
                  </a:lnTo>
                  <a:lnTo>
                    <a:pt x="828832" y="430781"/>
                  </a:lnTo>
                  <a:lnTo>
                    <a:pt x="911715" y="537287"/>
                  </a:lnTo>
                  <a:lnTo>
                    <a:pt x="994598" y="642426"/>
                  </a:lnTo>
                  <a:lnTo>
                    <a:pt x="1077481" y="746175"/>
                  </a:lnTo>
                  <a:lnTo>
                    <a:pt x="1160364" y="848535"/>
                  </a:lnTo>
                  <a:lnTo>
                    <a:pt x="1243248" y="949534"/>
                  </a:lnTo>
                  <a:lnTo>
                    <a:pt x="1326131" y="1049250"/>
                  </a:lnTo>
                  <a:lnTo>
                    <a:pt x="1409014" y="1147821"/>
                  </a:lnTo>
                  <a:lnTo>
                    <a:pt x="1491897" y="1245455"/>
                  </a:lnTo>
                  <a:lnTo>
                    <a:pt x="1574780" y="1342425"/>
                  </a:lnTo>
                  <a:lnTo>
                    <a:pt x="1657664" y="1439050"/>
                  </a:lnTo>
                  <a:lnTo>
                    <a:pt x="1740547" y="1535671"/>
                  </a:lnTo>
                  <a:lnTo>
                    <a:pt x="1823430" y="1633206"/>
                  </a:lnTo>
                  <a:lnTo>
                    <a:pt x="1906313" y="1732802"/>
                  </a:lnTo>
                  <a:lnTo>
                    <a:pt x="1989196" y="1833557"/>
                  </a:lnTo>
                  <a:lnTo>
                    <a:pt x="2072080" y="1934463"/>
                  </a:lnTo>
                  <a:lnTo>
                    <a:pt x="2154963" y="2034561"/>
                  </a:lnTo>
                  <a:lnTo>
                    <a:pt x="2237846" y="2132987"/>
                  </a:lnTo>
                  <a:lnTo>
                    <a:pt x="2320729" y="2230798"/>
                  </a:lnTo>
                  <a:lnTo>
                    <a:pt x="2403612" y="2336305"/>
                  </a:lnTo>
                  <a:lnTo>
                    <a:pt x="2486496" y="2444127"/>
                  </a:lnTo>
                  <a:lnTo>
                    <a:pt x="2569379" y="2547638"/>
                  </a:lnTo>
                  <a:lnTo>
                    <a:pt x="2652262" y="2642222"/>
                  </a:lnTo>
                  <a:lnTo>
                    <a:pt x="2735145" y="2735559"/>
                  </a:lnTo>
                  <a:lnTo>
                    <a:pt x="2818028" y="2827722"/>
                  </a:lnTo>
                  <a:lnTo>
                    <a:pt x="2900912" y="2914327"/>
                  </a:lnTo>
                  <a:lnTo>
                    <a:pt x="2983795" y="2993349"/>
                  </a:lnTo>
                  <a:lnTo>
                    <a:pt x="3066678" y="3065484"/>
                  </a:lnTo>
                  <a:lnTo>
                    <a:pt x="3149561" y="3131198"/>
                  </a:lnTo>
                  <a:lnTo>
                    <a:pt x="3232444" y="3190689"/>
                  </a:lnTo>
                  <a:lnTo>
                    <a:pt x="3315328" y="3247132"/>
                  </a:lnTo>
                  <a:lnTo>
                    <a:pt x="3398211" y="3299550"/>
                  </a:lnTo>
                  <a:lnTo>
                    <a:pt x="3481094" y="3345247"/>
                  </a:lnTo>
                  <a:lnTo>
                    <a:pt x="3563977" y="3385284"/>
                  </a:lnTo>
                  <a:lnTo>
                    <a:pt x="3646860" y="3422058"/>
                  </a:lnTo>
                  <a:lnTo>
                    <a:pt x="3729744" y="3458805"/>
                  </a:lnTo>
                  <a:lnTo>
                    <a:pt x="3812627" y="3493096"/>
                  </a:lnTo>
                  <a:lnTo>
                    <a:pt x="3895510" y="3522881"/>
                  </a:lnTo>
                  <a:lnTo>
                    <a:pt x="3978393" y="3548567"/>
                  </a:lnTo>
                  <a:lnTo>
                    <a:pt x="4061276" y="3570775"/>
                  </a:lnTo>
                  <a:lnTo>
                    <a:pt x="4144160" y="3590341"/>
                  </a:lnTo>
                  <a:lnTo>
                    <a:pt x="4227043" y="3608255"/>
                  </a:lnTo>
                  <a:lnTo>
                    <a:pt x="4309926" y="3625546"/>
                  </a:lnTo>
                  <a:lnTo>
                    <a:pt x="4392809" y="3641518"/>
                  </a:lnTo>
                  <a:lnTo>
                    <a:pt x="4475692" y="3655234"/>
                  </a:lnTo>
                  <a:lnTo>
                    <a:pt x="4558576" y="3666605"/>
                  </a:lnTo>
                  <a:lnTo>
                    <a:pt x="4641459" y="3675489"/>
                  </a:lnTo>
                  <a:lnTo>
                    <a:pt x="4724342" y="3681708"/>
                  </a:lnTo>
                  <a:lnTo>
                    <a:pt x="4807225" y="3685057"/>
                  </a:lnTo>
                  <a:lnTo>
                    <a:pt x="4890108" y="3685328"/>
                  </a:lnTo>
                  <a:lnTo>
                    <a:pt x="4972992" y="3682315"/>
                  </a:lnTo>
                  <a:lnTo>
                    <a:pt x="5055875" y="3675832"/>
                  </a:lnTo>
                  <a:lnTo>
                    <a:pt x="5138758" y="3665725"/>
                  </a:lnTo>
                  <a:lnTo>
                    <a:pt x="5221641" y="3651870"/>
                  </a:lnTo>
                  <a:lnTo>
                    <a:pt x="5304524" y="3634178"/>
                  </a:lnTo>
                  <a:lnTo>
                    <a:pt x="5387408" y="3612591"/>
                  </a:lnTo>
                  <a:lnTo>
                    <a:pt x="5470291" y="3587076"/>
                  </a:lnTo>
                  <a:lnTo>
                    <a:pt x="5553174" y="3557622"/>
                  </a:lnTo>
                  <a:lnTo>
                    <a:pt x="5636057" y="3524232"/>
                  </a:lnTo>
                  <a:lnTo>
                    <a:pt x="5718940" y="3486916"/>
                  </a:lnTo>
                  <a:lnTo>
                    <a:pt x="5801824" y="3445693"/>
                  </a:lnTo>
                  <a:lnTo>
                    <a:pt x="5884707" y="3400584"/>
                  </a:lnTo>
                  <a:lnTo>
                    <a:pt x="5967590" y="3351610"/>
                  </a:lnTo>
                  <a:lnTo>
                    <a:pt x="6015395" y="3321146"/>
                  </a:lnTo>
                  <a:lnTo>
                    <a:pt x="6015395" y="4010511"/>
                  </a:lnTo>
                  <a:lnTo>
                    <a:pt x="4763143" y="4010511"/>
                  </a:lnTo>
                  <a:lnTo>
                    <a:pt x="4724342" y="4002912"/>
                  </a:lnTo>
                  <a:lnTo>
                    <a:pt x="4641459" y="3985820"/>
                  </a:lnTo>
                  <a:lnTo>
                    <a:pt x="4558576" y="3967691"/>
                  </a:lnTo>
                  <a:lnTo>
                    <a:pt x="4475692" y="3948368"/>
                  </a:lnTo>
                  <a:lnTo>
                    <a:pt x="4392809" y="3927736"/>
                  </a:lnTo>
                  <a:lnTo>
                    <a:pt x="4309926" y="3905728"/>
                  </a:lnTo>
                  <a:lnTo>
                    <a:pt x="4227043" y="3882711"/>
                  </a:lnTo>
                  <a:lnTo>
                    <a:pt x="4144160" y="3858971"/>
                  </a:lnTo>
                  <a:lnTo>
                    <a:pt x="4061276" y="3834114"/>
                  </a:lnTo>
                  <a:lnTo>
                    <a:pt x="3978393" y="3807695"/>
                  </a:lnTo>
                  <a:lnTo>
                    <a:pt x="3895510" y="3779109"/>
                  </a:lnTo>
                  <a:lnTo>
                    <a:pt x="3812627" y="3747540"/>
                  </a:lnTo>
                  <a:lnTo>
                    <a:pt x="3729744" y="3711956"/>
                  </a:lnTo>
                  <a:lnTo>
                    <a:pt x="3646860" y="3672584"/>
                  </a:lnTo>
                  <a:lnTo>
                    <a:pt x="3563977" y="3631528"/>
                  </a:lnTo>
                  <a:lnTo>
                    <a:pt x="3481094" y="3588504"/>
                  </a:lnTo>
                  <a:lnTo>
                    <a:pt x="3398211" y="3542187"/>
                  </a:lnTo>
                  <a:lnTo>
                    <a:pt x="3315328" y="3489916"/>
                  </a:lnTo>
                  <a:lnTo>
                    <a:pt x="3232444" y="3430678"/>
                  </a:lnTo>
                  <a:lnTo>
                    <a:pt x="3149561" y="3367708"/>
                  </a:lnTo>
                  <a:lnTo>
                    <a:pt x="3066678" y="3301759"/>
                  </a:lnTo>
                  <a:lnTo>
                    <a:pt x="2983795" y="3230572"/>
                  </a:lnTo>
                  <a:lnTo>
                    <a:pt x="2900912" y="3149674"/>
                  </a:lnTo>
                  <a:lnTo>
                    <a:pt x="2818028" y="3061474"/>
                  </a:lnTo>
                  <a:lnTo>
                    <a:pt x="2735145" y="2970687"/>
                  </a:lnTo>
                  <a:lnTo>
                    <a:pt x="2652262" y="2879666"/>
                  </a:lnTo>
                  <a:lnTo>
                    <a:pt x="2569379" y="2784713"/>
                  </a:lnTo>
                  <a:lnTo>
                    <a:pt x="2486496" y="2680636"/>
                  </a:lnTo>
                  <a:lnTo>
                    <a:pt x="2403612" y="2574409"/>
                  </a:lnTo>
                  <a:lnTo>
                    <a:pt x="2320729" y="2471813"/>
                  </a:lnTo>
                  <a:lnTo>
                    <a:pt x="2237846" y="2375640"/>
                  </a:lnTo>
                  <a:lnTo>
                    <a:pt x="2154963" y="2278844"/>
                  </a:lnTo>
                  <a:lnTo>
                    <a:pt x="2072080" y="2181157"/>
                  </a:lnTo>
                  <a:lnTo>
                    <a:pt x="1989196" y="2083688"/>
                  </a:lnTo>
                  <a:lnTo>
                    <a:pt x="1906313" y="1987454"/>
                  </a:lnTo>
                  <a:lnTo>
                    <a:pt x="1823430" y="1893422"/>
                  </a:lnTo>
                  <a:lnTo>
                    <a:pt x="1740547" y="1802531"/>
                  </a:lnTo>
                  <a:lnTo>
                    <a:pt x="1657664" y="1714457"/>
                  </a:lnTo>
                  <a:lnTo>
                    <a:pt x="1574780" y="1629068"/>
                  </a:lnTo>
                  <a:lnTo>
                    <a:pt x="1491897" y="1546645"/>
                  </a:lnTo>
                  <a:lnTo>
                    <a:pt x="1409014" y="1467454"/>
                  </a:lnTo>
                  <a:lnTo>
                    <a:pt x="1326131" y="1391710"/>
                  </a:lnTo>
                  <a:lnTo>
                    <a:pt x="1243248" y="1319563"/>
                  </a:lnTo>
                  <a:lnTo>
                    <a:pt x="1160364" y="1251097"/>
                  </a:lnTo>
                  <a:lnTo>
                    <a:pt x="1077481" y="1186330"/>
                  </a:lnTo>
                  <a:lnTo>
                    <a:pt x="994598" y="1125238"/>
                  </a:lnTo>
                  <a:lnTo>
                    <a:pt x="911715" y="1067760"/>
                  </a:lnTo>
                  <a:lnTo>
                    <a:pt x="828832" y="1013821"/>
                  </a:lnTo>
                  <a:lnTo>
                    <a:pt x="745948" y="963334"/>
                  </a:lnTo>
                  <a:lnTo>
                    <a:pt x="663065" y="916208"/>
                  </a:lnTo>
                  <a:lnTo>
                    <a:pt x="580182" y="872356"/>
                  </a:lnTo>
                  <a:lnTo>
                    <a:pt x="497299" y="831693"/>
                  </a:lnTo>
                  <a:lnTo>
                    <a:pt x="414416" y="794138"/>
                  </a:lnTo>
                  <a:lnTo>
                    <a:pt x="331532" y="759617"/>
                  </a:lnTo>
                  <a:lnTo>
                    <a:pt x="248649" y="728056"/>
                  </a:lnTo>
                  <a:lnTo>
                    <a:pt x="165766" y="699388"/>
                  </a:lnTo>
                  <a:lnTo>
                    <a:pt x="82883" y="673549"/>
                  </a:lnTo>
                  <a:lnTo>
                    <a:pt x="0" y="65047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75924" y="1367948"/>
              <a:ext cx="5511936" cy="3685328"/>
            </a:xfrm>
            <a:custGeom>
              <a:avLst/>
              <a:pathLst>
                <a:path w="5511936" h="3685328">
                  <a:moveTo>
                    <a:pt x="0" y="0"/>
                  </a:moveTo>
                  <a:lnTo>
                    <a:pt x="76723" y="103367"/>
                  </a:lnTo>
                  <a:lnTo>
                    <a:pt x="159606" y="213789"/>
                  </a:lnTo>
                  <a:lnTo>
                    <a:pt x="242489" y="322938"/>
                  </a:lnTo>
                  <a:lnTo>
                    <a:pt x="325373" y="430781"/>
                  </a:lnTo>
                  <a:lnTo>
                    <a:pt x="408256" y="537287"/>
                  </a:lnTo>
                  <a:lnTo>
                    <a:pt x="491139" y="642426"/>
                  </a:lnTo>
                  <a:lnTo>
                    <a:pt x="574022" y="746175"/>
                  </a:lnTo>
                  <a:lnTo>
                    <a:pt x="656905" y="848535"/>
                  </a:lnTo>
                  <a:lnTo>
                    <a:pt x="739789" y="949534"/>
                  </a:lnTo>
                  <a:lnTo>
                    <a:pt x="822672" y="1049250"/>
                  </a:lnTo>
                  <a:lnTo>
                    <a:pt x="905555" y="1147821"/>
                  </a:lnTo>
                  <a:lnTo>
                    <a:pt x="988438" y="1245455"/>
                  </a:lnTo>
                  <a:lnTo>
                    <a:pt x="1071321" y="1342425"/>
                  </a:lnTo>
                  <a:lnTo>
                    <a:pt x="1154205" y="1439050"/>
                  </a:lnTo>
                  <a:lnTo>
                    <a:pt x="1237088" y="1535671"/>
                  </a:lnTo>
                  <a:lnTo>
                    <a:pt x="1319971" y="1633206"/>
                  </a:lnTo>
                  <a:lnTo>
                    <a:pt x="1402854" y="1732802"/>
                  </a:lnTo>
                  <a:lnTo>
                    <a:pt x="1485737" y="1833557"/>
                  </a:lnTo>
                  <a:lnTo>
                    <a:pt x="1568621" y="1934463"/>
                  </a:lnTo>
                  <a:lnTo>
                    <a:pt x="1651504" y="2034561"/>
                  </a:lnTo>
                  <a:lnTo>
                    <a:pt x="1734387" y="2132987"/>
                  </a:lnTo>
                  <a:lnTo>
                    <a:pt x="1817270" y="2230798"/>
                  </a:lnTo>
                  <a:lnTo>
                    <a:pt x="1900153" y="2336305"/>
                  </a:lnTo>
                  <a:lnTo>
                    <a:pt x="1983037" y="2444127"/>
                  </a:lnTo>
                  <a:lnTo>
                    <a:pt x="2065920" y="2547638"/>
                  </a:lnTo>
                  <a:lnTo>
                    <a:pt x="2148803" y="2642222"/>
                  </a:lnTo>
                  <a:lnTo>
                    <a:pt x="2231686" y="2735559"/>
                  </a:lnTo>
                  <a:lnTo>
                    <a:pt x="2314569" y="2827722"/>
                  </a:lnTo>
                  <a:lnTo>
                    <a:pt x="2397453" y="2914327"/>
                  </a:lnTo>
                  <a:lnTo>
                    <a:pt x="2480336" y="2993349"/>
                  </a:lnTo>
                  <a:lnTo>
                    <a:pt x="2563219" y="3065484"/>
                  </a:lnTo>
                  <a:lnTo>
                    <a:pt x="2646102" y="3131198"/>
                  </a:lnTo>
                  <a:lnTo>
                    <a:pt x="2728985" y="3190689"/>
                  </a:lnTo>
                  <a:lnTo>
                    <a:pt x="2811869" y="3247132"/>
                  </a:lnTo>
                  <a:lnTo>
                    <a:pt x="2894752" y="3299550"/>
                  </a:lnTo>
                  <a:lnTo>
                    <a:pt x="2977635" y="3345247"/>
                  </a:lnTo>
                  <a:lnTo>
                    <a:pt x="3060518" y="3385284"/>
                  </a:lnTo>
                  <a:lnTo>
                    <a:pt x="3143401" y="3422058"/>
                  </a:lnTo>
                  <a:lnTo>
                    <a:pt x="3226285" y="3458805"/>
                  </a:lnTo>
                  <a:lnTo>
                    <a:pt x="3309168" y="3493096"/>
                  </a:lnTo>
                  <a:lnTo>
                    <a:pt x="3392051" y="3522881"/>
                  </a:lnTo>
                  <a:lnTo>
                    <a:pt x="3474934" y="3548567"/>
                  </a:lnTo>
                  <a:lnTo>
                    <a:pt x="3557817" y="3570775"/>
                  </a:lnTo>
                  <a:lnTo>
                    <a:pt x="3640701" y="3590341"/>
                  </a:lnTo>
                  <a:lnTo>
                    <a:pt x="3723584" y="3608255"/>
                  </a:lnTo>
                  <a:lnTo>
                    <a:pt x="3806467" y="3625546"/>
                  </a:lnTo>
                  <a:lnTo>
                    <a:pt x="3889350" y="3641518"/>
                  </a:lnTo>
                  <a:lnTo>
                    <a:pt x="3972233" y="3655234"/>
                  </a:lnTo>
                  <a:lnTo>
                    <a:pt x="4055117" y="3666605"/>
                  </a:lnTo>
                  <a:lnTo>
                    <a:pt x="4138000" y="3675489"/>
                  </a:lnTo>
                  <a:lnTo>
                    <a:pt x="4220883" y="3681708"/>
                  </a:lnTo>
                  <a:lnTo>
                    <a:pt x="4303766" y="3685057"/>
                  </a:lnTo>
                  <a:lnTo>
                    <a:pt x="4386649" y="3685328"/>
                  </a:lnTo>
                  <a:lnTo>
                    <a:pt x="4469533" y="3682315"/>
                  </a:lnTo>
                  <a:lnTo>
                    <a:pt x="4552416" y="3675832"/>
                  </a:lnTo>
                  <a:lnTo>
                    <a:pt x="4635299" y="3665725"/>
                  </a:lnTo>
                  <a:lnTo>
                    <a:pt x="4718182" y="3651870"/>
                  </a:lnTo>
                  <a:lnTo>
                    <a:pt x="4801065" y="3634178"/>
                  </a:lnTo>
                  <a:lnTo>
                    <a:pt x="4883949" y="3612591"/>
                  </a:lnTo>
                  <a:lnTo>
                    <a:pt x="4966832" y="3587076"/>
                  </a:lnTo>
                  <a:lnTo>
                    <a:pt x="5049715" y="3557622"/>
                  </a:lnTo>
                  <a:lnTo>
                    <a:pt x="5132598" y="3524232"/>
                  </a:lnTo>
                  <a:lnTo>
                    <a:pt x="5215481" y="3486916"/>
                  </a:lnTo>
                  <a:lnTo>
                    <a:pt x="5298365" y="3445693"/>
                  </a:lnTo>
                  <a:lnTo>
                    <a:pt x="5381248" y="3400584"/>
                  </a:lnTo>
                  <a:lnTo>
                    <a:pt x="5464131" y="3351610"/>
                  </a:lnTo>
                  <a:lnTo>
                    <a:pt x="5511936" y="3321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72465" y="2018428"/>
              <a:ext cx="4763143" cy="3360031"/>
            </a:xfrm>
            <a:custGeom>
              <a:avLst/>
              <a:pathLst>
                <a:path w="4763143" h="3360031">
                  <a:moveTo>
                    <a:pt x="4763143" y="3360031"/>
                  </a:moveTo>
                  <a:lnTo>
                    <a:pt x="4724342" y="3352433"/>
                  </a:lnTo>
                  <a:lnTo>
                    <a:pt x="4641459" y="3335341"/>
                  </a:lnTo>
                  <a:lnTo>
                    <a:pt x="4558576" y="3317211"/>
                  </a:lnTo>
                  <a:lnTo>
                    <a:pt x="4475692" y="3297889"/>
                  </a:lnTo>
                  <a:lnTo>
                    <a:pt x="4392809" y="3277256"/>
                  </a:lnTo>
                  <a:lnTo>
                    <a:pt x="4309926" y="3255248"/>
                  </a:lnTo>
                  <a:lnTo>
                    <a:pt x="4227043" y="3232231"/>
                  </a:lnTo>
                  <a:lnTo>
                    <a:pt x="4144160" y="3208491"/>
                  </a:lnTo>
                  <a:lnTo>
                    <a:pt x="4061276" y="3183635"/>
                  </a:lnTo>
                  <a:lnTo>
                    <a:pt x="3978393" y="3157215"/>
                  </a:lnTo>
                  <a:lnTo>
                    <a:pt x="3895510" y="3128630"/>
                  </a:lnTo>
                  <a:lnTo>
                    <a:pt x="3812627" y="3097061"/>
                  </a:lnTo>
                  <a:lnTo>
                    <a:pt x="3729744" y="3061477"/>
                  </a:lnTo>
                  <a:lnTo>
                    <a:pt x="3646860" y="3022105"/>
                  </a:lnTo>
                  <a:lnTo>
                    <a:pt x="3563977" y="2981049"/>
                  </a:lnTo>
                  <a:lnTo>
                    <a:pt x="3481094" y="2938025"/>
                  </a:lnTo>
                  <a:lnTo>
                    <a:pt x="3398211" y="2891707"/>
                  </a:lnTo>
                  <a:lnTo>
                    <a:pt x="3315328" y="2839437"/>
                  </a:lnTo>
                  <a:lnTo>
                    <a:pt x="3232444" y="2780199"/>
                  </a:lnTo>
                  <a:lnTo>
                    <a:pt x="3149561" y="2717229"/>
                  </a:lnTo>
                  <a:lnTo>
                    <a:pt x="3066678" y="2651279"/>
                  </a:lnTo>
                  <a:lnTo>
                    <a:pt x="2983795" y="2580093"/>
                  </a:lnTo>
                  <a:lnTo>
                    <a:pt x="2900912" y="2499194"/>
                  </a:lnTo>
                  <a:lnTo>
                    <a:pt x="2818028" y="2410995"/>
                  </a:lnTo>
                  <a:lnTo>
                    <a:pt x="2735145" y="2320208"/>
                  </a:lnTo>
                  <a:lnTo>
                    <a:pt x="2652262" y="2229187"/>
                  </a:lnTo>
                  <a:lnTo>
                    <a:pt x="2569379" y="2134234"/>
                  </a:lnTo>
                  <a:lnTo>
                    <a:pt x="2486496" y="2030156"/>
                  </a:lnTo>
                  <a:lnTo>
                    <a:pt x="2403612" y="1923930"/>
                  </a:lnTo>
                  <a:lnTo>
                    <a:pt x="2320729" y="1821333"/>
                  </a:lnTo>
                  <a:lnTo>
                    <a:pt x="2237846" y="1725160"/>
                  </a:lnTo>
                  <a:lnTo>
                    <a:pt x="2154963" y="1628365"/>
                  </a:lnTo>
                  <a:lnTo>
                    <a:pt x="2072080" y="1530677"/>
                  </a:lnTo>
                  <a:lnTo>
                    <a:pt x="1989196" y="1433208"/>
                  </a:lnTo>
                  <a:lnTo>
                    <a:pt x="1906313" y="1336974"/>
                  </a:lnTo>
                  <a:lnTo>
                    <a:pt x="1823430" y="1242942"/>
                  </a:lnTo>
                  <a:lnTo>
                    <a:pt x="1740547" y="1152052"/>
                  </a:lnTo>
                  <a:lnTo>
                    <a:pt x="1657664" y="1063978"/>
                  </a:lnTo>
                  <a:lnTo>
                    <a:pt x="1574780" y="978589"/>
                  </a:lnTo>
                  <a:lnTo>
                    <a:pt x="1491897" y="896166"/>
                  </a:lnTo>
                  <a:lnTo>
                    <a:pt x="1409014" y="816975"/>
                  </a:lnTo>
                  <a:lnTo>
                    <a:pt x="1326131" y="741230"/>
                  </a:lnTo>
                  <a:lnTo>
                    <a:pt x="1243248" y="669084"/>
                  </a:lnTo>
                  <a:lnTo>
                    <a:pt x="1160364" y="600617"/>
                  </a:lnTo>
                  <a:lnTo>
                    <a:pt x="1077481" y="535851"/>
                  </a:lnTo>
                  <a:lnTo>
                    <a:pt x="994598" y="474758"/>
                  </a:lnTo>
                  <a:lnTo>
                    <a:pt x="911715" y="417281"/>
                  </a:lnTo>
                  <a:lnTo>
                    <a:pt x="828832" y="363342"/>
                  </a:lnTo>
                  <a:lnTo>
                    <a:pt x="745948" y="312854"/>
                  </a:lnTo>
                  <a:lnTo>
                    <a:pt x="663065" y="265728"/>
                  </a:lnTo>
                  <a:lnTo>
                    <a:pt x="580182" y="221876"/>
                  </a:lnTo>
                  <a:lnTo>
                    <a:pt x="497299" y="181214"/>
                  </a:lnTo>
                  <a:lnTo>
                    <a:pt x="414416" y="143659"/>
                  </a:lnTo>
                  <a:lnTo>
                    <a:pt x="331532" y="109137"/>
                  </a:lnTo>
                  <a:lnTo>
                    <a:pt x="248649" y="77577"/>
                  </a:lnTo>
                  <a:lnTo>
                    <a:pt x="165766" y="48909"/>
                  </a:lnTo>
                  <a:lnTo>
                    <a:pt x="82883" y="230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03391" y="1367948"/>
              <a:ext cx="5984469" cy="3872666"/>
            </a:xfrm>
            <a:custGeom>
              <a:avLst/>
              <a:pathLst>
                <a:path w="5984469" h="3872666">
                  <a:moveTo>
                    <a:pt x="0" y="0"/>
                  </a:moveTo>
                  <a:lnTo>
                    <a:pt x="51956" y="44462"/>
                  </a:lnTo>
                  <a:lnTo>
                    <a:pt x="134840" y="116191"/>
                  </a:lnTo>
                  <a:lnTo>
                    <a:pt x="217723" y="188751"/>
                  </a:lnTo>
                  <a:lnTo>
                    <a:pt x="300606" y="262170"/>
                  </a:lnTo>
                  <a:lnTo>
                    <a:pt x="383489" y="336475"/>
                  </a:lnTo>
                  <a:lnTo>
                    <a:pt x="466372" y="411697"/>
                  </a:lnTo>
                  <a:lnTo>
                    <a:pt x="549256" y="487862"/>
                  </a:lnTo>
                  <a:lnTo>
                    <a:pt x="632139" y="564998"/>
                  </a:lnTo>
                  <a:lnTo>
                    <a:pt x="715022" y="643136"/>
                  </a:lnTo>
                  <a:lnTo>
                    <a:pt x="797905" y="722301"/>
                  </a:lnTo>
                  <a:lnTo>
                    <a:pt x="880788" y="802524"/>
                  </a:lnTo>
                  <a:lnTo>
                    <a:pt x="963672" y="883832"/>
                  </a:lnTo>
                  <a:lnTo>
                    <a:pt x="1046555" y="966253"/>
                  </a:lnTo>
                  <a:lnTo>
                    <a:pt x="1129438" y="1049816"/>
                  </a:lnTo>
                  <a:lnTo>
                    <a:pt x="1212321" y="1134548"/>
                  </a:lnTo>
                  <a:lnTo>
                    <a:pt x="1295204" y="1220480"/>
                  </a:lnTo>
                  <a:lnTo>
                    <a:pt x="1378088" y="1307638"/>
                  </a:lnTo>
                  <a:lnTo>
                    <a:pt x="1460971" y="1396050"/>
                  </a:lnTo>
                  <a:lnTo>
                    <a:pt x="1543854" y="1485746"/>
                  </a:lnTo>
                  <a:lnTo>
                    <a:pt x="1626737" y="1576754"/>
                  </a:lnTo>
                  <a:lnTo>
                    <a:pt x="1709620" y="1669101"/>
                  </a:lnTo>
                  <a:lnTo>
                    <a:pt x="1792504" y="1763314"/>
                  </a:lnTo>
                  <a:lnTo>
                    <a:pt x="1875387" y="1860128"/>
                  </a:lnTo>
                  <a:lnTo>
                    <a:pt x="1958270" y="1958622"/>
                  </a:lnTo>
                  <a:lnTo>
                    <a:pt x="2041153" y="2057810"/>
                  </a:lnTo>
                  <a:lnTo>
                    <a:pt x="2124036" y="2156703"/>
                  </a:lnTo>
                  <a:lnTo>
                    <a:pt x="2206920" y="2254313"/>
                  </a:lnTo>
                  <a:lnTo>
                    <a:pt x="2289803" y="2351305"/>
                  </a:lnTo>
                  <a:lnTo>
                    <a:pt x="2372686" y="2455357"/>
                  </a:lnTo>
                  <a:lnTo>
                    <a:pt x="2455569" y="2562381"/>
                  </a:lnTo>
                  <a:lnTo>
                    <a:pt x="2538452" y="2666176"/>
                  </a:lnTo>
                  <a:lnTo>
                    <a:pt x="2621336" y="2760944"/>
                  </a:lnTo>
                  <a:lnTo>
                    <a:pt x="2704219" y="2853123"/>
                  </a:lnTo>
                  <a:lnTo>
                    <a:pt x="2787102" y="2944598"/>
                  </a:lnTo>
                  <a:lnTo>
                    <a:pt x="2869985" y="3032000"/>
                  </a:lnTo>
                  <a:lnTo>
                    <a:pt x="2952868" y="3111961"/>
                  </a:lnTo>
                  <a:lnTo>
                    <a:pt x="3035752" y="3183622"/>
                  </a:lnTo>
                  <a:lnTo>
                    <a:pt x="3118635" y="3249453"/>
                  </a:lnTo>
                  <a:lnTo>
                    <a:pt x="3201518" y="3310684"/>
                  </a:lnTo>
                  <a:lnTo>
                    <a:pt x="3284401" y="3368524"/>
                  </a:lnTo>
                  <a:lnTo>
                    <a:pt x="3367284" y="3420868"/>
                  </a:lnTo>
                  <a:lnTo>
                    <a:pt x="3450168" y="3466876"/>
                  </a:lnTo>
                  <a:lnTo>
                    <a:pt x="3533051" y="3508406"/>
                  </a:lnTo>
                  <a:lnTo>
                    <a:pt x="3615934" y="3547321"/>
                  </a:lnTo>
                  <a:lnTo>
                    <a:pt x="3698817" y="3585381"/>
                  </a:lnTo>
                  <a:lnTo>
                    <a:pt x="3781700" y="3620318"/>
                  </a:lnTo>
                  <a:lnTo>
                    <a:pt x="3864584" y="3650995"/>
                  </a:lnTo>
                  <a:lnTo>
                    <a:pt x="3947467" y="3678131"/>
                  </a:lnTo>
                  <a:lnTo>
                    <a:pt x="4030350" y="3702445"/>
                  </a:lnTo>
                  <a:lnTo>
                    <a:pt x="4113233" y="3724656"/>
                  </a:lnTo>
                  <a:lnTo>
                    <a:pt x="4196116" y="3745483"/>
                  </a:lnTo>
                  <a:lnTo>
                    <a:pt x="4279000" y="3765637"/>
                  </a:lnTo>
                  <a:lnTo>
                    <a:pt x="4361883" y="3784627"/>
                  </a:lnTo>
                  <a:lnTo>
                    <a:pt x="4444766" y="3801801"/>
                  </a:lnTo>
                  <a:lnTo>
                    <a:pt x="4527649" y="3817148"/>
                  </a:lnTo>
                  <a:lnTo>
                    <a:pt x="4610532" y="3830655"/>
                  </a:lnTo>
                  <a:lnTo>
                    <a:pt x="4693416" y="3842310"/>
                  </a:lnTo>
                  <a:lnTo>
                    <a:pt x="4776299" y="3852101"/>
                  </a:lnTo>
                  <a:lnTo>
                    <a:pt x="4859182" y="3860015"/>
                  </a:lnTo>
                  <a:lnTo>
                    <a:pt x="4942065" y="3866041"/>
                  </a:lnTo>
                  <a:lnTo>
                    <a:pt x="5024948" y="3870166"/>
                  </a:lnTo>
                  <a:lnTo>
                    <a:pt x="5107832" y="3872379"/>
                  </a:lnTo>
                  <a:lnTo>
                    <a:pt x="5190715" y="3872666"/>
                  </a:lnTo>
                  <a:lnTo>
                    <a:pt x="5273598" y="3871017"/>
                  </a:lnTo>
                  <a:lnTo>
                    <a:pt x="5356481" y="3867418"/>
                  </a:lnTo>
                  <a:lnTo>
                    <a:pt x="5439364" y="3861857"/>
                  </a:lnTo>
                  <a:lnTo>
                    <a:pt x="5522248" y="3854322"/>
                  </a:lnTo>
                  <a:lnTo>
                    <a:pt x="5605131" y="3844802"/>
                  </a:lnTo>
                  <a:lnTo>
                    <a:pt x="5688014" y="3833284"/>
                  </a:lnTo>
                  <a:lnTo>
                    <a:pt x="5770897" y="3819755"/>
                  </a:lnTo>
                  <a:lnTo>
                    <a:pt x="5853780" y="3804204"/>
                  </a:lnTo>
                  <a:lnTo>
                    <a:pt x="5936664" y="3786618"/>
                  </a:lnTo>
                  <a:lnTo>
                    <a:pt x="5984469" y="377529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1367948"/>
              <a:ext cx="6015395" cy="4010511"/>
            </a:xfrm>
            <a:custGeom>
              <a:avLst/>
              <a:pathLst>
                <a:path w="6015395" h="4010511">
                  <a:moveTo>
                    <a:pt x="612966" y="0"/>
                  </a:moveTo>
                  <a:lnTo>
                    <a:pt x="663065" y="47668"/>
                  </a:lnTo>
                  <a:lnTo>
                    <a:pt x="745948" y="126773"/>
                  </a:lnTo>
                  <a:lnTo>
                    <a:pt x="828832" y="206075"/>
                  </a:lnTo>
                  <a:lnTo>
                    <a:pt x="911715" y="285527"/>
                  </a:lnTo>
                  <a:lnTo>
                    <a:pt x="994598" y="365083"/>
                  </a:lnTo>
                  <a:lnTo>
                    <a:pt x="1077481" y="444709"/>
                  </a:lnTo>
                  <a:lnTo>
                    <a:pt x="1160364" y="524389"/>
                  </a:lnTo>
                  <a:lnTo>
                    <a:pt x="1243248" y="604142"/>
                  </a:lnTo>
                  <a:lnTo>
                    <a:pt x="1326131" y="684038"/>
                  </a:lnTo>
                  <a:lnTo>
                    <a:pt x="1409014" y="764207"/>
                  </a:lnTo>
                  <a:lnTo>
                    <a:pt x="1491897" y="844857"/>
                  </a:lnTo>
                  <a:lnTo>
                    <a:pt x="1574780" y="926262"/>
                  </a:lnTo>
                  <a:lnTo>
                    <a:pt x="1657664" y="1008746"/>
                  </a:lnTo>
                  <a:lnTo>
                    <a:pt x="1740547" y="1092654"/>
                  </a:lnTo>
                  <a:lnTo>
                    <a:pt x="1823430" y="1178888"/>
                  </a:lnTo>
                  <a:lnTo>
                    <a:pt x="1906313" y="1268610"/>
                  </a:lnTo>
                  <a:lnTo>
                    <a:pt x="1989196" y="1361042"/>
                  </a:lnTo>
                  <a:lnTo>
                    <a:pt x="2072080" y="1455302"/>
                  </a:lnTo>
                  <a:lnTo>
                    <a:pt x="2154963" y="1550562"/>
                  </a:lnTo>
                  <a:lnTo>
                    <a:pt x="2237846" y="1646091"/>
                  </a:lnTo>
                  <a:lnTo>
                    <a:pt x="2320729" y="1743131"/>
                  </a:lnTo>
                  <a:lnTo>
                    <a:pt x="2403612" y="1850305"/>
                  </a:lnTo>
                  <a:lnTo>
                    <a:pt x="2486496" y="1962089"/>
                  </a:lnTo>
                  <a:lnTo>
                    <a:pt x="2569379" y="2071713"/>
                  </a:lnTo>
                  <a:lnTo>
                    <a:pt x="2652262" y="2174642"/>
                  </a:lnTo>
                  <a:lnTo>
                    <a:pt x="2735145" y="2281928"/>
                  </a:lnTo>
                  <a:lnTo>
                    <a:pt x="2818028" y="2392738"/>
                  </a:lnTo>
                  <a:lnTo>
                    <a:pt x="2900912" y="2499604"/>
                  </a:lnTo>
                  <a:lnTo>
                    <a:pt x="2983795" y="2597546"/>
                  </a:lnTo>
                  <a:lnTo>
                    <a:pt x="3066678" y="2690736"/>
                  </a:lnTo>
                  <a:lnTo>
                    <a:pt x="3149561" y="2782860"/>
                  </a:lnTo>
                  <a:lnTo>
                    <a:pt x="3232444" y="2869451"/>
                  </a:lnTo>
                  <a:lnTo>
                    <a:pt x="3315328" y="2949206"/>
                  </a:lnTo>
                  <a:lnTo>
                    <a:pt x="3398211" y="3023974"/>
                  </a:lnTo>
                  <a:lnTo>
                    <a:pt x="3481094" y="3093976"/>
                  </a:lnTo>
                  <a:lnTo>
                    <a:pt x="3563977" y="3158503"/>
                  </a:lnTo>
                  <a:lnTo>
                    <a:pt x="3646860" y="3218250"/>
                  </a:lnTo>
                  <a:lnTo>
                    <a:pt x="3729744" y="3274888"/>
                  </a:lnTo>
                  <a:lnTo>
                    <a:pt x="3812627" y="3327729"/>
                  </a:lnTo>
                  <a:lnTo>
                    <a:pt x="3895510" y="3375854"/>
                  </a:lnTo>
                  <a:lnTo>
                    <a:pt x="3978393" y="3419379"/>
                  </a:lnTo>
                  <a:lnTo>
                    <a:pt x="4061276" y="3458646"/>
                  </a:lnTo>
                  <a:lnTo>
                    <a:pt x="4144160" y="3494223"/>
                  </a:lnTo>
                  <a:lnTo>
                    <a:pt x="4227043" y="3526843"/>
                  </a:lnTo>
                  <a:lnTo>
                    <a:pt x="4309926" y="3557282"/>
                  </a:lnTo>
                  <a:lnTo>
                    <a:pt x="4392809" y="3585163"/>
                  </a:lnTo>
                  <a:lnTo>
                    <a:pt x="4475692" y="3609879"/>
                  </a:lnTo>
                  <a:lnTo>
                    <a:pt x="4558576" y="3631337"/>
                  </a:lnTo>
                  <a:lnTo>
                    <a:pt x="4641459" y="3649388"/>
                  </a:lnTo>
                  <a:lnTo>
                    <a:pt x="4724342" y="3663843"/>
                  </a:lnTo>
                  <a:lnTo>
                    <a:pt x="4807225" y="3674490"/>
                  </a:lnTo>
                  <a:lnTo>
                    <a:pt x="4890108" y="3681107"/>
                  </a:lnTo>
                  <a:lnTo>
                    <a:pt x="4972992" y="3683478"/>
                  </a:lnTo>
                  <a:lnTo>
                    <a:pt x="5055875" y="3681410"/>
                  </a:lnTo>
                  <a:lnTo>
                    <a:pt x="5138758" y="3674738"/>
                  </a:lnTo>
                  <a:lnTo>
                    <a:pt x="5221641" y="3663334"/>
                  </a:lnTo>
                  <a:lnTo>
                    <a:pt x="5304524" y="3647103"/>
                  </a:lnTo>
                  <a:lnTo>
                    <a:pt x="5387408" y="3625986"/>
                  </a:lnTo>
                  <a:lnTo>
                    <a:pt x="5470291" y="3599949"/>
                  </a:lnTo>
                  <a:lnTo>
                    <a:pt x="5553174" y="3568980"/>
                  </a:lnTo>
                  <a:lnTo>
                    <a:pt x="5636057" y="3533081"/>
                  </a:lnTo>
                  <a:lnTo>
                    <a:pt x="5718940" y="3492267"/>
                  </a:lnTo>
                  <a:lnTo>
                    <a:pt x="5801824" y="3446556"/>
                  </a:lnTo>
                  <a:lnTo>
                    <a:pt x="5884707" y="3395971"/>
                  </a:lnTo>
                  <a:lnTo>
                    <a:pt x="5967590" y="3340535"/>
                  </a:lnTo>
                  <a:lnTo>
                    <a:pt x="6015395" y="3305776"/>
                  </a:lnTo>
                  <a:lnTo>
                    <a:pt x="6015395" y="4010511"/>
                  </a:lnTo>
                  <a:lnTo>
                    <a:pt x="4751936" y="4010511"/>
                  </a:lnTo>
                  <a:lnTo>
                    <a:pt x="4724342" y="4002445"/>
                  </a:lnTo>
                  <a:lnTo>
                    <a:pt x="4641459" y="3976528"/>
                  </a:lnTo>
                  <a:lnTo>
                    <a:pt x="4558576" y="3948731"/>
                  </a:lnTo>
                  <a:lnTo>
                    <a:pt x="4475692" y="3918890"/>
                  </a:lnTo>
                  <a:lnTo>
                    <a:pt x="4392809" y="3886883"/>
                  </a:lnTo>
                  <a:lnTo>
                    <a:pt x="4309926" y="3852639"/>
                  </a:lnTo>
                  <a:lnTo>
                    <a:pt x="4227043" y="3816164"/>
                  </a:lnTo>
                  <a:lnTo>
                    <a:pt x="4144160" y="3777403"/>
                  </a:lnTo>
                  <a:lnTo>
                    <a:pt x="4061276" y="3736249"/>
                  </a:lnTo>
                  <a:lnTo>
                    <a:pt x="3978393" y="3692542"/>
                  </a:lnTo>
                  <a:lnTo>
                    <a:pt x="3895510" y="3645960"/>
                  </a:lnTo>
                  <a:lnTo>
                    <a:pt x="3812627" y="3595955"/>
                  </a:lnTo>
                  <a:lnTo>
                    <a:pt x="3729744" y="3541750"/>
                  </a:lnTo>
                  <a:lnTo>
                    <a:pt x="3646860" y="3482345"/>
                  </a:lnTo>
                  <a:lnTo>
                    <a:pt x="3563977" y="3418084"/>
                  </a:lnTo>
                  <a:lnTo>
                    <a:pt x="3481094" y="3350408"/>
                  </a:lnTo>
                  <a:lnTo>
                    <a:pt x="3398211" y="3279752"/>
                  </a:lnTo>
                  <a:lnTo>
                    <a:pt x="3315328" y="3205140"/>
                  </a:lnTo>
                  <a:lnTo>
                    <a:pt x="3232444" y="3122440"/>
                  </a:lnTo>
                  <a:lnTo>
                    <a:pt x="3149561" y="3032180"/>
                  </a:lnTo>
                  <a:lnTo>
                    <a:pt x="3066678" y="2939808"/>
                  </a:lnTo>
                  <a:lnTo>
                    <a:pt x="2983795" y="2847618"/>
                  </a:lnTo>
                  <a:lnTo>
                    <a:pt x="2900912" y="2747698"/>
                  </a:lnTo>
                  <a:lnTo>
                    <a:pt x="2818028" y="2639151"/>
                  </a:lnTo>
                  <a:lnTo>
                    <a:pt x="2735145" y="2529791"/>
                  </a:lnTo>
                  <a:lnTo>
                    <a:pt x="2652262" y="2424946"/>
                  </a:lnTo>
                  <a:lnTo>
                    <a:pt x="2569379" y="2321629"/>
                  </a:lnTo>
                  <a:lnTo>
                    <a:pt x="2486496" y="2211407"/>
                  </a:lnTo>
                  <a:lnTo>
                    <a:pt x="2403612" y="2101305"/>
                  </a:lnTo>
                  <a:lnTo>
                    <a:pt x="2320729" y="1997201"/>
                  </a:lnTo>
                  <a:lnTo>
                    <a:pt x="2237846" y="1901886"/>
                  </a:lnTo>
                  <a:lnTo>
                    <a:pt x="2154963" y="1808077"/>
                  </a:lnTo>
                  <a:lnTo>
                    <a:pt x="2072080" y="1715358"/>
                  </a:lnTo>
                  <a:lnTo>
                    <a:pt x="1989196" y="1624721"/>
                  </a:lnTo>
                  <a:lnTo>
                    <a:pt x="1906313" y="1537055"/>
                  </a:lnTo>
                  <a:lnTo>
                    <a:pt x="1823430" y="1453198"/>
                  </a:lnTo>
                  <a:lnTo>
                    <a:pt x="1740547" y="1373968"/>
                  </a:lnTo>
                  <a:lnTo>
                    <a:pt x="1657664" y="1299070"/>
                  </a:lnTo>
                  <a:lnTo>
                    <a:pt x="1574780" y="1228431"/>
                  </a:lnTo>
                  <a:lnTo>
                    <a:pt x="1491897" y="1162361"/>
                  </a:lnTo>
                  <a:lnTo>
                    <a:pt x="1409014" y="1101153"/>
                  </a:lnTo>
                  <a:lnTo>
                    <a:pt x="1326131" y="1045047"/>
                  </a:lnTo>
                  <a:lnTo>
                    <a:pt x="1243248" y="994214"/>
                  </a:lnTo>
                  <a:lnTo>
                    <a:pt x="1160364" y="948755"/>
                  </a:lnTo>
                  <a:lnTo>
                    <a:pt x="1077481" y="908704"/>
                  </a:lnTo>
                  <a:lnTo>
                    <a:pt x="994598" y="874046"/>
                  </a:lnTo>
                  <a:lnTo>
                    <a:pt x="911715" y="844732"/>
                  </a:lnTo>
                  <a:lnTo>
                    <a:pt x="828832" y="820695"/>
                  </a:lnTo>
                  <a:lnTo>
                    <a:pt x="745948" y="801855"/>
                  </a:lnTo>
                  <a:lnTo>
                    <a:pt x="663065" y="788132"/>
                  </a:lnTo>
                  <a:lnTo>
                    <a:pt x="580182" y="779445"/>
                  </a:lnTo>
                  <a:lnTo>
                    <a:pt x="497299" y="775718"/>
                  </a:lnTo>
                  <a:lnTo>
                    <a:pt x="414416" y="776880"/>
                  </a:lnTo>
                  <a:lnTo>
                    <a:pt x="331532" y="782864"/>
                  </a:lnTo>
                  <a:lnTo>
                    <a:pt x="248649" y="793606"/>
                  </a:lnTo>
                  <a:lnTo>
                    <a:pt x="165766" y="809048"/>
                  </a:lnTo>
                  <a:lnTo>
                    <a:pt x="82883" y="829137"/>
                  </a:lnTo>
                  <a:lnTo>
                    <a:pt x="0" y="85382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85431" y="1367948"/>
              <a:ext cx="5402428" cy="3683478"/>
            </a:xfrm>
            <a:custGeom>
              <a:avLst/>
              <a:pathLst>
                <a:path w="5402428" h="3683478">
                  <a:moveTo>
                    <a:pt x="0" y="0"/>
                  </a:moveTo>
                  <a:lnTo>
                    <a:pt x="50098" y="47668"/>
                  </a:lnTo>
                  <a:lnTo>
                    <a:pt x="132982" y="126773"/>
                  </a:lnTo>
                  <a:lnTo>
                    <a:pt x="215865" y="206075"/>
                  </a:lnTo>
                  <a:lnTo>
                    <a:pt x="298748" y="285527"/>
                  </a:lnTo>
                  <a:lnTo>
                    <a:pt x="381631" y="365083"/>
                  </a:lnTo>
                  <a:lnTo>
                    <a:pt x="464514" y="444709"/>
                  </a:lnTo>
                  <a:lnTo>
                    <a:pt x="547398" y="524389"/>
                  </a:lnTo>
                  <a:lnTo>
                    <a:pt x="630281" y="604142"/>
                  </a:lnTo>
                  <a:lnTo>
                    <a:pt x="713164" y="684038"/>
                  </a:lnTo>
                  <a:lnTo>
                    <a:pt x="796047" y="764207"/>
                  </a:lnTo>
                  <a:lnTo>
                    <a:pt x="878930" y="844857"/>
                  </a:lnTo>
                  <a:lnTo>
                    <a:pt x="961814" y="926262"/>
                  </a:lnTo>
                  <a:lnTo>
                    <a:pt x="1044697" y="1008746"/>
                  </a:lnTo>
                  <a:lnTo>
                    <a:pt x="1127580" y="1092654"/>
                  </a:lnTo>
                  <a:lnTo>
                    <a:pt x="1210463" y="1178888"/>
                  </a:lnTo>
                  <a:lnTo>
                    <a:pt x="1293346" y="1268610"/>
                  </a:lnTo>
                  <a:lnTo>
                    <a:pt x="1376230" y="1361042"/>
                  </a:lnTo>
                  <a:lnTo>
                    <a:pt x="1459113" y="1455302"/>
                  </a:lnTo>
                  <a:lnTo>
                    <a:pt x="1541996" y="1550562"/>
                  </a:lnTo>
                  <a:lnTo>
                    <a:pt x="1624879" y="1646091"/>
                  </a:lnTo>
                  <a:lnTo>
                    <a:pt x="1707762" y="1743131"/>
                  </a:lnTo>
                  <a:lnTo>
                    <a:pt x="1790646" y="1850305"/>
                  </a:lnTo>
                  <a:lnTo>
                    <a:pt x="1873529" y="1962089"/>
                  </a:lnTo>
                  <a:lnTo>
                    <a:pt x="1956412" y="2071713"/>
                  </a:lnTo>
                  <a:lnTo>
                    <a:pt x="2039295" y="2174642"/>
                  </a:lnTo>
                  <a:lnTo>
                    <a:pt x="2122178" y="2281928"/>
                  </a:lnTo>
                  <a:lnTo>
                    <a:pt x="2205062" y="2392738"/>
                  </a:lnTo>
                  <a:lnTo>
                    <a:pt x="2287945" y="2499604"/>
                  </a:lnTo>
                  <a:lnTo>
                    <a:pt x="2370828" y="2597546"/>
                  </a:lnTo>
                  <a:lnTo>
                    <a:pt x="2453711" y="2690736"/>
                  </a:lnTo>
                  <a:lnTo>
                    <a:pt x="2536594" y="2782860"/>
                  </a:lnTo>
                  <a:lnTo>
                    <a:pt x="2619478" y="2869451"/>
                  </a:lnTo>
                  <a:lnTo>
                    <a:pt x="2702361" y="2949206"/>
                  </a:lnTo>
                  <a:lnTo>
                    <a:pt x="2785244" y="3023974"/>
                  </a:lnTo>
                  <a:lnTo>
                    <a:pt x="2868127" y="3093976"/>
                  </a:lnTo>
                  <a:lnTo>
                    <a:pt x="2951010" y="3158503"/>
                  </a:lnTo>
                  <a:lnTo>
                    <a:pt x="3033894" y="3218250"/>
                  </a:lnTo>
                  <a:lnTo>
                    <a:pt x="3116777" y="3274888"/>
                  </a:lnTo>
                  <a:lnTo>
                    <a:pt x="3199660" y="3327729"/>
                  </a:lnTo>
                  <a:lnTo>
                    <a:pt x="3282543" y="3375854"/>
                  </a:lnTo>
                  <a:lnTo>
                    <a:pt x="3365426" y="3419379"/>
                  </a:lnTo>
                  <a:lnTo>
                    <a:pt x="3448310" y="3458646"/>
                  </a:lnTo>
                  <a:lnTo>
                    <a:pt x="3531193" y="3494223"/>
                  </a:lnTo>
                  <a:lnTo>
                    <a:pt x="3614076" y="3526843"/>
                  </a:lnTo>
                  <a:lnTo>
                    <a:pt x="3696959" y="3557282"/>
                  </a:lnTo>
                  <a:lnTo>
                    <a:pt x="3779842" y="3585163"/>
                  </a:lnTo>
                  <a:lnTo>
                    <a:pt x="3862726" y="3609879"/>
                  </a:lnTo>
                  <a:lnTo>
                    <a:pt x="3945609" y="3631337"/>
                  </a:lnTo>
                  <a:lnTo>
                    <a:pt x="4028492" y="3649388"/>
                  </a:lnTo>
                  <a:lnTo>
                    <a:pt x="4111375" y="3663843"/>
                  </a:lnTo>
                  <a:lnTo>
                    <a:pt x="4194258" y="3674490"/>
                  </a:lnTo>
                  <a:lnTo>
                    <a:pt x="4277142" y="3681107"/>
                  </a:lnTo>
                  <a:lnTo>
                    <a:pt x="4360025" y="3683478"/>
                  </a:lnTo>
                  <a:lnTo>
                    <a:pt x="4442908" y="3681410"/>
                  </a:lnTo>
                  <a:lnTo>
                    <a:pt x="4525791" y="3674738"/>
                  </a:lnTo>
                  <a:lnTo>
                    <a:pt x="4608674" y="3663334"/>
                  </a:lnTo>
                  <a:lnTo>
                    <a:pt x="4691558" y="3647103"/>
                  </a:lnTo>
                  <a:lnTo>
                    <a:pt x="4774441" y="3625986"/>
                  </a:lnTo>
                  <a:lnTo>
                    <a:pt x="4857324" y="3599949"/>
                  </a:lnTo>
                  <a:lnTo>
                    <a:pt x="4940207" y="3568980"/>
                  </a:lnTo>
                  <a:lnTo>
                    <a:pt x="5023090" y="3533081"/>
                  </a:lnTo>
                  <a:lnTo>
                    <a:pt x="5105974" y="3492267"/>
                  </a:lnTo>
                  <a:lnTo>
                    <a:pt x="5188857" y="3446556"/>
                  </a:lnTo>
                  <a:lnTo>
                    <a:pt x="5271740" y="3395971"/>
                  </a:lnTo>
                  <a:lnTo>
                    <a:pt x="5354623" y="3340535"/>
                  </a:lnTo>
                  <a:lnTo>
                    <a:pt x="5402428" y="3305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72465" y="2143667"/>
              <a:ext cx="4751936" cy="3234792"/>
            </a:xfrm>
            <a:custGeom>
              <a:avLst/>
              <a:pathLst>
                <a:path w="4751936" h="3234792">
                  <a:moveTo>
                    <a:pt x="4751936" y="3234792"/>
                  </a:moveTo>
                  <a:lnTo>
                    <a:pt x="4724342" y="3226726"/>
                  </a:lnTo>
                  <a:lnTo>
                    <a:pt x="4641459" y="3200809"/>
                  </a:lnTo>
                  <a:lnTo>
                    <a:pt x="4558576" y="3173012"/>
                  </a:lnTo>
                  <a:lnTo>
                    <a:pt x="4475692" y="3143171"/>
                  </a:lnTo>
                  <a:lnTo>
                    <a:pt x="4392809" y="3111164"/>
                  </a:lnTo>
                  <a:lnTo>
                    <a:pt x="4309926" y="3076920"/>
                  </a:lnTo>
                  <a:lnTo>
                    <a:pt x="4227043" y="3040445"/>
                  </a:lnTo>
                  <a:lnTo>
                    <a:pt x="4144160" y="3001684"/>
                  </a:lnTo>
                  <a:lnTo>
                    <a:pt x="4061276" y="2960530"/>
                  </a:lnTo>
                  <a:lnTo>
                    <a:pt x="3978393" y="2916823"/>
                  </a:lnTo>
                  <a:lnTo>
                    <a:pt x="3895510" y="2870241"/>
                  </a:lnTo>
                  <a:lnTo>
                    <a:pt x="3812627" y="2820236"/>
                  </a:lnTo>
                  <a:lnTo>
                    <a:pt x="3729744" y="2766031"/>
                  </a:lnTo>
                  <a:lnTo>
                    <a:pt x="3646860" y="2706626"/>
                  </a:lnTo>
                  <a:lnTo>
                    <a:pt x="3563977" y="2642365"/>
                  </a:lnTo>
                  <a:lnTo>
                    <a:pt x="3481094" y="2574689"/>
                  </a:lnTo>
                  <a:lnTo>
                    <a:pt x="3398211" y="2504033"/>
                  </a:lnTo>
                  <a:lnTo>
                    <a:pt x="3315328" y="2429421"/>
                  </a:lnTo>
                  <a:lnTo>
                    <a:pt x="3232444" y="2346721"/>
                  </a:lnTo>
                  <a:lnTo>
                    <a:pt x="3149561" y="2256461"/>
                  </a:lnTo>
                  <a:lnTo>
                    <a:pt x="3066678" y="2164089"/>
                  </a:lnTo>
                  <a:lnTo>
                    <a:pt x="2983795" y="2071899"/>
                  </a:lnTo>
                  <a:lnTo>
                    <a:pt x="2900912" y="1971979"/>
                  </a:lnTo>
                  <a:lnTo>
                    <a:pt x="2818028" y="1863432"/>
                  </a:lnTo>
                  <a:lnTo>
                    <a:pt x="2735145" y="1754072"/>
                  </a:lnTo>
                  <a:lnTo>
                    <a:pt x="2652262" y="1649227"/>
                  </a:lnTo>
                  <a:lnTo>
                    <a:pt x="2569379" y="1545910"/>
                  </a:lnTo>
                  <a:lnTo>
                    <a:pt x="2486496" y="1435688"/>
                  </a:lnTo>
                  <a:lnTo>
                    <a:pt x="2403612" y="1325586"/>
                  </a:lnTo>
                  <a:lnTo>
                    <a:pt x="2320729" y="1221482"/>
                  </a:lnTo>
                  <a:lnTo>
                    <a:pt x="2237846" y="1126167"/>
                  </a:lnTo>
                  <a:lnTo>
                    <a:pt x="2154963" y="1032358"/>
                  </a:lnTo>
                  <a:lnTo>
                    <a:pt x="2072080" y="939639"/>
                  </a:lnTo>
                  <a:lnTo>
                    <a:pt x="1989196" y="849002"/>
                  </a:lnTo>
                  <a:lnTo>
                    <a:pt x="1906313" y="761336"/>
                  </a:lnTo>
                  <a:lnTo>
                    <a:pt x="1823430" y="677479"/>
                  </a:lnTo>
                  <a:lnTo>
                    <a:pt x="1740547" y="598249"/>
                  </a:lnTo>
                  <a:lnTo>
                    <a:pt x="1657664" y="523351"/>
                  </a:lnTo>
                  <a:lnTo>
                    <a:pt x="1574780" y="452712"/>
                  </a:lnTo>
                  <a:lnTo>
                    <a:pt x="1491897" y="386642"/>
                  </a:lnTo>
                  <a:lnTo>
                    <a:pt x="1409014" y="325434"/>
                  </a:lnTo>
                  <a:lnTo>
                    <a:pt x="1326131" y="269328"/>
                  </a:lnTo>
                  <a:lnTo>
                    <a:pt x="1243248" y="218495"/>
                  </a:lnTo>
                  <a:lnTo>
                    <a:pt x="1160364" y="173036"/>
                  </a:lnTo>
                  <a:lnTo>
                    <a:pt x="1077481" y="132985"/>
                  </a:lnTo>
                  <a:lnTo>
                    <a:pt x="994598" y="98327"/>
                  </a:lnTo>
                  <a:lnTo>
                    <a:pt x="911715" y="69013"/>
                  </a:lnTo>
                  <a:lnTo>
                    <a:pt x="828832" y="44976"/>
                  </a:lnTo>
                  <a:lnTo>
                    <a:pt x="745948" y="26136"/>
                  </a:lnTo>
                  <a:lnTo>
                    <a:pt x="663065" y="12413"/>
                  </a:lnTo>
                  <a:lnTo>
                    <a:pt x="580182" y="3726"/>
                  </a:lnTo>
                  <a:lnTo>
                    <a:pt x="497299" y="0"/>
                  </a:lnTo>
                  <a:lnTo>
                    <a:pt x="414416" y="1161"/>
                  </a:lnTo>
                  <a:lnTo>
                    <a:pt x="331532" y="7145"/>
                  </a:lnTo>
                  <a:lnTo>
                    <a:pt x="248649" y="17887"/>
                  </a:lnTo>
                  <a:lnTo>
                    <a:pt x="165766" y="33329"/>
                  </a:lnTo>
                  <a:lnTo>
                    <a:pt x="82883" y="53418"/>
                  </a:lnTo>
                  <a:lnTo>
                    <a:pt x="0" y="78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1508158"/>
              <a:ext cx="6015395" cy="3756560"/>
            </a:xfrm>
            <a:custGeom>
              <a:avLst/>
              <a:pathLst>
                <a:path w="6015395" h="3756560">
                  <a:moveTo>
                    <a:pt x="0" y="0"/>
                  </a:moveTo>
                  <a:lnTo>
                    <a:pt x="82883" y="25765"/>
                  </a:lnTo>
                  <a:lnTo>
                    <a:pt x="165766" y="54053"/>
                  </a:lnTo>
                  <a:lnTo>
                    <a:pt x="248649" y="84880"/>
                  </a:lnTo>
                  <a:lnTo>
                    <a:pt x="331532" y="118263"/>
                  </a:lnTo>
                  <a:lnTo>
                    <a:pt x="414416" y="154219"/>
                  </a:lnTo>
                  <a:lnTo>
                    <a:pt x="497299" y="192764"/>
                  </a:lnTo>
                  <a:lnTo>
                    <a:pt x="580182" y="233915"/>
                  </a:lnTo>
                  <a:lnTo>
                    <a:pt x="663065" y="277690"/>
                  </a:lnTo>
                  <a:lnTo>
                    <a:pt x="745948" y="324104"/>
                  </a:lnTo>
                  <a:lnTo>
                    <a:pt x="828832" y="373175"/>
                  </a:lnTo>
                  <a:lnTo>
                    <a:pt x="911715" y="424920"/>
                  </a:lnTo>
                  <a:lnTo>
                    <a:pt x="994598" y="479354"/>
                  </a:lnTo>
                  <a:lnTo>
                    <a:pt x="1077481" y="536496"/>
                  </a:lnTo>
                  <a:lnTo>
                    <a:pt x="1160364" y="596362"/>
                  </a:lnTo>
                  <a:lnTo>
                    <a:pt x="1243248" y="658968"/>
                  </a:lnTo>
                  <a:lnTo>
                    <a:pt x="1326131" y="724332"/>
                  </a:lnTo>
                  <a:lnTo>
                    <a:pt x="1409014" y="792470"/>
                  </a:lnTo>
                  <a:lnTo>
                    <a:pt x="1491897" y="863399"/>
                  </a:lnTo>
                  <a:lnTo>
                    <a:pt x="1574780" y="937136"/>
                  </a:lnTo>
                  <a:lnTo>
                    <a:pt x="1657664" y="1013698"/>
                  </a:lnTo>
                  <a:lnTo>
                    <a:pt x="1740547" y="1093101"/>
                  </a:lnTo>
                  <a:lnTo>
                    <a:pt x="1823430" y="1175833"/>
                  </a:lnTo>
                  <a:lnTo>
                    <a:pt x="1906313" y="1262622"/>
                  </a:lnTo>
                  <a:lnTo>
                    <a:pt x="1989196" y="1352671"/>
                  </a:lnTo>
                  <a:lnTo>
                    <a:pt x="2072080" y="1445120"/>
                  </a:lnTo>
                  <a:lnTo>
                    <a:pt x="2154963" y="1539109"/>
                  </a:lnTo>
                  <a:lnTo>
                    <a:pt x="2237846" y="1633779"/>
                  </a:lnTo>
                  <a:lnTo>
                    <a:pt x="2320729" y="1729956"/>
                  </a:lnTo>
                  <a:lnTo>
                    <a:pt x="2403612" y="1835595"/>
                  </a:lnTo>
                  <a:lnTo>
                    <a:pt x="2486496" y="1946538"/>
                  </a:lnTo>
                  <a:lnTo>
                    <a:pt x="2569379" y="2056461"/>
                  </a:lnTo>
                  <a:lnTo>
                    <a:pt x="2652262" y="2159584"/>
                  </a:lnTo>
                  <a:lnTo>
                    <a:pt x="2735145" y="2265649"/>
                  </a:lnTo>
                  <a:lnTo>
                    <a:pt x="2818028" y="2375734"/>
                  </a:lnTo>
                  <a:lnTo>
                    <a:pt x="2900912" y="2483441"/>
                  </a:lnTo>
                  <a:lnTo>
                    <a:pt x="2983795" y="2582372"/>
                  </a:lnTo>
                  <a:lnTo>
                    <a:pt x="3066678" y="2675062"/>
                  </a:lnTo>
                  <a:lnTo>
                    <a:pt x="3149561" y="2767310"/>
                  </a:lnTo>
                  <a:lnTo>
                    <a:pt x="3232444" y="2855735"/>
                  </a:lnTo>
                  <a:lnTo>
                    <a:pt x="3315328" y="2936963"/>
                  </a:lnTo>
                  <a:lnTo>
                    <a:pt x="3398211" y="3011653"/>
                  </a:lnTo>
                  <a:lnTo>
                    <a:pt x="3481094" y="3081982"/>
                  </a:lnTo>
                  <a:lnTo>
                    <a:pt x="3563977" y="3148083"/>
                  </a:lnTo>
                  <a:lnTo>
                    <a:pt x="3646860" y="3210087"/>
                  </a:lnTo>
                  <a:lnTo>
                    <a:pt x="3729744" y="3268109"/>
                  </a:lnTo>
                  <a:lnTo>
                    <a:pt x="3812627" y="3321632"/>
                  </a:lnTo>
                  <a:lnTo>
                    <a:pt x="3895510" y="3370697"/>
                  </a:lnTo>
                  <a:lnTo>
                    <a:pt x="3978393" y="3415750"/>
                  </a:lnTo>
                  <a:lnTo>
                    <a:pt x="4061276" y="3457237"/>
                  </a:lnTo>
                  <a:lnTo>
                    <a:pt x="4144160" y="3495603"/>
                  </a:lnTo>
                  <a:lnTo>
                    <a:pt x="4227043" y="3531294"/>
                  </a:lnTo>
                  <a:lnTo>
                    <a:pt x="4309926" y="3564750"/>
                  </a:lnTo>
                  <a:lnTo>
                    <a:pt x="4392809" y="3595813"/>
                  </a:lnTo>
                  <a:lnTo>
                    <a:pt x="4475692" y="3624175"/>
                  </a:lnTo>
                  <a:lnTo>
                    <a:pt x="4558576" y="3649824"/>
                  </a:lnTo>
                  <a:lnTo>
                    <a:pt x="4641459" y="3672748"/>
                  </a:lnTo>
                  <a:lnTo>
                    <a:pt x="4724342" y="3692934"/>
                  </a:lnTo>
                  <a:lnTo>
                    <a:pt x="4807225" y="3710371"/>
                  </a:lnTo>
                  <a:lnTo>
                    <a:pt x="4890108" y="3725046"/>
                  </a:lnTo>
                  <a:lnTo>
                    <a:pt x="4972992" y="3736946"/>
                  </a:lnTo>
                  <a:lnTo>
                    <a:pt x="5055875" y="3746060"/>
                  </a:lnTo>
                  <a:lnTo>
                    <a:pt x="5138758" y="3752375"/>
                  </a:lnTo>
                  <a:lnTo>
                    <a:pt x="5221641" y="3755879"/>
                  </a:lnTo>
                  <a:lnTo>
                    <a:pt x="5304524" y="3756560"/>
                  </a:lnTo>
                  <a:lnTo>
                    <a:pt x="5387408" y="3754405"/>
                  </a:lnTo>
                  <a:lnTo>
                    <a:pt x="5470291" y="3749403"/>
                  </a:lnTo>
                  <a:lnTo>
                    <a:pt x="5553174" y="3741540"/>
                  </a:lnTo>
                  <a:lnTo>
                    <a:pt x="5636057" y="3730805"/>
                  </a:lnTo>
                  <a:lnTo>
                    <a:pt x="5718940" y="3717185"/>
                  </a:lnTo>
                  <a:lnTo>
                    <a:pt x="5801824" y="3700668"/>
                  </a:lnTo>
                  <a:lnTo>
                    <a:pt x="5884707" y="3681243"/>
                  </a:lnTo>
                  <a:lnTo>
                    <a:pt x="5967590" y="3658895"/>
                  </a:lnTo>
                  <a:lnTo>
                    <a:pt x="6015395" y="364431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009130"/>
              <a:ext cx="6015395" cy="1369329"/>
            </a:xfrm>
            <a:custGeom>
              <a:avLst/>
              <a:pathLst>
                <a:path w="6015395" h="1369329">
                  <a:moveTo>
                    <a:pt x="0" y="0"/>
                  </a:moveTo>
                  <a:lnTo>
                    <a:pt x="82883" y="26696"/>
                  </a:lnTo>
                  <a:lnTo>
                    <a:pt x="165766" y="52813"/>
                  </a:lnTo>
                  <a:lnTo>
                    <a:pt x="248649" y="78368"/>
                  </a:lnTo>
                  <a:lnTo>
                    <a:pt x="331532" y="103371"/>
                  </a:lnTo>
                  <a:lnTo>
                    <a:pt x="414416" y="127834"/>
                  </a:lnTo>
                  <a:lnTo>
                    <a:pt x="497299" y="151763"/>
                  </a:lnTo>
                  <a:lnTo>
                    <a:pt x="580182" y="175161"/>
                  </a:lnTo>
                  <a:lnTo>
                    <a:pt x="663065" y="198027"/>
                  </a:lnTo>
                  <a:lnTo>
                    <a:pt x="745948" y="220359"/>
                  </a:lnTo>
                  <a:lnTo>
                    <a:pt x="828832" y="242149"/>
                  </a:lnTo>
                  <a:lnTo>
                    <a:pt x="911715" y="263390"/>
                  </a:lnTo>
                  <a:lnTo>
                    <a:pt x="994598" y="284077"/>
                  </a:lnTo>
                  <a:lnTo>
                    <a:pt x="1077481" y="304212"/>
                  </a:lnTo>
                  <a:lnTo>
                    <a:pt x="1160364" y="323812"/>
                  </a:lnTo>
                  <a:lnTo>
                    <a:pt x="1243248" y="342920"/>
                  </a:lnTo>
                  <a:lnTo>
                    <a:pt x="1326131" y="361616"/>
                  </a:lnTo>
                  <a:lnTo>
                    <a:pt x="1409014" y="380030"/>
                  </a:lnTo>
                  <a:lnTo>
                    <a:pt x="1491897" y="398346"/>
                  </a:lnTo>
                  <a:lnTo>
                    <a:pt x="1574780" y="416800"/>
                  </a:lnTo>
                  <a:lnTo>
                    <a:pt x="1657664" y="435668"/>
                  </a:lnTo>
                  <a:lnTo>
                    <a:pt x="1740547" y="455238"/>
                  </a:lnTo>
                  <a:lnTo>
                    <a:pt x="1823430" y="476191"/>
                  </a:lnTo>
                  <a:lnTo>
                    <a:pt x="1906313" y="499240"/>
                  </a:lnTo>
                  <a:lnTo>
                    <a:pt x="1989196" y="523601"/>
                  </a:lnTo>
                  <a:lnTo>
                    <a:pt x="2072080" y="548411"/>
                  </a:lnTo>
                  <a:lnTo>
                    <a:pt x="2154963" y="572845"/>
                  </a:lnTo>
                  <a:lnTo>
                    <a:pt x="2237846" y="596156"/>
                  </a:lnTo>
                  <a:lnTo>
                    <a:pt x="2320729" y="617904"/>
                  </a:lnTo>
                  <a:lnTo>
                    <a:pt x="2403612" y="638786"/>
                  </a:lnTo>
                  <a:lnTo>
                    <a:pt x="2486496" y="658198"/>
                  </a:lnTo>
                  <a:lnTo>
                    <a:pt x="2569379" y="676179"/>
                  </a:lnTo>
                  <a:lnTo>
                    <a:pt x="2652262" y="694113"/>
                  </a:lnTo>
                  <a:lnTo>
                    <a:pt x="2735145" y="714812"/>
                  </a:lnTo>
                  <a:lnTo>
                    <a:pt x="2818028" y="736218"/>
                  </a:lnTo>
                  <a:lnTo>
                    <a:pt x="2900912" y="755784"/>
                  </a:lnTo>
                  <a:lnTo>
                    <a:pt x="2983795" y="772844"/>
                  </a:lnTo>
                  <a:lnTo>
                    <a:pt x="3066678" y="789484"/>
                  </a:lnTo>
                  <a:lnTo>
                    <a:pt x="3149561" y="805705"/>
                  </a:lnTo>
                  <a:lnTo>
                    <a:pt x="3232444" y="819528"/>
                  </a:lnTo>
                  <a:lnTo>
                    <a:pt x="3315328" y="831353"/>
                  </a:lnTo>
                  <a:lnTo>
                    <a:pt x="3398211" y="840150"/>
                  </a:lnTo>
                  <a:lnTo>
                    <a:pt x="3481094" y="845098"/>
                  </a:lnTo>
                  <a:lnTo>
                    <a:pt x="3563977" y="847776"/>
                  </a:lnTo>
                  <a:lnTo>
                    <a:pt x="3646860" y="850832"/>
                  </a:lnTo>
                  <a:lnTo>
                    <a:pt x="3729744" y="857553"/>
                  </a:lnTo>
                  <a:lnTo>
                    <a:pt x="3812627" y="865343"/>
                  </a:lnTo>
                  <a:lnTo>
                    <a:pt x="3895510" y="871895"/>
                  </a:lnTo>
                  <a:lnTo>
                    <a:pt x="3978393" y="877364"/>
                  </a:lnTo>
                  <a:lnTo>
                    <a:pt x="4061276" y="882077"/>
                  </a:lnTo>
                  <a:lnTo>
                    <a:pt x="4144160" y="886535"/>
                  </a:lnTo>
                  <a:lnTo>
                    <a:pt x="4227043" y="891359"/>
                  </a:lnTo>
                  <a:lnTo>
                    <a:pt x="4309926" y="897204"/>
                  </a:lnTo>
                  <a:lnTo>
                    <a:pt x="4392809" y="903393"/>
                  </a:lnTo>
                  <a:lnTo>
                    <a:pt x="4475692" y="909174"/>
                  </a:lnTo>
                  <a:lnTo>
                    <a:pt x="4558576" y="914483"/>
                  </a:lnTo>
                  <a:lnTo>
                    <a:pt x="4641459" y="919216"/>
                  </a:lnTo>
                  <a:lnTo>
                    <a:pt x="4724342" y="923240"/>
                  </a:lnTo>
                  <a:lnTo>
                    <a:pt x="4807225" y="926402"/>
                  </a:lnTo>
                  <a:lnTo>
                    <a:pt x="4890108" y="928543"/>
                  </a:lnTo>
                  <a:lnTo>
                    <a:pt x="4972992" y="929508"/>
                  </a:lnTo>
                  <a:lnTo>
                    <a:pt x="5055875" y="929158"/>
                  </a:lnTo>
                  <a:lnTo>
                    <a:pt x="5138758" y="927379"/>
                  </a:lnTo>
                  <a:lnTo>
                    <a:pt x="5221641" y="924080"/>
                  </a:lnTo>
                  <a:lnTo>
                    <a:pt x="5304524" y="919201"/>
                  </a:lnTo>
                  <a:lnTo>
                    <a:pt x="5387408" y="912703"/>
                  </a:lnTo>
                  <a:lnTo>
                    <a:pt x="5470291" y="904570"/>
                  </a:lnTo>
                  <a:lnTo>
                    <a:pt x="5553174" y="894801"/>
                  </a:lnTo>
                  <a:lnTo>
                    <a:pt x="5636057" y="883408"/>
                  </a:lnTo>
                  <a:lnTo>
                    <a:pt x="5718940" y="870409"/>
                  </a:lnTo>
                  <a:lnTo>
                    <a:pt x="5801824" y="855827"/>
                  </a:lnTo>
                  <a:lnTo>
                    <a:pt x="5884707" y="839688"/>
                  </a:lnTo>
                  <a:lnTo>
                    <a:pt x="5967590" y="822018"/>
                  </a:lnTo>
                  <a:lnTo>
                    <a:pt x="6015395" y="810959"/>
                  </a:lnTo>
                  <a:lnTo>
                    <a:pt x="6015395" y="1369329"/>
                  </a:lnTo>
                  <a:lnTo>
                    <a:pt x="5555224" y="1369329"/>
                  </a:lnTo>
                  <a:lnTo>
                    <a:pt x="5553174" y="1368667"/>
                  </a:lnTo>
                  <a:lnTo>
                    <a:pt x="5470291" y="1343428"/>
                  </a:lnTo>
                  <a:lnTo>
                    <a:pt x="5387408" y="1319693"/>
                  </a:lnTo>
                  <a:lnTo>
                    <a:pt x="5304524" y="1297461"/>
                  </a:lnTo>
                  <a:lnTo>
                    <a:pt x="5221641" y="1276719"/>
                  </a:lnTo>
                  <a:lnTo>
                    <a:pt x="5138758" y="1257430"/>
                  </a:lnTo>
                  <a:lnTo>
                    <a:pt x="5055875" y="1239533"/>
                  </a:lnTo>
                  <a:lnTo>
                    <a:pt x="4972992" y="1222941"/>
                  </a:lnTo>
                  <a:lnTo>
                    <a:pt x="4890108" y="1207540"/>
                  </a:lnTo>
                  <a:lnTo>
                    <a:pt x="4807225" y="1193191"/>
                  </a:lnTo>
                  <a:lnTo>
                    <a:pt x="4724342" y="1179742"/>
                  </a:lnTo>
                  <a:lnTo>
                    <a:pt x="4641459" y="1167034"/>
                  </a:lnTo>
                  <a:lnTo>
                    <a:pt x="4558576" y="1154918"/>
                  </a:lnTo>
                  <a:lnTo>
                    <a:pt x="4475692" y="1143259"/>
                  </a:lnTo>
                  <a:lnTo>
                    <a:pt x="4392809" y="1131956"/>
                  </a:lnTo>
                  <a:lnTo>
                    <a:pt x="4309926" y="1120946"/>
                  </a:lnTo>
                  <a:lnTo>
                    <a:pt x="4227043" y="1110529"/>
                  </a:lnTo>
                  <a:lnTo>
                    <a:pt x="4144160" y="1101052"/>
                  </a:lnTo>
                  <a:lnTo>
                    <a:pt x="4061276" y="1092370"/>
                  </a:lnTo>
                  <a:lnTo>
                    <a:pt x="3978393" y="1084293"/>
                  </a:lnTo>
                  <a:lnTo>
                    <a:pt x="3895510" y="1076508"/>
                  </a:lnTo>
                  <a:lnTo>
                    <a:pt x="3812627" y="1068533"/>
                  </a:lnTo>
                  <a:lnTo>
                    <a:pt x="3729744" y="1059709"/>
                  </a:lnTo>
                  <a:lnTo>
                    <a:pt x="3646860" y="1050892"/>
                  </a:lnTo>
                  <a:lnTo>
                    <a:pt x="3563977" y="1044417"/>
                  </a:lnTo>
                  <a:lnTo>
                    <a:pt x="3481094" y="1039353"/>
                  </a:lnTo>
                  <a:lnTo>
                    <a:pt x="3398211" y="1033910"/>
                  </a:lnTo>
                  <a:lnTo>
                    <a:pt x="3315328" y="1025231"/>
                  </a:lnTo>
                  <a:lnTo>
                    <a:pt x="3232444" y="1011174"/>
                  </a:lnTo>
                  <a:lnTo>
                    <a:pt x="3149561" y="994573"/>
                  </a:lnTo>
                  <a:lnTo>
                    <a:pt x="3066678" y="978164"/>
                  </a:lnTo>
                  <a:lnTo>
                    <a:pt x="2983795" y="962281"/>
                  </a:lnTo>
                  <a:lnTo>
                    <a:pt x="2900912" y="943722"/>
                  </a:lnTo>
                  <a:lnTo>
                    <a:pt x="2818028" y="922884"/>
                  </a:lnTo>
                  <a:lnTo>
                    <a:pt x="2735145" y="902576"/>
                  </a:lnTo>
                  <a:lnTo>
                    <a:pt x="2652262" y="883726"/>
                  </a:lnTo>
                  <a:lnTo>
                    <a:pt x="2569379" y="865498"/>
                  </a:lnTo>
                  <a:lnTo>
                    <a:pt x="2486496" y="847065"/>
                  </a:lnTo>
                  <a:lnTo>
                    <a:pt x="2403612" y="828927"/>
                  </a:lnTo>
                  <a:lnTo>
                    <a:pt x="2320729" y="810369"/>
                  </a:lnTo>
                  <a:lnTo>
                    <a:pt x="2237846" y="789929"/>
                  </a:lnTo>
                  <a:lnTo>
                    <a:pt x="2154963" y="767920"/>
                  </a:lnTo>
                  <a:lnTo>
                    <a:pt x="2072080" y="745411"/>
                  </a:lnTo>
                  <a:lnTo>
                    <a:pt x="1989196" y="723346"/>
                  </a:lnTo>
                  <a:lnTo>
                    <a:pt x="1906313" y="702595"/>
                  </a:lnTo>
                  <a:lnTo>
                    <a:pt x="1823430" y="683989"/>
                  </a:lnTo>
                  <a:lnTo>
                    <a:pt x="1740547" y="668343"/>
                  </a:lnTo>
                  <a:lnTo>
                    <a:pt x="1657664" y="655597"/>
                  </a:lnTo>
                  <a:lnTo>
                    <a:pt x="1574780" y="645703"/>
                  </a:lnTo>
                  <a:lnTo>
                    <a:pt x="1491897" y="638865"/>
                  </a:lnTo>
                  <a:lnTo>
                    <a:pt x="1409014" y="635277"/>
                  </a:lnTo>
                  <a:lnTo>
                    <a:pt x="1326131" y="635092"/>
                  </a:lnTo>
                  <a:lnTo>
                    <a:pt x="1243248" y="638411"/>
                  </a:lnTo>
                  <a:lnTo>
                    <a:pt x="1160364" y="645282"/>
                  </a:lnTo>
                  <a:lnTo>
                    <a:pt x="1077481" y="655702"/>
                  </a:lnTo>
                  <a:lnTo>
                    <a:pt x="994598" y="669632"/>
                  </a:lnTo>
                  <a:lnTo>
                    <a:pt x="911715" y="687005"/>
                  </a:lnTo>
                  <a:lnTo>
                    <a:pt x="828832" y="707742"/>
                  </a:lnTo>
                  <a:lnTo>
                    <a:pt x="745948" y="731754"/>
                  </a:lnTo>
                  <a:lnTo>
                    <a:pt x="663065" y="758951"/>
                  </a:lnTo>
                  <a:lnTo>
                    <a:pt x="580182" y="789245"/>
                  </a:lnTo>
                  <a:lnTo>
                    <a:pt x="497299" y="822548"/>
                  </a:lnTo>
                  <a:lnTo>
                    <a:pt x="414416" y="858778"/>
                  </a:lnTo>
                  <a:lnTo>
                    <a:pt x="331532" y="897855"/>
                  </a:lnTo>
                  <a:lnTo>
                    <a:pt x="248649" y="939703"/>
                  </a:lnTo>
                  <a:lnTo>
                    <a:pt x="165766" y="984250"/>
                  </a:lnTo>
                  <a:lnTo>
                    <a:pt x="82883" y="1031426"/>
                  </a:lnTo>
                  <a:lnTo>
                    <a:pt x="0" y="10811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009130"/>
              <a:ext cx="6015395" cy="929508"/>
            </a:xfrm>
            <a:custGeom>
              <a:avLst/>
              <a:pathLst>
                <a:path w="6015395" h="929508">
                  <a:moveTo>
                    <a:pt x="0" y="0"/>
                  </a:moveTo>
                  <a:lnTo>
                    <a:pt x="82883" y="26696"/>
                  </a:lnTo>
                  <a:lnTo>
                    <a:pt x="165766" y="52813"/>
                  </a:lnTo>
                  <a:lnTo>
                    <a:pt x="248649" y="78368"/>
                  </a:lnTo>
                  <a:lnTo>
                    <a:pt x="331532" y="103371"/>
                  </a:lnTo>
                  <a:lnTo>
                    <a:pt x="414416" y="127834"/>
                  </a:lnTo>
                  <a:lnTo>
                    <a:pt x="497299" y="151763"/>
                  </a:lnTo>
                  <a:lnTo>
                    <a:pt x="580182" y="175161"/>
                  </a:lnTo>
                  <a:lnTo>
                    <a:pt x="663065" y="198027"/>
                  </a:lnTo>
                  <a:lnTo>
                    <a:pt x="745948" y="220359"/>
                  </a:lnTo>
                  <a:lnTo>
                    <a:pt x="828832" y="242149"/>
                  </a:lnTo>
                  <a:lnTo>
                    <a:pt x="911715" y="263390"/>
                  </a:lnTo>
                  <a:lnTo>
                    <a:pt x="994598" y="284077"/>
                  </a:lnTo>
                  <a:lnTo>
                    <a:pt x="1077481" y="304212"/>
                  </a:lnTo>
                  <a:lnTo>
                    <a:pt x="1160364" y="323812"/>
                  </a:lnTo>
                  <a:lnTo>
                    <a:pt x="1243248" y="342920"/>
                  </a:lnTo>
                  <a:lnTo>
                    <a:pt x="1326131" y="361616"/>
                  </a:lnTo>
                  <a:lnTo>
                    <a:pt x="1409014" y="380030"/>
                  </a:lnTo>
                  <a:lnTo>
                    <a:pt x="1491897" y="398346"/>
                  </a:lnTo>
                  <a:lnTo>
                    <a:pt x="1574780" y="416800"/>
                  </a:lnTo>
                  <a:lnTo>
                    <a:pt x="1657664" y="435668"/>
                  </a:lnTo>
                  <a:lnTo>
                    <a:pt x="1740547" y="455238"/>
                  </a:lnTo>
                  <a:lnTo>
                    <a:pt x="1823430" y="476191"/>
                  </a:lnTo>
                  <a:lnTo>
                    <a:pt x="1906313" y="499240"/>
                  </a:lnTo>
                  <a:lnTo>
                    <a:pt x="1989196" y="523601"/>
                  </a:lnTo>
                  <a:lnTo>
                    <a:pt x="2072080" y="548411"/>
                  </a:lnTo>
                  <a:lnTo>
                    <a:pt x="2154963" y="572845"/>
                  </a:lnTo>
                  <a:lnTo>
                    <a:pt x="2237846" y="596156"/>
                  </a:lnTo>
                  <a:lnTo>
                    <a:pt x="2320729" y="617904"/>
                  </a:lnTo>
                  <a:lnTo>
                    <a:pt x="2403612" y="638786"/>
                  </a:lnTo>
                  <a:lnTo>
                    <a:pt x="2486496" y="658198"/>
                  </a:lnTo>
                  <a:lnTo>
                    <a:pt x="2569379" y="676179"/>
                  </a:lnTo>
                  <a:lnTo>
                    <a:pt x="2652262" y="694113"/>
                  </a:lnTo>
                  <a:lnTo>
                    <a:pt x="2735145" y="714812"/>
                  </a:lnTo>
                  <a:lnTo>
                    <a:pt x="2818028" y="736218"/>
                  </a:lnTo>
                  <a:lnTo>
                    <a:pt x="2900912" y="755784"/>
                  </a:lnTo>
                  <a:lnTo>
                    <a:pt x="2983795" y="772844"/>
                  </a:lnTo>
                  <a:lnTo>
                    <a:pt x="3066678" y="789484"/>
                  </a:lnTo>
                  <a:lnTo>
                    <a:pt x="3149561" y="805705"/>
                  </a:lnTo>
                  <a:lnTo>
                    <a:pt x="3232444" y="819528"/>
                  </a:lnTo>
                  <a:lnTo>
                    <a:pt x="3315328" y="831353"/>
                  </a:lnTo>
                  <a:lnTo>
                    <a:pt x="3398211" y="840150"/>
                  </a:lnTo>
                  <a:lnTo>
                    <a:pt x="3481094" y="845098"/>
                  </a:lnTo>
                  <a:lnTo>
                    <a:pt x="3563977" y="847776"/>
                  </a:lnTo>
                  <a:lnTo>
                    <a:pt x="3646860" y="850832"/>
                  </a:lnTo>
                  <a:lnTo>
                    <a:pt x="3729744" y="857553"/>
                  </a:lnTo>
                  <a:lnTo>
                    <a:pt x="3812627" y="865343"/>
                  </a:lnTo>
                  <a:lnTo>
                    <a:pt x="3895510" y="871895"/>
                  </a:lnTo>
                  <a:lnTo>
                    <a:pt x="3978393" y="877364"/>
                  </a:lnTo>
                  <a:lnTo>
                    <a:pt x="4061276" y="882077"/>
                  </a:lnTo>
                  <a:lnTo>
                    <a:pt x="4144160" y="886535"/>
                  </a:lnTo>
                  <a:lnTo>
                    <a:pt x="4227043" y="891359"/>
                  </a:lnTo>
                  <a:lnTo>
                    <a:pt x="4309926" y="897204"/>
                  </a:lnTo>
                  <a:lnTo>
                    <a:pt x="4392809" y="903393"/>
                  </a:lnTo>
                  <a:lnTo>
                    <a:pt x="4475692" y="909174"/>
                  </a:lnTo>
                  <a:lnTo>
                    <a:pt x="4558576" y="914483"/>
                  </a:lnTo>
                  <a:lnTo>
                    <a:pt x="4641459" y="919216"/>
                  </a:lnTo>
                  <a:lnTo>
                    <a:pt x="4724342" y="923240"/>
                  </a:lnTo>
                  <a:lnTo>
                    <a:pt x="4807225" y="926402"/>
                  </a:lnTo>
                  <a:lnTo>
                    <a:pt x="4890108" y="928543"/>
                  </a:lnTo>
                  <a:lnTo>
                    <a:pt x="4972992" y="929508"/>
                  </a:lnTo>
                  <a:lnTo>
                    <a:pt x="5055875" y="929158"/>
                  </a:lnTo>
                  <a:lnTo>
                    <a:pt x="5138758" y="927379"/>
                  </a:lnTo>
                  <a:lnTo>
                    <a:pt x="5221641" y="924080"/>
                  </a:lnTo>
                  <a:lnTo>
                    <a:pt x="5304524" y="919201"/>
                  </a:lnTo>
                  <a:lnTo>
                    <a:pt x="5387408" y="912703"/>
                  </a:lnTo>
                  <a:lnTo>
                    <a:pt x="5470291" y="904570"/>
                  </a:lnTo>
                  <a:lnTo>
                    <a:pt x="5553174" y="894801"/>
                  </a:lnTo>
                  <a:lnTo>
                    <a:pt x="5636057" y="883408"/>
                  </a:lnTo>
                  <a:lnTo>
                    <a:pt x="5718940" y="870409"/>
                  </a:lnTo>
                  <a:lnTo>
                    <a:pt x="5801824" y="855827"/>
                  </a:lnTo>
                  <a:lnTo>
                    <a:pt x="5884707" y="839688"/>
                  </a:lnTo>
                  <a:lnTo>
                    <a:pt x="5967590" y="822018"/>
                  </a:lnTo>
                  <a:lnTo>
                    <a:pt x="6015395" y="810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72465" y="4644222"/>
              <a:ext cx="5555224" cy="734237"/>
            </a:xfrm>
            <a:custGeom>
              <a:avLst/>
              <a:pathLst>
                <a:path w="5555224" h="734237">
                  <a:moveTo>
                    <a:pt x="5555224" y="734237"/>
                  </a:moveTo>
                  <a:lnTo>
                    <a:pt x="5553174" y="733575"/>
                  </a:lnTo>
                  <a:lnTo>
                    <a:pt x="5470291" y="708336"/>
                  </a:lnTo>
                  <a:lnTo>
                    <a:pt x="5387408" y="684600"/>
                  </a:lnTo>
                  <a:lnTo>
                    <a:pt x="5304524" y="662369"/>
                  </a:lnTo>
                  <a:lnTo>
                    <a:pt x="5221641" y="641627"/>
                  </a:lnTo>
                  <a:lnTo>
                    <a:pt x="5138758" y="622338"/>
                  </a:lnTo>
                  <a:lnTo>
                    <a:pt x="5055875" y="604441"/>
                  </a:lnTo>
                  <a:lnTo>
                    <a:pt x="4972992" y="587849"/>
                  </a:lnTo>
                  <a:lnTo>
                    <a:pt x="4890108" y="572447"/>
                  </a:lnTo>
                  <a:lnTo>
                    <a:pt x="4807225" y="558098"/>
                  </a:lnTo>
                  <a:lnTo>
                    <a:pt x="4724342" y="544649"/>
                  </a:lnTo>
                  <a:lnTo>
                    <a:pt x="4641459" y="531942"/>
                  </a:lnTo>
                  <a:lnTo>
                    <a:pt x="4558576" y="519826"/>
                  </a:lnTo>
                  <a:lnTo>
                    <a:pt x="4475692" y="508167"/>
                  </a:lnTo>
                  <a:lnTo>
                    <a:pt x="4392809" y="496864"/>
                  </a:lnTo>
                  <a:lnTo>
                    <a:pt x="4309926" y="485854"/>
                  </a:lnTo>
                  <a:lnTo>
                    <a:pt x="4227043" y="475437"/>
                  </a:lnTo>
                  <a:lnTo>
                    <a:pt x="4144160" y="465960"/>
                  </a:lnTo>
                  <a:lnTo>
                    <a:pt x="4061276" y="457277"/>
                  </a:lnTo>
                  <a:lnTo>
                    <a:pt x="3978393" y="449201"/>
                  </a:lnTo>
                  <a:lnTo>
                    <a:pt x="3895510" y="441416"/>
                  </a:lnTo>
                  <a:lnTo>
                    <a:pt x="3812627" y="433441"/>
                  </a:lnTo>
                  <a:lnTo>
                    <a:pt x="3729744" y="424617"/>
                  </a:lnTo>
                  <a:lnTo>
                    <a:pt x="3646860" y="415800"/>
                  </a:lnTo>
                  <a:lnTo>
                    <a:pt x="3563977" y="409325"/>
                  </a:lnTo>
                  <a:lnTo>
                    <a:pt x="3481094" y="404261"/>
                  </a:lnTo>
                  <a:lnTo>
                    <a:pt x="3398211" y="398818"/>
                  </a:lnTo>
                  <a:lnTo>
                    <a:pt x="3315328" y="390139"/>
                  </a:lnTo>
                  <a:lnTo>
                    <a:pt x="3232444" y="376082"/>
                  </a:lnTo>
                  <a:lnTo>
                    <a:pt x="3149561" y="359481"/>
                  </a:lnTo>
                  <a:lnTo>
                    <a:pt x="3066678" y="343072"/>
                  </a:lnTo>
                  <a:lnTo>
                    <a:pt x="2983795" y="327189"/>
                  </a:lnTo>
                  <a:lnTo>
                    <a:pt x="2900912" y="308630"/>
                  </a:lnTo>
                  <a:lnTo>
                    <a:pt x="2818028" y="287792"/>
                  </a:lnTo>
                  <a:lnTo>
                    <a:pt x="2735145" y="267484"/>
                  </a:lnTo>
                  <a:lnTo>
                    <a:pt x="2652262" y="248634"/>
                  </a:lnTo>
                  <a:lnTo>
                    <a:pt x="2569379" y="230405"/>
                  </a:lnTo>
                  <a:lnTo>
                    <a:pt x="2486496" y="211973"/>
                  </a:lnTo>
                  <a:lnTo>
                    <a:pt x="2403612" y="193835"/>
                  </a:lnTo>
                  <a:lnTo>
                    <a:pt x="2320729" y="175277"/>
                  </a:lnTo>
                  <a:lnTo>
                    <a:pt x="2237846" y="154837"/>
                  </a:lnTo>
                  <a:lnTo>
                    <a:pt x="2154963" y="132828"/>
                  </a:lnTo>
                  <a:lnTo>
                    <a:pt x="2072080" y="110319"/>
                  </a:lnTo>
                  <a:lnTo>
                    <a:pt x="1989196" y="88254"/>
                  </a:lnTo>
                  <a:lnTo>
                    <a:pt x="1906313" y="67503"/>
                  </a:lnTo>
                  <a:lnTo>
                    <a:pt x="1823430" y="48897"/>
                  </a:lnTo>
                  <a:lnTo>
                    <a:pt x="1740547" y="33250"/>
                  </a:lnTo>
                  <a:lnTo>
                    <a:pt x="1657664" y="20505"/>
                  </a:lnTo>
                  <a:lnTo>
                    <a:pt x="1574780" y="10610"/>
                  </a:lnTo>
                  <a:lnTo>
                    <a:pt x="1491897" y="3773"/>
                  </a:lnTo>
                  <a:lnTo>
                    <a:pt x="1409014" y="185"/>
                  </a:lnTo>
                  <a:lnTo>
                    <a:pt x="1326131" y="0"/>
                  </a:lnTo>
                  <a:lnTo>
                    <a:pt x="1243248" y="3319"/>
                  </a:lnTo>
                  <a:lnTo>
                    <a:pt x="1160364" y="10190"/>
                  </a:lnTo>
                  <a:lnTo>
                    <a:pt x="1077481" y="20610"/>
                  </a:lnTo>
                  <a:lnTo>
                    <a:pt x="994598" y="34540"/>
                  </a:lnTo>
                  <a:lnTo>
                    <a:pt x="911715" y="51913"/>
                  </a:lnTo>
                  <a:lnTo>
                    <a:pt x="828832" y="72650"/>
                  </a:lnTo>
                  <a:lnTo>
                    <a:pt x="745948" y="96662"/>
                  </a:lnTo>
                  <a:lnTo>
                    <a:pt x="663065" y="123859"/>
                  </a:lnTo>
                  <a:lnTo>
                    <a:pt x="580182" y="154153"/>
                  </a:lnTo>
                  <a:lnTo>
                    <a:pt x="497299" y="187456"/>
                  </a:lnTo>
                  <a:lnTo>
                    <a:pt x="414416" y="223686"/>
                  </a:lnTo>
                  <a:lnTo>
                    <a:pt x="331532" y="262763"/>
                  </a:lnTo>
                  <a:lnTo>
                    <a:pt x="248649" y="304611"/>
                  </a:lnTo>
                  <a:lnTo>
                    <a:pt x="165766" y="349158"/>
                  </a:lnTo>
                  <a:lnTo>
                    <a:pt x="82883" y="396334"/>
                  </a:lnTo>
                  <a:lnTo>
                    <a:pt x="0" y="4460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484076"/>
              <a:ext cx="6015395" cy="698678"/>
            </a:xfrm>
            <a:custGeom>
              <a:avLst/>
              <a:pathLst>
                <a:path w="6015395" h="698678">
                  <a:moveTo>
                    <a:pt x="0" y="65635"/>
                  </a:moveTo>
                  <a:lnTo>
                    <a:pt x="82883" y="54115"/>
                  </a:lnTo>
                  <a:lnTo>
                    <a:pt x="165766" y="43586"/>
                  </a:lnTo>
                  <a:lnTo>
                    <a:pt x="248649" y="34090"/>
                  </a:lnTo>
                  <a:lnTo>
                    <a:pt x="331532" y="25667"/>
                  </a:lnTo>
                  <a:lnTo>
                    <a:pt x="414416" y="18360"/>
                  </a:lnTo>
                  <a:lnTo>
                    <a:pt x="497299" y="12209"/>
                  </a:lnTo>
                  <a:lnTo>
                    <a:pt x="580182" y="7257"/>
                  </a:lnTo>
                  <a:lnTo>
                    <a:pt x="663065" y="3543"/>
                  </a:lnTo>
                  <a:lnTo>
                    <a:pt x="745948" y="1110"/>
                  </a:lnTo>
                  <a:lnTo>
                    <a:pt x="828832" y="0"/>
                  </a:lnTo>
                  <a:lnTo>
                    <a:pt x="911715" y="252"/>
                  </a:lnTo>
                  <a:lnTo>
                    <a:pt x="994598" y="1909"/>
                  </a:lnTo>
                  <a:lnTo>
                    <a:pt x="1077481" y="5011"/>
                  </a:lnTo>
                  <a:lnTo>
                    <a:pt x="1160364" y="9601"/>
                  </a:lnTo>
                  <a:lnTo>
                    <a:pt x="1243248" y="15720"/>
                  </a:lnTo>
                  <a:lnTo>
                    <a:pt x="1326131" y="23408"/>
                  </a:lnTo>
                  <a:lnTo>
                    <a:pt x="1409014" y="32708"/>
                  </a:lnTo>
                  <a:lnTo>
                    <a:pt x="1491897" y="43660"/>
                  </a:lnTo>
                  <a:lnTo>
                    <a:pt x="1574780" y="56306"/>
                  </a:lnTo>
                  <a:lnTo>
                    <a:pt x="1657664" y="70687"/>
                  </a:lnTo>
                  <a:lnTo>
                    <a:pt x="1740547" y="86844"/>
                  </a:lnTo>
                  <a:lnTo>
                    <a:pt x="1823430" y="105144"/>
                  </a:lnTo>
                  <a:lnTo>
                    <a:pt x="1906313" y="125972"/>
                  </a:lnTo>
                  <a:lnTo>
                    <a:pt x="1989196" y="148528"/>
                  </a:lnTo>
                  <a:lnTo>
                    <a:pt x="2072080" y="171965"/>
                  </a:lnTo>
                  <a:lnTo>
                    <a:pt x="2154963" y="195436"/>
                  </a:lnTo>
                  <a:lnTo>
                    <a:pt x="2237846" y="218096"/>
                  </a:lnTo>
                  <a:lnTo>
                    <a:pt x="2320729" y="239190"/>
                  </a:lnTo>
                  <a:lnTo>
                    <a:pt x="2403612" y="258911"/>
                  </a:lnTo>
                  <a:lnTo>
                    <a:pt x="2486496" y="277686"/>
                  </a:lnTo>
                  <a:lnTo>
                    <a:pt x="2569379" y="295892"/>
                  </a:lnTo>
                  <a:lnTo>
                    <a:pt x="2652262" y="313974"/>
                  </a:lnTo>
                  <a:lnTo>
                    <a:pt x="2735145" y="333748"/>
                  </a:lnTo>
                  <a:lnTo>
                    <a:pt x="2818028" y="354605"/>
                  </a:lnTo>
                  <a:lnTo>
                    <a:pt x="2900912" y="374807"/>
                  </a:lnTo>
                  <a:lnTo>
                    <a:pt x="2983795" y="392616"/>
                  </a:lnTo>
                  <a:lnTo>
                    <a:pt x="3066678" y="408878"/>
                  </a:lnTo>
                  <a:lnTo>
                    <a:pt x="3149561" y="425193"/>
                  </a:lnTo>
                  <a:lnTo>
                    <a:pt x="3232444" y="440405"/>
                  </a:lnTo>
                  <a:lnTo>
                    <a:pt x="3315328" y="453346"/>
                  </a:lnTo>
                  <a:lnTo>
                    <a:pt x="3398211" y="462084"/>
                  </a:lnTo>
                  <a:lnTo>
                    <a:pt x="3481094" y="467279"/>
                  </a:lnTo>
                  <a:lnTo>
                    <a:pt x="3563977" y="471150"/>
                  </a:lnTo>
                  <a:lnTo>
                    <a:pt x="3646860" y="475916"/>
                  </a:lnTo>
                  <a:lnTo>
                    <a:pt x="3729744" y="483685"/>
                  </a:lnTo>
                  <a:lnTo>
                    <a:pt x="3812627" y="491992"/>
                  </a:lnTo>
                  <a:lnTo>
                    <a:pt x="3895510" y="499256"/>
                  </a:lnTo>
                  <a:lnTo>
                    <a:pt x="3978393" y="505882"/>
                  </a:lnTo>
                  <a:lnTo>
                    <a:pt x="4061276" y="512277"/>
                  </a:lnTo>
                  <a:lnTo>
                    <a:pt x="4144160" y="518847"/>
                  </a:lnTo>
                  <a:lnTo>
                    <a:pt x="4227043" y="525998"/>
                  </a:lnTo>
                  <a:lnTo>
                    <a:pt x="4309926" y="534129"/>
                  </a:lnTo>
                  <a:lnTo>
                    <a:pt x="4392809" y="542729"/>
                  </a:lnTo>
                  <a:lnTo>
                    <a:pt x="4475692" y="551271"/>
                  </a:lnTo>
                  <a:lnTo>
                    <a:pt x="4558576" y="559754"/>
                  </a:lnTo>
                  <a:lnTo>
                    <a:pt x="4641459" y="568179"/>
                  </a:lnTo>
                  <a:lnTo>
                    <a:pt x="4724342" y="576545"/>
                  </a:lnTo>
                  <a:lnTo>
                    <a:pt x="4807225" y="584851"/>
                  </a:lnTo>
                  <a:lnTo>
                    <a:pt x="4890108" y="593095"/>
                  </a:lnTo>
                  <a:lnTo>
                    <a:pt x="4972992" y="601279"/>
                  </a:lnTo>
                  <a:lnTo>
                    <a:pt x="5055875" y="609400"/>
                  </a:lnTo>
                  <a:lnTo>
                    <a:pt x="5138758" y="617459"/>
                  </a:lnTo>
                  <a:lnTo>
                    <a:pt x="5221641" y="625454"/>
                  </a:lnTo>
                  <a:lnTo>
                    <a:pt x="5304524" y="633385"/>
                  </a:lnTo>
                  <a:lnTo>
                    <a:pt x="5387408" y="641252"/>
                  </a:lnTo>
                  <a:lnTo>
                    <a:pt x="5470291" y="649053"/>
                  </a:lnTo>
                  <a:lnTo>
                    <a:pt x="5553174" y="656788"/>
                  </a:lnTo>
                  <a:lnTo>
                    <a:pt x="5636057" y="664457"/>
                  </a:lnTo>
                  <a:lnTo>
                    <a:pt x="5718940" y="672059"/>
                  </a:lnTo>
                  <a:lnTo>
                    <a:pt x="5801824" y="679592"/>
                  </a:lnTo>
                  <a:lnTo>
                    <a:pt x="5884707" y="687057"/>
                  </a:lnTo>
                  <a:lnTo>
                    <a:pt x="5967590" y="694453"/>
                  </a:lnTo>
                  <a:lnTo>
                    <a:pt x="6015395" y="69867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3662080"/>
              <a:ext cx="6015395" cy="1716379"/>
            </a:xfrm>
            <a:custGeom>
              <a:avLst/>
              <a:pathLst>
                <a:path w="6015395" h="1716379">
                  <a:moveTo>
                    <a:pt x="0" y="0"/>
                  </a:moveTo>
                  <a:lnTo>
                    <a:pt x="82883" y="54915"/>
                  </a:lnTo>
                  <a:lnTo>
                    <a:pt x="165766" y="108177"/>
                  </a:lnTo>
                  <a:lnTo>
                    <a:pt x="248649" y="159797"/>
                  </a:lnTo>
                  <a:lnTo>
                    <a:pt x="331532" y="209779"/>
                  </a:lnTo>
                  <a:lnTo>
                    <a:pt x="414416" y="258129"/>
                  </a:lnTo>
                  <a:lnTo>
                    <a:pt x="497299" y="304846"/>
                  </a:lnTo>
                  <a:lnTo>
                    <a:pt x="580182" y="349928"/>
                  </a:lnTo>
                  <a:lnTo>
                    <a:pt x="663065" y="393369"/>
                  </a:lnTo>
                  <a:lnTo>
                    <a:pt x="745948" y="435159"/>
                  </a:lnTo>
                  <a:lnTo>
                    <a:pt x="828832" y="475286"/>
                  </a:lnTo>
                  <a:lnTo>
                    <a:pt x="911715" y="513736"/>
                  </a:lnTo>
                  <a:lnTo>
                    <a:pt x="994598" y="550499"/>
                  </a:lnTo>
                  <a:lnTo>
                    <a:pt x="1077481" y="585570"/>
                  </a:lnTo>
                  <a:lnTo>
                    <a:pt x="1160364" y="618961"/>
                  </a:lnTo>
                  <a:lnTo>
                    <a:pt x="1243248" y="650708"/>
                  </a:lnTo>
                  <a:lnTo>
                    <a:pt x="1326131" y="680884"/>
                  </a:lnTo>
                  <a:lnTo>
                    <a:pt x="1409014" y="709611"/>
                  </a:lnTo>
                  <a:lnTo>
                    <a:pt x="1491897" y="737066"/>
                  </a:lnTo>
                  <a:lnTo>
                    <a:pt x="1574780" y="763475"/>
                  </a:lnTo>
                  <a:lnTo>
                    <a:pt x="1657664" y="789104"/>
                  </a:lnTo>
                  <a:lnTo>
                    <a:pt x="1740547" y="814233"/>
                  </a:lnTo>
                  <a:lnTo>
                    <a:pt x="1823430" y="839233"/>
                  </a:lnTo>
                  <a:lnTo>
                    <a:pt x="1906313" y="864297"/>
                  </a:lnTo>
                  <a:lnTo>
                    <a:pt x="1989196" y="889031"/>
                  </a:lnTo>
                  <a:lnTo>
                    <a:pt x="2072080" y="913004"/>
                  </a:lnTo>
                  <a:lnTo>
                    <a:pt x="2154963" y="935824"/>
                  </a:lnTo>
                  <a:lnTo>
                    <a:pt x="2237846" y="957173"/>
                  </a:lnTo>
                  <a:lnTo>
                    <a:pt x="2320729" y="976318"/>
                  </a:lnTo>
                  <a:lnTo>
                    <a:pt x="2403612" y="990645"/>
                  </a:lnTo>
                  <a:lnTo>
                    <a:pt x="2486496" y="1001464"/>
                  </a:lnTo>
                  <a:lnTo>
                    <a:pt x="2569379" y="1011649"/>
                  </a:lnTo>
                  <a:lnTo>
                    <a:pt x="2652262" y="1025277"/>
                  </a:lnTo>
                  <a:lnTo>
                    <a:pt x="2735145" y="1043575"/>
                  </a:lnTo>
                  <a:lnTo>
                    <a:pt x="2818028" y="1063243"/>
                  </a:lnTo>
                  <a:lnTo>
                    <a:pt x="2900912" y="1081954"/>
                  </a:lnTo>
                  <a:lnTo>
                    <a:pt x="2983795" y="1099243"/>
                  </a:lnTo>
                  <a:lnTo>
                    <a:pt x="3066678" y="1118538"/>
                  </a:lnTo>
                  <a:lnTo>
                    <a:pt x="3149561" y="1139965"/>
                  </a:lnTo>
                  <a:lnTo>
                    <a:pt x="3232444" y="1159549"/>
                  </a:lnTo>
                  <a:lnTo>
                    <a:pt x="3315328" y="1175682"/>
                  </a:lnTo>
                  <a:lnTo>
                    <a:pt x="3398211" y="1188754"/>
                  </a:lnTo>
                  <a:lnTo>
                    <a:pt x="3481094" y="1199245"/>
                  </a:lnTo>
                  <a:lnTo>
                    <a:pt x="3563977" y="1207697"/>
                  </a:lnTo>
                  <a:lnTo>
                    <a:pt x="3646860" y="1215704"/>
                  </a:lnTo>
                  <a:lnTo>
                    <a:pt x="3729744" y="1225545"/>
                  </a:lnTo>
                  <a:lnTo>
                    <a:pt x="3812627" y="1235797"/>
                  </a:lnTo>
                  <a:lnTo>
                    <a:pt x="3895510" y="1244962"/>
                  </a:lnTo>
                  <a:lnTo>
                    <a:pt x="3978393" y="1253079"/>
                  </a:lnTo>
                  <a:lnTo>
                    <a:pt x="4061276" y="1260354"/>
                  </a:lnTo>
                  <a:lnTo>
                    <a:pt x="4144160" y="1267163"/>
                  </a:lnTo>
                  <a:lnTo>
                    <a:pt x="4227043" y="1274006"/>
                  </a:lnTo>
                  <a:lnTo>
                    <a:pt x="4309926" y="1281411"/>
                  </a:lnTo>
                  <a:lnTo>
                    <a:pt x="4392809" y="1288813"/>
                  </a:lnTo>
                  <a:lnTo>
                    <a:pt x="4475692" y="1295586"/>
                  </a:lnTo>
                  <a:lnTo>
                    <a:pt x="4558576" y="1301669"/>
                  </a:lnTo>
                  <a:lnTo>
                    <a:pt x="4641459" y="1306960"/>
                  </a:lnTo>
                  <a:lnTo>
                    <a:pt x="4724342" y="1311326"/>
                  </a:lnTo>
                  <a:lnTo>
                    <a:pt x="4807225" y="1314617"/>
                  </a:lnTo>
                  <a:lnTo>
                    <a:pt x="4890108" y="1316676"/>
                  </a:lnTo>
                  <a:lnTo>
                    <a:pt x="4972992" y="1317352"/>
                  </a:lnTo>
                  <a:lnTo>
                    <a:pt x="5055875" y="1316506"/>
                  </a:lnTo>
                  <a:lnTo>
                    <a:pt x="5138758" y="1314026"/>
                  </a:lnTo>
                  <a:lnTo>
                    <a:pt x="5221641" y="1309824"/>
                  </a:lnTo>
                  <a:lnTo>
                    <a:pt x="5304524" y="1303838"/>
                  </a:lnTo>
                  <a:lnTo>
                    <a:pt x="5387408" y="1296033"/>
                  </a:lnTo>
                  <a:lnTo>
                    <a:pt x="5470291" y="1286391"/>
                  </a:lnTo>
                  <a:lnTo>
                    <a:pt x="5553174" y="1274914"/>
                  </a:lnTo>
                  <a:lnTo>
                    <a:pt x="5636057" y="1261611"/>
                  </a:lnTo>
                  <a:lnTo>
                    <a:pt x="5718940" y="1246502"/>
                  </a:lnTo>
                  <a:lnTo>
                    <a:pt x="5801824" y="1229610"/>
                  </a:lnTo>
                  <a:lnTo>
                    <a:pt x="5884707" y="1210960"/>
                  </a:lnTo>
                  <a:lnTo>
                    <a:pt x="5967590" y="1190578"/>
                  </a:lnTo>
                  <a:lnTo>
                    <a:pt x="6015395" y="1177839"/>
                  </a:lnTo>
                  <a:lnTo>
                    <a:pt x="6015395" y="1716379"/>
                  </a:lnTo>
                  <a:lnTo>
                    <a:pt x="5457791" y="1716379"/>
                  </a:lnTo>
                  <a:lnTo>
                    <a:pt x="5387408" y="1697848"/>
                  </a:lnTo>
                  <a:lnTo>
                    <a:pt x="5304524" y="1677289"/>
                  </a:lnTo>
                  <a:lnTo>
                    <a:pt x="5221641" y="1657979"/>
                  </a:lnTo>
                  <a:lnTo>
                    <a:pt x="5138758" y="1639881"/>
                  </a:lnTo>
                  <a:lnTo>
                    <a:pt x="5055875" y="1622935"/>
                  </a:lnTo>
                  <a:lnTo>
                    <a:pt x="4972992" y="1607055"/>
                  </a:lnTo>
                  <a:lnTo>
                    <a:pt x="4890108" y="1592126"/>
                  </a:lnTo>
                  <a:lnTo>
                    <a:pt x="4807225" y="1578014"/>
                  </a:lnTo>
                  <a:lnTo>
                    <a:pt x="4724342" y="1564566"/>
                  </a:lnTo>
                  <a:lnTo>
                    <a:pt x="4641459" y="1551628"/>
                  </a:lnTo>
                  <a:lnTo>
                    <a:pt x="4558576" y="1539048"/>
                  </a:lnTo>
                  <a:lnTo>
                    <a:pt x="4475692" y="1526696"/>
                  </a:lnTo>
                  <a:lnTo>
                    <a:pt x="4392809" y="1514470"/>
                  </a:lnTo>
                  <a:lnTo>
                    <a:pt x="4309926" y="1502309"/>
                  </a:lnTo>
                  <a:lnTo>
                    <a:pt x="4227043" y="1490389"/>
                  </a:lnTo>
                  <a:lnTo>
                    <a:pt x="4144160" y="1478953"/>
                  </a:lnTo>
                  <a:lnTo>
                    <a:pt x="4061276" y="1467973"/>
                  </a:lnTo>
                  <a:lnTo>
                    <a:pt x="3978393" y="1457377"/>
                  </a:lnTo>
                  <a:lnTo>
                    <a:pt x="3895510" y="1446974"/>
                  </a:lnTo>
                  <a:lnTo>
                    <a:pt x="3812627" y="1436403"/>
                  </a:lnTo>
                  <a:lnTo>
                    <a:pt x="3729744" y="1425131"/>
                  </a:lnTo>
                  <a:lnTo>
                    <a:pt x="3646860" y="1413220"/>
                  </a:lnTo>
                  <a:lnTo>
                    <a:pt x="3563977" y="1401837"/>
                  </a:lnTo>
                  <a:lnTo>
                    <a:pt x="3481094" y="1391031"/>
                  </a:lnTo>
                  <a:lnTo>
                    <a:pt x="3398211" y="1380051"/>
                  </a:lnTo>
                  <a:lnTo>
                    <a:pt x="3315328" y="1367095"/>
                  </a:lnTo>
                  <a:lnTo>
                    <a:pt x="3232444" y="1348759"/>
                  </a:lnTo>
                  <a:lnTo>
                    <a:pt x="3149561" y="1326432"/>
                  </a:lnTo>
                  <a:lnTo>
                    <a:pt x="3066678" y="1304819"/>
                  </a:lnTo>
                  <a:lnTo>
                    <a:pt x="2983795" y="1286272"/>
                  </a:lnTo>
                  <a:lnTo>
                    <a:pt x="2900912" y="1267504"/>
                  </a:lnTo>
                  <a:lnTo>
                    <a:pt x="2818028" y="1247535"/>
                  </a:lnTo>
                  <a:lnTo>
                    <a:pt x="2735145" y="1228952"/>
                  </a:lnTo>
                  <a:lnTo>
                    <a:pt x="2652262" y="1212479"/>
                  </a:lnTo>
                  <a:lnTo>
                    <a:pt x="2569379" y="1198561"/>
                  </a:lnTo>
                  <a:lnTo>
                    <a:pt x="2486496" y="1187929"/>
                  </a:lnTo>
                  <a:lnTo>
                    <a:pt x="2403612" y="1178368"/>
                  </a:lnTo>
                  <a:lnTo>
                    <a:pt x="2320729" y="1166336"/>
                  </a:lnTo>
                  <a:lnTo>
                    <a:pt x="2237846" y="1148483"/>
                  </a:lnTo>
                  <a:lnTo>
                    <a:pt x="2154963" y="1128419"/>
                  </a:lnTo>
                  <a:lnTo>
                    <a:pt x="2072080" y="1107499"/>
                  </a:lnTo>
                  <a:lnTo>
                    <a:pt x="1989196" y="1086236"/>
                  </a:lnTo>
                  <a:lnTo>
                    <a:pt x="1906313" y="1065066"/>
                  </a:lnTo>
                  <a:lnTo>
                    <a:pt x="1823430" y="1044389"/>
                  </a:lnTo>
                  <a:lnTo>
                    <a:pt x="1740547" y="1024628"/>
                  </a:lnTo>
                  <a:lnTo>
                    <a:pt x="1657664" y="1006237"/>
                  </a:lnTo>
                  <a:lnTo>
                    <a:pt x="1574780" y="989467"/>
                  </a:lnTo>
                  <a:lnTo>
                    <a:pt x="1491897" y="974527"/>
                  </a:lnTo>
                  <a:lnTo>
                    <a:pt x="1409014" y="961613"/>
                  </a:lnTo>
                  <a:lnTo>
                    <a:pt x="1326131" y="950882"/>
                  </a:lnTo>
                  <a:lnTo>
                    <a:pt x="1243248" y="942442"/>
                  </a:lnTo>
                  <a:lnTo>
                    <a:pt x="1160364" y="936344"/>
                  </a:lnTo>
                  <a:lnTo>
                    <a:pt x="1077481" y="932592"/>
                  </a:lnTo>
                  <a:lnTo>
                    <a:pt x="994598" y="931152"/>
                  </a:lnTo>
                  <a:lnTo>
                    <a:pt x="911715" y="931966"/>
                  </a:lnTo>
                  <a:lnTo>
                    <a:pt x="828832" y="934960"/>
                  </a:lnTo>
                  <a:lnTo>
                    <a:pt x="745948" y="940053"/>
                  </a:lnTo>
                  <a:lnTo>
                    <a:pt x="663065" y="947162"/>
                  </a:lnTo>
                  <a:lnTo>
                    <a:pt x="580182" y="956205"/>
                  </a:lnTo>
                  <a:lnTo>
                    <a:pt x="497299" y="967103"/>
                  </a:lnTo>
                  <a:lnTo>
                    <a:pt x="414416" y="979779"/>
                  </a:lnTo>
                  <a:lnTo>
                    <a:pt x="331532" y="994162"/>
                  </a:lnTo>
                  <a:lnTo>
                    <a:pt x="248649" y="1010181"/>
                  </a:lnTo>
                  <a:lnTo>
                    <a:pt x="165766" y="1027772"/>
                  </a:lnTo>
                  <a:lnTo>
                    <a:pt x="82883" y="1046871"/>
                  </a:lnTo>
                  <a:lnTo>
                    <a:pt x="0" y="10674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3662080"/>
              <a:ext cx="6015395" cy="1317352"/>
            </a:xfrm>
            <a:custGeom>
              <a:avLst/>
              <a:pathLst>
                <a:path w="6015395" h="1317352">
                  <a:moveTo>
                    <a:pt x="0" y="0"/>
                  </a:moveTo>
                  <a:lnTo>
                    <a:pt x="82883" y="54915"/>
                  </a:lnTo>
                  <a:lnTo>
                    <a:pt x="165766" y="108177"/>
                  </a:lnTo>
                  <a:lnTo>
                    <a:pt x="248649" y="159797"/>
                  </a:lnTo>
                  <a:lnTo>
                    <a:pt x="331532" y="209779"/>
                  </a:lnTo>
                  <a:lnTo>
                    <a:pt x="414416" y="258129"/>
                  </a:lnTo>
                  <a:lnTo>
                    <a:pt x="497299" y="304846"/>
                  </a:lnTo>
                  <a:lnTo>
                    <a:pt x="580182" y="349928"/>
                  </a:lnTo>
                  <a:lnTo>
                    <a:pt x="663065" y="393369"/>
                  </a:lnTo>
                  <a:lnTo>
                    <a:pt x="745948" y="435159"/>
                  </a:lnTo>
                  <a:lnTo>
                    <a:pt x="828832" y="475286"/>
                  </a:lnTo>
                  <a:lnTo>
                    <a:pt x="911715" y="513736"/>
                  </a:lnTo>
                  <a:lnTo>
                    <a:pt x="994598" y="550499"/>
                  </a:lnTo>
                  <a:lnTo>
                    <a:pt x="1077481" y="585570"/>
                  </a:lnTo>
                  <a:lnTo>
                    <a:pt x="1160364" y="618961"/>
                  </a:lnTo>
                  <a:lnTo>
                    <a:pt x="1243248" y="650708"/>
                  </a:lnTo>
                  <a:lnTo>
                    <a:pt x="1326131" y="680884"/>
                  </a:lnTo>
                  <a:lnTo>
                    <a:pt x="1409014" y="709611"/>
                  </a:lnTo>
                  <a:lnTo>
                    <a:pt x="1491897" y="737066"/>
                  </a:lnTo>
                  <a:lnTo>
                    <a:pt x="1574780" y="763475"/>
                  </a:lnTo>
                  <a:lnTo>
                    <a:pt x="1657664" y="789104"/>
                  </a:lnTo>
                  <a:lnTo>
                    <a:pt x="1740547" y="814233"/>
                  </a:lnTo>
                  <a:lnTo>
                    <a:pt x="1823430" y="839233"/>
                  </a:lnTo>
                  <a:lnTo>
                    <a:pt x="1906313" y="864297"/>
                  </a:lnTo>
                  <a:lnTo>
                    <a:pt x="1989196" y="889031"/>
                  </a:lnTo>
                  <a:lnTo>
                    <a:pt x="2072080" y="913004"/>
                  </a:lnTo>
                  <a:lnTo>
                    <a:pt x="2154963" y="935824"/>
                  </a:lnTo>
                  <a:lnTo>
                    <a:pt x="2237846" y="957173"/>
                  </a:lnTo>
                  <a:lnTo>
                    <a:pt x="2320729" y="976318"/>
                  </a:lnTo>
                  <a:lnTo>
                    <a:pt x="2403612" y="990645"/>
                  </a:lnTo>
                  <a:lnTo>
                    <a:pt x="2486496" y="1001464"/>
                  </a:lnTo>
                  <a:lnTo>
                    <a:pt x="2569379" y="1011649"/>
                  </a:lnTo>
                  <a:lnTo>
                    <a:pt x="2652262" y="1025277"/>
                  </a:lnTo>
                  <a:lnTo>
                    <a:pt x="2735145" y="1043575"/>
                  </a:lnTo>
                  <a:lnTo>
                    <a:pt x="2818028" y="1063243"/>
                  </a:lnTo>
                  <a:lnTo>
                    <a:pt x="2900912" y="1081954"/>
                  </a:lnTo>
                  <a:lnTo>
                    <a:pt x="2983795" y="1099243"/>
                  </a:lnTo>
                  <a:lnTo>
                    <a:pt x="3066678" y="1118538"/>
                  </a:lnTo>
                  <a:lnTo>
                    <a:pt x="3149561" y="1139965"/>
                  </a:lnTo>
                  <a:lnTo>
                    <a:pt x="3232444" y="1159549"/>
                  </a:lnTo>
                  <a:lnTo>
                    <a:pt x="3315328" y="1175682"/>
                  </a:lnTo>
                  <a:lnTo>
                    <a:pt x="3398211" y="1188754"/>
                  </a:lnTo>
                  <a:lnTo>
                    <a:pt x="3481094" y="1199245"/>
                  </a:lnTo>
                  <a:lnTo>
                    <a:pt x="3563977" y="1207697"/>
                  </a:lnTo>
                  <a:lnTo>
                    <a:pt x="3646860" y="1215704"/>
                  </a:lnTo>
                  <a:lnTo>
                    <a:pt x="3729744" y="1225545"/>
                  </a:lnTo>
                  <a:lnTo>
                    <a:pt x="3812627" y="1235797"/>
                  </a:lnTo>
                  <a:lnTo>
                    <a:pt x="3895510" y="1244962"/>
                  </a:lnTo>
                  <a:lnTo>
                    <a:pt x="3978393" y="1253079"/>
                  </a:lnTo>
                  <a:lnTo>
                    <a:pt x="4061276" y="1260354"/>
                  </a:lnTo>
                  <a:lnTo>
                    <a:pt x="4144160" y="1267163"/>
                  </a:lnTo>
                  <a:lnTo>
                    <a:pt x="4227043" y="1274006"/>
                  </a:lnTo>
                  <a:lnTo>
                    <a:pt x="4309926" y="1281411"/>
                  </a:lnTo>
                  <a:lnTo>
                    <a:pt x="4392809" y="1288813"/>
                  </a:lnTo>
                  <a:lnTo>
                    <a:pt x="4475692" y="1295586"/>
                  </a:lnTo>
                  <a:lnTo>
                    <a:pt x="4558576" y="1301669"/>
                  </a:lnTo>
                  <a:lnTo>
                    <a:pt x="4641459" y="1306960"/>
                  </a:lnTo>
                  <a:lnTo>
                    <a:pt x="4724342" y="1311326"/>
                  </a:lnTo>
                  <a:lnTo>
                    <a:pt x="4807225" y="1314617"/>
                  </a:lnTo>
                  <a:lnTo>
                    <a:pt x="4890108" y="1316676"/>
                  </a:lnTo>
                  <a:lnTo>
                    <a:pt x="4972992" y="1317352"/>
                  </a:lnTo>
                  <a:lnTo>
                    <a:pt x="5055875" y="1316506"/>
                  </a:lnTo>
                  <a:lnTo>
                    <a:pt x="5138758" y="1314026"/>
                  </a:lnTo>
                  <a:lnTo>
                    <a:pt x="5221641" y="1309824"/>
                  </a:lnTo>
                  <a:lnTo>
                    <a:pt x="5304524" y="1303838"/>
                  </a:lnTo>
                  <a:lnTo>
                    <a:pt x="5387408" y="1296033"/>
                  </a:lnTo>
                  <a:lnTo>
                    <a:pt x="5470291" y="1286391"/>
                  </a:lnTo>
                  <a:lnTo>
                    <a:pt x="5553174" y="1274914"/>
                  </a:lnTo>
                  <a:lnTo>
                    <a:pt x="5636057" y="1261611"/>
                  </a:lnTo>
                  <a:lnTo>
                    <a:pt x="5718940" y="1246502"/>
                  </a:lnTo>
                  <a:lnTo>
                    <a:pt x="5801824" y="1229610"/>
                  </a:lnTo>
                  <a:lnTo>
                    <a:pt x="5884707" y="1210960"/>
                  </a:lnTo>
                  <a:lnTo>
                    <a:pt x="5967590" y="1190578"/>
                  </a:lnTo>
                  <a:lnTo>
                    <a:pt x="6015395" y="11778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72465" y="4593232"/>
              <a:ext cx="5457791" cy="785227"/>
            </a:xfrm>
            <a:custGeom>
              <a:avLst/>
              <a:pathLst>
                <a:path w="5457791" h="785227">
                  <a:moveTo>
                    <a:pt x="5457791" y="785227"/>
                  </a:moveTo>
                  <a:lnTo>
                    <a:pt x="5387408" y="766695"/>
                  </a:lnTo>
                  <a:lnTo>
                    <a:pt x="5304524" y="746137"/>
                  </a:lnTo>
                  <a:lnTo>
                    <a:pt x="5221641" y="726826"/>
                  </a:lnTo>
                  <a:lnTo>
                    <a:pt x="5138758" y="708728"/>
                  </a:lnTo>
                  <a:lnTo>
                    <a:pt x="5055875" y="691783"/>
                  </a:lnTo>
                  <a:lnTo>
                    <a:pt x="4972992" y="675902"/>
                  </a:lnTo>
                  <a:lnTo>
                    <a:pt x="4890108" y="660974"/>
                  </a:lnTo>
                  <a:lnTo>
                    <a:pt x="4807225" y="646861"/>
                  </a:lnTo>
                  <a:lnTo>
                    <a:pt x="4724342" y="633414"/>
                  </a:lnTo>
                  <a:lnTo>
                    <a:pt x="4641459" y="620475"/>
                  </a:lnTo>
                  <a:lnTo>
                    <a:pt x="4558576" y="607895"/>
                  </a:lnTo>
                  <a:lnTo>
                    <a:pt x="4475692" y="595543"/>
                  </a:lnTo>
                  <a:lnTo>
                    <a:pt x="4392809" y="583317"/>
                  </a:lnTo>
                  <a:lnTo>
                    <a:pt x="4309926" y="571156"/>
                  </a:lnTo>
                  <a:lnTo>
                    <a:pt x="4227043" y="559237"/>
                  </a:lnTo>
                  <a:lnTo>
                    <a:pt x="4144160" y="547801"/>
                  </a:lnTo>
                  <a:lnTo>
                    <a:pt x="4061276" y="536820"/>
                  </a:lnTo>
                  <a:lnTo>
                    <a:pt x="3978393" y="526224"/>
                  </a:lnTo>
                  <a:lnTo>
                    <a:pt x="3895510" y="515822"/>
                  </a:lnTo>
                  <a:lnTo>
                    <a:pt x="3812627" y="505250"/>
                  </a:lnTo>
                  <a:lnTo>
                    <a:pt x="3729744" y="493979"/>
                  </a:lnTo>
                  <a:lnTo>
                    <a:pt x="3646860" y="482068"/>
                  </a:lnTo>
                  <a:lnTo>
                    <a:pt x="3563977" y="470685"/>
                  </a:lnTo>
                  <a:lnTo>
                    <a:pt x="3481094" y="459878"/>
                  </a:lnTo>
                  <a:lnTo>
                    <a:pt x="3398211" y="448898"/>
                  </a:lnTo>
                  <a:lnTo>
                    <a:pt x="3315328" y="435942"/>
                  </a:lnTo>
                  <a:lnTo>
                    <a:pt x="3232444" y="417607"/>
                  </a:lnTo>
                  <a:lnTo>
                    <a:pt x="3149561" y="395279"/>
                  </a:lnTo>
                  <a:lnTo>
                    <a:pt x="3066678" y="373666"/>
                  </a:lnTo>
                  <a:lnTo>
                    <a:pt x="2983795" y="355119"/>
                  </a:lnTo>
                  <a:lnTo>
                    <a:pt x="2900912" y="336351"/>
                  </a:lnTo>
                  <a:lnTo>
                    <a:pt x="2818028" y="316383"/>
                  </a:lnTo>
                  <a:lnTo>
                    <a:pt x="2735145" y="297799"/>
                  </a:lnTo>
                  <a:lnTo>
                    <a:pt x="2652262" y="281327"/>
                  </a:lnTo>
                  <a:lnTo>
                    <a:pt x="2569379" y="267409"/>
                  </a:lnTo>
                  <a:lnTo>
                    <a:pt x="2486496" y="256777"/>
                  </a:lnTo>
                  <a:lnTo>
                    <a:pt x="2403612" y="247216"/>
                  </a:lnTo>
                  <a:lnTo>
                    <a:pt x="2320729" y="235184"/>
                  </a:lnTo>
                  <a:lnTo>
                    <a:pt x="2237846" y="217330"/>
                  </a:lnTo>
                  <a:lnTo>
                    <a:pt x="2154963" y="197266"/>
                  </a:lnTo>
                  <a:lnTo>
                    <a:pt x="2072080" y="176347"/>
                  </a:lnTo>
                  <a:lnTo>
                    <a:pt x="1989196" y="155083"/>
                  </a:lnTo>
                  <a:lnTo>
                    <a:pt x="1906313" y="133914"/>
                  </a:lnTo>
                  <a:lnTo>
                    <a:pt x="1823430" y="113237"/>
                  </a:lnTo>
                  <a:lnTo>
                    <a:pt x="1740547" y="93476"/>
                  </a:lnTo>
                  <a:lnTo>
                    <a:pt x="1657664" y="75085"/>
                  </a:lnTo>
                  <a:lnTo>
                    <a:pt x="1574780" y="58314"/>
                  </a:lnTo>
                  <a:lnTo>
                    <a:pt x="1491897" y="43374"/>
                  </a:lnTo>
                  <a:lnTo>
                    <a:pt x="1409014" y="30460"/>
                  </a:lnTo>
                  <a:lnTo>
                    <a:pt x="1326131" y="19730"/>
                  </a:lnTo>
                  <a:lnTo>
                    <a:pt x="1243248" y="11290"/>
                  </a:lnTo>
                  <a:lnTo>
                    <a:pt x="1160364" y="5192"/>
                  </a:lnTo>
                  <a:lnTo>
                    <a:pt x="1077481" y="1439"/>
                  </a:lnTo>
                  <a:lnTo>
                    <a:pt x="994598" y="0"/>
                  </a:lnTo>
                  <a:lnTo>
                    <a:pt x="911715" y="813"/>
                  </a:lnTo>
                  <a:lnTo>
                    <a:pt x="828832" y="3807"/>
                  </a:lnTo>
                  <a:lnTo>
                    <a:pt x="745948" y="8900"/>
                  </a:lnTo>
                  <a:lnTo>
                    <a:pt x="663065" y="16009"/>
                  </a:lnTo>
                  <a:lnTo>
                    <a:pt x="580182" y="25052"/>
                  </a:lnTo>
                  <a:lnTo>
                    <a:pt x="497299" y="35950"/>
                  </a:lnTo>
                  <a:lnTo>
                    <a:pt x="414416" y="48627"/>
                  </a:lnTo>
                  <a:lnTo>
                    <a:pt x="331532" y="63009"/>
                  </a:lnTo>
                  <a:lnTo>
                    <a:pt x="248649" y="79029"/>
                  </a:lnTo>
                  <a:lnTo>
                    <a:pt x="165766" y="96620"/>
                  </a:lnTo>
                  <a:lnTo>
                    <a:pt x="82883" y="115718"/>
                  </a:lnTo>
                  <a:lnTo>
                    <a:pt x="0" y="1362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195788"/>
              <a:ext cx="6015395" cy="1002185"/>
            </a:xfrm>
            <a:custGeom>
              <a:avLst/>
              <a:pathLst>
                <a:path w="6015395" h="1002185">
                  <a:moveTo>
                    <a:pt x="0" y="0"/>
                  </a:moveTo>
                  <a:lnTo>
                    <a:pt x="82883" y="17184"/>
                  </a:lnTo>
                  <a:lnTo>
                    <a:pt x="165766" y="34266"/>
                  </a:lnTo>
                  <a:lnTo>
                    <a:pt x="248649" y="51280"/>
                  </a:lnTo>
                  <a:lnTo>
                    <a:pt x="331532" y="68262"/>
                  </a:lnTo>
                  <a:lnTo>
                    <a:pt x="414416" y="85245"/>
                  </a:lnTo>
                  <a:lnTo>
                    <a:pt x="497299" y="102266"/>
                  </a:lnTo>
                  <a:lnTo>
                    <a:pt x="580182" y="119358"/>
                  </a:lnTo>
                  <a:lnTo>
                    <a:pt x="663065" y="136557"/>
                  </a:lnTo>
                  <a:lnTo>
                    <a:pt x="745948" y="153897"/>
                  </a:lnTo>
                  <a:lnTo>
                    <a:pt x="828832" y="171414"/>
                  </a:lnTo>
                  <a:lnTo>
                    <a:pt x="911715" y="189142"/>
                  </a:lnTo>
                  <a:lnTo>
                    <a:pt x="994598" y="207117"/>
                  </a:lnTo>
                  <a:lnTo>
                    <a:pt x="1077481" y="225372"/>
                  </a:lnTo>
                  <a:lnTo>
                    <a:pt x="1160364" y="243944"/>
                  </a:lnTo>
                  <a:lnTo>
                    <a:pt x="1243248" y="262866"/>
                  </a:lnTo>
                  <a:lnTo>
                    <a:pt x="1326131" y="282175"/>
                  </a:lnTo>
                  <a:lnTo>
                    <a:pt x="1409014" y="301903"/>
                  </a:lnTo>
                  <a:lnTo>
                    <a:pt x="1491897" y="322088"/>
                  </a:lnTo>
                  <a:lnTo>
                    <a:pt x="1574780" y="342762"/>
                  </a:lnTo>
                  <a:lnTo>
                    <a:pt x="1657664" y="363962"/>
                  </a:lnTo>
                  <a:lnTo>
                    <a:pt x="1740547" y="385722"/>
                  </a:lnTo>
                  <a:lnTo>
                    <a:pt x="1823430" y="408103"/>
                  </a:lnTo>
                  <a:lnTo>
                    <a:pt x="1906313" y="430973"/>
                  </a:lnTo>
                  <a:lnTo>
                    <a:pt x="1989196" y="453925"/>
                  </a:lnTo>
                  <a:lnTo>
                    <a:pt x="2072080" y="476543"/>
                  </a:lnTo>
                  <a:lnTo>
                    <a:pt x="2154963" y="498413"/>
                  </a:lnTo>
                  <a:lnTo>
                    <a:pt x="2237846" y="519119"/>
                  </a:lnTo>
                  <a:lnTo>
                    <a:pt x="2320729" y="537619"/>
                  </a:lnTo>
                  <a:lnTo>
                    <a:pt x="2403612" y="550798"/>
                  </a:lnTo>
                  <a:lnTo>
                    <a:pt x="2486496" y="560988"/>
                  </a:lnTo>
                  <a:lnTo>
                    <a:pt x="2569379" y="571396"/>
                  </a:lnTo>
                  <a:lnTo>
                    <a:pt x="2652262" y="585169"/>
                  </a:lnTo>
                  <a:lnTo>
                    <a:pt x="2735145" y="602555"/>
                  </a:lnTo>
                  <a:lnTo>
                    <a:pt x="2818028" y="621681"/>
                  </a:lnTo>
                  <a:lnTo>
                    <a:pt x="2900912" y="641021"/>
                  </a:lnTo>
                  <a:lnTo>
                    <a:pt x="2983795" y="659049"/>
                  </a:lnTo>
                  <a:lnTo>
                    <a:pt x="3066678" y="677970"/>
                  </a:lnTo>
                  <a:lnTo>
                    <a:pt x="3149561" y="699490"/>
                  </a:lnTo>
                  <a:lnTo>
                    <a:pt x="3232444" y="720446"/>
                  </a:lnTo>
                  <a:lnTo>
                    <a:pt x="3315328" y="737680"/>
                  </a:lnTo>
                  <a:lnTo>
                    <a:pt x="3398211" y="750694"/>
                  </a:lnTo>
                  <a:lnTo>
                    <a:pt x="3481094" y="761429"/>
                  </a:lnTo>
                  <a:lnTo>
                    <a:pt x="3563977" y="771058"/>
                  </a:lnTo>
                  <a:lnTo>
                    <a:pt x="3646860" y="780754"/>
                  </a:lnTo>
                  <a:lnTo>
                    <a:pt x="3729744" y="791630"/>
                  </a:lnTo>
                  <a:lnTo>
                    <a:pt x="3812627" y="802391"/>
                  </a:lnTo>
                  <a:lnTo>
                    <a:pt x="3895510" y="812259"/>
                  </a:lnTo>
                  <a:lnTo>
                    <a:pt x="3978393" y="821519"/>
                  </a:lnTo>
                  <a:lnTo>
                    <a:pt x="4061276" y="830455"/>
                  </a:lnTo>
                  <a:lnTo>
                    <a:pt x="4144160" y="839350"/>
                  </a:lnTo>
                  <a:lnTo>
                    <a:pt x="4227043" y="848489"/>
                  </a:lnTo>
                  <a:lnTo>
                    <a:pt x="4309926" y="858152"/>
                  </a:lnTo>
                  <a:lnTo>
                    <a:pt x="4392809" y="867933"/>
                  </a:lnTo>
                  <a:lnTo>
                    <a:pt x="4475692" y="877432"/>
                  </a:lnTo>
                  <a:lnTo>
                    <a:pt x="4558576" y="886650"/>
                  </a:lnTo>
                  <a:lnTo>
                    <a:pt x="4641459" y="895585"/>
                  </a:lnTo>
                  <a:lnTo>
                    <a:pt x="4724342" y="904238"/>
                  </a:lnTo>
                  <a:lnTo>
                    <a:pt x="4807225" y="912607"/>
                  </a:lnTo>
                  <a:lnTo>
                    <a:pt x="4890108" y="920693"/>
                  </a:lnTo>
                  <a:lnTo>
                    <a:pt x="4972992" y="928494"/>
                  </a:lnTo>
                  <a:lnTo>
                    <a:pt x="5055875" y="936012"/>
                  </a:lnTo>
                  <a:lnTo>
                    <a:pt x="5138758" y="943245"/>
                  </a:lnTo>
                  <a:lnTo>
                    <a:pt x="5221641" y="950193"/>
                  </a:lnTo>
                  <a:lnTo>
                    <a:pt x="5304524" y="956855"/>
                  </a:lnTo>
                  <a:lnTo>
                    <a:pt x="5387408" y="963232"/>
                  </a:lnTo>
                  <a:lnTo>
                    <a:pt x="5470291" y="969322"/>
                  </a:lnTo>
                  <a:lnTo>
                    <a:pt x="5553174" y="975126"/>
                  </a:lnTo>
                  <a:lnTo>
                    <a:pt x="5636057" y="980643"/>
                  </a:lnTo>
                  <a:lnTo>
                    <a:pt x="5718940" y="985873"/>
                  </a:lnTo>
                  <a:lnTo>
                    <a:pt x="5801824" y="990815"/>
                  </a:lnTo>
                  <a:lnTo>
                    <a:pt x="5884707" y="995468"/>
                  </a:lnTo>
                  <a:lnTo>
                    <a:pt x="5967590" y="999834"/>
                  </a:lnTo>
                  <a:lnTo>
                    <a:pt x="6015395" y="100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3871397"/>
              <a:ext cx="6015395" cy="1507062"/>
            </a:xfrm>
            <a:custGeom>
              <a:avLst/>
              <a:pathLst>
                <a:path w="6015395" h="1507062">
                  <a:moveTo>
                    <a:pt x="0" y="0"/>
                  </a:moveTo>
                  <a:lnTo>
                    <a:pt x="82883" y="47024"/>
                  </a:lnTo>
                  <a:lnTo>
                    <a:pt x="165766" y="92688"/>
                  </a:lnTo>
                  <a:lnTo>
                    <a:pt x="248649" y="136999"/>
                  </a:lnTo>
                  <a:lnTo>
                    <a:pt x="331532" y="179962"/>
                  </a:lnTo>
                  <a:lnTo>
                    <a:pt x="414416" y="221582"/>
                  </a:lnTo>
                  <a:lnTo>
                    <a:pt x="497299" y="261857"/>
                  </a:lnTo>
                  <a:lnTo>
                    <a:pt x="580182" y="300784"/>
                  </a:lnTo>
                  <a:lnTo>
                    <a:pt x="663065" y="338358"/>
                  </a:lnTo>
                  <a:lnTo>
                    <a:pt x="745948" y="374568"/>
                  </a:lnTo>
                  <a:lnTo>
                    <a:pt x="828832" y="409404"/>
                  </a:lnTo>
                  <a:lnTo>
                    <a:pt x="911715" y="442852"/>
                  </a:lnTo>
                  <a:lnTo>
                    <a:pt x="994598" y="474901"/>
                  </a:lnTo>
                  <a:lnTo>
                    <a:pt x="1077481" y="505548"/>
                  </a:lnTo>
                  <a:lnTo>
                    <a:pt x="1160364" y="534801"/>
                  </a:lnTo>
                  <a:lnTo>
                    <a:pt x="1243248" y="562694"/>
                  </a:lnTo>
                  <a:lnTo>
                    <a:pt x="1326131" y="589293"/>
                  </a:lnTo>
                  <a:lnTo>
                    <a:pt x="1409014" y="614707"/>
                  </a:lnTo>
                  <a:lnTo>
                    <a:pt x="1491897" y="639097"/>
                  </a:lnTo>
                  <a:lnTo>
                    <a:pt x="1574780" y="662667"/>
                  </a:lnTo>
                  <a:lnTo>
                    <a:pt x="1657664" y="685660"/>
                  </a:lnTo>
                  <a:lnTo>
                    <a:pt x="1740547" y="708328"/>
                  </a:lnTo>
                  <a:lnTo>
                    <a:pt x="1823430" y="731066"/>
                  </a:lnTo>
                  <a:lnTo>
                    <a:pt x="1906313" y="754151"/>
                  </a:lnTo>
                  <a:lnTo>
                    <a:pt x="1989196" y="777161"/>
                  </a:lnTo>
                  <a:lnTo>
                    <a:pt x="2072080" y="799635"/>
                  </a:lnTo>
                  <a:lnTo>
                    <a:pt x="2154963" y="821144"/>
                  </a:lnTo>
                  <a:lnTo>
                    <a:pt x="2237846" y="841328"/>
                  </a:lnTo>
                  <a:lnTo>
                    <a:pt x="2320729" y="859689"/>
                  </a:lnTo>
                  <a:lnTo>
                    <a:pt x="2403612" y="874984"/>
                  </a:lnTo>
                  <a:lnTo>
                    <a:pt x="2486496" y="887750"/>
                  </a:lnTo>
                  <a:lnTo>
                    <a:pt x="2569379" y="899631"/>
                  </a:lnTo>
                  <a:lnTo>
                    <a:pt x="2652262" y="913402"/>
                  </a:lnTo>
                  <a:lnTo>
                    <a:pt x="2735145" y="930521"/>
                  </a:lnTo>
                  <a:lnTo>
                    <a:pt x="2818028" y="948461"/>
                  </a:lnTo>
                  <a:lnTo>
                    <a:pt x="2900912" y="965211"/>
                  </a:lnTo>
                  <a:lnTo>
                    <a:pt x="2983795" y="980449"/>
                  </a:lnTo>
                  <a:lnTo>
                    <a:pt x="3066678" y="996748"/>
                  </a:lnTo>
                  <a:lnTo>
                    <a:pt x="3149561" y="1014016"/>
                  </a:lnTo>
                  <a:lnTo>
                    <a:pt x="3232444" y="1029418"/>
                  </a:lnTo>
                  <a:lnTo>
                    <a:pt x="3315328" y="1042263"/>
                  </a:lnTo>
                  <a:lnTo>
                    <a:pt x="3398211" y="1052385"/>
                  </a:lnTo>
                  <a:lnTo>
                    <a:pt x="3481094" y="1059712"/>
                  </a:lnTo>
                  <a:lnTo>
                    <a:pt x="3563977" y="1065095"/>
                  </a:lnTo>
                  <a:lnTo>
                    <a:pt x="3646860" y="1070341"/>
                  </a:lnTo>
                  <a:lnTo>
                    <a:pt x="3729744" y="1077861"/>
                  </a:lnTo>
                  <a:lnTo>
                    <a:pt x="3812627" y="1085977"/>
                  </a:lnTo>
                  <a:lnTo>
                    <a:pt x="3895510" y="1093055"/>
                  </a:lnTo>
                  <a:lnTo>
                    <a:pt x="3978393" y="1099158"/>
                  </a:lnTo>
                  <a:lnTo>
                    <a:pt x="4061276" y="1104506"/>
                  </a:lnTo>
                  <a:lnTo>
                    <a:pt x="4144160" y="1109469"/>
                  </a:lnTo>
                  <a:lnTo>
                    <a:pt x="4227043" y="1114531"/>
                  </a:lnTo>
                  <a:lnTo>
                    <a:pt x="4309926" y="1120203"/>
                  </a:lnTo>
                  <a:lnTo>
                    <a:pt x="4392809" y="1125927"/>
                  </a:lnTo>
                  <a:lnTo>
                    <a:pt x="4475692" y="1131091"/>
                  </a:lnTo>
                  <a:lnTo>
                    <a:pt x="4558576" y="1135639"/>
                  </a:lnTo>
                  <a:lnTo>
                    <a:pt x="4641459" y="1139480"/>
                  </a:lnTo>
                  <a:lnTo>
                    <a:pt x="4724342" y="1142493"/>
                  </a:lnTo>
                  <a:lnTo>
                    <a:pt x="4807225" y="1144543"/>
                  </a:lnTo>
                  <a:lnTo>
                    <a:pt x="4890108" y="1145486"/>
                  </a:lnTo>
                  <a:lnTo>
                    <a:pt x="4972992" y="1145186"/>
                  </a:lnTo>
                  <a:lnTo>
                    <a:pt x="5055875" y="1143519"/>
                  </a:lnTo>
                  <a:lnTo>
                    <a:pt x="5138758" y="1140381"/>
                  </a:lnTo>
                  <a:lnTo>
                    <a:pt x="5221641" y="1135693"/>
                  </a:lnTo>
                  <a:lnTo>
                    <a:pt x="5304524" y="1129400"/>
                  </a:lnTo>
                  <a:lnTo>
                    <a:pt x="5387408" y="1121471"/>
                  </a:lnTo>
                  <a:lnTo>
                    <a:pt x="5470291" y="1111890"/>
                  </a:lnTo>
                  <a:lnTo>
                    <a:pt x="5553174" y="1100657"/>
                  </a:lnTo>
                  <a:lnTo>
                    <a:pt x="5636057" y="1087784"/>
                  </a:lnTo>
                  <a:lnTo>
                    <a:pt x="5718940" y="1073288"/>
                  </a:lnTo>
                  <a:lnTo>
                    <a:pt x="5801824" y="1057190"/>
                  </a:lnTo>
                  <a:lnTo>
                    <a:pt x="5884707" y="1039514"/>
                  </a:lnTo>
                  <a:lnTo>
                    <a:pt x="5967590" y="1020285"/>
                  </a:lnTo>
                  <a:lnTo>
                    <a:pt x="6015395" y="1008312"/>
                  </a:lnTo>
                  <a:lnTo>
                    <a:pt x="6015395" y="1507062"/>
                  </a:lnTo>
                  <a:lnTo>
                    <a:pt x="5475345" y="1507062"/>
                  </a:lnTo>
                  <a:lnTo>
                    <a:pt x="5470291" y="1505831"/>
                  </a:lnTo>
                  <a:lnTo>
                    <a:pt x="5387408" y="1486805"/>
                  </a:lnTo>
                  <a:lnTo>
                    <a:pt x="5304524" y="1468946"/>
                  </a:lnTo>
                  <a:lnTo>
                    <a:pt x="5221641" y="1452239"/>
                  </a:lnTo>
                  <a:lnTo>
                    <a:pt x="5138758" y="1436651"/>
                  </a:lnTo>
                  <a:lnTo>
                    <a:pt x="5055875" y="1422127"/>
                  </a:lnTo>
                  <a:lnTo>
                    <a:pt x="4972992" y="1408587"/>
                  </a:lnTo>
                  <a:lnTo>
                    <a:pt x="4890108" y="1395928"/>
                  </a:lnTo>
                  <a:lnTo>
                    <a:pt x="4807225" y="1384025"/>
                  </a:lnTo>
                  <a:lnTo>
                    <a:pt x="4724342" y="1372742"/>
                  </a:lnTo>
                  <a:lnTo>
                    <a:pt x="4641459" y="1361934"/>
                  </a:lnTo>
                  <a:lnTo>
                    <a:pt x="4558576" y="1351466"/>
                  </a:lnTo>
                  <a:lnTo>
                    <a:pt x="4475692" y="1341218"/>
                  </a:lnTo>
                  <a:lnTo>
                    <a:pt x="4392809" y="1331096"/>
                  </a:lnTo>
                  <a:lnTo>
                    <a:pt x="4309926" y="1321045"/>
                  </a:lnTo>
                  <a:lnTo>
                    <a:pt x="4227043" y="1311268"/>
                  </a:lnTo>
                  <a:lnTo>
                    <a:pt x="4144160" y="1302030"/>
                  </a:lnTo>
                  <a:lnTo>
                    <a:pt x="4061276" y="1293275"/>
                  </a:lnTo>
                  <a:lnTo>
                    <a:pt x="3978393" y="1284908"/>
                  </a:lnTo>
                  <a:lnTo>
                    <a:pt x="3895510" y="1276727"/>
                  </a:lnTo>
                  <a:lnTo>
                    <a:pt x="3812627" y="1268370"/>
                  </a:lnTo>
                  <a:lnTo>
                    <a:pt x="3729744" y="1259327"/>
                  </a:lnTo>
                  <a:lnTo>
                    <a:pt x="3646860" y="1249925"/>
                  </a:lnTo>
                  <a:lnTo>
                    <a:pt x="3563977" y="1241610"/>
                  </a:lnTo>
                  <a:lnTo>
                    <a:pt x="3481094" y="1234085"/>
                  </a:lnTo>
                  <a:lnTo>
                    <a:pt x="3398211" y="1226313"/>
                  </a:lnTo>
                  <a:lnTo>
                    <a:pt x="3315328" y="1216297"/>
                  </a:lnTo>
                  <a:lnTo>
                    <a:pt x="3232444" y="1201450"/>
                  </a:lnTo>
                  <a:lnTo>
                    <a:pt x="3149561" y="1183554"/>
                  </a:lnTo>
                  <a:lnTo>
                    <a:pt x="3066678" y="1166117"/>
                  </a:lnTo>
                  <a:lnTo>
                    <a:pt x="2983795" y="1150497"/>
                  </a:lnTo>
                  <a:lnTo>
                    <a:pt x="2900912" y="1133915"/>
                  </a:lnTo>
                  <a:lnTo>
                    <a:pt x="2818028" y="1116022"/>
                  </a:lnTo>
                  <a:lnTo>
                    <a:pt x="2735145" y="1099067"/>
                  </a:lnTo>
                  <a:lnTo>
                    <a:pt x="2652262" y="1083609"/>
                  </a:lnTo>
                  <a:lnTo>
                    <a:pt x="2569379" y="1069573"/>
                  </a:lnTo>
                  <a:lnTo>
                    <a:pt x="2486496" y="1057286"/>
                  </a:lnTo>
                  <a:lnTo>
                    <a:pt x="2403612" y="1045664"/>
                  </a:lnTo>
                  <a:lnTo>
                    <a:pt x="2320729" y="1032456"/>
                  </a:lnTo>
                  <a:lnTo>
                    <a:pt x="2237846" y="1015269"/>
                  </a:lnTo>
                  <a:lnTo>
                    <a:pt x="2154963" y="996253"/>
                  </a:lnTo>
                  <a:lnTo>
                    <a:pt x="2072080" y="976472"/>
                  </a:lnTo>
                  <a:lnTo>
                    <a:pt x="1989196" y="956462"/>
                  </a:lnTo>
                  <a:lnTo>
                    <a:pt x="1906313" y="936692"/>
                  </a:lnTo>
                  <a:lnTo>
                    <a:pt x="1823430" y="917596"/>
                  </a:lnTo>
                  <a:lnTo>
                    <a:pt x="1740547" y="899622"/>
                  </a:lnTo>
                  <a:lnTo>
                    <a:pt x="1657664" y="883080"/>
                  </a:lnTo>
                  <a:lnTo>
                    <a:pt x="1574780" y="868141"/>
                  </a:lnTo>
                  <a:lnTo>
                    <a:pt x="1491897" y="854998"/>
                  </a:lnTo>
                  <a:lnTo>
                    <a:pt x="1409014" y="843829"/>
                  </a:lnTo>
                  <a:lnTo>
                    <a:pt x="1326131" y="834778"/>
                  </a:lnTo>
                  <a:lnTo>
                    <a:pt x="1243248" y="827942"/>
                  </a:lnTo>
                  <a:lnTo>
                    <a:pt x="1160364" y="823369"/>
                  </a:lnTo>
                  <a:lnTo>
                    <a:pt x="1077481" y="821063"/>
                  </a:lnTo>
                  <a:lnTo>
                    <a:pt x="994598" y="820994"/>
                  </a:lnTo>
                  <a:lnTo>
                    <a:pt x="911715" y="823110"/>
                  </a:lnTo>
                  <a:lnTo>
                    <a:pt x="828832" y="827344"/>
                  </a:lnTo>
                  <a:lnTo>
                    <a:pt x="745948" y="833622"/>
                  </a:lnTo>
                  <a:lnTo>
                    <a:pt x="663065" y="841872"/>
                  </a:lnTo>
                  <a:lnTo>
                    <a:pt x="580182" y="852017"/>
                  </a:lnTo>
                  <a:lnTo>
                    <a:pt x="497299" y="863987"/>
                  </a:lnTo>
                  <a:lnTo>
                    <a:pt x="414416" y="877714"/>
                  </a:lnTo>
                  <a:lnTo>
                    <a:pt x="331532" y="893131"/>
                  </a:lnTo>
                  <a:lnTo>
                    <a:pt x="248649" y="910177"/>
                  </a:lnTo>
                  <a:lnTo>
                    <a:pt x="165766" y="928792"/>
                  </a:lnTo>
                  <a:lnTo>
                    <a:pt x="82883" y="948920"/>
                  </a:lnTo>
                  <a:lnTo>
                    <a:pt x="0" y="97050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3871397"/>
              <a:ext cx="6015395" cy="1145486"/>
            </a:xfrm>
            <a:custGeom>
              <a:avLst/>
              <a:pathLst>
                <a:path w="6015395" h="1145486">
                  <a:moveTo>
                    <a:pt x="0" y="0"/>
                  </a:moveTo>
                  <a:lnTo>
                    <a:pt x="82883" y="47024"/>
                  </a:lnTo>
                  <a:lnTo>
                    <a:pt x="165766" y="92688"/>
                  </a:lnTo>
                  <a:lnTo>
                    <a:pt x="248649" y="136999"/>
                  </a:lnTo>
                  <a:lnTo>
                    <a:pt x="331532" y="179962"/>
                  </a:lnTo>
                  <a:lnTo>
                    <a:pt x="414416" y="221582"/>
                  </a:lnTo>
                  <a:lnTo>
                    <a:pt x="497299" y="261857"/>
                  </a:lnTo>
                  <a:lnTo>
                    <a:pt x="580182" y="300784"/>
                  </a:lnTo>
                  <a:lnTo>
                    <a:pt x="663065" y="338358"/>
                  </a:lnTo>
                  <a:lnTo>
                    <a:pt x="745948" y="374568"/>
                  </a:lnTo>
                  <a:lnTo>
                    <a:pt x="828832" y="409404"/>
                  </a:lnTo>
                  <a:lnTo>
                    <a:pt x="911715" y="442852"/>
                  </a:lnTo>
                  <a:lnTo>
                    <a:pt x="994598" y="474901"/>
                  </a:lnTo>
                  <a:lnTo>
                    <a:pt x="1077481" y="505548"/>
                  </a:lnTo>
                  <a:lnTo>
                    <a:pt x="1160364" y="534801"/>
                  </a:lnTo>
                  <a:lnTo>
                    <a:pt x="1243248" y="562694"/>
                  </a:lnTo>
                  <a:lnTo>
                    <a:pt x="1326131" y="589293"/>
                  </a:lnTo>
                  <a:lnTo>
                    <a:pt x="1409014" y="614707"/>
                  </a:lnTo>
                  <a:lnTo>
                    <a:pt x="1491897" y="639097"/>
                  </a:lnTo>
                  <a:lnTo>
                    <a:pt x="1574780" y="662667"/>
                  </a:lnTo>
                  <a:lnTo>
                    <a:pt x="1657664" y="685660"/>
                  </a:lnTo>
                  <a:lnTo>
                    <a:pt x="1740547" y="708328"/>
                  </a:lnTo>
                  <a:lnTo>
                    <a:pt x="1823430" y="731066"/>
                  </a:lnTo>
                  <a:lnTo>
                    <a:pt x="1906313" y="754151"/>
                  </a:lnTo>
                  <a:lnTo>
                    <a:pt x="1989196" y="777161"/>
                  </a:lnTo>
                  <a:lnTo>
                    <a:pt x="2072080" y="799635"/>
                  </a:lnTo>
                  <a:lnTo>
                    <a:pt x="2154963" y="821144"/>
                  </a:lnTo>
                  <a:lnTo>
                    <a:pt x="2237846" y="841328"/>
                  </a:lnTo>
                  <a:lnTo>
                    <a:pt x="2320729" y="859689"/>
                  </a:lnTo>
                  <a:lnTo>
                    <a:pt x="2403612" y="874984"/>
                  </a:lnTo>
                  <a:lnTo>
                    <a:pt x="2486496" y="887750"/>
                  </a:lnTo>
                  <a:lnTo>
                    <a:pt x="2569379" y="899631"/>
                  </a:lnTo>
                  <a:lnTo>
                    <a:pt x="2652262" y="913402"/>
                  </a:lnTo>
                  <a:lnTo>
                    <a:pt x="2735145" y="930521"/>
                  </a:lnTo>
                  <a:lnTo>
                    <a:pt x="2818028" y="948461"/>
                  </a:lnTo>
                  <a:lnTo>
                    <a:pt x="2900912" y="965211"/>
                  </a:lnTo>
                  <a:lnTo>
                    <a:pt x="2983795" y="980449"/>
                  </a:lnTo>
                  <a:lnTo>
                    <a:pt x="3066678" y="996748"/>
                  </a:lnTo>
                  <a:lnTo>
                    <a:pt x="3149561" y="1014016"/>
                  </a:lnTo>
                  <a:lnTo>
                    <a:pt x="3232444" y="1029418"/>
                  </a:lnTo>
                  <a:lnTo>
                    <a:pt x="3315328" y="1042263"/>
                  </a:lnTo>
                  <a:lnTo>
                    <a:pt x="3398211" y="1052385"/>
                  </a:lnTo>
                  <a:lnTo>
                    <a:pt x="3481094" y="1059712"/>
                  </a:lnTo>
                  <a:lnTo>
                    <a:pt x="3563977" y="1065095"/>
                  </a:lnTo>
                  <a:lnTo>
                    <a:pt x="3646860" y="1070341"/>
                  </a:lnTo>
                  <a:lnTo>
                    <a:pt x="3729744" y="1077861"/>
                  </a:lnTo>
                  <a:lnTo>
                    <a:pt x="3812627" y="1085977"/>
                  </a:lnTo>
                  <a:lnTo>
                    <a:pt x="3895510" y="1093055"/>
                  </a:lnTo>
                  <a:lnTo>
                    <a:pt x="3978393" y="1099158"/>
                  </a:lnTo>
                  <a:lnTo>
                    <a:pt x="4061276" y="1104506"/>
                  </a:lnTo>
                  <a:lnTo>
                    <a:pt x="4144160" y="1109469"/>
                  </a:lnTo>
                  <a:lnTo>
                    <a:pt x="4227043" y="1114531"/>
                  </a:lnTo>
                  <a:lnTo>
                    <a:pt x="4309926" y="1120203"/>
                  </a:lnTo>
                  <a:lnTo>
                    <a:pt x="4392809" y="1125927"/>
                  </a:lnTo>
                  <a:lnTo>
                    <a:pt x="4475692" y="1131091"/>
                  </a:lnTo>
                  <a:lnTo>
                    <a:pt x="4558576" y="1135639"/>
                  </a:lnTo>
                  <a:lnTo>
                    <a:pt x="4641459" y="1139480"/>
                  </a:lnTo>
                  <a:lnTo>
                    <a:pt x="4724342" y="1142493"/>
                  </a:lnTo>
                  <a:lnTo>
                    <a:pt x="4807225" y="1144543"/>
                  </a:lnTo>
                  <a:lnTo>
                    <a:pt x="4890108" y="1145486"/>
                  </a:lnTo>
                  <a:lnTo>
                    <a:pt x="4972992" y="1145186"/>
                  </a:lnTo>
                  <a:lnTo>
                    <a:pt x="5055875" y="1143519"/>
                  </a:lnTo>
                  <a:lnTo>
                    <a:pt x="5138758" y="1140381"/>
                  </a:lnTo>
                  <a:lnTo>
                    <a:pt x="5221641" y="1135693"/>
                  </a:lnTo>
                  <a:lnTo>
                    <a:pt x="5304524" y="1129400"/>
                  </a:lnTo>
                  <a:lnTo>
                    <a:pt x="5387408" y="1121471"/>
                  </a:lnTo>
                  <a:lnTo>
                    <a:pt x="5470291" y="1111890"/>
                  </a:lnTo>
                  <a:lnTo>
                    <a:pt x="5553174" y="1100657"/>
                  </a:lnTo>
                  <a:lnTo>
                    <a:pt x="5636057" y="1087784"/>
                  </a:lnTo>
                  <a:lnTo>
                    <a:pt x="5718940" y="1073288"/>
                  </a:lnTo>
                  <a:lnTo>
                    <a:pt x="5801824" y="1057190"/>
                  </a:lnTo>
                  <a:lnTo>
                    <a:pt x="5884707" y="1039514"/>
                  </a:lnTo>
                  <a:lnTo>
                    <a:pt x="5967590" y="1020285"/>
                  </a:lnTo>
                  <a:lnTo>
                    <a:pt x="6015395" y="10083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72465" y="4692391"/>
              <a:ext cx="5475345" cy="686068"/>
            </a:xfrm>
            <a:custGeom>
              <a:avLst/>
              <a:pathLst>
                <a:path w="5475345" h="686068">
                  <a:moveTo>
                    <a:pt x="5475345" y="686068"/>
                  </a:moveTo>
                  <a:lnTo>
                    <a:pt x="5470291" y="684836"/>
                  </a:lnTo>
                  <a:lnTo>
                    <a:pt x="5387408" y="665810"/>
                  </a:lnTo>
                  <a:lnTo>
                    <a:pt x="5304524" y="647951"/>
                  </a:lnTo>
                  <a:lnTo>
                    <a:pt x="5221641" y="631244"/>
                  </a:lnTo>
                  <a:lnTo>
                    <a:pt x="5138758" y="615656"/>
                  </a:lnTo>
                  <a:lnTo>
                    <a:pt x="5055875" y="601132"/>
                  </a:lnTo>
                  <a:lnTo>
                    <a:pt x="4972992" y="587592"/>
                  </a:lnTo>
                  <a:lnTo>
                    <a:pt x="4890108" y="574933"/>
                  </a:lnTo>
                  <a:lnTo>
                    <a:pt x="4807225" y="563030"/>
                  </a:lnTo>
                  <a:lnTo>
                    <a:pt x="4724342" y="551747"/>
                  </a:lnTo>
                  <a:lnTo>
                    <a:pt x="4641459" y="540939"/>
                  </a:lnTo>
                  <a:lnTo>
                    <a:pt x="4558576" y="530471"/>
                  </a:lnTo>
                  <a:lnTo>
                    <a:pt x="4475692" y="520223"/>
                  </a:lnTo>
                  <a:lnTo>
                    <a:pt x="4392809" y="510101"/>
                  </a:lnTo>
                  <a:lnTo>
                    <a:pt x="4309926" y="500051"/>
                  </a:lnTo>
                  <a:lnTo>
                    <a:pt x="4227043" y="490274"/>
                  </a:lnTo>
                  <a:lnTo>
                    <a:pt x="4144160" y="481035"/>
                  </a:lnTo>
                  <a:lnTo>
                    <a:pt x="4061276" y="472280"/>
                  </a:lnTo>
                  <a:lnTo>
                    <a:pt x="3978393" y="463914"/>
                  </a:lnTo>
                  <a:lnTo>
                    <a:pt x="3895510" y="455732"/>
                  </a:lnTo>
                  <a:lnTo>
                    <a:pt x="3812627" y="447376"/>
                  </a:lnTo>
                  <a:lnTo>
                    <a:pt x="3729744" y="438332"/>
                  </a:lnTo>
                  <a:lnTo>
                    <a:pt x="3646860" y="428930"/>
                  </a:lnTo>
                  <a:lnTo>
                    <a:pt x="3563977" y="420615"/>
                  </a:lnTo>
                  <a:lnTo>
                    <a:pt x="3481094" y="413091"/>
                  </a:lnTo>
                  <a:lnTo>
                    <a:pt x="3398211" y="405319"/>
                  </a:lnTo>
                  <a:lnTo>
                    <a:pt x="3315328" y="395303"/>
                  </a:lnTo>
                  <a:lnTo>
                    <a:pt x="3232444" y="380455"/>
                  </a:lnTo>
                  <a:lnTo>
                    <a:pt x="3149561" y="362559"/>
                  </a:lnTo>
                  <a:lnTo>
                    <a:pt x="3066678" y="345122"/>
                  </a:lnTo>
                  <a:lnTo>
                    <a:pt x="2983795" y="329503"/>
                  </a:lnTo>
                  <a:lnTo>
                    <a:pt x="2900912" y="312920"/>
                  </a:lnTo>
                  <a:lnTo>
                    <a:pt x="2818028" y="295027"/>
                  </a:lnTo>
                  <a:lnTo>
                    <a:pt x="2735145" y="278072"/>
                  </a:lnTo>
                  <a:lnTo>
                    <a:pt x="2652262" y="262614"/>
                  </a:lnTo>
                  <a:lnTo>
                    <a:pt x="2569379" y="248578"/>
                  </a:lnTo>
                  <a:lnTo>
                    <a:pt x="2486496" y="236291"/>
                  </a:lnTo>
                  <a:lnTo>
                    <a:pt x="2403612" y="224669"/>
                  </a:lnTo>
                  <a:lnTo>
                    <a:pt x="2320729" y="211461"/>
                  </a:lnTo>
                  <a:lnTo>
                    <a:pt x="2237846" y="194274"/>
                  </a:lnTo>
                  <a:lnTo>
                    <a:pt x="2154963" y="175258"/>
                  </a:lnTo>
                  <a:lnTo>
                    <a:pt x="2072080" y="155477"/>
                  </a:lnTo>
                  <a:lnTo>
                    <a:pt x="1989196" y="135467"/>
                  </a:lnTo>
                  <a:lnTo>
                    <a:pt x="1906313" y="115697"/>
                  </a:lnTo>
                  <a:lnTo>
                    <a:pt x="1823430" y="96601"/>
                  </a:lnTo>
                  <a:lnTo>
                    <a:pt x="1740547" y="78627"/>
                  </a:lnTo>
                  <a:lnTo>
                    <a:pt x="1657664" y="62085"/>
                  </a:lnTo>
                  <a:lnTo>
                    <a:pt x="1574780" y="47146"/>
                  </a:lnTo>
                  <a:lnTo>
                    <a:pt x="1491897" y="34004"/>
                  </a:lnTo>
                  <a:lnTo>
                    <a:pt x="1409014" y="22835"/>
                  </a:lnTo>
                  <a:lnTo>
                    <a:pt x="1326131" y="13783"/>
                  </a:lnTo>
                  <a:lnTo>
                    <a:pt x="1243248" y="6947"/>
                  </a:lnTo>
                  <a:lnTo>
                    <a:pt x="1160364" y="2374"/>
                  </a:lnTo>
                  <a:lnTo>
                    <a:pt x="1077481" y="68"/>
                  </a:lnTo>
                  <a:lnTo>
                    <a:pt x="994598" y="0"/>
                  </a:lnTo>
                  <a:lnTo>
                    <a:pt x="911715" y="2115"/>
                  </a:lnTo>
                  <a:lnTo>
                    <a:pt x="828832" y="6349"/>
                  </a:lnTo>
                  <a:lnTo>
                    <a:pt x="745948" y="12628"/>
                  </a:lnTo>
                  <a:lnTo>
                    <a:pt x="663065" y="20877"/>
                  </a:lnTo>
                  <a:lnTo>
                    <a:pt x="580182" y="31022"/>
                  </a:lnTo>
                  <a:lnTo>
                    <a:pt x="497299" y="42992"/>
                  </a:lnTo>
                  <a:lnTo>
                    <a:pt x="414416" y="56719"/>
                  </a:lnTo>
                  <a:lnTo>
                    <a:pt x="331532" y="72136"/>
                  </a:lnTo>
                  <a:lnTo>
                    <a:pt x="248649" y="89182"/>
                  </a:lnTo>
                  <a:lnTo>
                    <a:pt x="165766" y="107797"/>
                  </a:lnTo>
                  <a:lnTo>
                    <a:pt x="82883" y="127925"/>
                  </a:lnTo>
                  <a:lnTo>
                    <a:pt x="0" y="149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356650"/>
              <a:ext cx="6015395" cy="848606"/>
            </a:xfrm>
            <a:custGeom>
              <a:avLst/>
              <a:pathLst>
                <a:path w="6015395" h="848606">
                  <a:moveTo>
                    <a:pt x="0" y="0"/>
                  </a:moveTo>
                  <a:lnTo>
                    <a:pt x="82883" y="12719"/>
                  </a:lnTo>
                  <a:lnTo>
                    <a:pt x="165766" y="25487"/>
                  </a:lnTo>
                  <a:lnTo>
                    <a:pt x="248649" y="38335"/>
                  </a:lnTo>
                  <a:lnTo>
                    <a:pt x="331532" y="51294"/>
                  </a:lnTo>
                  <a:lnTo>
                    <a:pt x="414416" y="64395"/>
                  </a:lnTo>
                  <a:lnTo>
                    <a:pt x="497299" y="77669"/>
                  </a:lnTo>
                  <a:lnTo>
                    <a:pt x="580182" y="91148"/>
                  </a:lnTo>
                  <a:lnTo>
                    <a:pt x="663065" y="104862"/>
                  </a:lnTo>
                  <a:lnTo>
                    <a:pt x="745948" y="118842"/>
                  </a:lnTo>
                  <a:lnTo>
                    <a:pt x="828832" y="133121"/>
                  </a:lnTo>
                  <a:lnTo>
                    <a:pt x="911715" y="147728"/>
                  </a:lnTo>
                  <a:lnTo>
                    <a:pt x="994598" y="162695"/>
                  </a:lnTo>
                  <a:lnTo>
                    <a:pt x="1077481" y="178052"/>
                  </a:lnTo>
                  <a:lnTo>
                    <a:pt x="1160364" y="193832"/>
                  </a:lnTo>
                  <a:lnTo>
                    <a:pt x="1243248" y="210065"/>
                  </a:lnTo>
                  <a:lnTo>
                    <a:pt x="1326131" y="226783"/>
                  </a:lnTo>
                  <a:lnTo>
                    <a:pt x="1409014" y="244015"/>
                  </a:lnTo>
                  <a:lnTo>
                    <a:pt x="1491897" y="261794"/>
                  </a:lnTo>
                  <a:lnTo>
                    <a:pt x="1574780" y="280151"/>
                  </a:lnTo>
                  <a:lnTo>
                    <a:pt x="1657664" y="299117"/>
                  </a:lnTo>
                  <a:lnTo>
                    <a:pt x="1740547" y="318722"/>
                  </a:lnTo>
                  <a:lnTo>
                    <a:pt x="1823430" y="339078"/>
                  </a:lnTo>
                  <a:lnTo>
                    <a:pt x="1906313" y="360168"/>
                  </a:lnTo>
                  <a:lnTo>
                    <a:pt x="1989196" y="381559"/>
                  </a:lnTo>
                  <a:lnTo>
                    <a:pt x="2072080" y="402801"/>
                  </a:lnTo>
                  <a:lnTo>
                    <a:pt x="2154963" y="423446"/>
                  </a:lnTo>
                  <a:lnTo>
                    <a:pt x="2237846" y="443045"/>
                  </a:lnTo>
                  <a:lnTo>
                    <a:pt x="2320729" y="460819"/>
                  </a:lnTo>
                  <a:lnTo>
                    <a:pt x="2403612" y="475071"/>
                  </a:lnTo>
                  <a:lnTo>
                    <a:pt x="2486496" y="487265"/>
                  </a:lnTo>
                  <a:lnTo>
                    <a:pt x="2569379" y="499349"/>
                  </a:lnTo>
                  <a:lnTo>
                    <a:pt x="2652262" y="513252"/>
                  </a:lnTo>
                  <a:lnTo>
                    <a:pt x="2735145" y="529541"/>
                  </a:lnTo>
                  <a:lnTo>
                    <a:pt x="2818028" y="546988"/>
                  </a:lnTo>
                  <a:lnTo>
                    <a:pt x="2900912" y="564310"/>
                  </a:lnTo>
                  <a:lnTo>
                    <a:pt x="2983795" y="580220"/>
                  </a:lnTo>
                  <a:lnTo>
                    <a:pt x="3066678" y="596179"/>
                  </a:lnTo>
                  <a:lnTo>
                    <a:pt x="3149561" y="613532"/>
                  </a:lnTo>
                  <a:lnTo>
                    <a:pt x="3232444" y="630181"/>
                  </a:lnTo>
                  <a:lnTo>
                    <a:pt x="3315328" y="644027"/>
                  </a:lnTo>
                  <a:lnTo>
                    <a:pt x="3398211" y="654096"/>
                  </a:lnTo>
                  <a:lnTo>
                    <a:pt x="3481094" y="661646"/>
                  </a:lnTo>
                  <a:lnTo>
                    <a:pt x="3563977" y="668099"/>
                  </a:lnTo>
                  <a:lnTo>
                    <a:pt x="3646860" y="674880"/>
                  </a:lnTo>
                  <a:lnTo>
                    <a:pt x="3729744" y="683341"/>
                  </a:lnTo>
                  <a:lnTo>
                    <a:pt x="3812627" y="691921"/>
                  </a:lnTo>
                  <a:lnTo>
                    <a:pt x="3895510" y="699638"/>
                  </a:lnTo>
                  <a:lnTo>
                    <a:pt x="3978393" y="706780"/>
                  </a:lnTo>
                  <a:lnTo>
                    <a:pt x="4061276" y="713637"/>
                  </a:lnTo>
                  <a:lnTo>
                    <a:pt x="4144160" y="720496"/>
                  </a:lnTo>
                  <a:lnTo>
                    <a:pt x="4227043" y="727647"/>
                  </a:lnTo>
                  <a:lnTo>
                    <a:pt x="4309926" y="735371"/>
                  </a:lnTo>
                  <a:lnTo>
                    <a:pt x="4392809" y="743259"/>
                  </a:lnTo>
                  <a:lnTo>
                    <a:pt x="4475692" y="750901"/>
                  </a:lnTo>
                  <a:lnTo>
                    <a:pt x="4558576" y="758300"/>
                  </a:lnTo>
                  <a:lnTo>
                    <a:pt x="4641459" y="765454"/>
                  </a:lnTo>
                  <a:lnTo>
                    <a:pt x="4724342" y="772364"/>
                  </a:lnTo>
                  <a:lnTo>
                    <a:pt x="4807225" y="779031"/>
                  </a:lnTo>
                  <a:lnTo>
                    <a:pt x="4890108" y="785454"/>
                  </a:lnTo>
                  <a:lnTo>
                    <a:pt x="4972992" y="791633"/>
                  </a:lnTo>
                  <a:lnTo>
                    <a:pt x="5055875" y="797570"/>
                  </a:lnTo>
                  <a:lnTo>
                    <a:pt x="5138758" y="803263"/>
                  </a:lnTo>
                  <a:lnTo>
                    <a:pt x="5221641" y="808713"/>
                  </a:lnTo>
                  <a:lnTo>
                    <a:pt x="5304524" y="813920"/>
                  </a:lnTo>
                  <a:lnTo>
                    <a:pt x="5387408" y="818885"/>
                  </a:lnTo>
                  <a:lnTo>
                    <a:pt x="5470291" y="823607"/>
                  </a:lnTo>
                  <a:lnTo>
                    <a:pt x="5553174" y="828087"/>
                  </a:lnTo>
                  <a:lnTo>
                    <a:pt x="5636057" y="832325"/>
                  </a:lnTo>
                  <a:lnTo>
                    <a:pt x="5718940" y="836321"/>
                  </a:lnTo>
                  <a:lnTo>
                    <a:pt x="5801824" y="840075"/>
                  </a:lnTo>
                  <a:lnTo>
                    <a:pt x="5884707" y="843588"/>
                  </a:lnTo>
                  <a:lnTo>
                    <a:pt x="5967590" y="846859"/>
                  </a:lnTo>
                  <a:lnTo>
                    <a:pt x="6015395" y="84860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72465" y="4565546"/>
              <a:ext cx="6015395" cy="812913"/>
            </a:xfrm>
            <a:custGeom>
              <a:avLst/>
              <a:pathLst>
                <a:path w="6015395" h="812913">
                  <a:moveTo>
                    <a:pt x="0" y="119154"/>
                  </a:moveTo>
                  <a:lnTo>
                    <a:pt x="82883" y="147817"/>
                  </a:lnTo>
                  <a:lnTo>
                    <a:pt x="165766" y="175029"/>
                  </a:lnTo>
                  <a:lnTo>
                    <a:pt x="248649" y="200775"/>
                  </a:lnTo>
                  <a:lnTo>
                    <a:pt x="331532" y="225034"/>
                  </a:lnTo>
                  <a:lnTo>
                    <a:pt x="414416" y="247784"/>
                  </a:lnTo>
                  <a:lnTo>
                    <a:pt x="497299" y="269001"/>
                  </a:lnTo>
                  <a:lnTo>
                    <a:pt x="580182" y="288659"/>
                  </a:lnTo>
                  <a:lnTo>
                    <a:pt x="663065" y="306726"/>
                  </a:lnTo>
                  <a:lnTo>
                    <a:pt x="745948" y="323170"/>
                  </a:lnTo>
                  <a:lnTo>
                    <a:pt x="828832" y="337956"/>
                  </a:lnTo>
                  <a:lnTo>
                    <a:pt x="911715" y="351048"/>
                  </a:lnTo>
                  <a:lnTo>
                    <a:pt x="994598" y="362411"/>
                  </a:lnTo>
                  <a:lnTo>
                    <a:pt x="1077481" y="372017"/>
                  </a:lnTo>
                  <a:lnTo>
                    <a:pt x="1160364" y="379851"/>
                  </a:lnTo>
                  <a:lnTo>
                    <a:pt x="1243248" y="385918"/>
                  </a:lnTo>
                  <a:lnTo>
                    <a:pt x="1326131" y="390256"/>
                  </a:lnTo>
                  <a:lnTo>
                    <a:pt x="1409014" y="392940"/>
                  </a:lnTo>
                  <a:lnTo>
                    <a:pt x="1491897" y="394094"/>
                  </a:lnTo>
                  <a:lnTo>
                    <a:pt x="1574780" y="393884"/>
                  </a:lnTo>
                  <a:lnTo>
                    <a:pt x="1657664" y="392507"/>
                  </a:lnTo>
                  <a:lnTo>
                    <a:pt x="1740547" y="390173"/>
                  </a:lnTo>
                  <a:lnTo>
                    <a:pt x="1823430" y="387095"/>
                  </a:lnTo>
                  <a:lnTo>
                    <a:pt x="1906313" y="383434"/>
                  </a:lnTo>
                  <a:lnTo>
                    <a:pt x="1989196" y="379222"/>
                  </a:lnTo>
                  <a:lnTo>
                    <a:pt x="2072080" y="374471"/>
                  </a:lnTo>
                  <a:lnTo>
                    <a:pt x="2154963" y="369226"/>
                  </a:lnTo>
                  <a:lnTo>
                    <a:pt x="2237846" y="363594"/>
                  </a:lnTo>
                  <a:lnTo>
                    <a:pt x="2320729" y="357498"/>
                  </a:lnTo>
                  <a:lnTo>
                    <a:pt x="2403612" y="349599"/>
                  </a:lnTo>
                  <a:lnTo>
                    <a:pt x="2486496" y="340042"/>
                  </a:lnTo>
                  <a:lnTo>
                    <a:pt x="2569379" y="330023"/>
                  </a:lnTo>
                  <a:lnTo>
                    <a:pt x="2652262" y="321650"/>
                  </a:lnTo>
                  <a:lnTo>
                    <a:pt x="2735145" y="312914"/>
                  </a:lnTo>
                  <a:lnTo>
                    <a:pt x="2818028" y="302482"/>
                  </a:lnTo>
                  <a:lnTo>
                    <a:pt x="2900912" y="291656"/>
                  </a:lnTo>
                  <a:lnTo>
                    <a:pt x="2983795" y="283295"/>
                  </a:lnTo>
                  <a:lnTo>
                    <a:pt x="3066678" y="277861"/>
                  </a:lnTo>
                  <a:lnTo>
                    <a:pt x="3149561" y="272183"/>
                  </a:lnTo>
                  <a:lnTo>
                    <a:pt x="3232444" y="266148"/>
                  </a:lnTo>
                  <a:lnTo>
                    <a:pt x="3315328" y="261626"/>
                  </a:lnTo>
                  <a:lnTo>
                    <a:pt x="3398211" y="259697"/>
                  </a:lnTo>
                  <a:lnTo>
                    <a:pt x="3481094" y="258672"/>
                  </a:lnTo>
                  <a:lnTo>
                    <a:pt x="3563977" y="257391"/>
                  </a:lnTo>
                  <a:lnTo>
                    <a:pt x="3646860" y="255577"/>
                  </a:lnTo>
                  <a:lnTo>
                    <a:pt x="3729744" y="253599"/>
                  </a:lnTo>
                  <a:lnTo>
                    <a:pt x="3812627" y="251774"/>
                  </a:lnTo>
                  <a:lnTo>
                    <a:pt x="3895510" y="249787"/>
                  </a:lnTo>
                  <a:lnTo>
                    <a:pt x="3978393" y="247283"/>
                  </a:lnTo>
                  <a:lnTo>
                    <a:pt x="4061276" y="244051"/>
                  </a:lnTo>
                  <a:lnTo>
                    <a:pt x="4144160" y="240020"/>
                  </a:lnTo>
                  <a:lnTo>
                    <a:pt x="4227043" y="235224"/>
                  </a:lnTo>
                  <a:lnTo>
                    <a:pt x="4309926" y="229732"/>
                  </a:lnTo>
                  <a:lnTo>
                    <a:pt x="4392809" y="224011"/>
                  </a:lnTo>
                  <a:lnTo>
                    <a:pt x="4475692" y="218345"/>
                  </a:lnTo>
                  <a:lnTo>
                    <a:pt x="4558576" y="212672"/>
                  </a:lnTo>
                  <a:lnTo>
                    <a:pt x="4641459" y="206893"/>
                  </a:lnTo>
                  <a:lnTo>
                    <a:pt x="4724342" y="200885"/>
                  </a:lnTo>
                  <a:lnTo>
                    <a:pt x="4807225" y="194511"/>
                  </a:lnTo>
                  <a:lnTo>
                    <a:pt x="4890108" y="187627"/>
                  </a:lnTo>
                  <a:lnTo>
                    <a:pt x="4972992" y="180094"/>
                  </a:lnTo>
                  <a:lnTo>
                    <a:pt x="5055875" y="171785"/>
                  </a:lnTo>
                  <a:lnTo>
                    <a:pt x="5138758" y="162593"/>
                  </a:lnTo>
                  <a:lnTo>
                    <a:pt x="5221641" y="152432"/>
                  </a:lnTo>
                  <a:lnTo>
                    <a:pt x="5304524" y="141239"/>
                  </a:lnTo>
                  <a:lnTo>
                    <a:pt x="5387408" y="128973"/>
                  </a:lnTo>
                  <a:lnTo>
                    <a:pt x="5470291" y="115606"/>
                  </a:lnTo>
                  <a:lnTo>
                    <a:pt x="5553174" y="101128"/>
                  </a:lnTo>
                  <a:lnTo>
                    <a:pt x="5636057" y="85536"/>
                  </a:lnTo>
                  <a:lnTo>
                    <a:pt x="5718940" y="68833"/>
                  </a:lnTo>
                  <a:lnTo>
                    <a:pt x="5801824" y="51027"/>
                  </a:lnTo>
                  <a:lnTo>
                    <a:pt x="5884707" y="32127"/>
                  </a:lnTo>
                  <a:lnTo>
                    <a:pt x="5967590" y="12144"/>
                  </a:lnTo>
                  <a:lnTo>
                    <a:pt x="6015395" y="0"/>
                  </a:lnTo>
                  <a:lnTo>
                    <a:pt x="6015395" y="600341"/>
                  </a:lnTo>
                  <a:lnTo>
                    <a:pt x="5967590" y="587184"/>
                  </a:lnTo>
                  <a:lnTo>
                    <a:pt x="5884707" y="565675"/>
                  </a:lnTo>
                  <a:lnTo>
                    <a:pt x="5801824" y="545501"/>
                  </a:lnTo>
                  <a:lnTo>
                    <a:pt x="5718940" y="526698"/>
                  </a:lnTo>
                  <a:lnTo>
                    <a:pt x="5636057" y="509299"/>
                  </a:lnTo>
                  <a:lnTo>
                    <a:pt x="5553174" y="493337"/>
                  </a:lnTo>
                  <a:lnTo>
                    <a:pt x="5470291" y="478840"/>
                  </a:lnTo>
                  <a:lnTo>
                    <a:pt x="5387408" y="465829"/>
                  </a:lnTo>
                  <a:lnTo>
                    <a:pt x="5304524" y="454318"/>
                  </a:lnTo>
                  <a:lnTo>
                    <a:pt x="5221641" y="444303"/>
                  </a:lnTo>
                  <a:lnTo>
                    <a:pt x="5138758" y="435769"/>
                  </a:lnTo>
                  <a:lnTo>
                    <a:pt x="5055875" y="428676"/>
                  </a:lnTo>
                  <a:lnTo>
                    <a:pt x="4972992" y="422963"/>
                  </a:lnTo>
                  <a:lnTo>
                    <a:pt x="4890108" y="418547"/>
                  </a:lnTo>
                  <a:lnTo>
                    <a:pt x="4807225" y="415326"/>
                  </a:lnTo>
                  <a:lnTo>
                    <a:pt x="4724342" y="413186"/>
                  </a:lnTo>
                  <a:lnTo>
                    <a:pt x="4641459" y="412007"/>
                  </a:lnTo>
                  <a:lnTo>
                    <a:pt x="4558576" y="411675"/>
                  </a:lnTo>
                  <a:lnTo>
                    <a:pt x="4475692" y="412093"/>
                  </a:lnTo>
                  <a:lnTo>
                    <a:pt x="4392809" y="413187"/>
                  </a:lnTo>
                  <a:lnTo>
                    <a:pt x="4309926" y="414918"/>
                  </a:lnTo>
                  <a:lnTo>
                    <a:pt x="4227043" y="416626"/>
                  </a:lnTo>
                  <a:lnTo>
                    <a:pt x="4144160" y="417571"/>
                  </a:lnTo>
                  <a:lnTo>
                    <a:pt x="4061276" y="418105"/>
                  </a:lnTo>
                  <a:lnTo>
                    <a:pt x="3978393" y="418554"/>
                  </a:lnTo>
                  <a:lnTo>
                    <a:pt x="3895510" y="419142"/>
                  </a:lnTo>
                  <a:lnTo>
                    <a:pt x="3812627" y="419950"/>
                  </a:lnTo>
                  <a:lnTo>
                    <a:pt x="3729744" y="420919"/>
                  </a:lnTo>
                  <a:lnTo>
                    <a:pt x="3646860" y="421163"/>
                  </a:lnTo>
                  <a:lnTo>
                    <a:pt x="3563977" y="420147"/>
                  </a:lnTo>
                  <a:lnTo>
                    <a:pt x="3481094" y="419453"/>
                  </a:lnTo>
                  <a:lnTo>
                    <a:pt x="3398211" y="420068"/>
                  </a:lnTo>
                  <a:lnTo>
                    <a:pt x="3315328" y="422095"/>
                  </a:lnTo>
                  <a:lnTo>
                    <a:pt x="3232444" y="424770"/>
                  </a:lnTo>
                  <a:lnTo>
                    <a:pt x="3149561" y="428505"/>
                  </a:lnTo>
                  <a:lnTo>
                    <a:pt x="3066678" y="434027"/>
                  </a:lnTo>
                  <a:lnTo>
                    <a:pt x="2983795" y="440088"/>
                  </a:lnTo>
                  <a:lnTo>
                    <a:pt x="2900912" y="447209"/>
                  </a:lnTo>
                  <a:lnTo>
                    <a:pt x="2818028" y="456982"/>
                  </a:lnTo>
                  <a:lnTo>
                    <a:pt x="2735145" y="468322"/>
                  </a:lnTo>
                  <a:lnTo>
                    <a:pt x="2652262" y="478588"/>
                  </a:lnTo>
                  <a:lnTo>
                    <a:pt x="2569379" y="486718"/>
                  </a:lnTo>
                  <a:lnTo>
                    <a:pt x="2486496" y="496362"/>
                  </a:lnTo>
                  <a:lnTo>
                    <a:pt x="2403612" y="506975"/>
                  </a:lnTo>
                  <a:lnTo>
                    <a:pt x="2320729" y="516798"/>
                  </a:lnTo>
                  <a:lnTo>
                    <a:pt x="2237846" y="523975"/>
                  </a:lnTo>
                  <a:lnTo>
                    <a:pt x="2154963" y="530686"/>
                  </a:lnTo>
                  <a:lnTo>
                    <a:pt x="2072080" y="537524"/>
                  </a:lnTo>
                  <a:lnTo>
                    <a:pt x="1989196" y="544547"/>
                  </a:lnTo>
                  <a:lnTo>
                    <a:pt x="1906313" y="551747"/>
                  </a:lnTo>
                  <a:lnTo>
                    <a:pt x="1823430" y="559085"/>
                  </a:lnTo>
                  <a:lnTo>
                    <a:pt x="1740547" y="566555"/>
                  </a:lnTo>
                  <a:lnTo>
                    <a:pt x="1657664" y="574538"/>
                  </a:lnTo>
                  <a:lnTo>
                    <a:pt x="1574780" y="583341"/>
                  </a:lnTo>
                  <a:lnTo>
                    <a:pt x="1491897" y="593166"/>
                  </a:lnTo>
                  <a:lnTo>
                    <a:pt x="1409014" y="604202"/>
                  </a:lnTo>
                  <a:lnTo>
                    <a:pt x="1326131" y="616605"/>
                  </a:lnTo>
                  <a:lnTo>
                    <a:pt x="1243248" y="630490"/>
                  </a:lnTo>
                  <a:lnTo>
                    <a:pt x="1160364" y="645925"/>
                  </a:lnTo>
                  <a:lnTo>
                    <a:pt x="1077481" y="662938"/>
                  </a:lnTo>
                  <a:lnTo>
                    <a:pt x="994598" y="681526"/>
                  </a:lnTo>
                  <a:lnTo>
                    <a:pt x="911715" y="701665"/>
                  </a:lnTo>
                  <a:lnTo>
                    <a:pt x="828832" y="723318"/>
                  </a:lnTo>
                  <a:lnTo>
                    <a:pt x="745948" y="746441"/>
                  </a:lnTo>
                  <a:lnTo>
                    <a:pt x="663065" y="770991"/>
                  </a:lnTo>
                  <a:lnTo>
                    <a:pt x="580182" y="796923"/>
                  </a:lnTo>
                  <a:lnTo>
                    <a:pt x="531588" y="81291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72465" y="4565546"/>
              <a:ext cx="6015395" cy="394094"/>
            </a:xfrm>
            <a:custGeom>
              <a:avLst/>
              <a:pathLst>
                <a:path w="6015395" h="394094">
                  <a:moveTo>
                    <a:pt x="0" y="119154"/>
                  </a:moveTo>
                  <a:lnTo>
                    <a:pt x="82883" y="147817"/>
                  </a:lnTo>
                  <a:lnTo>
                    <a:pt x="165766" y="175029"/>
                  </a:lnTo>
                  <a:lnTo>
                    <a:pt x="248649" y="200775"/>
                  </a:lnTo>
                  <a:lnTo>
                    <a:pt x="331532" y="225034"/>
                  </a:lnTo>
                  <a:lnTo>
                    <a:pt x="414416" y="247784"/>
                  </a:lnTo>
                  <a:lnTo>
                    <a:pt x="497299" y="269001"/>
                  </a:lnTo>
                  <a:lnTo>
                    <a:pt x="580182" y="288659"/>
                  </a:lnTo>
                  <a:lnTo>
                    <a:pt x="663065" y="306726"/>
                  </a:lnTo>
                  <a:lnTo>
                    <a:pt x="745948" y="323170"/>
                  </a:lnTo>
                  <a:lnTo>
                    <a:pt x="828832" y="337956"/>
                  </a:lnTo>
                  <a:lnTo>
                    <a:pt x="911715" y="351048"/>
                  </a:lnTo>
                  <a:lnTo>
                    <a:pt x="994598" y="362411"/>
                  </a:lnTo>
                  <a:lnTo>
                    <a:pt x="1077481" y="372017"/>
                  </a:lnTo>
                  <a:lnTo>
                    <a:pt x="1160364" y="379851"/>
                  </a:lnTo>
                  <a:lnTo>
                    <a:pt x="1243248" y="385918"/>
                  </a:lnTo>
                  <a:lnTo>
                    <a:pt x="1326131" y="390256"/>
                  </a:lnTo>
                  <a:lnTo>
                    <a:pt x="1409014" y="392940"/>
                  </a:lnTo>
                  <a:lnTo>
                    <a:pt x="1491897" y="394094"/>
                  </a:lnTo>
                  <a:lnTo>
                    <a:pt x="1574780" y="393884"/>
                  </a:lnTo>
                  <a:lnTo>
                    <a:pt x="1657664" y="392507"/>
                  </a:lnTo>
                  <a:lnTo>
                    <a:pt x="1740547" y="390173"/>
                  </a:lnTo>
                  <a:lnTo>
                    <a:pt x="1823430" y="387095"/>
                  </a:lnTo>
                  <a:lnTo>
                    <a:pt x="1906313" y="383434"/>
                  </a:lnTo>
                  <a:lnTo>
                    <a:pt x="1989196" y="379222"/>
                  </a:lnTo>
                  <a:lnTo>
                    <a:pt x="2072080" y="374471"/>
                  </a:lnTo>
                  <a:lnTo>
                    <a:pt x="2154963" y="369226"/>
                  </a:lnTo>
                  <a:lnTo>
                    <a:pt x="2237846" y="363594"/>
                  </a:lnTo>
                  <a:lnTo>
                    <a:pt x="2320729" y="357498"/>
                  </a:lnTo>
                  <a:lnTo>
                    <a:pt x="2403612" y="349599"/>
                  </a:lnTo>
                  <a:lnTo>
                    <a:pt x="2486496" y="340042"/>
                  </a:lnTo>
                  <a:lnTo>
                    <a:pt x="2569379" y="330023"/>
                  </a:lnTo>
                  <a:lnTo>
                    <a:pt x="2652262" y="321650"/>
                  </a:lnTo>
                  <a:lnTo>
                    <a:pt x="2735145" y="312914"/>
                  </a:lnTo>
                  <a:lnTo>
                    <a:pt x="2818028" y="302482"/>
                  </a:lnTo>
                  <a:lnTo>
                    <a:pt x="2900912" y="291656"/>
                  </a:lnTo>
                  <a:lnTo>
                    <a:pt x="2983795" y="283295"/>
                  </a:lnTo>
                  <a:lnTo>
                    <a:pt x="3066678" y="277861"/>
                  </a:lnTo>
                  <a:lnTo>
                    <a:pt x="3149561" y="272183"/>
                  </a:lnTo>
                  <a:lnTo>
                    <a:pt x="3232444" y="266148"/>
                  </a:lnTo>
                  <a:lnTo>
                    <a:pt x="3315328" y="261626"/>
                  </a:lnTo>
                  <a:lnTo>
                    <a:pt x="3398211" y="259697"/>
                  </a:lnTo>
                  <a:lnTo>
                    <a:pt x="3481094" y="258672"/>
                  </a:lnTo>
                  <a:lnTo>
                    <a:pt x="3563977" y="257391"/>
                  </a:lnTo>
                  <a:lnTo>
                    <a:pt x="3646860" y="255577"/>
                  </a:lnTo>
                  <a:lnTo>
                    <a:pt x="3729744" y="253599"/>
                  </a:lnTo>
                  <a:lnTo>
                    <a:pt x="3812627" y="251774"/>
                  </a:lnTo>
                  <a:lnTo>
                    <a:pt x="3895510" y="249787"/>
                  </a:lnTo>
                  <a:lnTo>
                    <a:pt x="3978393" y="247283"/>
                  </a:lnTo>
                  <a:lnTo>
                    <a:pt x="4061276" y="244051"/>
                  </a:lnTo>
                  <a:lnTo>
                    <a:pt x="4144160" y="240020"/>
                  </a:lnTo>
                  <a:lnTo>
                    <a:pt x="4227043" y="235224"/>
                  </a:lnTo>
                  <a:lnTo>
                    <a:pt x="4309926" y="229732"/>
                  </a:lnTo>
                  <a:lnTo>
                    <a:pt x="4392809" y="224011"/>
                  </a:lnTo>
                  <a:lnTo>
                    <a:pt x="4475692" y="218345"/>
                  </a:lnTo>
                  <a:lnTo>
                    <a:pt x="4558576" y="212672"/>
                  </a:lnTo>
                  <a:lnTo>
                    <a:pt x="4641459" y="206893"/>
                  </a:lnTo>
                  <a:lnTo>
                    <a:pt x="4724342" y="200885"/>
                  </a:lnTo>
                  <a:lnTo>
                    <a:pt x="4807225" y="194511"/>
                  </a:lnTo>
                  <a:lnTo>
                    <a:pt x="4890108" y="187627"/>
                  </a:lnTo>
                  <a:lnTo>
                    <a:pt x="4972992" y="180094"/>
                  </a:lnTo>
                  <a:lnTo>
                    <a:pt x="5055875" y="171785"/>
                  </a:lnTo>
                  <a:lnTo>
                    <a:pt x="5138758" y="162593"/>
                  </a:lnTo>
                  <a:lnTo>
                    <a:pt x="5221641" y="152432"/>
                  </a:lnTo>
                  <a:lnTo>
                    <a:pt x="5304524" y="141239"/>
                  </a:lnTo>
                  <a:lnTo>
                    <a:pt x="5387408" y="128973"/>
                  </a:lnTo>
                  <a:lnTo>
                    <a:pt x="5470291" y="115606"/>
                  </a:lnTo>
                  <a:lnTo>
                    <a:pt x="5553174" y="101128"/>
                  </a:lnTo>
                  <a:lnTo>
                    <a:pt x="5636057" y="85536"/>
                  </a:lnTo>
                  <a:lnTo>
                    <a:pt x="5718940" y="68833"/>
                  </a:lnTo>
                  <a:lnTo>
                    <a:pt x="5801824" y="51027"/>
                  </a:lnTo>
                  <a:lnTo>
                    <a:pt x="5884707" y="32127"/>
                  </a:lnTo>
                  <a:lnTo>
                    <a:pt x="5967590" y="12144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04053" y="4977221"/>
              <a:ext cx="5483807" cy="401238"/>
            </a:xfrm>
            <a:custGeom>
              <a:avLst/>
              <a:pathLst>
                <a:path w="5483807" h="401238">
                  <a:moveTo>
                    <a:pt x="5483807" y="188665"/>
                  </a:moveTo>
                  <a:lnTo>
                    <a:pt x="5436002" y="175509"/>
                  </a:lnTo>
                  <a:lnTo>
                    <a:pt x="5353118" y="153999"/>
                  </a:lnTo>
                  <a:lnTo>
                    <a:pt x="5270235" y="133825"/>
                  </a:lnTo>
                  <a:lnTo>
                    <a:pt x="5187352" y="115022"/>
                  </a:lnTo>
                  <a:lnTo>
                    <a:pt x="5104469" y="97624"/>
                  </a:lnTo>
                  <a:lnTo>
                    <a:pt x="5021586" y="81662"/>
                  </a:lnTo>
                  <a:lnTo>
                    <a:pt x="4938702" y="67165"/>
                  </a:lnTo>
                  <a:lnTo>
                    <a:pt x="4855819" y="54154"/>
                  </a:lnTo>
                  <a:lnTo>
                    <a:pt x="4772936" y="42642"/>
                  </a:lnTo>
                  <a:lnTo>
                    <a:pt x="4690053" y="32628"/>
                  </a:lnTo>
                  <a:lnTo>
                    <a:pt x="4607170" y="24093"/>
                  </a:lnTo>
                  <a:lnTo>
                    <a:pt x="4524286" y="17000"/>
                  </a:lnTo>
                  <a:lnTo>
                    <a:pt x="4441403" y="11287"/>
                  </a:lnTo>
                  <a:lnTo>
                    <a:pt x="4358520" y="6871"/>
                  </a:lnTo>
                  <a:lnTo>
                    <a:pt x="4275637" y="3651"/>
                  </a:lnTo>
                  <a:lnTo>
                    <a:pt x="4192754" y="1510"/>
                  </a:lnTo>
                  <a:lnTo>
                    <a:pt x="4109870" y="331"/>
                  </a:lnTo>
                  <a:lnTo>
                    <a:pt x="4026987" y="0"/>
                  </a:lnTo>
                  <a:lnTo>
                    <a:pt x="3944104" y="417"/>
                  </a:lnTo>
                  <a:lnTo>
                    <a:pt x="3861221" y="1512"/>
                  </a:lnTo>
                  <a:lnTo>
                    <a:pt x="3778338" y="3243"/>
                  </a:lnTo>
                  <a:lnTo>
                    <a:pt x="3695454" y="4950"/>
                  </a:lnTo>
                  <a:lnTo>
                    <a:pt x="3612571" y="5896"/>
                  </a:lnTo>
                  <a:lnTo>
                    <a:pt x="3529688" y="6430"/>
                  </a:lnTo>
                  <a:lnTo>
                    <a:pt x="3446805" y="6878"/>
                  </a:lnTo>
                  <a:lnTo>
                    <a:pt x="3363922" y="7466"/>
                  </a:lnTo>
                  <a:lnTo>
                    <a:pt x="3281038" y="8274"/>
                  </a:lnTo>
                  <a:lnTo>
                    <a:pt x="3198155" y="9244"/>
                  </a:lnTo>
                  <a:lnTo>
                    <a:pt x="3115272" y="9487"/>
                  </a:lnTo>
                  <a:lnTo>
                    <a:pt x="3032389" y="8471"/>
                  </a:lnTo>
                  <a:lnTo>
                    <a:pt x="2949506" y="7777"/>
                  </a:lnTo>
                  <a:lnTo>
                    <a:pt x="2866622" y="8393"/>
                  </a:lnTo>
                  <a:lnTo>
                    <a:pt x="2783739" y="10419"/>
                  </a:lnTo>
                  <a:lnTo>
                    <a:pt x="2700856" y="13095"/>
                  </a:lnTo>
                  <a:lnTo>
                    <a:pt x="2617973" y="16829"/>
                  </a:lnTo>
                  <a:lnTo>
                    <a:pt x="2535090" y="22351"/>
                  </a:lnTo>
                  <a:lnTo>
                    <a:pt x="2452206" y="28413"/>
                  </a:lnTo>
                  <a:lnTo>
                    <a:pt x="2369323" y="35534"/>
                  </a:lnTo>
                  <a:lnTo>
                    <a:pt x="2286440" y="45306"/>
                  </a:lnTo>
                  <a:lnTo>
                    <a:pt x="2203557" y="56646"/>
                  </a:lnTo>
                  <a:lnTo>
                    <a:pt x="2120674" y="66913"/>
                  </a:lnTo>
                  <a:lnTo>
                    <a:pt x="2037790" y="75042"/>
                  </a:lnTo>
                  <a:lnTo>
                    <a:pt x="1954907" y="84687"/>
                  </a:lnTo>
                  <a:lnTo>
                    <a:pt x="1872024" y="95299"/>
                  </a:lnTo>
                  <a:lnTo>
                    <a:pt x="1789141" y="105122"/>
                  </a:lnTo>
                  <a:lnTo>
                    <a:pt x="1706258" y="112300"/>
                  </a:lnTo>
                  <a:lnTo>
                    <a:pt x="1623374" y="119010"/>
                  </a:lnTo>
                  <a:lnTo>
                    <a:pt x="1540491" y="125849"/>
                  </a:lnTo>
                  <a:lnTo>
                    <a:pt x="1457608" y="132871"/>
                  </a:lnTo>
                  <a:lnTo>
                    <a:pt x="1374725" y="140071"/>
                  </a:lnTo>
                  <a:lnTo>
                    <a:pt x="1291842" y="147409"/>
                  </a:lnTo>
                  <a:lnTo>
                    <a:pt x="1208958" y="154879"/>
                  </a:lnTo>
                  <a:lnTo>
                    <a:pt x="1126075" y="162862"/>
                  </a:lnTo>
                  <a:lnTo>
                    <a:pt x="1043192" y="171666"/>
                  </a:lnTo>
                  <a:lnTo>
                    <a:pt x="960309" y="181491"/>
                  </a:lnTo>
                  <a:lnTo>
                    <a:pt x="877426" y="192526"/>
                  </a:lnTo>
                  <a:lnTo>
                    <a:pt x="794542" y="204930"/>
                  </a:lnTo>
                  <a:lnTo>
                    <a:pt x="711659" y="218815"/>
                  </a:lnTo>
                  <a:lnTo>
                    <a:pt x="628776" y="234250"/>
                  </a:lnTo>
                  <a:lnTo>
                    <a:pt x="545893" y="251263"/>
                  </a:lnTo>
                  <a:lnTo>
                    <a:pt x="463010" y="269851"/>
                  </a:lnTo>
                  <a:lnTo>
                    <a:pt x="380126" y="289990"/>
                  </a:lnTo>
                  <a:lnTo>
                    <a:pt x="297243" y="311642"/>
                  </a:lnTo>
                  <a:lnTo>
                    <a:pt x="214360" y="334766"/>
                  </a:lnTo>
                  <a:lnTo>
                    <a:pt x="131477" y="359316"/>
                  </a:lnTo>
                  <a:lnTo>
                    <a:pt x="48594" y="385248"/>
                  </a:lnTo>
                  <a:lnTo>
                    <a:pt x="0" y="401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72465" y="4862770"/>
              <a:ext cx="6015395" cy="269358"/>
            </a:xfrm>
            <a:custGeom>
              <a:avLst/>
              <a:pathLst>
                <a:path w="6015395" h="269358">
                  <a:moveTo>
                    <a:pt x="0" y="269358"/>
                  </a:moveTo>
                  <a:lnTo>
                    <a:pt x="82883" y="266390"/>
                  </a:lnTo>
                  <a:lnTo>
                    <a:pt x="165766" y="263271"/>
                  </a:lnTo>
                  <a:lnTo>
                    <a:pt x="248649" y="260006"/>
                  </a:lnTo>
                  <a:lnTo>
                    <a:pt x="331532" y="256599"/>
                  </a:lnTo>
                  <a:lnTo>
                    <a:pt x="414416" y="253053"/>
                  </a:lnTo>
                  <a:lnTo>
                    <a:pt x="497299" y="249375"/>
                  </a:lnTo>
                  <a:lnTo>
                    <a:pt x="580182" y="245567"/>
                  </a:lnTo>
                  <a:lnTo>
                    <a:pt x="663065" y="241635"/>
                  </a:lnTo>
                  <a:lnTo>
                    <a:pt x="745948" y="237582"/>
                  </a:lnTo>
                  <a:lnTo>
                    <a:pt x="828832" y="233413"/>
                  </a:lnTo>
                  <a:lnTo>
                    <a:pt x="911715" y="229133"/>
                  </a:lnTo>
                  <a:lnTo>
                    <a:pt x="994598" y="224745"/>
                  </a:lnTo>
                  <a:lnTo>
                    <a:pt x="1077481" y="220254"/>
                  </a:lnTo>
                  <a:lnTo>
                    <a:pt x="1160364" y="215664"/>
                  </a:lnTo>
                  <a:lnTo>
                    <a:pt x="1243248" y="210981"/>
                  </a:lnTo>
                  <a:lnTo>
                    <a:pt x="1326131" y="206207"/>
                  </a:lnTo>
                  <a:lnTo>
                    <a:pt x="1409014" y="201347"/>
                  </a:lnTo>
                  <a:lnTo>
                    <a:pt x="1491897" y="196406"/>
                  </a:lnTo>
                  <a:lnTo>
                    <a:pt x="1574780" y="191389"/>
                  </a:lnTo>
                  <a:lnTo>
                    <a:pt x="1657664" y="186298"/>
                  </a:lnTo>
                  <a:lnTo>
                    <a:pt x="1740547" y="181140"/>
                  </a:lnTo>
                  <a:lnTo>
                    <a:pt x="1823430" y="175866"/>
                  </a:lnTo>
                  <a:lnTo>
                    <a:pt x="1906313" y="170367"/>
                  </a:lnTo>
                  <a:lnTo>
                    <a:pt x="1989196" y="164661"/>
                  </a:lnTo>
                  <a:lnTo>
                    <a:pt x="2072080" y="158774"/>
                  </a:lnTo>
                  <a:lnTo>
                    <a:pt x="2154963" y="152732"/>
                  </a:lnTo>
                  <a:lnTo>
                    <a:pt x="2237846" y="146561"/>
                  </a:lnTo>
                  <a:lnTo>
                    <a:pt x="2320729" y="139924"/>
                  </a:lnTo>
                  <a:lnTo>
                    <a:pt x="2403612" y="131063"/>
                  </a:lnTo>
                  <a:lnTo>
                    <a:pt x="2486496" y="120978"/>
                  </a:lnTo>
                  <a:lnTo>
                    <a:pt x="2569379" y="111147"/>
                  </a:lnTo>
                  <a:lnTo>
                    <a:pt x="2652262" y="102895"/>
                  </a:lnTo>
                  <a:lnTo>
                    <a:pt x="2735145" y="93394"/>
                  </a:lnTo>
                  <a:lnTo>
                    <a:pt x="2818028" y="82508"/>
                  </a:lnTo>
                  <a:lnTo>
                    <a:pt x="2900912" y="72209"/>
                  </a:lnTo>
                  <a:lnTo>
                    <a:pt x="2983795" y="64468"/>
                  </a:lnTo>
                  <a:lnTo>
                    <a:pt x="3066678" y="58720"/>
                  </a:lnTo>
                  <a:lnTo>
                    <a:pt x="3149561" y="53120"/>
                  </a:lnTo>
                  <a:lnTo>
                    <a:pt x="3232444" y="48236"/>
                  </a:lnTo>
                  <a:lnTo>
                    <a:pt x="3315328" y="44637"/>
                  </a:lnTo>
                  <a:lnTo>
                    <a:pt x="3398211" y="42659"/>
                  </a:lnTo>
                  <a:lnTo>
                    <a:pt x="3481094" y="41839"/>
                  </a:lnTo>
                  <a:lnTo>
                    <a:pt x="3563977" y="41545"/>
                  </a:lnTo>
                  <a:lnTo>
                    <a:pt x="3646860" y="41146"/>
                  </a:lnTo>
                  <a:lnTo>
                    <a:pt x="3729744" y="40035"/>
                  </a:lnTo>
                  <a:lnTo>
                    <a:pt x="3812627" y="38638"/>
                  </a:lnTo>
                  <a:lnTo>
                    <a:pt x="3895510" y="37241"/>
                  </a:lnTo>
                  <a:lnTo>
                    <a:pt x="3978393" y="35695"/>
                  </a:lnTo>
                  <a:lnTo>
                    <a:pt x="4061276" y="33854"/>
                  </a:lnTo>
                  <a:lnTo>
                    <a:pt x="4144160" y="31572"/>
                  </a:lnTo>
                  <a:lnTo>
                    <a:pt x="4227043" y="28701"/>
                  </a:lnTo>
                  <a:lnTo>
                    <a:pt x="4309926" y="25101"/>
                  </a:lnTo>
                  <a:lnTo>
                    <a:pt x="4392809" y="21375"/>
                  </a:lnTo>
                  <a:lnTo>
                    <a:pt x="4475692" y="17995"/>
                  </a:lnTo>
                  <a:lnTo>
                    <a:pt x="4558576" y="14950"/>
                  </a:lnTo>
                  <a:lnTo>
                    <a:pt x="4641459" y="12226"/>
                  </a:lnTo>
                  <a:lnTo>
                    <a:pt x="4724342" y="9812"/>
                  </a:lnTo>
                  <a:lnTo>
                    <a:pt x="4807225" y="7695"/>
                  </a:lnTo>
                  <a:lnTo>
                    <a:pt x="4890108" y="5863"/>
                  </a:lnTo>
                  <a:lnTo>
                    <a:pt x="4972992" y="4304"/>
                  </a:lnTo>
                  <a:lnTo>
                    <a:pt x="5055875" y="3006"/>
                  </a:lnTo>
                  <a:lnTo>
                    <a:pt x="5138758" y="1957"/>
                  </a:lnTo>
                  <a:lnTo>
                    <a:pt x="5221641" y="1144"/>
                  </a:lnTo>
                  <a:lnTo>
                    <a:pt x="5304524" y="555"/>
                  </a:lnTo>
                  <a:lnTo>
                    <a:pt x="5387408" y="177"/>
                  </a:lnTo>
                  <a:lnTo>
                    <a:pt x="5470291" y="0"/>
                  </a:lnTo>
                  <a:lnTo>
                    <a:pt x="5553174" y="9"/>
                  </a:lnTo>
                  <a:lnTo>
                    <a:pt x="5636057" y="194"/>
                  </a:lnTo>
                  <a:lnTo>
                    <a:pt x="5718940" y="542"/>
                  </a:lnTo>
                  <a:lnTo>
                    <a:pt x="5801824" y="1040"/>
                  </a:lnTo>
                  <a:lnTo>
                    <a:pt x="5884707" y="1677"/>
                  </a:lnTo>
                  <a:lnTo>
                    <a:pt x="5967590" y="2440"/>
                  </a:lnTo>
                  <a:lnTo>
                    <a:pt x="6015395" y="29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072465" y="3696217"/>
              <a:ext cx="6015395" cy="1682242"/>
            </a:xfrm>
            <a:custGeom>
              <a:avLst/>
              <a:pathLst>
                <a:path w="6015395" h="1682242">
                  <a:moveTo>
                    <a:pt x="0" y="535611"/>
                  </a:moveTo>
                  <a:lnTo>
                    <a:pt x="82883" y="589280"/>
                  </a:lnTo>
                  <a:lnTo>
                    <a:pt x="165766" y="640398"/>
                  </a:lnTo>
                  <a:lnTo>
                    <a:pt x="248649" y="688944"/>
                  </a:lnTo>
                  <a:lnTo>
                    <a:pt x="331532" y="734896"/>
                  </a:lnTo>
                  <a:lnTo>
                    <a:pt x="414416" y="778226"/>
                  </a:lnTo>
                  <a:lnTo>
                    <a:pt x="497299" y="818905"/>
                  </a:lnTo>
                  <a:lnTo>
                    <a:pt x="580182" y="856898"/>
                  </a:lnTo>
                  <a:lnTo>
                    <a:pt x="663065" y="892168"/>
                  </a:lnTo>
                  <a:lnTo>
                    <a:pt x="745948" y="924674"/>
                  </a:lnTo>
                  <a:lnTo>
                    <a:pt x="828832" y="954370"/>
                  </a:lnTo>
                  <a:lnTo>
                    <a:pt x="911715" y="981211"/>
                  </a:lnTo>
                  <a:lnTo>
                    <a:pt x="994598" y="1005154"/>
                  </a:lnTo>
                  <a:lnTo>
                    <a:pt x="1077481" y="1026164"/>
                  </a:lnTo>
                  <a:lnTo>
                    <a:pt x="1160364" y="1044222"/>
                  </a:lnTo>
                  <a:lnTo>
                    <a:pt x="1243248" y="1059338"/>
                  </a:lnTo>
                  <a:lnTo>
                    <a:pt x="1326131" y="1071564"/>
                  </a:lnTo>
                  <a:lnTo>
                    <a:pt x="1409014" y="1081005"/>
                  </a:lnTo>
                  <a:lnTo>
                    <a:pt x="1491897" y="1087830"/>
                  </a:lnTo>
                  <a:lnTo>
                    <a:pt x="1574780" y="1092261"/>
                  </a:lnTo>
                  <a:lnTo>
                    <a:pt x="1657664" y="1094567"/>
                  </a:lnTo>
                  <a:lnTo>
                    <a:pt x="1740547" y="1095030"/>
                  </a:lnTo>
                  <a:lnTo>
                    <a:pt x="1823430" y="1093859"/>
                  </a:lnTo>
                  <a:lnTo>
                    <a:pt x="1906313" y="1091104"/>
                  </a:lnTo>
                  <a:lnTo>
                    <a:pt x="1989196" y="1086871"/>
                  </a:lnTo>
                  <a:lnTo>
                    <a:pt x="2072080" y="1081249"/>
                  </a:lnTo>
                  <a:lnTo>
                    <a:pt x="2154963" y="1074369"/>
                  </a:lnTo>
                  <a:lnTo>
                    <a:pt x="2237846" y="1066446"/>
                  </a:lnTo>
                  <a:lnTo>
                    <a:pt x="2320729" y="1057436"/>
                  </a:lnTo>
                  <a:lnTo>
                    <a:pt x="2403612" y="1045511"/>
                  </a:lnTo>
                  <a:lnTo>
                    <a:pt x="2486496" y="1030885"/>
                  </a:lnTo>
                  <a:lnTo>
                    <a:pt x="2569379" y="1015191"/>
                  </a:lnTo>
                  <a:lnTo>
                    <a:pt x="2652262" y="1001348"/>
                  </a:lnTo>
                  <a:lnTo>
                    <a:pt x="2735145" y="988220"/>
                  </a:lnTo>
                  <a:lnTo>
                    <a:pt x="2818028" y="973575"/>
                  </a:lnTo>
                  <a:lnTo>
                    <a:pt x="2900912" y="957674"/>
                  </a:lnTo>
                  <a:lnTo>
                    <a:pt x="2983795" y="942867"/>
                  </a:lnTo>
                  <a:lnTo>
                    <a:pt x="3066678" y="929605"/>
                  </a:lnTo>
                  <a:lnTo>
                    <a:pt x="3149561" y="914905"/>
                  </a:lnTo>
                  <a:lnTo>
                    <a:pt x="3232444" y="899049"/>
                  </a:lnTo>
                  <a:lnTo>
                    <a:pt x="3315328" y="884967"/>
                  </a:lnTo>
                  <a:lnTo>
                    <a:pt x="3398211" y="873806"/>
                  </a:lnTo>
                  <a:lnTo>
                    <a:pt x="3481094" y="863128"/>
                  </a:lnTo>
                  <a:lnTo>
                    <a:pt x="3563977" y="851735"/>
                  </a:lnTo>
                  <a:lnTo>
                    <a:pt x="3646860" y="839611"/>
                  </a:lnTo>
                  <a:lnTo>
                    <a:pt x="3729744" y="827594"/>
                  </a:lnTo>
                  <a:lnTo>
                    <a:pt x="3812627" y="815999"/>
                  </a:lnTo>
                  <a:lnTo>
                    <a:pt x="3895510" y="804115"/>
                  </a:lnTo>
                  <a:lnTo>
                    <a:pt x="3978393" y="791305"/>
                  </a:lnTo>
                  <a:lnTo>
                    <a:pt x="4061276" y="777120"/>
                  </a:lnTo>
                  <a:lnTo>
                    <a:pt x="4144160" y="761303"/>
                  </a:lnTo>
                  <a:lnTo>
                    <a:pt x="4227043" y="743732"/>
                  </a:lnTo>
                  <a:lnTo>
                    <a:pt x="4309926" y="724337"/>
                  </a:lnTo>
                  <a:lnTo>
                    <a:pt x="4392809" y="703758"/>
                  </a:lnTo>
                  <a:lnTo>
                    <a:pt x="4475692" y="682461"/>
                  </a:lnTo>
                  <a:lnTo>
                    <a:pt x="4558576" y="660368"/>
                  </a:lnTo>
                  <a:lnTo>
                    <a:pt x="4641459" y="637354"/>
                  </a:lnTo>
                  <a:lnTo>
                    <a:pt x="4724342" y="613263"/>
                  </a:lnTo>
                  <a:lnTo>
                    <a:pt x="4807225" y="587917"/>
                  </a:lnTo>
                  <a:lnTo>
                    <a:pt x="4890108" y="561130"/>
                  </a:lnTo>
                  <a:lnTo>
                    <a:pt x="4972992" y="532724"/>
                  </a:lnTo>
                  <a:lnTo>
                    <a:pt x="5055875" y="502536"/>
                  </a:lnTo>
                  <a:lnTo>
                    <a:pt x="5138758" y="470430"/>
                  </a:lnTo>
                  <a:lnTo>
                    <a:pt x="5221641" y="436297"/>
                  </a:lnTo>
                  <a:lnTo>
                    <a:pt x="5304524" y="400062"/>
                  </a:lnTo>
                  <a:lnTo>
                    <a:pt x="5387408" y="361673"/>
                  </a:lnTo>
                  <a:lnTo>
                    <a:pt x="5470291" y="321105"/>
                  </a:lnTo>
                  <a:lnTo>
                    <a:pt x="5553174" y="278347"/>
                  </a:lnTo>
                  <a:lnTo>
                    <a:pt x="5636057" y="233404"/>
                  </a:lnTo>
                  <a:lnTo>
                    <a:pt x="5718940" y="186287"/>
                  </a:lnTo>
                  <a:lnTo>
                    <a:pt x="5801824" y="137014"/>
                  </a:lnTo>
                  <a:lnTo>
                    <a:pt x="5884707" y="85605"/>
                  </a:lnTo>
                  <a:lnTo>
                    <a:pt x="5967590" y="32080"/>
                  </a:lnTo>
                  <a:lnTo>
                    <a:pt x="6015395" y="0"/>
                  </a:lnTo>
                  <a:lnTo>
                    <a:pt x="6015395" y="803838"/>
                  </a:lnTo>
                  <a:lnTo>
                    <a:pt x="5967590" y="802040"/>
                  </a:lnTo>
                  <a:lnTo>
                    <a:pt x="5884707" y="800008"/>
                  </a:lnTo>
                  <a:lnTo>
                    <a:pt x="5801824" y="799100"/>
                  </a:lnTo>
                  <a:lnTo>
                    <a:pt x="5718940" y="799354"/>
                  </a:lnTo>
                  <a:lnTo>
                    <a:pt x="5636057" y="800810"/>
                  </a:lnTo>
                  <a:lnTo>
                    <a:pt x="5553174" y="803503"/>
                  </a:lnTo>
                  <a:lnTo>
                    <a:pt x="5470291" y="807464"/>
                  </a:lnTo>
                  <a:lnTo>
                    <a:pt x="5387408" y="812714"/>
                  </a:lnTo>
                  <a:lnTo>
                    <a:pt x="5304524" y="819264"/>
                  </a:lnTo>
                  <a:lnTo>
                    <a:pt x="5221641" y="827105"/>
                  </a:lnTo>
                  <a:lnTo>
                    <a:pt x="5138758" y="836205"/>
                  </a:lnTo>
                  <a:lnTo>
                    <a:pt x="5055875" y="846505"/>
                  </a:lnTo>
                  <a:lnTo>
                    <a:pt x="4972992" y="857918"/>
                  </a:lnTo>
                  <a:lnTo>
                    <a:pt x="4890108" y="870325"/>
                  </a:lnTo>
                  <a:lnTo>
                    <a:pt x="4807225" y="883581"/>
                  </a:lnTo>
                  <a:lnTo>
                    <a:pt x="4724342" y="897527"/>
                  </a:lnTo>
                  <a:lnTo>
                    <a:pt x="4641459" y="911995"/>
                  </a:lnTo>
                  <a:lnTo>
                    <a:pt x="4558576" y="926827"/>
                  </a:lnTo>
                  <a:lnTo>
                    <a:pt x="4475692" y="941883"/>
                  </a:lnTo>
                  <a:lnTo>
                    <a:pt x="4392809" y="957060"/>
                  </a:lnTo>
                  <a:lnTo>
                    <a:pt x="4309926" y="972296"/>
                  </a:lnTo>
                  <a:lnTo>
                    <a:pt x="4227043" y="986624"/>
                  </a:lnTo>
                  <a:lnTo>
                    <a:pt x="4144160" y="999038"/>
                  </a:lnTo>
                  <a:lnTo>
                    <a:pt x="4061276" y="1010174"/>
                  </a:lnTo>
                  <a:lnTo>
                    <a:pt x="3978393" y="1020631"/>
                  </a:lnTo>
                  <a:lnTo>
                    <a:pt x="3895510" y="1030875"/>
                  </a:lnTo>
                  <a:lnTo>
                    <a:pt x="3812627" y="1041181"/>
                  </a:lnTo>
                  <a:lnTo>
                    <a:pt x="3729744" y="1051631"/>
                  </a:lnTo>
                  <a:lnTo>
                    <a:pt x="3646860" y="1061325"/>
                  </a:lnTo>
                  <a:lnTo>
                    <a:pt x="3563977" y="1069660"/>
                  </a:lnTo>
                  <a:lnTo>
                    <a:pt x="3481094" y="1078409"/>
                  </a:lnTo>
                  <a:lnTo>
                    <a:pt x="3398211" y="1088538"/>
                  </a:lnTo>
                  <a:lnTo>
                    <a:pt x="3315328" y="1099829"/>
                  </a:lnTo>
                  <a:lnTo>
                    <a:pt x="3232444" y="1111438"/>
                  </a:lnTo>
                  <a:lnTo>
                    <a:pt x="3149561" y="1124215"/>
                  </a:lnTo>
                  <a:lnTo>
                    <a:pt x="3066678" y="1138707"/>
                  </a:lnTo>
                  <a:lnTo>
                    <a:pt x="2983795" y="1152808"/>
                  </a:lnTo>
                  <a:lnTo>
                    <a:pt x="2900912" y="1165955"/>
                  </a:lnTo>
                  <a:lnTo>
                    <a:pt x="2818028" y="1180445"/>
                  </a:lnTo>
                  <a:lnTo>
                    <a:pt x="2735145" y="1196307"/>
                  </a:lnTo>
                  <a:lnTo>
                    <a:pt x="2652262" y="1211484"/>
                  </a:lnTo>
                  <a:lnTo>
                    <a:pt x="2569379" y="1225001"/>
                  </a:lnTo>
                  <a:lnTo>
                    <a:pt x="2486496" y="1240193"/>
                  </a:lnTo>
                  <a:lnTo>
                    <a:pt x="2403612" y="1256232"/>
                  </a:lnTo>
                  <a:lnTo>
                    <a:pt x="2320729" y="1270733"/>
                  </a:lnTo>
                  <a:lnTo>
                    <a:pt x="2237846" y="1281192"/>
                  </a:lnTo>
                  <a:lnTo>
                    <a:pt x="2154963" y="1290558"/>
                  </a:lnTo>
                  <a:lnTo>
                    <a:pt x="2072080" y="1299572"/>
                  </a:lnTo>
                  <a:lnTo>
                    <a:pt x="1989196" y="1308236"/>
                  </a:lnTo>
                  <a:lnTo>
                    <a:pt x="1906313" y="1316469"/>
                  </a:lnTo>
                  <a:lnTo>
                    <a:pt x="1823430" y="1324148"/>
                  </a:lnTo>
                  <a:lnTo>
                    <a:pt x="1740547" y="1331200"/>
                  </a:lnTo>
                  <a:lnTo>
                    <a:pt x="1657664" y="1338301"/>
                  </a:lnTo>
                  <a:lnTo>
                    <a:pt x="1574780" y="1345939"/>
                  </a:lnTo>
                  <a:lnTo>
                    <a:pt x="1491897" y="1354381"/>
                  </a:lnTo>
                  <a:lnTo>
                    <a:pt x="1409014" y="1363879"/>
                  </a:lnTo>
                  <a:lnTo>
                    <a:pt x="1326131" y="1374639"/>
                  </a:lnTo>
                  <a:lnTo>
                    <a:pt x="1243248" y="1386812"/>
                  </a:lnTo>
                  <a:lnTo>
                    <a:pt x="1160364" y="1400487"/>
                  </a:lnTo>
                  <a:lnTo>
                    <a:pt x="1077481" y="1415698"/>
                  </a:lnTo>
                  <a:lnTo>
                    <a:pt x="994598" y="1432440"/>
                  </a:lnTo>
                  <a:lnTo>
                    <a:pt x="911715" y="1450677"/>
                  </a:lnTo>
                  <a:lnTo>
                    <a:pt x="828832" y="1470357"/>
                  </a:lnTo>
                  <a:lnTo>
                    <a:pt x="745948" y="1491421"/>
                  </a:lnTo>
                  <a:lnTo>
                    <a:pt x="663065" y="1513805"/>
                  </a:lnTo>
                  <a:lnTo>
                    <a:pt x="580182" y="1537448"/>
                  </a:lnTo>
                  <a:lnTo>
                    <a:pt x="497299" y="1562293"/>
                  </a:lnTo>
                  <a:lnTo>
                    <a:pt x="414416" y="1588284"/>
                  </a:lnTo>
                  <a:lnTo>
                    <a:pt x="331532" y="1615371"/>
                  </a:lnTo>
                  <a:lnTo>
                    <a:pt x="248649" y="1643508"/>
                  </a:lnTo>
                  <a:lnTo>
                    <a:pt x="165766" y="1672650"/>
                  </a:lnTo>
                  <a:lnTo>
                    <a:pt x="139360" y="1682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72465" y="3696217"/>
              <a:ext cx="6015395" cy="1095030"/>
            </a:xfrm>
            <a:custGeom>
              <a:avLst/>
              <a:pathLst>
                <a:path w="6015395" h="1095030">
                  <a:moveTo>
                    <a:pt x="0" y="535611"/>
                  </a:moveTo>
                  <a:lnTo>
                    <a:pt x="82883" y="589280"/>
                  </a:lnTo>
                  <a:lnTo>
                    <a:pt x="165766" y="640398"/>
                  </a:lnTo>
                  <a:lnTo>
                    <a:pt x="248649" y="688944"/>
                  </a:lnTo>
                  <a:lnTo>
                    <a:pt x="331532" y="734896"/>
                  </a:lnTo>
                  <a:lnTo>
                    <a:pt x="414416" y="778226"/>
                  </a:lnTo>
                  <a:lnTo>
                    <a:pt x="497299" y="818905"/>
                  </a:lnTo>
                  <a:lnTo>
                    <a:pt x="580182" y="856898"/>
                  </a:lnTo>
                  <a:lnTo>
                    <a:pt x="663065" y="892168"/>
                  </a:lnTo>
                  <a:lnTo>
                    <a:pt x="745948" y="924674"/>
                  </a:lnTo>
                  <a:lnTo>
                    <a:pt x="828832" y="954370"/>
                  </a:lnTo>
                  <a:lnTo>
                    <a:pt x="911715" y="981211"/>
                  </a:lnTo>
                  <a:lnTo>
                    <a:pt x="994598" y="1005154"/>
                  </a:lnTo>
                  <a:lnTo>
                    <a:pt x="1077481" y="1026164"/>
                  </a:lnTo>
                  <a:lnTo>
                    <a:pt x="1160364" y="1044222"/>
                  </a:lnTo>
                  <a:lnTo>
                    <a:pt x="1243248" y="1059338"/>
                  </a:lnTo>
                  <a:lnTo>
                    <a:pt x="1326131" y="1071564"/>
                  </a:lnTo>
                  <a:lnTo>
                    <a:pt x="1409014" y="1081005"/>
                  </a:lnTo>
                  <a:lnTo>
                    <a:pt x="1491897" y="1087830"/>
                  </a:lnTo>
                  <a:lnTo>
                    <a:pt x="1574780" y="1092261"/>
                  </a:lnTo>
                  <a:lnTo>
                    <a:pt x="1657664" y="1094567"/>
                  </a:lnTo>
                  <a:lnTo>
                    <a:pt x="1740547" y="1095030"/>
                  </a:lnTo>
                  <a:lnTo>
                    <a:pt x="1823430" y="1093859"/>
                  </a:lnTo>
                  <a:lnTo>
                    <a:pt x="1906313" y="1091104"/>
                  </a:lnTo>
                  <a:lnTo>
                    <a:pt x="1989196" y="1086871"/>
                  </a:lnTo>
                  <a:lnTo>
                    <a:pt x="2072080" y="1081249"/>
                  </a:lnTo>
                  <a:lnTo>
                    <a:pt x="2154963" y="1074369"/>
                  </a:lnTo>
                  <a:lnTo>
                    <a:pt x="2237846" y="1066446"/>
                  </a:lnTo>
                  <a:lnTo>
                    <a:pt x="2320729" y="1057436"/>
                  </a:lnTo>
                  <a:lnTo>
                    <a:pt x="2403612" y="1045511"/>
                  </a:lnTo>
                  <a:lnTo>
                    <a:pt x="2486496" y="1030885"/>
                  </a:lnTo>
                  <a:lnTo>
                    <a:pt x="2569379" y="1015191"/>
                  </a:lnTo>
                  <a:lnTo>
                    <a:pt x="2652262" y="1001348"/>
                  </a:lnTo>
                  <a:lnTo>
                    <a:pt x="2735145" y="988220"/>
                  </a:lnTo>
                  <a:lnTo>
                    <a:pt x="2818028" y="973575"/>
                  </a:lnTo>
                  <a:lnTo>
                    <a:pt x="2900912" y="957674"/>
                  </a:lnTo>
                  <a:lnTo>
                    <a:pt x="2983795" y="942867"/>
                  </a:lnTo>
                  <a:lnTo>
                    <a:pt x="3066678" y="929605"/>
                  </a:lnTo>
                  <a:lnTo>
                    <a:pt x="3149561" y="914905"/>
                  </a:lnTo>
                  <a:lnTo>
                    <a:pt x="3232444" y="899049"/>
                  </a:lnTo>
                  <a:lnTo>
                    <a:pt x="3315328" y="884967"/>
                  </a:lnTo>
                  <a:lnTo>
                    <a:pt x="3398211" y="873806"/>
                  </a:lnTo>
                  <a:lnTo>
                    <a:pt x="3481094" y="863128"/>
                  </a:lnTo>
                  <a:lnTo>
                    <a:pt x="3563977" y="851735"/>
                  </a:lnTo>
                  <a:lnTo>
                    <a:pt x="3646860" y="839611"/>
                  </a:lnTo>
                  <a:lnTo>
                    <a:pt x="3729744" y="827594"/>
                  </a:lnTo>
                  <a:lnTo>
                    <a:pt x="3812627" y="815999"/>
                  </a:lnTo>
                  <a:lnTo>
                    <a:pt x="3895510" y="804115"/>
                  </a:lnTo>
                  <a:lnTo>
                    <a:pt x="3978393" y="791305"/>
                  </a:lnTo>
                  <a:lnTo>
                    <a:pt x="4061276" y="777120"/>
                  </a:lnTo>
                  <a:lnTo>
                    <a:pt x="4144160" y="761303"/>
                  </a:lnTo>
                  <a:lnTo>
                    <a:pt x="4227043" y="743732"/>
                  </a:lnTo>
                  <a:lnTo>
                    <a:pt x="4309926" y="724337"/>
                  </a:lnTo>
                  <a:lnTo>
                    <a:pt x="4392809" y="703758"/>
                  </a:lnTo>
                  <a:lnTo>
                    <a:pt x="4475692" y="682461"/>
                  </a:lnTo>
                  <a:lnTo>
                    <a:pt x="4558576" y="660368"/>
                  </a:lnTo>
                  <a:lnTo>
                    <a:pt x="4641459" y="637354"/>
                  </a:lnTo>
                  <a:lnTo>
                    <a:pt x="4724342" y="613263"/>
                  </a:lnTo>
                  <a:lnTo>
                    <a:pt x="4807225" y="587917"/>
                  </a:lnTo>
                  <a:lnTo>
                    <a:pt x="4890108" y="561130"/>
                  </a:lnTo>
                  <a:lnTo>
                    <a:pt x="4972992" y="532724"/>
                  </a:lnTo>
                  <a:lnTo>
                    <a:pt x="5055875" y="502536"/>
                  </a:lnTo>
                  <a:lnTo>
                    <a:pt x="5138758" y="470430"/>
                  </a:lnTo>
                  <a:lnTo>
                    <a:pt x="5221641" y="436297"/>
                  </a:lnTo>
                  <a:lnTo>
                    <a:pt x="5304524" y="400062"/>
                  </a:lnTo>
                  <a:lnTo>
                    <a:pt x="5387408" y="361673"/>
                  </a:lnTo>
                  <a:lnTo>
                    <a:pt x="5470291" y="321105"/>
                  </a:lnTo>
                  <a:lnTo>
                    <a:pt x="5553174" y="278347"/>
                  </a:lnTo>
                  <a:lnTo>
                    <a:pt x="5636057" y="233404"/>
                  </a:lnTo>
                  <a:lnTo>
                    <a:pt x="5718940" y="186287"/>
                  </a:lnTo>
                  <a:lnTo>
                    <a:pt x="5801824" y="137014"/>
                  </a:lnTo>
                  <a:lnTo>
                    <a:pt x="5884707" y="85605"/>
                  </a:lnTo>
                  <a:lnTo>
                    <a:pt x="5967590" y="32080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1825" y="4495317"/>
              <a:ext cx="5876035" cy="883142"/>
            </a:xfrm>
            <a:custGeom>
              <a:avLst/>
              <a:pathLst>
                <a:path w="5876035" h="883142">
                  <a:moveTo>
                    <a:pt x="5876035" y="4738"/>
                  </a:moveTo>
                  <a:lnTo>
                    <a:pt x="5828229" y="2940"/>
                  </a:lnTo>
                  <a:lnTo>
                    <a:pt x="5745346" y="908"/>
                  </a:lnTo>
                  <a:lnTo>
                    <a:pt x="5662463" y="0"/>
                  </a:lnTo>
                  <a:lnTo>
                    <a:pt x="5579580" y="254"/>
                  </a:lnTo>
                  <a:lnTo>
                    <a:pt x="5496697" y="1710"/>
                  </a:lnTo>
                  <a:lnTo>
                    <a:pt x="5413813" y="4403"/>
                  </a:lnTo>
                  <a:lnTo>
                    <a:pt x="5330930" y="8364"/>
                  </a:lnTo>
                  <a:lnTo>
                    <a:pt x="5248047" y="13614"/>
                  </a:lnTo>
                  <a:lnTo>
                    <a:pt x="5165164" y="20164"/>
                  </a:lnTo>
                  <a:lnTo>
                    <a:pt x="5082281" y="28004"/>
                  </a:lnTo>
                  <a:lnTo>
                    <a:pt x="4999397" y="37105"/>
                  </a:lnTo>
                  <a:lnTo>
                    <a:pt x="4916514" y="47405"/>
                  </a:lnTo>
                  <a:lnTo>
                    <a:pt x="4833631" y="58818"/>
                  </a:lnTo>
                  <a:lnTo>
                    <a:pt x="4750748" y="71225"/>
                  </a:lnTo>
                  <a:lnTo>
                    <a:pt x="4667865" y="84481"/>
                  </a:lnTo>
                  <a:lnTo>
                    <a:pt x="4584981" y="98427"/>
                  </a:lnTo>
                  <a:lnTo>
                    <a:pt x="4502098" y="112895"/>
                  </a:lnTo>
                  <a:lnTo>
                    <a:pt x="4419215" y="127727"/>
                  </a:lnTo>
                  <a:lnTo>
                    <a:pt x="4336332" y="142783"/>
                  </a:lnTo>
                  <a:lnTo>
                    <a:pt x="4253449" y="157959"/>
                  </a:lnTo>
                  <a:lnTo>
                    <a:pt x="4170565" y="173196"/>
                  </a:lnTo>
                  <a:lnTo>
                    <a:pt x="4087682" y="187523"/>
                  </a:lnTo>
                  <a:lnTo>
                    <a:pt x="4004799" y="199938"/>
                  </a:lnTo>
                  <a:lnTo>
                    <a:pt x="3921916" y="211074"/>
                  </a:lnTo>
                  <a:lnTo>
                    <a:pt x="3839033" y="221531"/>
                  </a:lnTo>
                  <a:lnTo>
                    <a:pt x="3756149" y="231775"/>
                  </a:lnTo>
                  <a:lnTo>
                    <a:pt x="3673266" y="242080"/>
                  </a:lnTo>
                  <a:lnTo>
                    <a:pt x="3590383" y="252531"/>
                  </a:lnTo>
                  <a:lnTo>
                    <a:pt x="3507500" y="262225"/>
                  </a:lnTo>
                  <a:lnTo>
                    <a:pt x="3424617" y="270560"/>
                  </a:lnTo>
                  <a:lnTo>
                    <a:pt x="3341733" y="279309"/>
                  </a:lnTo>
                  <a:lnTo>
                    <a:pt x="3258850" y="289438"/>
                  </a:lnTo>
                  <a:lnTo>
                    <a:pt x="3175967" y="300729"/>
                  </a:lnTo>
                  <a:lnTo>
                    <a:pt x="3093084" y="312338"/>
                  </a:lnTo>
                  <a:lnTo>
                    <a:pt x="3010201" y="325115"/>
                  </a:lnTo>
                  <a:lnTo>
                    <a:pt x="2927317" y="339606"/>
                  </a:lnTo>
                  <a:lnTo>
                    <a:pt x="2844434" y="353708"/>
                  </a:lnTo>
                  <a:lnTo>
                    <a:pt x="2761551" y="366855"/>
                  </a:lnTo>
                  <a:lnTo>
                    <a:pt x="2678668" y="381344"/>
                  </a:lnTo>
                  <a:lnTo>
                    <a:pt x="2595785" y="397207"/>
                  </a:lnTo>
                  <a:lnTo>
                    <a:pt x="2512901" y="412384"/>
                  </a:lnTo>
                  <a:lnTo>
                    <a:pt x="2430018" y="425901"/>
                  </a:lnTo>
                  <a:lnTo>
                    <a:pt x="2347135" y="441093"/>
                  </a:lnTo>
                  <a:lnTo>
                    <a:pt x="2264252" y="457132"/>
                  </a:lnTo>
                  <a:lnTo>
                    <a:pt x="2181369" y="471633"/>
                  </a:lnTo>
                  <a:lnTo>
                    <a:pt x="2098485" y="482092"/>
                  </a:lnTo>
                  <a:lnTo>
                    <a:pt x="2015602" y="491458"/>
                  </a:lnTo>
                  <a:lnTo>
                    <a:pt x="1932719" y="500472"/>
                  </a:lnTo>
                  <a:lnTo>
                    <a:pt x="1849836" y="509136"/>
                  </a:lnTo>
                  <a:lnTo>
                    <a:pt x="1766953" y="517369"/>
                  </a:lnTo>
                  <a:lnTo>
                    <a:pt x="1684069" y="525048"/>
                  </a:lnTo>
                  <a:lnTo>
                    <a:pt x="1601186" y="532100"/>
                  </a:lnTo>
                  <a:lnTo>
                    <a:pt x="1518303" y="539201"/>
                  </a:lnTo>
                  <a:lnTo>
                    <a:pt x="1435420" y="546839"/>
                  </a:lnTo>
                  <a:lnTo>
                    <a:pt x="1352537" y="555281"/>
                  </a:lnTo>
                  <a:lnTo>
                    <a:pt x="1269653" y="564779"/>
                  </a:lnTo>
                  <a:lnTo>
                    <a:pt x="1186770" y="575539"/>
                  </a:lnTo>
                  <a:lnTo>
                    <a:pt x="1103887" y="587712"/>
                  </a:lnTo>
                  <a:lnTo>
                    <a:pt x="1021004" y="601387"/>
                  </a:lnTo>
                  <a:lnTo>
                    <a:pt x="938121" y="616598"/>
                  </a:lnTo>
                  <a:lnTo>
                    <a:pt x="855237" y="633340"/>
                  </a:lnTo>
                  <a:lnTo>
                    <a:pt x="772354" y="651577"/>
                  </a:lnTo>
                  <a:lnTo>
                    <a:pt x="689471" y="671257"/>
                  </a:lnTo>
                  <a:lnTo>
                    <a:pt x="606588" y="692321"/>
                  </a:lnTo>
                  <a:lnTo>
                    <a:pt x="523705" y="714705"/>
                  </a:lnTo>
                  <a:lnTo>
                    <a:pt x="440821" y="738348"/>
                  </a:lnTo>
                  <a:lnTo>
                    <a:pt x="357938" y="763193"/>
                  </a:lnTo>
                  <a:lnTo>
                    <a:pt x="275055" y="789184"/>
                  </a:lnTo>
                  <a:lnTo>
                    <a:pt x="192172" y="816271"/>
                  </a:lnTo>
                  <a:lnTo>
                    <a:pt x="109289" y="844408"/>
                  </a:lnTo>
                  <a:lnTo>
                    <a:pt x="26405" y="873550"/>
                  </a:lnTo>
                  <a:lnTo>
                    <a:pt x="0" y="883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72465" y="4098136"/>
              <a:ext cx="6015395" cy="821182"/>
            </a:xfrm>
            <a:custGeom>
              <a:avLst/>
              <a:pathLst>
                <a:path w="6015395" h="821182">
                  <a:moveTo>
                    <a:pt x="0" y="732784"/>
                  </a:moveTo>
                  <a:lnTo>
                    <a:pt x="82883" y="744100"/>
                  </a:lnTo>
                  <a:lnTo>
                    <a:pt x="165766" y="754605"/>
                  </a:lnTo>
                  <a:lnTo>
                    <a:pt x="248649" y="764307"/>
                  </a:lnTo>
                  <a:lnTo>
                    <a:pt x="331532" y="773214"/>
                  </a:lnTo>
                  <a:lnTo>
                    <a:pt x="414416" y="781336"/>
                  </a:lnTo>
                  <a:lnTo>
                    <a:pt x="497299" y="788680"/>
                  </a:lnTo>
                  <a:lnTo>
                    <a:pt x="580182" y="795254"/>
                  </a:lnTo>
                  <a:lnTo>
                    <a:pt x="663065" y="801067"/>
                  </a:lnTo>
                  <a:lnTo>
                    <a:pt x="745948" y="806128"/>
                  </a:lnTo>
                  <a:lnTo>
                    <a:pt x="828832" y="810444"/>
                  </a:lnTo>
                  <a:lnTo>
                    <a:pt x="911715" y="814025"/>
                  </a:lnTo>
                  <a:lnTo>
                    <a:pt x="994598" y="816878"/>
                  </a:lnTo>
                  <a:lnTo>
                    <a:pt x="1077481" y="819012"/>
                  </a:lnTo>
                  <a:lnTo>
                    <a:pt x="1160364" y="820435"/>
                  </a:lnTo>
                  <a:lnTo>
                    <a:pt x="1243248" y="821155"/>
                  </a:lnTo>
                  <a:lnTo>
                    <a:pt x="1326131" y="821182"/>
                  </a:lnTo>
                  <a:lnTo>
                    <a:pt x="1409014" y="820523"/>
                  </a:lnTo>
                  <a:lnTo>
                    <a:pt x="1491897" y="819186"/>
                  </a:lnTo>
                  <a:lnTo>
                    <a:pt x="1574780" y="817181"/>
                  </a:lnTo>
                  <a:lnTo>
                    <a:pt x="1657664" y="814515"/>
                  </a:lnTo>
                  <a:lnTo>
                    <a:pt x="1740547" y="811196"/>
                  </a:lnTo>
                  <a:lnTo>
                    <a:pt x="1823430" y="807084"/>
                  </a:lnTo>
                  <a:lnTo>
                    <a:pt x="1906313" y="801867"/>
                  </a:lnTo>
                  <a:lnTo>
                    <a:pt x="1989196" y="795634"/>
                  </a:lnTo>
                  <a:lnTo>
                    <a:pt x="2072080" y="788491"/>
                  </a:lnTo>
                  <a:lnTo>
                    <a:pt x="2154963" y="780544"/>
                  </a:lnTo>
                  <a:lnTo>
                    <a:pt x="2237846" y="771899"/>
                  </a:lnTo>
                  <a:lnTo>
                    <a:pt x="2320729" y="762165"/>
                  </a:lnTo>
                  <a:lnTo>
                    <a:pt x="2403612" y="748952"/>
                  </a:lnTo>
                  <a:lnTo>
                    <a:pt x="2486496" y="733620"/>
                  </a:lnTo>
                  <a:lnTo>
                    <a:pt x="2569379" y="718177"/>
                  </a:lnTo>
                  <a:lnTo>
                    <a:pt x="2652262" y="704497"/>
                  </a:lnTo>
                  <a:lnTo>
                    <a:pt x="2735145" y="690344"/>
                  </a:lnTo>
                  <a:lnTo>
                    <a:pt x="2818028" y="675090"/>
                  </a:lnTo>
                  <a:lnTo>
                    <a:pt x="2900912" y="659895"/>
                  </a:lnTo>
                  <a:lnTo>
                    <a:pt x="2983795" y="645918"/>
                  </a:lnTo>
                  <a:lnTo>
                    <a:pt x="3066678" y="632237"/>
                  </a:lnTo>
                  <a:lnTo>
                    <a:pt x="3149561" y="617641"/>
                  </a:lnTo>
                  <a:lnTo>
                    <a:pt x="3232444" y="603324"/>
                  </a:lnTo>
                  <a:lnTo>
                    <a:pt x="3315328" y="590479"/>
                  </a:lnTo>
                  <a:lnTo>
                    <a:pt x="3398211" y="579253"/>
                  </a:lnTo>
                  <a:lnTo>
                    <a:pt x="3481094" y="568849"/>
                  </a:lnTo>
                  <a:lnTo>
                    <a:pt x="3563977" y="558778"/>
                  </a:lnTo>
                  <a:lnTo>
                    <a:pt x="3646860" y="548549"/>
                  </a:lnTo>
                  <a:lnTo>
                    <a:pt x="3729744" y="537693"/>
                  </a:lnTo>
                  <a:lnTo>
                    <a:pt x="3812627" y="526670"/>
                  </a:lnTo>
                  <a:lnTo>
                    <a:pt x="3895510" y="515576"/>
                  </a:lnTo>
                  <a:lnTo>
                    <a:pt x="3978393" y="504049"/>
                  </a:lnTo>
                  <a:lnTo>
                    <a:pt x="4061276" y="491728"/>
                  </a:lnTo>
                  <a:lnTo>
                    <a:pt x="4144160" y="478251"/>
                  </a:lnTo>
                  <a:lnTo>
                    <a:pt x="4227043" y="463258"/>
                  </a:lnTo>
                  <a:lnTo>
                    <a:pt x="4309926" y="446397"/>
                  </a:lnTo>
                  <a:lnTo>
                    <a:pt x="4392809" y="428490"/>
                  </a:lnTo>
                  <a:lnTo>
                    <a:pt x="4475692" y="410253"/>
                  </a:lnTo>
                  <a:lnTo>
                    <a:pt x="4558576" y="391678"/>
                  </a:lnTo>
                  <a:lnTo>
                    <a:pt x="4641459" y="372755"/>
                  </a:lnTo>
                  <a:lnTo>
                    <a:pt x="4724342" y="353476"/>
                  </a:lnTo>
                  <a:lnTo>
                    <a:pt x="4807225" y="333830"/>
                  </a:lnTo>
                  <a:lnTo>
                    <a:pt x="4890108" y="313808"/>
                  </a:lnTo>
                  <a:lnTo>
                    <a:pt x="4972992" y="293402"/>
                  </a:lnTo>
                  <a:lnTo>
                    <a:pt x="5055875" y="272602"/>
                  </a:lnTo>
                  <a:lnTo>
                    <a:pt x="5138758" y="251398"/>
                  </a:lnTo>
                  <a:lnTo>
                    <a:pt x="5221641" y="229782"/>
                  </a:lnTo>
                  <a:lnTo>
                    <a:pt x="5304524" y="207744"/>
                  </a:lnTo>
                  <a:lnTo>
                    <a:pt x="5387408" y="185274"/>
                  </a:lnTo>
                  <a:lnTo>
                    <a:pt x="5470291" y="162365"/>
                  </a:lnTo>
                  <a:lnTo>
                    <a:pt x="5553174" y="139006"/>
                  </a:lnTo>
                  <a:lnTo>
                    <a:pt x="5636057" y="115188"/>
                  </a:lnTo>
                  <a:lnTo>
                    <a:pt x="5718940" y="90901"/>
                  </a:lnTo>
                  <a:lnTo>
                    <a:pt x="5801824" y="66138"/>
                  </a:lnTo>
                  <a:lnTo>
                    <a:pt x="5884707" y="40887"/>
                  </a:lnTo>
                  <a:lnTo>
                    <a:pt x="5967590" y="15141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072465" y="4026151"/>
              <a:ext cx="6015395" cy="1352308"/>
            </a:xfrm>
            <a:custGeom>
              <a:avLst/>
              <a:pathLst>
                <a:path w="6015395" h="1352308">
                  <a:moveTo>
                    <a:pt x="0" y="579477"/>
                  </a:moveTo>
                  <a:lnTo>
                    <a:pt x="82883" y="604518"/>
                  </a:lnTo>
                  <a:lnTo>
                    <a:pt x="165766" y="628316"/>
                  </a:lnTo>
                  <a:lnTo>
                    <a:pt x="248649" y="650859"/>
                  </a:lnTo>
                  <a:lnTo>
                    <a:pt x="331532" y="672129"/>
                  </a:lnTo>
                  <a:lnTo>
                    <a:pt x="414416" y="692109"/>
                  </a:lnTo>
                  <a:lnTo>
                    <a:pt x="497299" y="710777"/>
                  </a:lnTo>
                  <a:lnTo>
                    <a:pt x="580182" y="728107"/>
                  </a:lnTo>
                  <a:lnTo>
                    <a:pt x="663065" y="744073"/>
                  </a:lnTo>
                  <a:lnTo>
                    <a:pt x="745948" y="758641"/>
                  </a:lnTo>
                  <a:lnTo>
                    <a:pt x="828832" y="771779"/>
                  </a:lnTo>
                  <a:lnTo>
                    <a:pt x="911715" y="783450"/>
                  </a:lnTo>
                  <a:lnTo>
                    <a:pt x="994598" y="793622"/>
                  </a:lnTo>
                  <a:lnTo>
                    <a:pt x="1077481" y="802269"/>
                  </a:lnTo>
                  <a:lnTo>
                    <a:pt x="1160364" y="809379"/>
                  </a:lnTo>
                  <a:lnTo>
                    <a:pt x="1243248" y="814965"/>
                  </a:lnTo>
                  <a:lnTo>
                    <a:pt x="1326131" y="819076"/>
                  </a:lnTo>
                  <a:lnTo>
                    <a:pt x="1409014" y="821809"/>
                  </a:lnTo>
                  <a:lnTo>
                    <a:pt x="1491897" y="823310"/>
                  </a:lnTo>
                  <a:lnTo>
                    <a:pt x="1574780" y="823778"/>
                  </a:lnTo>
                  <a:lnTo>
                    <a:pt x="1657664" y="823448"/>
                  </a:lnTo>
                  <a:lnTo>
                    <a:pt x="1740547" y="822569"/>
                  </a:lnTo>
                  <a:lnTo>
                    <a:pt x="1823430" y="821609"/>
                  </a:lnTo>
                  <a:lnTo>
                    <a:pt x="1906313" y="821107"/>
                  </a:lnTo>
                  <a:lnTo>
                    <a:pt x="1989196" y="820774"/>
                  </a:lnTo>
                  <a:lnTo>
                    <a:pt x="2072080" y="820270"/>
                  </a:lnTo>
                  <a:lnTo>
                    <a:pt x="2154963" y="819293"/>
                  </a:lnTo>
                  <a:lnTo>
                    <a:pt x="2237846" y="817612"/>
                  </a:lnTo>
                  <a:lnTo>
                    <a:pt x="2320729" y="815146"/>
                  </a:lnTo>
                  <a:lnTo>
                    <a:pt x="2403612" y="812014"/>
                  </a:lnTo>
                  <a:lnTo>
                    <a:pt x="2486496" y="807696"/>
                  </a:lnTo>
                  <a:lnTo>
                    <a:pt x="2569379" y="802446"/>
                  </a:lnTo>
                  <a:lnTo>
                    <a:pt x="2652262" y="797721"/>
                  </a:lnTo>
                  <a:lnTo>
                    <a:pt x="2735145" y="794244"/>
                  </a:lnTo>
                  <a:lnTo>
                    <a:pt x="2818028" y="790377"/>
                  </a:lnTo>
                  <a:lnTo>
                    <a:pt x="2900912" y="785331"/>
                  </a:lnTo>
                  <a:lnTo>
                    <a:pt x="2983795" y="780120"/>
                  </a:lnTo>
                  <a:lnTo>
                    <a:pt x="3066678" y="777224"/>
                  </a:lnTo>
                  <a:lnTo>
                    <a:pt x="3149561" y="775404"/>
                  </a:lnTo>
                  <a:lnTo>
                    <a:pt x="3232444" y="772003"/>
                  </a:lnTo>
                  <a:lnTo>
                    <a:pt x="3315328" y="766657"/>
                  </a:lnTo>
                  <a:lnTo>
                    <a:pt x="3398211" y="760495"/>
                  </a:lnTo>
                  <a:lnTo>
                    <a:pt x="3481094" y="753221"/>
                  </a:lnTo>
                  <a:lnTo>
                    <a:pt x="3563977" y="744285"/>
                  </a:lnTo>
                  <a:lnTo>
                    <a:pt x="3646860" y="734159"/>
                  </a:lnTo>
                  <a:lnTo>
                    <a:pt x="3729744" y="724015"/>
                  </a:lnTo>
                  <a:lnTo>
                    <a:pt x="3812627" y="713235"/>
                  </a:lnTo>
                  <a:lnTo>
                    <a:pt x="3895510" y="701011"/>
                  </a:lnTo>
                  <a:lnTo>
                    <a:pt x="3978393" y="687310"/>
                  </a:lnTo>
                  <a:lnTo>
                    <a:pt x="4061276" y="672265"/>
                  </a:lnTo>
                  <a:lnTo>
                    <a:pt x="4144160" y="656174"/>
                  </a:lnTo>
                  <a:lnTo>
                    <a:pt x="4227043" y="639452"/>
                  </a:lnTo>
                  <a:lnTo>
                    <a:pt x="4309926" y="622547"/>
                  </a:lnTo>
                  <a:lnTo>
                    <a:pt x="4392809" y="605297"/>
                  </a:lnTo>
                  <a:lnTo>
                    <a:pt x="4475692" y="587390"/>
                  </a:lnTo>
                  <a:lnTo>
                    <a:pt x="4558576" y="568756"/>
                  </a:lnTo>
                  <a:lnTo>
                    <a:pt x="4641459" y="549290"/>
                  </a:lnTo>
                  <a:lnTo>
                    <a:pt x="4724342" y="528855"/>
                  </a:lnTo>
                  <a:lnTo>
                    <a:pt x="4807225" y="507298"/>
                  </a:lnTo>
                  <a:lnTo>
                    <a:pt x="4890108" y="484459"/>
                  </a:lnTo>
                  <a:lnTo>
                    <a:pt x="4972992" y="460183"/>
                  </a:lnTo>
                  <a:lnTo>
                    <a:pt x="5055875" y="434330"/>
                  </a:lnTo>
                  <a:lnTo>
                    <a:pt x="5138758" y="406782"/>
                  </a:lnTo>
                  <a:lnTo>
                    <a:pt x="5221641" y="377445"/>
                  </a:lnTo>
                  <a:lnTo>
                    <a:pt x="5304524" y="346253"/>
                  </a:lnTo>
                  <a:lnTo>
                    <a:pt x="5387408" y="313163"/>
                  </a:lnTo>
                  <a:lnTo>
                    <a:pt x="5470291" y="278151"/>
                  </a:lnTo>
                  <a:lnTo>
                    <a:pt x="5553174" y="241209"/>
                  </a:lnTo>
                  <a:lnTo>
                    <a:pt x="5636057" y="202340"/>
                  </a:lnTo>
                  <a:lnTo>
                    <a:pt x="5718940" y="161555"/>
                  </a:lnTo>
                  <a:lnTo>
                    <a:pt x="5801824" y="118867"/>
                  </a:lnTo>
                  <a:lnTo>
                    <a:pt x="5884707" y="74293"/>
                  </a:lnTo>
                  <a:lnTo>
                    <a:pt x="5967590" y="27853"/>
                  </a:lnTo>
                  <a:lnTo>
                    <a:pt x="6015395" y="0"/>
                  </a:lnTo>
                  <a:lnTo>
                    <a:pt x="6015395" y="693572"/>
                  </a:lnTo>
                  <a:lnTo>
                    <a:pt x="5967590" y="692194"/>
                  </a:lnTo>
                  <a:lnTo>
                    <a:pt x="5884707" y="690698"/>
                  </a:lnTo>
                  <a:lnTo>
                    <a:pt x="5801824" y="690130"/>
                  </a:lnTo>
                  <a:lnTo>
                    <a:pt x="5718940" y="690524"/>
                  </a:lnTo>
                  <a:lnTo>
                    <a:pt x="5636057" y="691912"/>
                  </a:lnTo>
                  <a:lnTo>
                    <a:pt x="5553174" y="694327"/>
                  </a:lnTo>
                  <a:lnTo>
                    <a:pt x="5470291" y="697794"/>
                  </a:lnTo>
                  <a:lnTo>
                    <a:pt x="5387408" y="702332"/>
                  </a:lnTo>
                  <a:lnTo>
                    <a:pt x="5304524" y="707951"/>
                  </a:lnTo>
                  <a:lnTo>
                    <a:pt x="5221641" y="714643"/>
                  </a:lnTo>
                  <a:lnTo>
                    <a:pt x="5138758" y="722381"/>
                  </a:lnTo>
                  <a:lnTo>
                    <a:pt x="5055875" y="731115"/>
                  </a:lnTo>
                  <a:lnTo>
                    <a:pt x="4972992" y="740769"/>
                  </a:lnTo>
                  <a:lnTo>
                    <a:pt x="4890108" y="751240"/>
                  </a:lnTo>
                  <a:lnTo>
                    <a:pt x="4807225" y="762405"/>
                  </a:lnTo>
                  <a:lnTo>
                    <a:pt x="4724342" y="774125"/>
                  </a:lnTo>
                  <a:lnTo>
                    <a:pt x="4641459" y="786257"/>
                  </a:lnTo>
                  <a:lnTo>
                    <a:pt x="4558576" y="798664"/>
                  </a:lnTo>
                  <a:lnTo>
                    <a:pt x="4475692" y="811225"/>
                  </a:lnTo>
                  <a:lnTo>
                    <a:pt x="4392809" y="823852"/>
                  </a:lnTo>
                  <a:lnTo>
                    <a:pt x="4309926" y="836492"/>
                  </a:lnTo>
                  <a:lnTo>
                    <a:pt x="4227043" y="849025"/>
                  </a:lnTo>
                  <a:lnTo>
                    <a:pt x="4144160" y="861299"/>
                  </a:lnTo>
                  <a:lnTo>
                    <a:pt x="4061276" y="873350"/>
                  </a:lnTo>
                  <a:lnTo>
                    <a:pt x="3978393" y="885178"/>
                  </a:lnTo>
                  <a:lnTo>
                    <a:pt x="3895510" y="896665"/>
                  </a:lnTo>
                  <a:lnTo>
                    <a:pt x="3812627" y="907528"/>
                  </a:lnTo>
                  <a:lnTo>
                    <a:pt x="3729744" y="917320"/>
                  </a:lnTo>
                  <a:lnTo>
                    <a:pt x="3646860" y="925459"/>
                  </a:lnTo>
                  <a:lnTo>
                    <a:pt x="3563977" y="932315"/>
                  </a:lnTo>
                  <a:lnTo>
                    <a:pt x="3481094" y="938970"/>
                  </a:lnTo>
                  <a:lnTo>
                    <a:pt x="3398211" y="945771"/>
                  </a:lnTo>
                  <a:lnTo>
                    <a:pt x="3315328" y="952046"/>
                  </a:lnTo>
                  <a:lnTo>
                    <a:pt x="3232444" y="955258"/>
                  </a:lnTo>
                  <a:lnTo>
                    <a:pt x="3149561" y="956002"/>
                  </a:lnTo>
                  <a:lnTo>
                    <a:pt x="3066678" y="957642"/>
                  </a:lnTo>
                  <a:lnTo>
                    <a:pt x="2983795" y="961262"/>
                  </a:lnTo>
                  <a:lnTo>
                    <a:pt x="2900912" y="965041"/>
                  </a:lnTo>
                  <a:lnTo>
                    <a:pt x="2818028" y="968869"/>
                  </a:lnTo>
                  <a:lnTo>
                    <a:pt x="2735145" y="973786"/>
                  </a:lnTo>
                  <a:lnTo>
                    <a:pt x="2652262" y="979031"/>
                  </a:lnTo>
                  <a:lnTo>
                    <a:pt x="2569379" y="983476"/>
                  </a:lnTo>
                  <a:lnTo>
                    <a:pt x="2486496" y="988293"/>
                  </a:lnTo>
                  <a:lnTo>
                    <a:pt x="2403612" y="993829"/>
                  </a:lnTo>
                  <a:lnTo>
                    <a:pt x="2320729" y="999184"/>
                  </a:lnTo>
                  <a:lnTo>
                    <a:pt x="2237846" y="1002901"/>
                  </a:lnTo>
                  <a:lnTo>
                    <a:pt x="2154963" y="1005826"/>
                  </a:lnTo>
                  <a:lnTo>
                    <a:pt x="2072080" y="1008644"/>
                  </a:lnTo>
                  <a:lnTo>
                    <a:pt x="1989196" y="1011773"/>
                  </a:lnTo>
                  <a:lnTo>
                    <a:pt x="1906313" y="1015558"/>
                  </a:lnTo>
                  <a:lnTo>
                    <a:pt x="1823430" y="1020308"/>
                  </a:lnTo>
                  <a:lnTo>
                    <a:pt x="1740547" y="1026342"/>
                  </a:lnTo>
                  <a:lnTo>
                    <a:pt x="1657664" y="1033748"/>
                  </a:lnTo>
                  <a:lnTo>
                    <a:pt x="1574780" y="1042657"/>
                  </a:lnTo>
                  <a:lnTo>
                    <a:pt x="1491897" y="1053297"/>
                  </a:lnTo>
                  <a:lnTo>
                    <a:pt x="1409014" y="1065879"/>
                  </a:lnTo>
                  <a:lnTo>
                    <a:pt x="1326131" y="1080577"/>
                  </a:lnTo>
                  <a:lnTo>
                    <a:pt x="1243248" y="1097518"/>
                  </a:lnTo>
                  <a:lnTo>
                    <a:pt x="1160364" y="1116773"/>
                  </a:lnTo>
                  <a:lnTo>
                    <a:pt x="1077481" y="1138369"/>
                  </a:lnTo>
                  <a:lnTo>
                    <a:pt x="994598" y="1162295"/>
                  </a:lnTo>
                  <a:lnTo>
                    <a:pt x="911715" y="1188517"/>
                  </a:lnTo>
                  <a:lnTo>
                    <a:pt x="828832" y="1216985"/>
                  </a:lnTo>
                  <a:lnTo>
                    <a:pt x="745948" y="1247645"/>
                  </a:lnTo>
                  <a:lnTo>
                    <a:pt x="663065" y="1280436"/>
                  </a:lnTo>
                  <a:lnTo>
                    <a:pt x="580182" y="1315303"/>
                  </a:lnTo>
                  <a:lnTo>
                    <a:pt x="497299" y="1352191"/>
                  </a:lnTo>
                  <a:lnTo>
                    <a:pt x="497049" y="13523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72465" y="4026151"/>
              <a:ext cx="6015395" cy="823778"/>
            </a:xfrm>
            <a:custGeom>
              <a:avLst/>
              <a:pathLst>
                <a:path w="6015395" h="823778">
                  <a:moveTo>
                    <a:pt x="0" y="579477"/>
                  </a:moveTo>
                  <a:lnTo>
                    <a:pt x="82883" y="604518"/>
                  </a:lnTo>
                  <a:lnTo>
                    <a:pt x="165766" y="628316"/>
                  </a:lnTo>
                  <a:lnTo>
                    <a:pt x="248649" y="650859"/>
                  </a:lnTo>
                  <a:lnTo>
                    <a:pt x="331532" y="672129"/>
                  </a:lnTo>
                  <a:lnTo>
                    <a:pt x="414416" y="692109"/>
                  </a:lnTo>
                  <a:lnTo>
                    <a:pt x="497299" y="710777"/>
                  </a:lnTo>
                  <a:lnTo>
                    <a:pt x="580182" y="728107"/>
                  </a:lnTo>
                  <a:lnTo>
                    <a:pt x="663065" y="744073"/>
                  </a:lnTo>
                  <a:lnTo>
                    <a:pt x="745948" y="758641"/>
                  </a:lnTo>
                  <a:lnTo>
                    <a:pt x="828832" y="771779"/>
                  </a:lnTo>
                  <a:lnTo>
                    <a:pt x="911715" y="783450"/>
                  </a:lnTo>
                  <a:lnTo>
                    <a:pt x="994598" y="793622"/>
                  </a:lnTo>
                  <a:lnTo>
                    <a:pt x="1077481" y="802269"/>
                  </a:lnTo>
                  <a:lnTo>
                    <a:pt x="1160364" y="809379"/>
                  </a:lnTo>
                  <a:lnTo>
                    <a:pt x="1243248" y="814965"/>
                  </a:lnTo>
                  <a:lnTo>
                    <a:pt x="1326131" y="819076"/>
                  </a:lnTo>
                  <a:lnTo>
                    <a:pt x="1409014" y="821809"/>
                  </a:lnTo>
                  <a:lnTo>
                    <a:pt x="1491897" y="823310"/>
                  </a:lnTo>
                  <a:lnTo>
                    <a:pt x="1574780" y="823778"/>
                  </a:lnTo>
                  <a:lnTo>
                    <a:pt x="1657664" y="823448"/>
                  </a:lnTo>
                  <a:lnTo>
                    <a:pt x="1740547" y="822569"/>
                  </a:lnTo>
                  <a:lnTo>
                    <a:pt x="1823430" y="821609"/>
                  </a:lnTo>
                  <a:lnTo>
                    <a:pt x="1906313" y="821107"/>
                  </a:lnTo>
                  <a:lnTo>
                    <a:pt x="1989196" y="820774"/>
                  </a:lnTo>
                  <a:lnTo>
                    <a:pt x="2072080" y="820270"/>
                  </a:lnTo>
                  <a:lnTo>
                    <a:pt x="2154963" y="819293"/>
                  </a:lnTo>
                  <a:lnTo>
                    <a:pt x="2237846" y="817612"/>
                  </a:lnTo>
                  <a:lnTo>
                    <a:pt x="2320729" y="815146"/>
                  </a:lnTo>
                  <a:lnTo>
                    <a:pt x="2403612" y="812014"/>
                  </a:lnTo>
                  <a:lnTo>
                    <a:pt x="2486496" y="807696"/>
                  </a:lnTo>
                  <a:lnTo>
                    <a:pt x="2569379" y="802446"/>
                  </a:lnTo>
                  <a:lnTo>
                    <a:pt x="2652262" y="797721"/>
                  </a:lnTo>
                  <a:lnTo>
                    <a:pt x="2735145" y="794244"/>
                  </a:lnTo>
                  <a:lnTo>
                    <a:pt x="2818028" y="790377"/>
                  </a:lnTo>
                  <a:lnTo>
                    <a:pt x="2900912" y="785331"/>
                  </a:lnTo>
                  <a:lnTo>
                    <a:pt x="2983795" y="780120"/>
                  </a:lnTo>
                  <a:lnTo>
                    <a:pt x="3066678" y="777224"/>
                  </a:lnTo>
                  <a:lnTo>
                    <a:pt x="3149561" y="775404"/>
                  </a:lnTo>
                  <a:lnTo>
                    <a:pt x="3232444" y="772003"/>
                  </a:lnTo>
                  <a:lnTo>
                    <a:pt x="3315328" y="766657"/>
                  </a:lnTo>
                  <a:lnTo>
                    <a:pt x="3398211" y="760495"/>
                  </a:lnTo>
                  <a:lnTo>
                    <a:pt x="3481094" y="753221"/>
                  </a:lnTo>
                  <a:lnTo>
                    <a:pt x="3563977" y="744285"/>
                  </a:lnTo>
                  <a:lnTo>
                    <a:pt x="3646860" y="734159"/>
                  </a:lnTo>
                  <a:lnTo>
                    <a:pt x="3729744" y="724015"/>
                  </a:lnTo>
                  <a:lnTo>
                    <a:pt x="3812627" y="713235"/>
                  </a:lnTo>
                  <a:lnTo>
                    <a:pt x="3895510" y="701011"/>
                  </a:lnTo>
                  <a:lnTo>
                    <a:pt x="3978393" y="687310"/>
                  </a:lnTo>
                  <a:lnTo>
                    <a:pt x="4061276" y="672265"/>
                  </a:lnTo>
                  <a:lnTo>
                    <a:pt x="4144160" y="656174"/>
                  </a:lnTo>
                  <a:lnTo>
                    <a:pt x="4227043" y="639452"/>
                  </a:lnTo>
                  <a:lnTo>
                    <a:pt x="4309926" y="622547"/>
                  </a:lnTo>
                  <a:lnTo>
                    <a:pt x="4392809" y="605297"/>
                  </a:lnTo>
                  <a:lnTo>
                    <a:pt x="4475692" y="587390"/>
                  </a:lnTo>
                  <a:lnTo>
                    <a:pt x="4558576" y="568756"/>
                  </a:lnTo>
                  <a:lnTo>
                    <a:pt x="4641459" y="549290"/>
                  </a:lnTo>
                  <a:lnTo>
                    <a:pt x="4724342" y="528855"/>
                  </a:lnTo>
                  <a:lnTo>
                    <a:pt x="4807225" y="507298"/>
                  </a:lnTo>
                  <a:lnTo>
                    <a:pt x="4890108" y="484459"/>
                  </a:lnTo>
                  <a:lnTo>
                    <a:pt x="4972992" y="460183"/>
                  </a:lnTo>
                  <a:lnTo>
                    <a:pt x="5055875" y="434330"/>
                  </a:lnTo>
                  <a:lnTo>
                    <a:pt x="5138758" y="406782"/>
                  </a:lnTo>
                  <a:lnTo>
                    <a:pt x="5221641" y="377445"/>
                  </a:lnTo>
                  <a:lnTo>
                    <a:pt x="5304524" y="346253"/>
                  </a:lnTo>
                  <a:lnTo>
                    <a:pt x="5387408" y="313163"/>
                  </a:lnTo>
                  <a:lnTo>
                    <a:pt x="5470291" y="278151"/>
                  </a:lnTo>
                  <a:lnTo>
                    <a:pt x="5553174" y="241209"/>
                  </a:lnTo>
                  <a:lnTo>
                    <a:pt x="5636057" y="202340"/>
                  </a:lnTo>
                  <a:lnTo>
                    <a:pt x="5718940" y="161555"/>
                  </a:lnTo>
                  <a:lnTo>
                    <a:pt x="5801824" y="118867"/>
                  </a:lnTo>
                  <a:lnTo>
                    <a:pt x="5884707" y="74293"/>
                  </a:lnTo>
                  <a:lnTo>
                    <a:pt x="5967590" y="27853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9514" y="4716282"/>
              <a:ext cx="5518346" cy="662177"/>
            </a:xfrm>
            <a:custGeom>
              <a:avLst/>
              <a:pathLst>
                <a:path w="5518346" h="662177">
                  <a:moveTo>
                    <a:pt x="5518346" y="3441"/>
                  </a:moveTo>
                  <a:lnTo>
                    <a:pt x="5470541" y="2063"/>
                  </a:lnTo>
                  <a:lnTo>
                    <a:pt x="5387658" y="567"/>
                  </a:lnTo>
                  <a:lnTo>
                    <a:pt x="5304774" y="0"/>
                  </a:lnTo>
                  <a:lnTo>
                    <a:pt x="5221891" y="393"/>
                  </a:lnTo>
                  <a:lnTo>
                    <a:pt x="5139008" y="1781"/>
                  </a:lnTo>
                  <a:lnTo>
                    <a:pt x="5056125" y="4196"/>
                  </a:lnTo>
                  <a:lnTo>
                    <a:pt x="4973242" y="7663"/>
                  </a:lnTo>
                  <a:lnTo>
                    <a:pt x="4890358" y="12201"/>
                  </a:lnTo>
                  <a:lnTo>
                    <a:pt x="4807475" y="17820"/>
                  </a:lnTo>
                  <a:lnTo>
                    <a:pt x="4724592" y="24512"/>
                  </a:lnTo>
                  <a:lnTo>
                    <a:pt x="4641709" y="32250"/>
                  </a:lnTo>
                  <a:lnTo>
                    <a:pt x="4558826" y="40984"/>
                  </a:lnTo>
                  <a:lnTo>
                    <a:pt x="4475942" y="50638"/>
                  </a:lnTo>
                  <a:lnTo>
                    <a:pt x="4393059" y="61109"/>
                  </a:lnTo>
                  <a:lnTo>
                    <a:pt x="4310176" y="72274"/>
                  </a:lnTo>
                  <a:lnTo>
                    <a:pt x="4227293" y="83994"/>
                  </a:lnTo>
                  <a:lnTo>
                    <a:pt x="4144410" y="96126"/>
                  </a:lnTo>
                  <a:lnTo>
                    <a:pt x="4061526" y="108533"/>
                  </a:lnTo>
                  <a:lnTo>
                    <a:pt x="3978643" y="121094"/>
                  </a:lnTo>
                  <a:lnTo>
                    <a:pt x="3895760" y="133721"/>
                  </a:lnTo>
                  <a:lnTo>
                    <a:pt x="3812877" y="146361"/>
                  </a:lnTo>
                  <a:lnTo>
                    <a:pt x="3729994" y="158894"/>
                  </a:lnTo>
                  <a:lnTo>
                    <a:pt x="3647110" y="171168"/>
                  </a:lnTo>
                  <a:lnTo>
                    <a:pt x="3564227" y="183219"/>
                  </a:lnTo>
                  <a:lnTo>
                    <a:pt x="3481344" y="195047"/>
                  </a:lnTo>
                  <a:lnTo>
                    <a:pt x="3398461" y="206534"/>
                  </a:lnTo>
                  <a:lnTo>
                    <a:pt x="3315578" y="217397"/>
                  </a:lnTo>
                  <a:lnTo>
                    <a:pt x="3232694" y="227189"/>
                  </a:lnTo>
                  <a:lnTo>
                    <a:pt x="3149811" y="235328"/>
                  </a:lnTo>
                  <a:lnTo>
                    <a:pt x="3066928" y="242184"/>
                  </a:lnTo>
                  <a:lnTo>
                    <a:pt x="2984045" y="248839"/>
                  </a:lnTo>
                  <a:lnTo>
                    <a:pt x="2901162" y="255640"/>
                  </a:lnTo>
                  <a:lnTo>
                    <a:pt x="2818278" y="261915"/>
                  </a:lnTo>
                  <a:lnTo>
                    <a:pt x="2735395" y="265127"/>
                  </a:lnTo>
                  <a:lnTo>
                    <a:pt x="2652512" y="265871"/>
                  </a:lnTo>
                  <a:lnTo>
                    <a:pt x="2569629" y="267511"/>
                  </a:lnTo>
                  <a:lnTo>
                    <a:pt x="2486746" y="271131"/>
                  </a:lnTo>
                  <a:lnTo>
                    <a:pt x="2403862" y="274910"/>
                  </a:lnTo>
                  <a:lnTo>
                    <a:pt x="2320979" y="278738"/>
                  </a:lnTo>
                  <a:lnTo>
                    <a:pt x="2238096" y="283655"/>
                  </a:lnTo>
                  <a:lnTo>
                    <a:pt x="2155213" y="288900"/>
                  </a:lnTo>
                  <a:lnTo>
                    <a:pt x="2072330" y="293345"/>
                  </a:lnTo>
                  <a:lnTo>
                    <a:pt x="1989446" y="298162"/>
                  </a:lnTo>
                  <a:lnTo>
                    <a:pt x="1906563" y="303698"/>
                  </a:lnTo>
                  <a:lnTo>
                    <a:pt x="1823680" y="309053"/>
                  </a:lnTo>
                  <a:lnTo>
                    <a:pt x="1740797" y="312770"/>
                  </a:lnTo>
                  <a:lnTo>
                    <a:pt x="1657914" y="315695"/>
                  </a:lnTo>
                  <a:lnTo>
                    <a:pt x="1575030" y="318513"/>
                  </a:lnTo>
                  <a:lnTo>
                    <a:pt x="1492147" y="321642"/>
                  </a:lnTo>
                  <a:lnTo>
                    <a:pt x="1409264" y="325427"/>
                  </a:lnTo>
                  <a:lnTo>
                    <a:pt x="1326381" y="330177"/>
                  </a:lnTo>
                  <a:lnTo>
                    <a:pt x="1243498" y="336211"/>
                  </a:lnTo>
                  <a:lnTo>
                    <a:pt x="1160614" y="343617"/>
                  </a:lnTo>
                  <a:lnTo>
                    <a:pt x="1077731" y="352526"/>
                  </a:lnTo>
                  <a:lnTo>
                    <a:pt x="994848" y="363166"/>
                  </a:lnTo>
                  <a:lnTo>
                    <a:pt x="911965" y="375748"/>
                  </a:lnTo>
                  <a:lnTo>
                    <a:pt x="829082" y="390446"/>
                  </a:lnTo>
                  <a:lnTo>
                    <a:pt x="746198" y="407387"/>
                  </a:lnTo>
                  <a:lnTo>
                    <a:pt x="663315" y="426642"/>
                  </a:lnTo>
                  <a:lnTo>
                    <a:pt x="580432" y="448238"/>
                  </a:lnTo>
                  <a:lnTo>
                    <a:pt x="497549" y="472164"/>
                  </a:lnTo>
                  <a:lnTo>
                    <a:pt x="414666" y="498386"/>
                  </a:lnTo>
                  <a:lnTo>
                    <a:pt x="331782" y="526854"/>
                  </a:lnTo>
                  <a:lnTo>
                    <a:pt x="248899" y="557514"/>
                  </a:lnTo>
                  <a:lnTo>
                    <a:pt x="166016" y="590305"/>
                  </a:lnTo>
                  <a:lnTo>
                    <a:pt x="83133" y="625172"/>
                  </a:lnTo>
                  <a:lnTo>
                    <a:pt x="250" y="662060"/>
                  </a:lnTo>
                  <a:lnTo>
                    <a:pt x="0" y="662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72465" y="4372937"/>
              <a:ext cx="6015395" cy="749602"/>
            </a:xfrm>
            <a:custGeom>
              <a:avLst/>
              <a:pathLst>
                <a:path w="6015395" h="749602">
                  <a:moveTo>
                    <a:pt x="0" y="749602"/>
                  </a:moveTo>
                  <a:lnTo>
                    <a:pt x="82883" y="738100"/>
                  </a:lnTo>
                  <a:lnTo>
                    <a:pt x="165766" y="726857"/>
                  </a:lnTo>
                  <a:lnTo>
                    <a:pt x="248649" y="715883"/>
                  </a:lnTo>
                  <a:lnTo>
                    <a:pt x="331532" y="705191"/>
                  </a:lnTo>
                  <a:lnTo>
                    <a:pt x="414416" y="694792"/>
                  </a:lnTo>
                  <a:lnTo>
                    <a:pt x="497299" y="684698"/>
                  </a:lnTo>
                  <a:lnTo>
                    <a:pt x="580182" y="674919"/>
                  </a:lnTo>
                  <a:lnTo>
                    <a:pt x="663065" y="665469"/>
                  </a:lnTo>
                  <a:lnTo>
                    <a:pt x="745948" y="656357"/>
                  </a:lnTo>
                  <a:lnTo>
                    <a:pt x="828832" y="647596"/>
                  </a:lnTo>
                  <a:lnTo>
                    <a:pt x="911715" y="639197"/>
                  </a:lnTo>
                  <a:lnTo>
                    <a:pt x="994598" y="631172"/>
                  </a:lnTo>
                  <a:lnTo>
                    <a:pt x="1077481" y="623533"/>
                  </a:lnTo>
                  <a:lnTo>
                    <a:pt x="1160364" y="616290"/>
                  </a:lnTo>
                  <a:lnTo>
                    <a:pt x="1243248" y="609455"/>
                  </a:lnTo>
                  <a:lnTo>
                    <a:pt x="1326131" y="603041"/>
                  </a:lnTo>
                  <a:lnTo>
                    <a:pt x="1409014" y="597058"/>
                  </a:lnTo>
                  <a:lnTo>
                    <a:pt x="1491897" y="591517"/>
                  </a:lnTo>
                  <a:lnTo>
                    <a:pt x="1574780" y="586432"/>
                  </a:lnTo>
                  <a:lnTo>
                    <a:pt x="1657664" y="581812"/>
                  </a:lnTo>
                  <a:lnTo>
                    <a:pt x="1740547" y="577670"/>
                  </a:lnTo>
                  <a:lnTo>
                    <a:pt x="1823430" y="574173"/>
                  </a:lnTo>
                  <a:lnTo>
                    <a:pt x="1906313" y="571546"/>
                  </a:lnTo>
                  <a:lnTo>
                    <a:pt x="1989196" y="569487"/>
                  </a:lnTo>
                  <a:lnTo>
                    <a:pt x="2072080" y="567671"/>
                  </a:lnTo>
                  <a:lnTo>
                    <a:pt x="2154963" y="565774"/>
                  </a:lnTo>
                  <a:lnTo>
                    <a:pt x="2237846" y="563470"/>
                  </a:lnTo>
                  <a:lnTo>
                    <a:pt x="2320729" y="560379"/>
                  </a:lnTo>
                  <a:lnTo>
                    <a:pt x="2403612" y="556135"/>
                  </a:lnTo>
                  <a:lnTo>
                    <a:pt x="2486496" y="551208"/>
                  </a:lnTo>
                  <a:lnTo>
                    <a:pt x="2569379" y="546175"/>
                  </a:lnTo>
                  <a:lnTo>
                    <a:pt x="2652262" y="541590"/>
                  </a:lnTo>
                  <a:lnTo>
                    <a:pt x="2735145" y="537229"/>
                  </a:lnTo>
                  <a:lnTo>
                    <a:pt x="2818028" y="532837"/>
                  </a:lnTo>
                  <a:lnTo>
                    <a:pt x="2900912" y="528400"/>
                  </a:lnTo>
                  <a:lnTo>
                    <a:pt x="2983795" y="523905"/>
                  </a:lnTo>
                  <a:lnTo>
                    <a:pt x="3066678" y="520647"/>
                  </a:lnTo>
                  <a:lnTo>
                    <a:pt x="3149561" y="518917"/>
                  </a:lnTo>
                  <a:lnTo>
                    <a:pt x="3232444" y="516844"/>
                  </a:lnTo>
                  <a:lnTo>
                    <a:pt x="3315328" y="512566"/>
                  </a:lnTo>
                  <a:lnTo>
                    <a:pt x="3398211" y="506347"/>
                  </a:lnTo>
                  <a:lnTo>
                    <a:pt x="3481094" y="499309"/>
                  </a:lnTo>
                  <a:lnTo>
                    <a:pt x="3563977" y="491514"/>
                  </a:lnTo>
                  <a:lnTo>
                    <a:pt x="3646860" y="483023"/>
                  </a:lnTo>
                  <a:lnTo>
                    <a:pt x="3729744" y="473882"/>
                  </a:lnTo>
                  <a:lnTo>
                    <a:pt x="3812627" y="463596"/>
                  </a:lnTo>
                  <a:lnTo>
                    <a:pt x="3895510" y="452052"/>
                  </a:lnTo>
                  <a:lnTo>
                    <a:pt x="3978393" y="439458"/>
                  </a:lnTo>
                  <a:lnTo>
                    <a:pt x="4061276" y="426022"/>
                  </a:lnTo>
                  <a:lnTo>
                    <a:pt x="4144160" y="411951"/>
                  </a:lnTo>
                  <a:lnTo>
                    <a:pt x="4227043" y="397452"/>
                  </a:lnTo>
                  <a:lnTo>
                    <a:pt x="4309926" y="382734"/>
                  </a:lnTo>
                  <a:lnTo>
                    <a:pt x="4392809" y="367789"/>
                  </a:lnTo>
                  <a:lnTo>
                    <a:pt x="4475692" y="352522"/>
                  </a:lnTo>
                  <a:lnTo>
                    <a:pt x="4558576" y="336924"/>
                  </a:lnTo>
                  <a:lnTo>
                    <a:pt x="4641459" y="320987"/>
                  </a:lnTo>
                  <a:lnTo>
                    <a:pt x="4724342" y="304704"/>
                  </a:lnTo>
                  <a:lnTo>
                    <a:pt x="4807225" y="288066"/>
                  </a:lnTo>
                  <a:lnTo>
                    <a:pt x="4890108" y="271064"/>
                  </a:lnTo>
                  <a:lnTo>
                    <a:pt x="4972992" y="253690"/>
                  </a:lnTo>
                  <a:lnTo>
                    <a:pt x="5055875" y="235937"/>
                  </a:lnTo>
                  <a:lnTo>
                    <a:pt x="5138758" y="217796"/>
                  </a:lnTo>
                  <a:lnTo>
                    <a:pt x="5221641" y="199258"/>
                  </a:lnTo>
                  <a:lnTo>
                    <a:pt x="5304524" y="180316"/>
                  </a:lnTo>
                  <a:lnTo>
                    <a:pt x="5387408" y="160962"/>
                  </a:lnTo>
                  <a:lnTo>
                    <a:pt x="5470291" y="141186"/>
                  </a:lnTo>
                  <a:lnTo>
                    <a:pt x="5553174" y="120982"/>
                  </a:lnTo>
                  <a:lnTo>
                    <a:pt x="5636057" y="100340"/>
                  </a:lnTo>
                  <a:lnTo>
                    <a:pt x="5718940" y="79253"/>
                  </a:lnTo>
                  <a:lnTo>
                    <a:pt x="5801824" y="57713"/>
                  </a:lnTo>
                  <a:lnTo>
                    <a:pt x="5884707" y="35710"/>
                  </a:lnTo>
                  <a:lnTo>
                    <a:pt x="5967590" y="13237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072465" y="4024299"/>
              <a:ext cx="6015395" cy="1354160"/>
            </a:xfrm>
            <a:custGeom>
              <a:avLst/>
              <a:pathLst>
                <a:path w="6015395" h="1354160">
                  <a:moveTo>
                    <a:pt x="0" y="709700"/>
                  </a:moveTo>
                  <a:lnTo>
                    <a:pt x="82883" y="728033"/>
                  </a:lnTo>
                  <a:lnTo>
                    <a:pt x="165766" y="745343"/>
                  </a:lnTo>
                  <a:lnTo>
                    <a:pt x="248649" y="761607"/>
                  </a:lnTo>
                  <a:lnTo>
                    <a:pt x="331532" y="776801"/>
                  </a:lnTo>
                  <a:lnTo>
                    <a:pt x="414416" y="790899"/>
                  </a:lnTo>
                  <a:lnTo>
                    <a:pt x="497299" y="803870"/>
                  </a:lnTo>
                  <a:lnTo>
                    <a:pt x="580182" y="815681"/>
                  </a:lnTo>
                  <a:lnTo>
                    <a:pt x="663065" y="826296"/>
                  </a:lnTo>
                  <a:lnTo>
                    <a:pt x="745948" y="835675"/>
                  </a:lnTo>
                  <a:lnTo>
                    <a:pt x="828832" y="843777"/>
                  </a:lnTo>
                  <a:lnTo>
                    <a:pt x="911715" y="850559"/>
                  </a:lnTo>
                  <a:lnTo>
                    <a:pt x="994598" y="855979"/>
                  </a:lnTo>
                  <a:lnTo>
                    <a:pt x="1077481" y="860004"/>
                  </a:lnTo>
                  <a:lnTo>
                    <a:pt x="1160364" y="862614"/>
                  </a:lnTo>
                  <a:lnTo>
                    <a:pt x="1243248" y="863812"/>
                  </a:lnTo>
                  <a:lnTo>
                    <a:pt x="1326131" y="863636"/>
                  </a:lnTo>
                  <a:lnTo>
                    <a:pt x="1409014" y="862168"/>
                  </a:lnTo>
                  <a:lnTo>
                    <a:pt x="1491897" y="859542"/>
                  </a:lnTo>
                  <a:lnTo>
                    <a:pt x="1574780" y="855940"/>
                  </a:lnTo>
                  <a:lnTo>
                    <a:pt x="1657664" y="851578"/>
                  </a:lnTo>
                  <a:lnTo>
                    <a:pt x="1740547" y="846686"/>
                  </a:lnTo>
                  <a:lnTo>
                    <a:pt x="1823430" y="841562"/>
                  </a:lnTo>
                  <a:lnTo>
                    <a:pt x="1906313" y="836504"/>
                  </a:lnTo>
                  <a:lnTo>
                    <a:pt x="1989196" y="831491"/>
                  </a:lnTo>
                  <a:lnTo>
                    <a:pt x="2072080" y="826472"/>
                  </a:lnTo>
                  <a:lnTo>
                    <a:pt x="2154963" y="821433"/>
                  </a:lnTo>
                  <a:lnTo>
                    <a:pt x="2237846" y="816429"/>
                  </a:lnTo>
                  <a:lnTo>
                    <a:pt x="2320729" y="811458"/>
                  </a:lnTo>
                  <a:lnTo>
                    <a:pt x="2403612" y="805766"/>
                  </a:lnTo>
                  <a:lnTo>
                    <a:pt x="2486496" y="799200"/>
                  </a:lnTo>
                  <a:lnTo>
                    <a:pt x="2569379" y="792589"/>
                  </a:lnTo>
                  <a:lnTo>
                    <a:pt x="2652262" y="787935"/>
                  </a:lnTo>
                  <a:lnTo>
                    <a:pt x="2735145" y="786665"/>
                  </a:lnTo>
                  <a:lnTo>
                    <a:pt x="2818028" y="786606"/>
                  </a:lnTo>
                  <a:lnTo>
                    <a:pt x="2900912" y="785988"/>
                  </a:lnTo>
                  <a:lnTo>
                    <a:pt x="2983795" y="784776"/>
                  </a:lnTo>
                  <a:lnTo>
                    <a:pt x="3066678" y="786498"/>
                  </a:lnTo>
                  <a:lnTo>
                    <a:pt x="3149561" y="791057"/>
                  </a:lnTo>
                  <a:lnTo>
                    <a:pt x="3232444" y="794303"/>
                  </a:lnTo>
                  <a:lnTo>
                    <a:pt x="3315328" y="794305"/>
                  </a:lnTo>
                  <a:lnTo>
                    <a:pt x="3398211" y="793567"/>
                  </a:lnTo>
                  <a:lnTo>
                    <a:pt x="3481094" y="792866"/>
                  </a:lnTo>
                  <a:lnTo>
                    <a:pt x="3563977" y="790609"/>
                  </a:lnTo>
                  <a:lnTo>
                    <a:pt x="3646860" y="786182"/>
                  </a:lnTo>
                  <a:lnTo>
                    <a:pt x="3729744" y="779703"/>
                  </a:lnTo>
                  <a:lnTo>
                    <a:pt x="3812627" y="771825"/>
                  </a:lnTo>
                  <a:lnTo>
                    <a:pt x="3895510" y="762566"/>
                  </a:lnTo>
                  <a:lnTo>
                    <a:pt x="3978393" y="751697"/>
                  </a:lnTo>
                  <a:lnTo>
                    <a:pt x="4061276" y="739153"/>
                  </a:lnTo>
                  <a:lnTo>
                    <a:pt x="4144160" y="725021"/>
                  </a:lnTo>
                  <a:lnTo>
                    <a:pt x="4227043" y="709505"/>
                  </a:lnTo>
                  <a:lnTo>
                    <a:pt x="4309926" y="692845"/>
                  </a:lnTo>
                  <a:lnTo>
                    <a:pt x="4392809" y="675205"/>
                  </a:lnTo>
                  <a:lnTo>
                    <a:pt x="4475692" y="656589"/>
                  </a:lnTo>
                  <a:lnTo>
                    <a:pt x="4558576" y="636927"/>
                  </a:lnTo>
                  <a:lnTo>
                    <a:pt x="4641459" y="616114"/>
                  </a:lnTo>
                  <a:lnTo>
                    <a:pt x="4724342" y="594019"/>
                  </a:lnTo>
                  <a:lnTo>
                    <a:pt x="4807225" y="570490"/>
                  </a:lnTo>
                  <a:lnTo>
                    <a:pt x="4890108" y="545371"/>
                  </a:lnTo>
                  <a:lnTo>
                    <a:pt x="4972992" y="518511"/>
                  </a:lnTo>
                  <a:lnTo>
                    <a:pt x="5055875" y="489772"/>
                  </a:lnTo>
                  <a:lnTo>
                    <a:pt x="5138758" y="459039"/>
                  </a:lnTo>
                  <a:lnTo>
                    <a:pt x="5221641" y="426219"/>
                  </a:lnTo>
                  <a:lnTo>
                    <a:pt x="5304524" y="391245"/>
                  </a:lnTo>
                  <a:lnTo>
                    <a:pt x="5387408" y="354075"/>
                  </a:lnTo>
                  <a:lnTo>
                    <a:pt x="5470291" y="314682"/>
                  </a:lnTo>
                  <a:lnTo>
                    <a:pt x="5553174" y="273056"/>
                  </a:lnTo>
                  <a:lnTo>
                    <a:pt x="5636057" y="229198"/>
                  </a:lnTo>
                  <a:lnTo>
                    <a:pt x="5718940" y="183114"/>
                  </a:lnTo>
                  <a:lnTo>
                    <a:pt x="5801824" y="134817"/>
                  </a:lnTo>
                  <a:lnTo>
                    <a:pt x="5884707" y="84320"/>
                  </a:lnTo>
                  <a:lnTo>
                    <a:pt x="5967590" y="31638"/>
                  </a:lnTo>
                  <a:lnTo>
                    <a:pt x="6015395" y="0"/>
                  </a:lnTo>
                  <a:lnTo>
                    <a:pt x="6015395" y="666752"/>
                  </a:lnTo>
                  <a:lnTo>
                    <a:pt x="5967590" y="670290"/>
                  </a:lnTo>
                  <a:lnTo>
                    <a:pt x="5884707" y="676890"/>
                  </a:lnTo>
                  <a:lnTo>
                    <a:pt x="5801824" y="683991"/>
                  </a:lnTo>
                  <a:lnTo>
                    <a:pt x="5718940" y="691629"/>
                  </a:lnTo>
                  <a:lnTo>
                    <a:pt x="5636057" y="699839"/>
                  </a:lnTo>
                  <a:lnTo>
                    <a:pt x="5553174" y="708652"/>
                  </a:lnTo>
                  <a:lnTo>
                    <a:pt x="5470291" y="718097"/>
                  </a:lnTo>
                  <a:lnTo>
                    <a:pt x="5387408" y="728196"/>
                  </a:lnTo>
                  <a:lnTo>
                    <a:pt x="5304524" y="738957"/>
                  </a:lnTo>
                  <a:lnTo>
                    <a:pt x="5221641" y="750378"/>
                  </a:lnTo>
                  <a:lnTo>
                    <a:pt x="5138758" y="762434"/>
                  </a:lnTo>
                  <a:lnTo>
                    <a:pt x="5055875" y="775081"/>
                  </a:lnTo>
                  <a:lnTo>
                    <a:pt x="4972992" y="788246"/>
                  </a:lnTo>
                  <a:lnTo>
                    <a:pt x="4890108" y="801836"/>
                  </a:lnTo>
                  <a:lnTo>
                    <a:pt x="4807225" y="815732"/>
                  </a:lnTo>
                  <a:lnTo>
                    <a:pt x="4724342" y="829805"/>
                  </a:lnTo>
                  <a:lnTo>
                    <a:pt x="4641459" y="843919"/>
                  </a:lnTo>
                  <a:lnTo>
                    <a:pt x="4558576" y="857944"/>
                  </a:lnTo>
                  <a:lnTo>
                    <a:pt x="4475692" y="871769"/>
                  </a:lnTo>
                  <a:lnTo>
                    <a:pt x="4392809" y="885309"/>
                  </a:lnTo>
                  <a:lnTo>
                    <a:pt x="4309926" y="898517"/>
                  </a:lnTo>
                  <a:lnTo>
                    <a:pt x="4227043" y="910974"/>
                  </a:lnTo>
                  <a:lnTo>
                    <a:pt x="4144160" y="922213"/>
                  </a:lnTo>
                  <a:lnTo>
                    <a:pt x="4061276" y="932462"/>
                  </a:lnTo>
                  <a:lnTo>
                    <a:pt x="3978393" y="941915"/>
                  </a:lnTo>
                  <a:lnTo>
                    <a:pt x="3895510" y="950654"/>
                  </a:lnTo>
                  <a:lnTo>
                    <a:pt x="3812627" y="958605"/>
                  </a:lnTo>
                  <a:lnTo>
                    <a:pt x="3729744" y="965533"/>
                  </a:lnTo>
                  <a:lnTo>
                    <a:pt x="3646860" y="970085"/>
                  </a:lnTo>
                  <a:lnTo>
                    <a:pt x="3563977" y="971369"/>
                  </a:lnTo>
                  <a:lnTo>
                    <a:pt x="3481094" y="971433"/>
                  </a:lnTo>
                  <a:lnTo>
                    <a:pt x="3398211" y="971679"/>
                  </a:lnTo>
                  <a:lnTo>
                    <a:pt x="3315328" y="972525"/>
                  </a:lnTo>
                  <a:lnTo>
                    <a:pt x="3232444" y="970472"/>
                  </a:lnTo>
                  <a:lnTo>
                    <a:pt x="3149561" y="964671"/>
                  </a:lnTo>
                  <a:lnTo>
                    <a:pt x="3066678" y="959940"/>
                  </a:lnTo>
                  <a:lnTo>
                    <a:pt x="2983795" y="958913"/>
                  </a:lnTo>
                  <a:lnTo>
                    <a:pt x="2900912" y="958749"/>
                  </a:lnTo>
                  <a:lnTo>
                    <a:pt x="2818028" y="958196"/>
                  </a:lnTo>
                  <a:lnTo>
                    <a:pt x="2735145" y="959265"/>
                  </a:lnTo>
                  <a:lnTo>
                    <a:pt x="2652262" y="962235"/>
                  </a:lnTo>
                  <a:lnTo>
                    <a:pt x="2569379" y="966619"/>
                  </a:lnTo>
                  <a:lnTo>
                    <a:pt x="2486496" y="972814"/>
                  </a:lnTo>
                  <a:lnTo>
                    <a:pt x="2403612" y="980551"/>
                  </a:lnTo>
                  <a:lnTo>
                    <a:pt x="2320729" y="988380"/>
                  </a:lnTo>
                  <a:lnTo>
                    <a:pt x="2237846" y="994552"/>
                  </a:lnTo>
                  <a:lnTo>
                    <a:pt x="2154963" y="1000754"/>
                  </a:lnTo>
                  <a:lnTo>
                    <a:pt x="2072080" y="1007563"/>
                  </a:lnTo>
                  <a:lnTo>
                    <a:pt x="1989196" y="1015104"/>
                  </a:lnTo>
                  <a:lnTo>
                    <a:pt x="1906313" y="1023436"/>
                  </a:lnTo>
                  <a:lnTo>
                    <a:pt x="1823430" y="1032578"/>
                  </a:lnTo>
                  <a:lnTo>
                    <a:pt x="1740547" y="1042580"/>
                  </a:lnTo>
                  <a:lnTo>
                    <a:pt x="1657664" y="1053746"/>
                  </a:lnTo>
                  <a:lnTo>
                    <a:pt x="1574780" y="1066356"/>
                  </a:lnTo>
                  <a:lnTo>
                    <a:pt x="1491897" y="1080637"/>
                  </a:lnTo>
                  <a:lnTo>
                    <a:pt x="1409014" y="1096800"/>
                  </a:lnTo>
                  <a:lnTo>
                    <a:pt x="1326131" y="1115025"/>
                  </a:lnTo>
                  <a:lnTo>
                    <a:pt x="1243248" y="1135439"/>
                  </a:lnTo>
                  <a:lnTo>
                    <a:pt x="1160364" y="1158122"/>
                  </a:lnTo>
                  <a:lnTo>
                    <a:pt x="1077481" y="1183108"/>
                  </a:lnTo>
                  <a:lnTo>
                    <a:pt x="994598" y="1210396"/>
                  </a:lnTo>
                  <a:lnTo>
                    <a:pt x="911715" y="1239962"/>
                  </a:lnTo>
                  <a:lnTo>
                    <a:pt x="828832" y="1271768"/>
                  </a:lnTo>
                  <a:lnTo>
                    <a:pt x="745948" y="1305769"/>
                  </a:lnTo>
                  <a:lnTo>
                    <a:pt x="663065" y="1341919"/>
                  </a:lnTo>
                  <a:lnTo>
                    <a:pt x="636541" y="135416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72465" y="4024299"/>
              <a:ext cx="6015395" cy="863812"/>
            </a:xfrm>
            <a:custGeom>
              <a:avLst/>
              <a:pathLst>
                <a:path w="6015395" h="863812">
                  <a:moveTo>
                    <a:pt x="0" y="709700"/>
                  </a:moveTo>
                  <a:lnTo>
                    <a:pt x="82883" y="728033"/>
                  </a:lnTo>
                  <a:lnTo>
                    <a:pt x="165766" y="745343"/>
                  </a:lnTo>
                  <a:lnTo>
                    <a:pt x="248649" y="761607"/>
                  </a:lnTo>
                  <a:lnTo>
                    <a:pt x="331532" y="776801"/>
                  </a:lnTo>
                  <a:lnTo>
                    <a:pt x="414416" y="790899"/>
                  </a:lnTo>
                  <a:lnTo>
                    <a:pt x="497299" y="803870"/>
                  </a:lnTo>
                  <a:lnTo>
                    <a:pt x="580182" y="815681"/>
                  </a:lnTo>
                  <a:lnTo>
                    <a:pt x="663065" y="826296"/>
                  </a:lnTo>
                  <a:lnTo>
                    <a:pt x="745948" y="835675"/>
                  </a:lnTo>
                  <a:lnTo>
                    <a:pt x="828832" y="843777"/>
                  </a:lnTo>
                  <a:lnTo>
                    <a:pt x="911715" y="850559"/>
                  </a:lnTo>
                  <a:lnTo>
                    <a:pt x="994598" y="855979"/>
                  </a:lnTo>
                  <a:lnTo>
                    <a:pt x="1077481" y="860004"/>
                  </a:lnTo>
                  <a:lnTo>
                    <a:pt x="1160364" y="862614"/>
                  </a:lnTo>
                  <a:lnTo>
                    <a:pt x="1243248" y="863812"/>
                  </a:lnTo>
                  <a:lnTo>
                    <a:pt x="1326131" y="863636"/>
                  </a:lnTo>
                  <a:lnTo>
                    <a:pt x="1409014" y="862168"/>
                  </a:lnTo>
                  <a:lnTo>
                    <a:pt x="1491897" y="859542"/>
                  </a:lnTo>
                  <a:lnTo>
                    <a:pt x="1574780" y="855940"/>
                  </a:lnTo>
                  <a:lnTo>
                    <a:pt x="1657664" y="851578"/>
                  </a:lnTo>
                  <a:lnTo>
                    <a:pt x="1740547" y="846686"/>
                  </a:lnTo>
                  <a:lnTo>
                    <a:pt x="1823430" y="841562"/>
                  </a:lnTo>
                  <a:lnTo>
                    <a:pt x="1906313" y="836504"/>
                  </a:lnTo>
                  <a:lnTo>
                    <a:pt x="1989196" y="831491"/>
                  </a:lnTo>
                  <a:lnTo>
                    <a:pt x="2072080" y="826472"/>
                  </a:lnTo>
                  <a:lnTo>
                    <a:pt x="2154963" y="821433"/>
                  </a:lnTo>
                  <a:lnTo>
                    <a:pt x="2237846" y="816429"/>
                  </a:lnTo>
                  <a:lnTo>
                    <a:pt x="2320729" y="811458"/>
                  </a:lnTo>
                  <a:lnTo>
                    <a:pt x="2403612" y="805766"/>
                  </a:lnTo>
                  <a:lnTo>
                    <a:pt x="2486496" y="799200"/>
                  </a:lnTo>
                  <a:lnTo>
                    <a:pt x="2569379" y="792589"/>
                  </a:lnTo>
                  <a:lnTo>
                    <a:pt x="2652262" y="787935"/>
                  </a:lnTo>
                  <a:lnTo>
                    <a:pt x="2735145" y="786665"/>
                  </a:lnTo>
                  <a:lnTo>
                    <a:pt x="2818028" y="786606"/>
                  </a:lnTo>
                  <a:lnTo>
                    <a:pt x="2900912" y="785988"/>
                  </a:lnTo>
                  <a:lnTo>
                    <a:pt x="2983795" y="784776"/>
                  </a:lnTo>
                  <a:lnTo>
                    <a:pt x="3066678" y="786498"/>
                  </a:lnTo>
                  <a:lnTo>
                    <a:pt x="3149561" y="791057"/>
                  </a:lnTo>
                  <a:lnTo>
                    <a:pt x="3232444" y="794303"/>
                  </a:lnTo>
                  <a:lnTo>
                    <a:pt x="3315328" y="794305"/>
                  </a:lnTo>
                  <a:lnTo>
                    <a:pt x="3398211" y="793567"/>
                  </a:lnTo>
                  <a:lnTo>
                    <a:pt x="3481094" y="792866"/>
                  </a:lnTo>
                  <a:lnTo>
                    <a:pt x="3563977" y="790609"/>
                  </a:lnTo>
                  <a:lnTo>
                    <a:pt x="3646860" y="786182"/>
                  </a:lnTo>
                  <a:lnTo>
                    <a:pt x="3729744" y="779703"/>
                  </a:lnTo>
                  <a:lnTo>
                    <a:pt x="3812627" y="771825"/>
                  </a:lnTo>
                  <a:lnTo>
                    <a:pt x="3895510" y="762566"/>
                  </a:lnTo>
                  <a:lnTo>
                    <a:pt x="3978393" y="751697"/>
                  </a:lnTo>
                  <a:lnTo>
                    <a:pt x="4061276" y="739153"/>
                  </a:lnTo>
                  <a:lnTo>
                    <a:pt x="4144160" y="725021"/>
                  </a:lnTo>
                  <a:lnTo>
                    <a:pt x="4227043" y="709505"/>
                  </a:lnTo>
                  <a:lnTo>
                    <a:pt x="4309926" y="692845"/>
                  </a:lnTo>
                  <a:lnTo>
                    <a:pt x="4392809" y="675205"/>
                  </a:lnTo>
                  <a:lnTo>
                    <a:pt x="4475692" y="656589"/>
                  </a:lnTo>
                  <a:lnTo>
                    <a:pt x="4558576" y="636927"/>
                  </a:lnTo>
                  <a:lnTo>
                    <a:pt x="4641459" y="616114"/>
                  </a:lnTo>
                  <a:lnTo>
                    <a:pt x="4724342" y="594019"/>
                  </a:lnTo>
                  <a:lnTo>
                    <a:pt x="4807225" y="570490"/>
                  </a:lnTo>
                  <a:lnTo>
                    <a:pt x="4890108" y="545371"/>
                  </a:lnTo>
                  <a:lnTo>
                    <a:pt x="4972992" y="518511"/>
                  </a:lnTo>
                  <a:lnTo>
                    <a:pt x="5055875" y="489772"/>
                  </a:lnTo>
                  <a:lnTo>
                    <a:pt x="5138758" y="459039"/>
                  </a:lnTo>
                  <a:lnTo>
                    <a:pt x="5221641" y="426219"/>
                  </a:lnTo>
                  <a:lnTo>
                    <a:pt x="5304524" y="391245"/>
                  </a:lnTo>
                  <a:lnTo>
                    <a:pt x="5387408" y="354075"/>
                  </a:lnTo>
                  <a:lnTo>
                    <a:pt x="5470291" y="314682"/>
                  </a:lnTo>
                  <a:lnTo>
                    <a:pt x="5553174" y="273056"/>
                  </a:lnTo>
                  <a:lnTo>
                    <a:pt x="5636057" y="229198"/>
                  </a:lnTo>
                  <a:lnTo>
                    <a:pt x="5718940" y="183114"/>
                  </a:lnTo>
                  <a:lnTo>
                    <a:pt x="5801824" y="134817"/>
                  </a:lnTo>
                  <a:lnTo>
                    <a:pt x="5884707" y="84320"/>
                  </a:lnTo>
                  <a:lnTo>
                    <a:pt x="5967590" y="31638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09006" y="4691052"/>
              <a:ext cx="5378854" cy="687407"/>
            </a:xfrm>
            <a:custGeom>
              <a:avLst/>
              <a:pathLst>
                <a:path w="5378854" h="687407">
                  <a:moveTo>
                    <a:pt x="5378854" y="0"/>
                  </a:moveTo>
                  <a:lnTo>
                    <a:pt x="5331049" y="3537"/>
                  </a:lnTo>
                  <a:lnTo>
                    <a:pt x="5248165" y="10137"/>
                  </a:lnTo>
                  <a:lnTo>
                    <a:pt x="5165282" y="17238"/>
                  </a:lnTo>
                  <a:lnTo>
                    <a:pt x="5082399" y="24876"/>
                  </a:lnTo>
                  <a:lnTo>
                    <a:pt x="4999516" y="33086"/>
                  </a:lnTo>
                  <a:lnTo>
                    <a:pt x="4916633" y="41899"/>
                  </a:lnTo>
                  <a:lnTo>
                    <a:pt x="4833749" y="51345"/>
                  </a:lnTo>
                  <a:lnTo>
                    <a:pt x="4750866" y="61443"/>
                  </a:lnTo>
                  <a:lnTo>
                    <a:pt x="4667983" y="72204"/>
                  </a:lnTo>
                  <a:lnTo>
                    <a:pt x="4585100" y="83625"/>
                  </a:lnTo>
                  <a:lnTo>
                    <a:pt x="4502217" y="95682"/>
                  </a:lnTo>
                  <a:lnTo>
                    <a:pt x="4419333" y="108328"/>
                  </a:lnTo>
                  <a:lnTo>
                    <a:pt x="4336450" y="121494"/>
                  </a:lnTo>
                  <a:lnTo>
                    <a:pt x="4253567" y="135083"/>
                  </a:lnTo>
                  <a:lnTo>
                    <a:pt x="4170684" y="148979"/>
                  </a:lnTo>
                  <a:lnTo>
                    <a:pt x="4087801" y="163052"/>
                  </a:lnTo>
                  <a:lnTo>
                    <a:pt x="4004917" y="177166"/>
                  </a:lnTo>
                  <a:lnTo>
                    <a:pt x="3922034" y="191191"/>
                  </a:lnTo>
                  <a:lnTo>
                    <a:pt x="3839151" y="205016"/>
                  </a:lnTo>
                  <a:lnTo>
                    <a:pt x="3756268" y="218556"/>
                  </a:lnTo>
                  <a:lnTo>
                    <a:pt x="3673385" y="231764"/>
                  </a:lnTo>
                  <a:lnTo>
                    <a:pt x="3590501" y="244221"/>
                  </a:lnTo>
                  <a:lnTo>
                    <a:pt x="3507618" y="255460"/>
                  </a:lnTo>
                  <a:lnTo>
                    <a:pt x="3424735" y="265709"/>
                  </a:lnTo>
                  <a:lnTo>
                    <a:pt x="3341852" y="275162"/>
                  </a:lnTo>
                  <a:lnTo>
                    <a:pt x="3258969" y="283901"/>
                  </a:lnTo>
                  <a:lnTo>
                    <a:pt x="3176085" y="291852"/>
                  </a:lnTo>
                  <a:lnTo>
                    <a:pt x="3093202" y="298780"/>
                  </a:lnTo>
                  <a:lnTo>
                    <a:pt x="3010319" y="303332"/>
                  </a:lnTo>
                  <a:lnTo>
                    <a:pt x="2927436" y="304616"/>
                  </a:lnTo>
                  <a:lnTo>
                    <a:pt x="2844553" y="304680"/>
                  </a:lnTo>
                  <a:lnTo>
                    <a:pt x="2761669" y="304926"/>
                  </a:lnTo>
                  <a:lnTo>
                    <a:pt x="2678786" y="305772"/>
                  </a:lnTo>
                  <a:lnTo>
                    <a:pt x="2595903" y="303719"/>
                  </a:lnTo>
                  <a:lnTo>
                    <a:pt x="2513020" y="297918"/>
                  </a:lnTo>
                  <a:lnTo>
                    <a:pt x="2430137" y="293187"/>
                  </a:lnTo>
                  <a:lnTo>
                    <a:pt x="2347253" y="292161"/>
                  </a:lnTo>
                  <a:lnTo>
                    <a:pt x="2264370" y="291996"/>
                  </a:lnTo>
                  <a:lnTo>
                    <a:pt x="2181487" y="291443"/>
                  </a:lnTo>
                  <a:lnTo>
                    <a:pt x="2098604" y="292512"/>
                  </a:lnTo>
                  <a:lnTo>
                    <a:pt x="2015721" y="295482"/>
                  </a:lnTo>
                  <a:lnTo>
                    <a:pt x="1932837" y="299866"/>
                  </a:lnTo>
                  <a:lnTo>
                    <a:pt x="1849954" y="306061"/>
                  </a:lnTo>
                  <a:lnTo>
                    <a:pt x="1767071" y="313798"/>
                  </a:lnTo>
                  <a:lnTo>
                    <a:pt x="1684188" y="321627"/>
                  </a:lnTo>
                  <a:lnTo>
                    <a:pt x="1601305" y="327799"/>
                  </a:lnTo>
                  <a:lnTo>
                    <a:pt x="1518421" y="334001"/>
                  </a:lnTo>
                  <a:lnTo>
                    <a:pt x="1435538" y="340810"/>
                  </a:lnTo>
                  <a:lnTo>
                    <a:pt x="1352655" y="348351"/>
                  </a:lnTo>
                  <a:lnTo>
                    <a:pt x="1269772" y="356683"/>
                  </a:lnTo>
                  <a:lnTo>
                    <a:pt x="1186889" y="365825"/>
                  </a:lnTo>
                  <a:lnTo>
                    <a:pt x="1104005" y="375827"/>
                  </a:lnTo>
                  <a:lnTo>
                    <a:pt x="1021122" y="386993"/>
                  </a:lnTo>
                  <a:lnTo>
                    <a:pt x="938239" y="399603"/>
                  </a:lnTo>
                  <a:lnTo>
                    <a:pt x="855356" y="413884"/>
                  </a:lnTo>
                  <a:lnTo>
                    <a:pt x="772473" y="430048"/>
                  </a:lnTo>
                  <a:lnTo>
                    <a:pt x="689589" y="448272"/>
                  </a:lnTo>
                  <a:lnTo>
                    <a:pt x="606706" y="468686"/>
                  </a:lnTo>
                  <a:lnTo>
                    <a:pt x="523823" y="491369"/>
                  </a:lnTo>
                  <a:lnTo>
                    <a:pt x="440940" y="516355"/>
                  </a:lnTo>
                  <a:lnTo>
                    <a:pt x="358057" y="543643"/>
                  </a:lnTo>
                  <a:lnTo>
                    <a:pt x="275173" y="573209"/>
                  </a:lnTo>
                  <a:lnTo>
                    <a:pt x="192290" y="605015"/>
                  </a:lnTo>
                  <a:lnTo>
                    <a:pt x="109407" y="639016"/>
                  </a:lnTo>
                  <a:lnTo>
                    <a:pt x="26524" y="675166"/>
                  </a:lnTo>
                  <a:lnTo>
                    <a:pt x="0" y="687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72465" y="4357675"/>
              <a:ext cx="6015395" cy="873247"/>
            </a:xfrm>
            <a:custGeom>
              <a:avLst/>
              <a:pathLst>
                <a:path w="6015395" h="873247">
                  <a:moveTo>
                    <a:pt x="0" y="873247"/>
                  </a:moveTo>
                  <a:lnTo>
                    <a:pt x="82883" y="856450"/>
                  </a:lnTo>
                  <a:lnTo>
                    <a:pt x="165766" y="840073"/>
                  </a:lnTo>
                  <a:lnTo>
                    <a:pt x="248649" y="824117"/>
                  </a:lnTo>
                  <a:lnTo>
                    <a:pt x="331532" y="808585"/>
                  </a:lnTo>
                  <a:lnTo>
                    <a:pt x="414416" y="793478"/>
                  </a:lnTo>
                  <a:lnTo>
                    <a:pt x="497299" y="778799"/>
                  </a:lnTo>
                  <a:lnTo>
                    <a:pt x="580182" y="764549"/>
                  </a:lnTo>
                  <a:lnTo>
                    <a:pt x="663065" y="750731"/>
                  </a:lnTo>
                  <a:lnTo>
                    <a:pt x="745948" y="737346"/>
                  </a:lnTo>
                  <a:lnTo>
                    <a:pt x="828832" y="724396"/>
                  </a:lnTo>
                  <a:lnTo>
                    <a:pt x="911715" y="711884"/>
                  </a:lnTo>
                  <a:lnTo>
                    <a:pt x="994598" y="699811"/>
                  </a:lnTo>
                  <a:lnTo>
                    <a:pt x="1077481" y="688180"/>
                  </a:lnTo>
                  <a:lnTo>
                    <a:pt x="1160364" y="676992"/>
                  </a:lnTo>
                  <a:lnTo>
                    <a:pt x="1243248" y="666249"/>
                  </a:lnTo>
                  <a:lnTo>
                    <a:pt x="1326131" y="655954"/>
                  </a:lnTo>
                  <a:lnTo>
                    <a:pt x="1409014" y="646108"/>
                  </a:lnTo>
                  <a:lnTo>
                    <a:pt x="1491897" y="636713"/>
                  </a:lnTo>
                  <a:lnTo>
                    <a:pt x="1574780" y="627772"/>
                  </a:lnTo>
                  <a:lnTo>
                    <a:pt x="1657664" y="619286"/>
                  </a:lnTo>
                  <a:lnTo>
                    <a:pt x="1740547" y="611257"/>
                  </a:lnTo>
                  <a:lnTo>
                    <a:pt x="1823430" y="603694"/>
                  </a:lnTo>
                  <a:lnTo>
                    <a:pt x="1906313" y="596593"/>
                  </a:lnTo>
                  <a:lnTo>
                    <a:pt x="1989196" y="589921"/>
                  </a:lnTo>
                  <a:lnTo>
                    <a:pt x="2072080" y="583641"/>
                  </a:lnTo>
                  <a:lnTo>
                    <a:pt x="2154963" y="577717"/>
                  </a:lnTo>
                  <a:lnTo>
                    <a:pt x="2237846" y="572114"/>
                  </a:lnTo>
                  <a:lnTo>
                    <a:pt x="2320729" y="566543"/>
                  </a:lnTo>
                  <a:lnTo>
                    <a:pt x="2403612" y="559782"/>
                  </a:lnTo>
                  <a:lnTo>
                    <a:pt x="2486496" y="552631"/>
                  </a:lnTo>
                  <a:lnTo>
                    <a:pt x="2569379" y="546228"/>
                  </a:lnTo>
                  <a:lnTo>
                    <a:pt x="2652262" y="541709"/>
                  </a:lnTo>
                  <a:lnTo>
                    <a:pt x="2735145" y="539589"/>
                  </a:lnTo>
                  <a:lnTo>
                    <a:pt x="2818028" y="539024"/>
                  </a:lnTo>
                  <a:lnTo>
                    <a:pt x="2900912" y="538992"/>
                  </a:lnTo>
                  <a:lnTo>
                    <a:pt x="2983795" y="538468"/>
                  </a:lnTo>
                  <a:lnTo>
                    <a:pt x="3066678" y="539843"/>
                  </a:lnTo>
                  <a:lnTo>
                    <a:pt x="3149561" y="544488"/>
                  </a:lnTo>
                  <a:lnTo>
                    <a:pt x="3232444" y="549011"/>
                  </a:lnTo>
                  <a:lnTo>
                    <a:pt x="3315328" y="550039"/>
                  </a:lnTo>
                  <a:lnTo>
                    <a:pt x="3398211" y="549247"/>
                  </a:lnTo>
                  <a:lnTo>
                    <a:pt x="3481094" y="548773"/>
                  </a:lnTo>
                  <a:lnTo>
                    <a:pt x="3563977" y="547612"/>
                  </a:lnTo>
                  <a:lnTo>
                    <a:pt x="3646860" y="544757"/>
                  </a:lnTo>
                  <a:lnTo>
                    <a:pt x="3729744" y="539241"/>
                  </a:lnTo>
                  <a:lnTo>
                    <a:pt x="3812627" y="531839"/>
                  </a:lnTo>
                  <a:lnTo>
                    <a:pt x="3895510" y="523233"/>
                  </a:lnTo>
                  <a:lnTo>
                    <a:pt x="3978393" y="513430"/>
                  </a:lnTo>
                  <a:lnTo>
                    <a:pt x="4061276" y="502431"/>
                  </a:lnTo>
                  <a:lnTo>
                    <a:pt x="4144160" y="490241"/>
                  </a:lnTo>
                  <a:lnTo>
                    <a:pt x="4227043" y="476863"/>
                  </a:lnTo>
                  <a:lnTo>
                    <a:pt x="4309926" y="462304"/>
                  </a:lnTo>
                  <a:lnTo>
                    <a:pt x="4392809" y="446881"/>
                  </a:lnTo>
                  <a:lnTo>
                    <a:pt x="4475692" y="430802"/>
                  </a:lnTo>
                  <a:lnTo>
                    <a:pt x="4558576" y="414059"/>
                  </a:lnTo>
                  <a:lnTo>
                    <a:pt x="4641459" y="396640"/>
                  </a:lnTo>
                  <a:lnTo>
                    <a:pt x="4724342" y="378535"/>
                  </a:lnTo>
                  <a:lnTo>
                    <a:pt x="4807225" y="359734"/>
                  </a:lnTo>
                  <a:lnTo>
                    <a:pt x="4890108" y="340227"/>
                  </a:lnTo>
                  <a:lnTo>
                    <a:pt x="4972992" y="320002"/>
                  </a:lnTo>
                  <a:lnTo>
                    <a:pt x="5055875" y="299050"/>
                  </a:lnTo>
                  <a:lnTo>
                    <a:pt x="5138758" y="277360"/>
                  </a:lnTo>
                  <a:lnTo>
                    <a:pt x="5221641" y="254922"/>
                  </a:lnTo>
                  <a:lnTo>
                    <a:pt x="5304524" y="231725"/>
                  </a:lnTo>
                  <a:lnTo>
                    <a:pt x="5387408" y="207759"/>
                  </a:lnTo>
                  <a:lnTo>
                    <a:pt x="5470291" y="183013"/>
                  </a:lnTo>
                  <a:lnTo>
                    <a:pt x="5553174" y="157478"/>
                  </a:lnTo>
                  <a:lnTo>
                    <a:pt x="5636057" y="131142"/>
                  </a:lnTo>
                  <a:lnTo>
                    <a:pt x="5718940" y="103995"/>
                  </a:lnTo>
                  <a:lnTo>
                    <a:pt x="5801824" y="76028"/>
                  </a:lnTo>
                  <a:lnTo>
                    <a:pt x="5884707" y="47229"/>
                  </a:lnTo>
                  <a:lnTo>
                    <a:pt x="5967590" y="17587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072465" y="4112388"/>
              <a:ext cx="6015395" cy="1266071"/>
            </a:xfrm>
            <a:custGeom>
              <a:avLst/>
              <a:pathLst>
                <a:path w="6015395" h="1266071">
                  <a:moveTo>
                    <a:pt x="0" y="636577"/>
                  </a:moveTo>
                  <a:lnTo>
                    <a:pt x="82883" y="655645"/>
                  </a:lnTo>
                  <a:lnTo>
                    <a:pt x="165766" y="673762"/>
                  </a:lnTo>
                  <a:lnTo>
                    <a:pt x="248649" y="690910"/>
                  </a:lnTo>
                  <a:lnTo>
                    <a:pt x="331532" y="707069"/>
                  </a:lnTo>
                  <a:lnTo>
                    <a:pt x="414416" y="722220"/>
                  </a:lnTo>
                  <a:lnTo>
                    <a:pt x="497299" y="736337"/>
                  </a:lnTo>
                  <a:lnTo>
                    <a:pt x="580182" y="749395"/>
                  </a:lnTo>
                  <a:lnTo>
                    <a:pt x="663065" y="761364"/>
                  </a:lnTo>
                  <a:lnTo>
                    <a:pt x="745948" y="772211"/>
                  </a:lnTo>
                  <a:lnTo>
                    <a:pt x="828832" y="781903"/>
                  </a:lnTo>
                  <a:lnTo>
                    <a:pt x="911715" y="790404"/>
                  </a:lnTo>
                  <a:lnTo>
                    <a:pt x="994598" y="797681"/>
                  </a:lnTo>
                  <a:lnTo>
                    <a:pt x="1077481" y="803706"/>
                  </a:lnTo>
                  <a:lnTo>
                    <a:pt x="1160364" y="808464"/>
                  </a:lnTo>
                  <a:lnTo>
                    <a:pt x="1243248" y="811960"/>
                  </a:lnTo>
                  <a:lnTo>
                    <a:pt x="1326131" y="814230"/>
                  </a:lnTo>
                  <a:lnTo>
                    <a:pt x="1409014" y="815348"/>
                  </a:lnTo>
                  <a:lnTo>
                    <a:pt x="1491897" y="815434"/>
                  </a:lnTo>
                  <a:lnTo>
                    <a:pt x="1574780" y="814649"/>
                  </a:lnTo>
                  <a:lnTo>
                    <a:pt x="1657664" y="813185"/>
                  </a:lnTo>
                  <a:lnTo>
                    <a:pt x="1740547" y="811246"/>
                  </a:lnTo>
                  <a:lnTo>
                    <a:pt x="1823430" y="809106"/>
                  </a:lnTo>
                  <a:lnTo>
                    <a:pt x="1906313" y="807044"/>
                  </a:lnTo>
                  <a:lnTo>
                    <a:pt x="1989196" y="805007"/>
                  </a:lnTo>
                  <a:lnTo>
                    <a:pt x="2072080" y="802914"/>
                  </a:lnTo>
                  <a:lnTo>
                    <a:pt x="2154963" y="800715"/>
                  </a:lnTo>
                  <a:lnTo>
                    <a:pt x="2237846" y="798423"/>
                  </a:lnTo>
                  <a:lnTo>
                    <a:pt x="2320729" y="795923"/>
                  </a:lnTo>
                  <a:lnTo>
                    <a:pt x="2403612" y="792162"/>
                  </a:lnTo>
                  <a:lnTo>
                    <a:pt x="2486496" y="787265"/>
                  </a:lnTo>
                  <a:lnTo>
                    <a:pt x="2569379" y="782324"/>
                  </a:lnTo>
                  <a:lnTo>
                    <a:pt x="2652262" y="779393"/>
                  </a:lnTo>
                  <a:lnTo>
                    <a:pt x="2735145" y="778370"/>
                  </a:lnTo>
                  <a:lnTo>
                    <a:pt x="2818028" y="777514"/>
                  </a:lnTo>
                  <a:lnTo>
                    <a:pt x="2900912" y="776400"/>
                  </a:lnTo>
                  <a:lnTo>
                    <a:pt x="2983795" y="776119"/>
                  </a:lnTo>
                  <a:lnTo>
                    <a:pt x="3066678" y="779463"/>
                  </a:lnTo>
                  <a:lnTo>
                    <a:pt x="3149561" y="785309"/>
                  </a:lnTo>
                  <a:lnTo>
                    <a:pt x="3232444" y="790331"/>
                  </a:lnTo>
                  <a:lnTo>
                    <a:pt x="3315328" y="793142"/>
                  </a:lnTo>
                  <a:lnTo>
                    <a:pt x="3398211" y="796302"/>
                  </a:lnTo>
                  <a:lnTo>
                    <a:pt x="3481094" y="800261"/>
                  </a:lnTo>
                  <a:lnTo>
                    <a:pt x="3563977" y="803107"/>
                  </a:lnTo>
                  <a:lnTo>
                    <a:pt x="3646860" y="803789"/>
                  </a:lnTo>
                  <a:lnTo>
                    <a:pt x="3729744" y="801921"/>
                  </a:lnTo>
                  <a:lnTo>
                    <a:pt x="3812627" y="798606"/>
                  </a:lnTo>
                  <a:lnTo>
                    <a:pt x="3895510" y="794103"/>
                  </a:lnTo>
                  <a:lnTo>
                    <a:pt x="3978393" y="787986"/>
                  </a:lnTo>
                  <a:lnTo>
                    <a:pt x="4061276" y="779968"/>
                  </a:lnTo>
                  <a:lnTo>
                    <a:pt x="4144160" y="769900"/>
                  </a:lnTo>
                  <a:lnTo>
                    <a:pt x="4227043" y="757732"/>
                  </a:lnTo>
                  <a:lnTo>
                    <a:pt x="4309926" y="743450"/>
                  </a:lnTo>
                  <a:lnTo>
                    <a:pt x="4392809" y="727426"/>
                  </a:lnTo>
                  <a:lnTo>
                    <a:pt x="4475692" y="709917"/>
                  </a:lnTo>
                  <a:lnTo>
                    <a:pt x="4558576" y="690865"/>
                  </a:lnTo>
                  <a:lnTo>
                    <a:pt x="4641459" y="670180"/>
                  </a:lnTo>
                  <a:lnTo>
                    <a:pt x="4724342" y="647747"/>
                  </a:lnTo>
                  <a:lnTo>
                    <a:pt x="4807225" y="623435"/>
                  </a:lnTo>
                  <a:lnTo>
                    <a:pt x="4890108" y="597109"/>
                  </a:lnTo>
                  <a:lnTo>
                    <a:pt x="4972992" y="568639"/>
                  </a:lnTo>
                  <a:lnTo>
                    <a:pt x="5055875" y="537905"/>
                  </a:lnTo>
                  <a:lnTo>
                    <a:pt x="5138758" y="504808"/>
                  </a:lnTo>
                  <a:lnTo>
                    <a:pt x="5221641" y="469269"/>
                  </a:lnTo>
                  <a:lnTo>
                    <a:pt x="5304524" y="431231"/>
                  </a:lnTo>
                  <a:lnTo>
                    <a:pt x="5387408" y="390656"/>
                  </a:lnTo>
                  <a:lnTo>
                    <a:pt x="5470291" y="347525"/>
                  </a:lnTo>
                  <a:lnTo>
                    <a:pt x="5553174" y="301830"/>
                  </a:lnTo>
                  <a:lnTo>
                    <a:pt x="5636057" y="253573"/>
                  </a:lnTo>
                  <a:lnTo>
                    <a:pt x="5718940" y="202761"/>
                  </a:lnTo>
                  <a:lnTo>
                    <a:pt x="5801824" y="149407"/>
                  </a:lnTo>
                  <a:lnTo>
                    <a:pt x="5884707" y="93523"/>
                  </a:lnTo>
                  <a:lnTo>
                    <a:pt x="5967590" y="35125"/>
                  </a:lnTo>
                  <a:lnTo>
                    <a:pt x="6015395" y="0"/>
                  </a:lnTo>
                  <a:lnTo>
                    <a:pt x="6015395" y="583744"/>
                  </a:lnTo>
                  <a:lnTo>
                    <a:pt x="5967590" y="594267"/>
                  </a:lnTo>
                  <a:lnTo>
                    <a:pt x="5884707" y="612320"/>
                  </a:lnTo>
                  <a:lnTo>
                    <a:pt x="5801824" y="630210"/>
                  </a:lnTo>
                  <a:lnTo>
                    <a:pt x="5718940" y="647968"/>
                  </a:lnTo>
                  <a:lnTo>
                    <a:pt x="5636057" y="665621"/>
                  </a:lnTo>
                  <a:lnTo>
                    <a:pt x="5553174" y="683196"/>
                  </a:lnTo>
                  <a:lnTo>
                    <a:pt x="5470291" y="700717"/>
                  </a:lnTo>
                  <a:lnTo>
                    <a:pt x="5387408" y="718200"/>
                  </a:lnTo>
                  <a:lnTo>
                    <a:pt x="5304524" y="735654"/>
                  </a:lnTo>
                  <a:lnTo>
                    <a:pt x="5221641" y="753072"/>
                  </a:lnTo>
                  <a:lnTo>
                    <a:pt x="5138758" y="770432"/>
                  </a:lnTo>
                  <a:lnTo>
                    <a:pt x="5055875" y="787694"/>
                  </a:lnTo>
                  <a:lnTo>
                    <a:pt x="4972992" y="804793"/>
                  </a:lnTo>
                  <a:lnTo>
                    <a:pt x="4890108" y="821645"/>
                  </a:lnTo>
                  <a:lnTo>
                    <a:pt x="4807225" y="838145"/>
                  </a:lnTo>
                  <a:lnTo>
                    <a:pt x="4724342" y="854178"/>
                  </a:lnTo>
                  <a:lnTo>
                    <a:pt x="4641459" y="869623"/>
                  </a:lnTo>
                  <a:lnTo>
                    <a:pt x="4558576" y="884367"/>
                  </a:lnTo>
                  <a:lnTo>
                    <a:pt x="4475692" y="898308"/>
                  </a:lnTo>
                  <a:lnTo>
                    <a:pt x="4392809" y="911373"/>
                  </a:lnTo>
                  <a:lnTo>
                    <a:pt x="4309926" y="923517"/>
                  </a:lnTo>
                  <a:lnTo>
                    <a:pt x="4227043" y="934119"/>
                  </a:lnTo>
                  <a:lnTo>
                    <a:pt x="4144160" y="942543"/>
                  </a:lnTo>
                  <a:lnTo>
                    <a:pt x="4061276" y="949211"/>
                  </a:lnTo>
                  <a:lnTo>
                    <a:pt x="3978393" y="954522"/>
                  </a:lnTo>
                  <a:lnTo>
                    <a:pt x="3895510" y="958775"/>
                  </a:lnTo>
                  <a:lnTo>
                    <a:pt x="3812627" y="962132"/>
                  </a:lnTo>
                  <a:lnTo>
                    <a:pt x="3729744" y="964616"/>
                  </a:lnTo>
                  <a:lnTo>
                    <a:pt x="3646860" y="964797"/>
                  </a:lnTo>
                  <a:lnTo>
                    <a:pt x="3563977" y="961362"/>
                  </a:lnTo>
                  <a:lnTo>
                    <a:pt x="3481094" y="956596"/>
                  </a:lnTo>
                  <a:lnTo>
                    <a:pt x="3398211" y="952240"/>
                  </a:lnTo>
                  <a:lnTo>
                    <a:pt x="3315328" y="949174"/>
                  </a:lnTo>
                  <a:lnTo>
                    <a:pt x="3232444" y="944567"/>
                  </a:lnTo>
                  <a:lnTo>
                    <a:pt x="3149561" y="937309"/>
                  </a:lnTo>
                  <a:lnTo>
                    <a:pt x="3066678" y="931311"/>
                  </a:lnTo>
                  <a:lnTo>
                    <a:pt x="2983795" y="928577"/>
                  </a:lnTo>
                  <a:lnTo>
                    <a:pt x="2900912" y="927652"/>
                  </a:lnTo>
                  <a:lnTo>
                    <a:pt x="2818028" y="927741"/>
                  </a:lnTo>
                  <a:lnTo>
                    <a:pt x="2735145" y="929481"/>
                  </a:lnTo>
                  <a:lnTo>
                    <a:pt x="2652262" y="931993"/>
                  </a:lnTo>
                  <a:lnTo>
                    <a:pt x="2569379" y="934688"/>
                  </a:lnTo>
                  <a:lnTo>
                    <a:pt x="2486496" y="939264"/>
                  </a:lnTo>
                  <a:lnTo>
                    <a:pt x="2403612" y="945186"/>
                  </a:lnTo>
                  <a:lnTo>
                    <a:pt x="2320729" y="950818"/>
                  </a:lnTo>
                  <a:lnTo>
                    <a:pt x="2237846" y="954371"/>
                  </a:lnTo>
                  <a:lnTo>
                    <a:pt x="2154963" y="957711"/>
                  </a:lnTo>
                  <a:lnTo>
                    <a:pt x="2072080" y="961459"/>
                  </a:lnTo>
                  <a:lnTo>
                    <a:pt x="1989196" y="965761"/>
                  </a:lnTo>
                  <a:lnTo>
                    <a:pt x="1906313" y="970704"/>
                  </a:lnTo>
                  <a:lnTo>
                    <a:pt x="1823430" y="976341"/>
                  </a:lnTo>
                  <a:lnTo>
                    <a:pt x="1740547" y="982751"/>
                  </a:lnTo>
                  <a:lnTo>
                    <a:pt x="1657664" y="990184"/>
                  </a:lnTo>
                  <a:lnTo>
                    <a:pt x="1574780" y="998869"/>
                  </a:lnTo>
                  <a:lnTo>
                    <a:pt x="1491897" y="1009003"/>
                  </a:lnTo>
                  <a:lnTo>
                    <a:pt x="1409014" y="1020770"/>
                  </a:lnTo>
                  <a:lnTo>
                    <a:pt x="1326131" y="1034322"/>
                  </a:lnTo>
                  <a:lnTo>
                    <a:pt x="1243248" y="1049770"/>
                  </a:lnTo>
                  <a:lnTo>
                    <a:pt x="1160364" y="1067182"/>
                  </a:lnTo>
                  <a:lnTo>
                    <a:pt x="1077481" y="1086584"/>
                  </a:lnTo>
                  <a:lnTo>
                    <a:pt x="994598" y="1107974"/>
                  </a:lnTo>
                  <a:lnTo>
                    <a:pt x="911715" y="1131328"/>
                  </a:lnTo>
                  <a:lnTo>
                    <a:pt x="828832" y="1156611"/>
                  </a:lnTo>
                  <a:lnTo>
                    <a:pt x="745948" y="1183780"/>
                  </a:lnTo>
                  <a:lnTo>
                    <a:pt x="663065" y="1212794"/>
                  </a:lnTo>
                  <a:lnTo>
                    <a:pt x="580182" y="1243608"/>
                  </a:lnTo>
                  <a:lnTo>
                    <a:pt x="523026" y="1266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72465" y="4112388"/>
              <a:ext cx="6015395" cy="815434"/>
            </a:xfrm>
            <a:custGeom>
              <a:avLst/>
              <a:pathLst>
                <a:path w="6015395" h="815434">
                  <a:moveTo>
                    <a:pt x="0" y="636577"/>
                  </a:moveTo>
                  <a:lnTo>
                    <a:pt x="82883" y="655645"/>
                  </a:lnTo>
                  <a:lnTo>
                    <a:pt x="165766" y="673762"/>
                  </a:lnTo>
                  <a:lnTo>
                    <a:pt x="248649" y="690910"/>
                  </a:lnTo>
                  <a:lnTo>
                    <a:pt x="331532" y="707069"/>
                  </a:lnTo>
                  <a:lnTo>
                    <a:pt x="414416" y="722220"/>
                  </a:lnTo>
                  <a:lnTo>
                    <a:pt x="497299" y="736337"/>
                  </a:lnTo>
                  <a:lnTo>
                    <a:pt x="580182" y="749395"/>
                  </a:lnTo>
                  <a:lnTo>
                    <a:pt x="663065" y="761364"/>
                  </a:lnTo>
                  <a:lnTo>
                    <a:pt x="745948" y="772211"/>
                  </a:lnTo>
                  <a:lnTo>
                    <a:pt x="828832" y="781903"/>
                  </a:lnTo>
                  <a:lnTo>
                    <a:pt x="911715" y="790404"/>
                  </a:lnTo>
                  <a:lnTo>
                    <a:pt x="994598" y="797681"/>
                  </a:lnTo>
                  <a:lnTo>
                    <a:pt x="1077481" y="803706"/>
                  </a:lnTo>
                  <a:lnTo>
                    <a:pt x="1160364" y="808464"/>
                  </a:lnTo>
                  <a:lnTo>
                    <a:pt x="1243248" y="811960"/>
                  </a:lnTo>
                  <a:lnTo>
                    <a:pt x="1326131" y="814230"/>
                  </a:lnTo>
                  <a:lnTo>
                    <a:pt x="1409014" y="815348"/>
                  </a:lnTo>
                  <a:lnTo>
                    <a:pt x="1491897" y="815434"/>
                  </a:lnTo>
                  <a:lnTo>
                    <a:pt x="1574780" y="814649"/>
                  </a:lnTo>
                  <a:lnTo>
                    <a:pt x="1657664" y="813185"/>
                  </a:lnTo>
                  <a:lnTo>
                    <a:pt x="1740547" y="811246"/>
                  </a:lnTo>
                  <a:lnTo>
                    <a:pt x="1823430" y="809106"/>
                  </a:lnTo>
                  <a:lnTo>
                    <a:pt x="1906313" y="807044"/>
                  </a:lnTo>
                  <a:lnTo>
                    <a:pt x="1989196" y="805007"/>
                  </a:lnTo>
                  <a:lnTo>
                    <a:pt x="2072080" y="802914"/>
                  </a:lnTo>
                  <a:lnTo>
                    <a:pt x="2154963" y="800715"/>
                  </a:lnTo>
                  <a:lnTo>
                    <a:pt x="2237846" y="798423"/>
                  </a:lnTo>
                  <a:lnTo>
                    <a:pt x="2320729" y="795923"/>
                  </a:lnTo>
                  <a:lnTo>
                    <a:pt x="2403612" y="792162"/>
                  </a:lnTo>
                  <a:lnTo>
                    <a:pt x="2486496" y="787265"/>
                  </a:lnTo>
                  <a:lnTo>
                    <a:pt x="2569379" y="782324"/>
                  </a:lnTo>
                  <a:lnTo>
                    <a:pt x="2652262" y="779393"/>
                  </a:lnTo>
                  <a:lnTo>
                    <a:pt x="2735145" y="778370"/>
                  </a:lnTo>
                  <a:lnTo>
                    <a:pt x="2818028" y="777514"/>
                  </a:lnTo>
                  <a:lnTo>
                    <a:pt x="2900912" y="776400"/>
                  </a:lnTo>
                  <a:lnTo>
                    <a:pt x="2983795" y="776119"/>
                  </a:lnTo>
                  <a:lnTo>
                    <a:pt x="3066678" y="779463"/>
                  </a:lnTo>
                  <a:lnTo>
                    <a:pt x="3149561" y="785309"/>
                  </a:lnTo>
                  <a:lnTo>
                    <a:pt x="3232444" y="790331"/>
                  </a:lnTo>
                  <a:lnTo>
                    <a:pt x="3315328" y="793142"/>
                  </a:lnTo>
                  <a:lnTo>
                    <a:pt x="3398211" y="796302"/>
                  </a:lnTo>
                  <a:lnTo>
                    <a:pt x="3481094" y="800261"/>
                  </a:lnTo>
                  <a:lnTo>
                    <a:pt x="3563977" y="803107"/>
                  </a:lnTo>
                  <a:lnTo>
                    <a:pt x="3646860" y="803789"/>
                  </a:lnTo>
                  <a:lnTo>
                    <a:pt x="3729744" y="801921"/>
                  </a:lnTo>
                  <a:lnTo>
                    <a:pt x="3812627" y="798606"/>
                  </a:lnTo>
                  <a:lnTo>
                    <a:pt x="3895510" y="794103"/>
                  </a:lnTo>
                  <a:lnTo>
                    <a:pt x="3978393" y="787986"/>
                  </a:lnTo>
                  <a:lnTo>
                    <a:pt x="4061276" y="779968"/>
                  </a:lnTo>
                  <a:lnTo>
                    <a:pt x="4144160" y="769900"/>
                  </a:lnTo>
                  <a:lnTo>
                    <a:pt x="4227043" y="757732"/>
                  </a:lnTo>
                  <a:lnTo>
                    <a:pt x="4309926" y="743450"/>
                  </a:lnTo>
                  <a:lnTo>
                    <a:pt x="4392809" y="727426"/>
                  </a:lnTo>
                  <a:lnTo>
                    <a:pt x="4475692" y="709917"/>
                  </a:lnTo>
                  <a:lnTo>
                    <a:pt x="4558576" y="690865"/>
                  </a:lnTo>
                  <a:lnTo>
                    <a:pt x="4641459" y="670180"/>
                  </a:lnTo>
                  <a:lnTo>
                    <a:pt x="4724342" y="647747"/>
                  </a:lnTo>
                  <a:lnTo>
                    <a:pt x="4807225" y="623435"/>
                  </a:lnTo>
                  <a:lnTo>
                    <a:pt x="4890108" y="597109"/>
                  </a:lnTo>
                  <a:lnTo>
                    <a:pt x="4972992" y="568639"/>
                  </a:lnTo>
                  <a:lnTo>
                    <a:pt x="5055875" y="537905"/>
                  </a:lnTo>
                  <a:lnTo>
                    <a:pt x="5138758" y="504808"/>
                  </a:lnTo>
                  <a:lnTo>
                    <a:pt x="5221641" y="469269"/>
                  </a:lnTo>
                  <a:lnTo>
                    <a:pt x="5304524" y="431231"/>
                  </a:lnTo>
                  <a:lnTo>
                    <a:pt x="5387408" y="390656"/>
                  </a:lnTo>
                  <a:lnTo>
                    <a:pt x="5470291" y="347525"/>
                  </a:lnTo>
                  <a:lnTo>
                    <a:pt x="5553174" y="301830"/>
                  </a:lnTo>
                  <a:lnTo>
                    <a:pt x="5636057" y="253573"/>
                  </a:lnTo>
                  <a:lnTo>
                    <a:pt x="5718940" y="202761"/>
                  </a:lnTo>
                  <a:lnTo>
                    <a:pt x="5801824" y="149407"/>
                  </a:lnTo>
                  <a:lnTo>
                    <a:pt x="5884707" y="93523"/>
                  </a:lnTo>
                  <a:lnTo>
                    <a:pt x="5967590" y="35125"/>
                  </a:lnTo>
                  <a:lnTo>
                    <a:pt x="60153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595491" y="4696132"/>
              <a:ext cx="5492369" cy="682327"/>
            </a:xfrm>
            <a:custGeom>
              <a:avLst/>
              <a:pathLst>
                <a:path w="5492369" h="682327">
                  <a:moveTo>
                    <a:pt x="5492369" y="0"/>
                  </a:moveTo>
                  <a:lnTo>
                    <a:pt x="5444564" y="10523"/>
                  </a:lnTo>
                  <a:lnTo>
                    <a:pt x="5361681" y="28576"/>
                  </a:lnTo>
                  <a:lnTo>
                    <a:pt x="5278797" y="46466"/>
                  </a:lnTo>
                  <a:lnTo>
                    <a:pt x="5195914" y="64223"/>
                  </a:lnTo>
                  <a:lnTo>
                    <a:pt x="5113031" y="81876"/>
                  </a:lnTo>
                  <a:lnTo>
                    <a:pt x="5030148" y="99452"/>
                  </a:lnTo>
                  <a:lnTo>
                    <a:pt x="4947265" y="116973"/>
                  </a:lnTo>
                  <a:lnTo>
                    <a:pt x="4864381" y="134456"/>
                  </a:lnTo>
                  <a:lnTo>
                    <a:pt x="4781498" y="151909"/>
                  </a:lnTo>
                  <a:lnTo>
                    <a:pt x="4698615" y="169327"/>
                  </a:lnTo>
                  <a:lnTo>
                    <a:pt x="4615732" y="186688"/>
                  </a:lnTo>
                  <a:lnTo>
                    <a:pt x="4532849" y="203950"/>
                  </a:lnTo>
                  <a:lnTo>
                    <a:pt x="4449965" y="221049"/>
                  </a:lnTo>
                  <a:lnTo>
                    <a:pt x="4367082" y="237900"/>
                  </a:lnTo>
                  <a:lnTo>
                    <a:pt x="4284199" y="254401"/>
                  </a:lnTo>
                  <a:lnTo>
                    <a:pt x="4201316" y="270434"/>
                  </a:lnTo>
                  <a:lnTo>
                    <a:pt x="4118433" y="285879"/>
                  </a:lnTo>
                  <a:lnTo>
                    <a:pt x="4035549" y="300623"/>
                  </a:lnTo>
                  <a:lnTo>
                    <a:pt x="3952666" y="314564"/>
                  </a:lnTo>
                  <a:lnTo>
                    <a:pt x="3869783" y="327628"/>
                  </a:lnTo>
                  <a:lnTo>
                    <a:pt x="3786900" y="339773"/>
                  </a:lnTo>
                  <a:lnTo>
                    <a:pt x="3704017" y="350375"/>
                  </a:lnTo>
                  <a:lnTo>
                    <a:pt x="3621133" y="358799"/>
                  </a:lnTo>
                  <a:lnTo>
                    <a:pt x="3538250" y="365467"/>
                  </a:lnTo>
                  <a:lnTo>
                    <a:pt x="3455367" y="370778"/>
                  </a:lnTo>
                  <a:lnTo>
                    <a:pt x="3372484" y="375031"/>
                  </a:lnTo>
                  <a:lnTo>
                    <a:pt x="3289601" y="378388"/>
                  </a:lnTo>
                  <a:lnTo>
                    <a:pt x="3206717" y="380871"/>
                  </a:lnTo>
                  <a:lnTo>
                    <a:pt x="3123834" y="381053"/>
                  </a:lnTo>
                  <a:lnTo>
                    <a:pt x="3040951" y="377618"/>
                  </a:lnTo>
                  <a:lnTo>
                    <a:pt x="2958068" y="372852"/>
                  </a:lnTo>
                  <a:lnTo>
                    <a:pt x="2875185" y="368495"/>
                  </a:lnTo>
                  <a:lnTo>
                    <a:pt x="2792301" y="365430"/>
                  </a:lnTo>
                  <a:lnTo>
                    <a:pt x="2709418" y="360823"/>
                  </a:lnTo>
                  <a:lnTo>
                    <a:pt x="2626535" y="353565"/>
                  </a:lnTo>
                  <a:lnTo>
                    <a:pt x="2543652" y="347567"/>
                  </a:lnTo>
                  <a:lnTo>
                    <a:pt x="2460769" y="344833"/>
                  </a:lnTo>
                  <a:lnTo>
                    <a:pt x="2377885" y="343908"/>
                  </a:lnTo>
                  <a:lnTo>
                    <a:pt x="2295002" y="343997"/>
                  </a:lnTo>
                  <a:lnTo>
                    <a:pt x="2212119" y="345737"/>
                  </a:lnTo>
                  <a:lnTo>
                    <a:pt x="2129236" y="348249"/>
                  </a:lnTo>
                  <a:lnTo>
                    <a:pt x="2046353" y="350943"/>
                  </a:lnTo>
                  <a:lnTo>
                    <a:pt x="1963469" y="355520"/>
                  </a:lnTo>
                  <a:lnTo>
                    <a:pt x="1880586" y="361442"/>
                  </a:lnTo>
                  <a:lnTo>
                    <a:pt x="1797703" y="367074"/>
                  </a:lnTo>
                  <a:lnTo>
                    <a:pt x="1714820" y="370627"/>
                  </a:lnTo>
                  <a:lnTo>
                    <a:pt x="1631937" y="373967"/>
                  </a:lnTo>
                  <a:lnTo>
                    <a:pt x="1549053" y="377715"/>
                  </a:lnTo>
                  <a:lnTo>
                    <a:pt x="1466170" y="382017"/>
                  </a:lnTo>
                  <a:lnTo>
                    <a:pt x="1383287" y="386959"/>
                  </a:lnTo>
                  <a:lnTo>
                    <a:pt x="1300404" y="392597"/>
                  </a:lnTo>
                  <a:lnTo>
                    <a:pt x="1217521" y="399007"/>
                  </a:lnTo>
                  <a:lnTo>
                    <a:pt x="1134637" y="406439"/>
                  </a:lnTo>
                  <a:lnTo>
                    <a:pt x="1051754" y="415125"/>
                  </a:lnTo>
                  <a:lnTo>
                    <a:pt x="968871" y="425259"/>
                  </a:lnTo>
                  <a:lnTo>
                    <a:pt x="885988" y="437026"/>
                  </a:lnTo>
                  <a:lnTo>
                    <a:pt x="803105" y="450578"/>
                  </a:lnTo>
                  <a:lnTo>
                    <a:pt x="720221" y="466026"/>
                  </a:lnTo>
                  <a:lnTo>
                    <a:pt x="637338" y="483438"/>
                  </a:lnTo>
                  <a:lnTo>
                    <a:pt x="554455" y="502840"/>
                  </a:lnTo>
                  <a:lnTo>
                    <a:pt x="471572" y="524230"/>
                  </a:lnTo>
                  <a:lnTo>
                    <a:pt x="388689" y="547584"/>
                  </a:lnTo>
                  <a:lnTo>
                    <a:pt x="305805" y="572867"/>
                  </a:lnTo>
                  <a:lnTo>
                    <a:pt x="222922" y="600036"/>
                  </a:lnTo>
                  <a:lnTo>
                    <a:pt x="140039" y="629049"/>
                  </a:lnTo>
                  <a:lnTo>
                    <a:pt x="57156" y="659864"/>
                  </a:lnTo>
                  <a:lnTo>
                    <a:pt x="0" y="682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72465" y="4404260"/>
              <a:ext cx="6015395" cy="779763"/>
            </a:xfrm>
            <a:custGeom>
              <a:avLst/>
              <a:pathLst>
                <a:path w="6015395" h="779763">
                  <a:moveTo>
                    <a:pt x="0" y="779763"/>
                  </a:moveTo>
                  <a:lnTo>
                    <a:pt x="82883" y="768075"/>
                  </a:lnTo>
                  <a:lnTo>
                    <a:pt x="165766" y="756699"/>
                  </a:lnTo>
                  <a:lnTo>
                    <a:pt x="248649" y="745638"/>
                  </a:lnTo>
                  <a:lnTo>
                    <a:pt x="331532" y="734896"/>
                  </a:lnTo>
                  <a:lnTo>
                    <a:pt x="414416" y="724478"/>
                  </a:lnTo>
                  <a:lnTo>
                    <a:pt x="497299" y="714388"/>
                  </a:lnTo>
                  <a:lnTo>
                    <a:pt x="580182" y="704629"/>
                  </a:lnTo>
                  <a:lnTo>
                    <a:pt x="663065" y="695207"/>
                  </a:lnTo>
                  <a:lnTo>
                    <a:pt x="745948" y="686124"/>
                  </a:lnTo>
                  <a:lnTo>
                    <a:pt x="828832" y="677385"/>
                  </a:lnTo>
                  <a:lnTo>
                    <a:pt x="911715" y="668994"/>
                  </a:lnTo>
                  <a:lnTo>
                    <a:pt x="994598" y="660956"/>
                  </a:lnTo>
                  <a:lnTo>
                    <a:pt x="1077481" y="653273"/>
                  </a:lnTo>
                  <a:lnTo>
                    <a:pt x="1160364" y="645951"/>
                  </a:lnTo>
                  <a:lnTo>
                    <a:pt x="1243248" y="638993"/>
                  </a:lnTo>
                  <a:lnTo>
                    <a:pt x="1326131" y="632404"/>
                  </a:lnTo>
                  <a:lnTo>
                    <a:pt x="1409014" y="626187"/>
                  </a:lnTo>
                  <a:lnTo>
                    <a:pt x="1491897" y="620347"/>
                  </a:lnTo>
                  <a:lnTo>
                    <a:pt x="1574780" y="614887"/>
                  </a:lnTo>
                  <a:lnTo>
                    <a:pt x="1657664" y="609812"/>
                  </a:lnTo>
                  <a:lnTo>
                    <a:pt x="1740547" y="605126"/>
                  </a:lnTo>
                  <a:lnTo>
                    <a:pt x="1823430" y="600852"/>
                  </a:lnTo>
                  <a:lnTo>
                    <a:pt x="1906313" y="597002"/>
                  </a:lnTo>
                  <a:lnTo>
                    <a:pt x="1989196" y="593512"/>
                  </a:lnTo>
                  <a:lnTo>
                    <a:pt x="2072080" y="590314"/>
                  </a:lnTo>
                  <a:lnTo>
                    <a:pt x="2154963" y="587341"/>
                  </a:lnTo>
                  <a:lnTo>
                    <a:pt x="2237846" y="584525"/>
                  </a:lnTo>
                  <a:lnTo>
                    <a:pt x="2320729" y="581499"/>
                  </a:lnTo>
                  <a:lnTo>
                    <a:pt x="2403612" y="576802"/>
                  </a:lnTo>
                  <a:lnTo>
                    <a:pt x="2486496" y="571393"/>
                  </a:lnTo>
                  <a:lnTo>
                    <a:pt x="2569379" y="566634"/>
                  </a:lnTo>
                  <a:lnTo>
                    <a:pt x="2652262" y="563821"/>
                  </a:lnTo>
                  <a:lnTo>
                    <a:pt x="2735145" y="562053"/>
                  </a:lnTo>
                  <a:lnTo>
                    <a:pt x="2818028" y="560755"/>
                  </a:lnTo>
                  <a:lnTo>
                    <a:pt x="2900912" y="560154"/>
                  </a:lnTo>
                  <a:lnTo>
                    <a:pt x="2983795" y="560476"/>
                  </a:lnTo>
                  <a:lnTo>
                    <a:pt x="3066678" y="563515"/>
                  </a:lnTo>
                  <a:lnTo>
                    <a:pt x="3149561" y="569437"/>
                  </a:lnTo>
                  <a:lnTo>
                    <a:pt x="3232444" y="575577"/>
                  </a:lnTo>
                  <a:lnTo>
                    <a:pt x="3315328" y="579286"/>
                  </a:lnTo>
                  <a:lnTo>
                    <a:pt x="3398211" y="582399"/>
                  </a:lnTo>
                  <a:lnTo>
                    <a:pt x="3481094" y="586556"/>
                  </a:lnTo>
                  <a:lnTo>
                    <a:pt x="3563977" y="590363"/>
                  </a:lnTo>
                  <a:lnTo>
                    <a:pt x="3646860" y="592421"/>
                  </a:lnTo>
                  <a:lnTo>
                    <a:pt x="3729744" y="591396"/>
                  </a:lnTo>
                  <a:lnTo>
                    <a:pt x="3812627" y="588497"/>
                  </a:lnTo>
                  <a:lnTo>
                    <a:pt x="3895510" y="584567"/>
                  </a:lnTo>
                  <a:lnTo>
                    <a:pt x="3978393" y="579382"/>
                  </a:lnTo>
                  <a:lnTo>
                    <a:pt x="4061276" y="572717"/>
                  </a:lnTo>
                  <a:lnTo>
                    <a:pt x="4144160" y="564349"/>
                  </a:lnTo>
                  <a:lnTo>
                    <a:pt x="4227043" y="554053"/>
                  </a:lnTo>
                  <a:lnTo>
                    <a:pt x="4309926" y="541611"/>
                  </a:lnTo>
                  <a:lnTo>
                    <a:pt x="4392809" y="527527"/>
                  </a:lnTo>
                  <a:lnTo>
                    <a:pt x="4475692" y="512241"/>
                  </a:lnTo>
                  <a:lnTo>
                    <a:pt x="4558576" y="495744"/>
                  </a:lnTo>
                  <a:lnTo>
                    <a:pt x="4641459" y="478030"/>
                  </a:lnTo>
                  <a:lnTo>
                    <a:pt x="4724342" y="459090"/>
                  </a:lnTo>
                  <a:lnTo>
                    <a:pt x="4807225" y="438918"/>
                  </a:lnTo>
                  <a:lnTo>
                    <a:pt x="4890108" y="417505"/>
                  </a:lnTo>
                  <a:lnTo>
                    <a:pt x="4972992" y="394844"/>
                  </a:lnTo>
                  <a:lnTo>
                    <a:pt x="5055875" y="370928"/>
                  </a:lnTo>
                  <a:lnTo>
                    <a:pt x="5138758" y="345748"/>
                  </a:lnTo>
                  <a:lnTo>
                    <a:pt x="5221641" y="319298"/>
                  </a:lnTo>
                  <a:lnTo>
                    <a:pt x="5304524" y="291570"/>
                  </a:lnTo>
                  <a:lnTo>
                    <a:pt x="5387408" y="262556"/>
                  </a:lnTo>
                  <a:lnTo>
                    <a:pt x="5470291" y="232249"/>
                  </a:lnTo>
                  <a:lnTo>
                    <a:pt x="5553174" y="200641"/>
                  </a:lnTo>
                  <a:lnTo>
                    <a:pt x="5636057" y="167725"/>
                  </a:lnTo>
                  <a:lnTo>
                    <a:pt x="5718940" y="133492"/>
                  </a:lnTo>
                  <a:lnTo>
                    <a:pt x="5801824" y="97936"/>
                  </a:lnTo>
                  <a:lnTo>
                    <a:pt x="5884707" y="61049"/>
                  </a:lnTo>
                  <a:lnTo>
                    <a:pt x="5967590" y="22824"/>
                  </a:lnTo>
                  <a:lnTo>
                    <a:pt x="6015395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244530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3424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393192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2026-09-14T15:16:59Z</dcterms:modified>
  <cp:category/>
</cp:coreProperties>
</file>