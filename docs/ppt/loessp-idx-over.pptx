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480246"/>
              <a:ext cx="6145984" cy="2914029"/>
            </a:xfrm>
            <a:custGeom>
              <a:avLst/>
              <a:pathLst>
                <a:path w="6145984" h="2914029">
                  <a:moveTo>
                    <a:pt x="0" y="0"/>
                  </a:moveTo>
                  <a:lnTo>
                    <a:pt x="94192" y="78309"/>
                  </a:lnTo>
                  <a:lnTo>
                    <a:pt x="244656" y="198821"/>
                  </a:lnTo>
                  <a:lnTo>
                    <a:pt x="395120" y="314707"/>
                  </a:lnTo>
                  <a:lnTo>
                    <a:pt x="545584" y="425994"/>
                  </a:lnTo>
                  <a:lnTo>
                    <a:pt x="696048" y="532831"/>
                  </a:lnTo>
                  <a:lnTo>
                    <a:pt x="846512" y="635541"/>
                  </a:lnTo>
                  <a:lnTo>
                    <a:pt x="996976" y="734639"/>
                  </a:lnTo>
                  <a:lnTo>
                    <a:pt x="1147440" y="830803"/>
                  </a:lnTo>
                  <a:lnTo>
                    <a:pt x="1297904" y="924757"/>
                  </a:lnTo>
                  <a:lnTo>
                    <a:pt x="1448369" y="1017167"/>
                  </a:lnTo>
                  <a:lnTo>
                    <a:pt x="1598833" y="1110092"/>
                  </a:lnTo>
                  <a:lnTo>
                    <a:pt x="1749297" y="1202676"/>
                  </a:lnTo>
                  <a:lnTo>
                    <a:pt x="1899761" y="1292746"/>
                  </a:lnTo>
                  <a:lnTo>
                    <a:pt x="2050225" y="1379556"/>
                  </a:lnTo>
                  <a:lnTo>
                    <a:pt x="2200689" y="1472577"/>
                  </a:lnTo>
                  <a:lnTo>
                    <a:pt x="2351153" y="1564279"/>
                  </a:lnTo>
                  <a:lnTo>
                    <a:pt x="2501617" y="1645758"/>
                  </a:lnTo>
                  <a:lnTo>
                    <a:pt x="2652081" y="1716918"/>
                  </a:lnTo>
                  <a:lnTo>
                    <a:pt x="2802545" y="1778029"/>
                  </a:lnTo>
                  <a:lnTo>
                    <a:pt x="2953009" y="1833676"/>
                  </a:lnTo>
                  <a:lnTo>
                    <a:pt x="3103473" y="1890221"/>
                  </a:lnTo>
                  <a:lnTo>
                    <a:pt x="3253937" y="1938511"/>
                  </a:lnTo>
                  <a:lnTo>
                    <a:pt x="3404401" y="1980651"/>
                  </a:lnTo>
                  <a:lnTo>
                    <a:pt x="3554865" y="2026827"/>
                  </a:lnTo>
                  <a:lnTo>
                    <a:pt x="3705329" y="2074671"/>
                  </a:lnTo>
                  <a:lnTo>
                    <a:pt x="3855793" y="2117906"/>
                  </a:lnTo>
                  <a:lnTo>
                    <a:pt x="4006257" y="2160597"/>
                  </a:lnTo>
                  <a:lnTo>
                    <a:pt x="4156721" y="2203749"/>
                  </a:lnTo>
                  <a:lnTo>
                    <a:pt x="4307185" y="2242442"/>
                  </a:lnTo>
                  <a:lnTo>
                    <a:pt x="4457649" y="2276771"/>
                  </a:lnTo>
                  <a:lnTo>
                    <a:pt x="4608114" y="2307614"/>
                  </a:lnTo>
                  <a:lnTo>
                    <a:pt x="4758578" y="2334769"/>
                  </a:lnTo>
                  <a:lnTo>
                    <a:pt x="4909042" y="2358314"/>
                  </a:lnTo>
                  <a:lnTo>
                    <a:pt x="5059506" y="2378797"/>
                  </a:lnTo>
                  <a:lnTo>
                    <a:pt x="5209970" y="2396541"/>
                  </a:lnTo>
                  <a:lnTo>
                    <a:pt x="5360434" y="2411683"/>
                  </a:lnTo>
                  <a:lnTo>
                    <a:pt x="5510898" y="2424225"/>
                  </a:lnTo>
                  <a:lnTo>
                    <a:pt x="5661362" y="2434070"/>
                  </a:lnTo>
                  <a:lnTo>
                    <a:pt x="5811826" y="2441053"/>
                  </a:lnTo>
                  <a:lnTo>
                    <a:pt x="5962290" y="2444970"/>
                  </a:lnTo>
                  <a:lnTo>
                    <a:pt x="6112754" y="2445597"/>
                  </a:lnTo>
                  <a:lnTo>
                    <a:pt x="6145984" y="2444960"/>
                  </a:lnTo>
                  <a:lnTo>
                    <a:pt x="6145984" y="2914029"/>
                  </a:lnTo>
                  <a:lnTo>
                    <a:pt x="5859811" y="2914029"/>
                  </a:lnTo>
                  <a:lnTo>
                    <a:pt x="5811826" y="2903055"/>
                  </a:lnTo>
                  <a:lnTo>
                    <a:pt x="5661362" y="2867978"/>
                  </a:lnTo>
                  <a:lnTo>
                    <a:pt x="5510898" y="2832010"/>
                  </a:lnTo>
                  <a:lnTo>
                    <a:pt x="5360434" y="2794968"/>
                  </a:lnTo>
                  <a:lnTo>
                    <a:pt x="5209970" y="2756737"/>
                  </a:lnTo>
                  <a:lnTo>
                    <a:pt x="5059506" y="2717300"/>
                  </a:lnTo>
                  <a:lnTo>
                    <a:pt x="4909042" y="2676776"/>
                  </a:lnTo>
                  <a:lnTo>
                    <a:pt x="4758578" y="2635469"/>
                  </a:lnTo>
                  <a:lnTo>
                    <a:pt x="4608114" y="2593909"/>
                  </a:lnTo>
                  <a:lnTo>
                    <a:pt x="4457649" y="2552201"/>
                  </a:lnTo>
                  <a:lnTo>
                    <a:pt x="4307185" y="2509840"/>
                  </a:lnTo>
                  <a:lnTo>
                    <a:pt x="4156721" y="2467052"/>
                  </a:lnTo>
                  <a:lnTo>
                    <a:pt x="4006257" y="2423289"/>
                  </a:lnTo>
                  <a:lnTo>
                    <a:pt x="3855793" y="2379531"/>
                  </a:lnTo>
                  <a:lnTo>
                    <a:pt x="3705329" y="2337385"/>
                  </a:lnTo>
                  <a:lnTo>
                    <a:pt x="3554865" y="2293548"/>
                  </a:lnTo>
                  <a:lnTo>
                    <a:pt x="3404401" y="2246671"/>
                  </a:lnTo>
                  <a:lnTo>
                    <a:pt x="3253937" y="2203693"/>
                  </a:lnTo>
                  <a:lnTo>
                    <a:pt x="3103473" y="2160645"/>
                  </a:lnTo>
                  <a:lnTo>
                    <a:pt x="2953009" y="2106243"/>
                  </a:lnTo>
                  <a:lnTo>
                    <a:pt x="2802545" y="2044069"/>
                  </a:lnTo>
                  <a:lnTo>
                    <a:pt x="2652081" y="1980997"/>
                  </a:lnTo>
                  <a:lnTo>
                    <a:pt x="2501617" y="1911651"/>
                  </a:lnTo>
                  <a:lnTo>
                    <a:pt x="2351153" y="1826188"/>
                  </a:lnTo>
                  <a:lnTo>
                    <a:pt x="2200689" y="1732521"/>
                  </a:lnTo>
                  <a:lnTo>
                    <a:pt x="2050225" y="1641696"/>
                  </a:lnTo>
                  <a:lnTo>
                    <a:pt x="1899761" y="1555777"/>
                  </a:lnTo>
                  <a:lnTo>
                    <a:pt x="1749297" y="1468568"/>
                  </a:lnTo>
                  <a:lnTo>
                    <a:pt x="1598833" y="1382026"/>
                  </a:lnTo>
                  <a:lnTo>
                    <a:pt x="1448369" y="1297978"/>
                  </a:lnTo>
                  <a:lnTo>
                    <a:pt x="1297904" y="1217343"/>
                  </a:lnTo>
                  <a:lnTo>
                    <a:pt x="1147440" y="1139741"/>
                  </a:lnTo>
                  <a:lnTo>
                    <a:pt x="996976" y="1065676"/>
                  </a:lnTo>
                  <a:lnTo>
                    <a:pt x="846512" y="995787"/>
                  </a:lnTo>
                  <a:lnTo>
                    <a:pt x="696048" y="930667"/>
                  </a:lnTo>
                  <a:lnTo>
                    <a:pt x="545584" y="870745"/>
                  </a:lnTo>
                  <a:lnTo>
                    <a:pt x="395120" y="816257"/>
                  </a:lnTo>
                  <a:lnTo>
                    <a:pt x="244656" y="767268"/>
                  </a:lnTo>
                  <a:lnTo>
                    <a:pt x="94192" y="723718"/>
                  </a:lnTo>
                  <a:lnTo>
                    <a:pt x="0" y="69977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480246"/>
              <a:ext cx="6145984" cy="2445597"/>
            </a:xfrm>
            <a:custGeom>
              <a:avLst/>
              <a:pathLst>
                <a:path w="6145984" h="2445597">
                  <a:moveTo>
                    <a:pt x="0" y="0"/>
                  </a:moveTo>
                  <a:lnTo>
                    <a:pt x="94192" y="78309"/>
                  </a:lnTo>
                  <a:lnTo>
                    <a:pt x="244656" y="198821"/>
                  </a:lnTo>
                  <a:lnTo>
                    <a:pt x="395120" y="314707"/>
                  </a:lnTo>
                  <a:lnTo>
                    <a:pt x="545584" y="425994"/>
                  </a:lnTo>
                  <a:lnTo>
                    <a:pt x="696048" y="532831"/>
                  </a:lnTo>
                  <a:lnTo>
                    <a:pt x="846512" y="635541"/>
                  </a:lnTo>
                  <a:lnTo>
                    <a:pt x="996976" y="734639"/>
                  </a:lnTo>
                  <a:lnTo>
                    <a:pt x="1147440" y="830803"/>
                  </a:lnTo>
                  <a:lnTo>
                    <a:pt x="1297904" y="924757"/>
                  </a:lnTo>
                  <a:lnTo>
                    <a:pt x="1448369" y="1017167"/>
                  </a:lnTo>
                  <a:lnTo>
                    <a:pt x="1598833" y="1110092"/>
                  </a:lnTo>
                  <a:lnTo>
                    <a:pt x="1749297" y="1202676"/>
                  </a:lnTo>
                  <a:lnTo>
                    <a:pt x="1899761" y="1292746"/>
                  </a:lnTo>
                  <a:lnTo>
                    <a:pt x="2050225" y="1379556"/>
                  </a:lnTo>
                  <a:lnTo>
                    <a:pt x="2200689" y="1472577"/>
                  </a:lnTo>
                  <a:lnTo>
                    <a:pt x="2351153" y="1564279"/>
                  </a:lnTo>
                  <a:lnTo>
                    <a:pt x="2501617" y="1645758"/>
                  </a:lnTo>
                  <a:lnTo>
                    <a:pt x="2652081" y="1716918"/>
                  </a:lnTo>
                  <a:lnTo>
                    <a:pt x="2802545" y="1778029"/>
                  </a:lnTo>
                  <a:lnTo>
                    <a:pt x="2953009" y="1833676"/>
                  </a:lnTo>
                  <a:lnTo>
                    <a:pt x="3103473" y="1890221"/>
                  </a:lnTo>
                  <a:lnTo>
                    <a:pt x="3253937" y="1938511"/>
                  </a:lnTo>
                  <a:lnTo>
                    <a:pt x="3404401" y="1980651"/>
                  </a:lnTo>
                  <a:lnTo>
                    <a:pt x="3554865" y="2026827"/>
                  </a:lnTo>
                  <a:lnTo>
                    <a:pt x="3705329" y="2074671"/>
                  </a:lnTo>
                  <a:lnTo>
                    <a:pt x="3855793" y="2117906"/>
                  </a:lnTo>
                  <a:lnTo>
                    <a:pt x="4006257" y="2160597"/>
                  </a:lnTo>
                  <a:lnTo>
                    <a:pt x="4156721" y="2203749"/>
                  </a:lnTo>
                  <a:lnTo>
                    <a:pt x="4307185" y="2242442"/>
                  </a:lnTo>
                  <a:lnTo>
                    <a:pt x="4457649" y="2276771"/>
                  </a:lnTo>
                  <a:lnTo>
                    <a:pt x="4608114" y="2307614"/>
                  </a:lnTo>
                  <a:lnTo>
                    <a:pt x="4758578" y="2334769"/>
                  </a:lnTo>
                  <a:lnTo>
                    <a:pt x="4909042" y="2358314"/>
                  </a:lnTo>
                  <a:lnTo>
                    <a:pt x="5059506" y="2378797"/>
                  </a:lnTo>
                  <a:lnTo>
                    <a:pt x="5209970" y="2396541"/>
                  </a:lnTo>
                  <a:lnTo>
                    <a:pt x="5360434" y="2411683"/>
                  </a:lnTo>
                  <a:lnTo>
                    <a:pt x="5510898" y="2424225"/>
                  </a:lnTo>
                  <a:lnTo>
                    <a:pt x="5661362" y="2434070"/>
                  </a:lnTo>
                  <a:lnTo>
                    <a:pt x="5811826" y="2441053"/>
                  </a:lnTo>
                  <a:lnTo>
                    <a:pt x="5962290" y="2444970"/>
                  </a:lnTo>
                  <a:lnTo>
                    <a:pt x="6112754" y="2445597"/>
                  </a:lnTo>
                  <a:lnTo>
                    <a:pt x="6145984" y="24449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180025"/>
              <a:ext cx="5859811" cy="2214250"/>
            </a:xfrm>
            <a:custGeom>
              <a:avLst/>
              <a:pathLst>
                <a:path w="5859811" h="2214250">
                  <a:moveTo>
                    <a:pt x="5859811" y="2214250"/>
                  </a:moveTo>
                  <a:lnTo>
                    <a:pt x="5811826" y="2203276"/>
                  </a:lnTo>
                  <a:lnTo>
                    <a:pt x="5661362" y="2168199"/>
                  </a:lnTo>
                  <a:lnTo>
                    <a:pt x="5510898" y="2132231"/>
                  </a:lnTo>
                  <a:lnTo>
                    <a:pt x="5360434" y="2095189"/>
                  </a:lnTo>
                  <a:lnTo>
                    <a:pt x="5209970" y="2056958"/>
                  </a:lnTo>
                  <a:lnTo>
                    <a:pt x="5059506" y="2017521"/>
                  </a:lnTo>
                  <a:lnTo>
                    <a:pt x="4909042" y="1976997"/>
                  </a:lnTo>
                  <a:lnTo>
                    <a:pt x="4758578" y="1935690"/>
                  </a:lnTo>
                  <a:lnTo>
                    <a:pt x="4608114" y="1894130"/>
                  </a:lnTo>
                  <a:lnTo>
                    <a:pt x="4457649" y="1852422"/>
                  </a:lnTo>
                  <a:lnTo>
                    <a:pt x="4307185" y="1810061"/>
                  </a:lnTo>
                  <a:lnTo>
                    <a:pt x="4156721" y="1767274"/>
                  </a:lnTo>
                  <a:lnTo>
                    <a:pt x="4006257" y="1723510"/>
                  </a:lnTo>
                  <a:lnTo>
                    <a:pt x="3855793" y="1679752"/>
                  </a:lnTo>
                  <a:lnTo>
                    <a:pt x="3705329" y="1637606"/>
                  </a:lnTo>
                  <a:lnTo>
                    <a:pt x="3554865" y="1593769"/>
                  </a:lnTo>
                  <a:lnTo>
                    <a:pt x="3404401" y="1546892"/>
                  </a:lnTo>
                  <a:lnTo>
                    <a:pt x="3253937" y="1503915"/>
                  </a:lnTo>
                  <a:lnTo>
                    <a:pt x="3103473" y="1460867"/>
                  </a:lnTo>
                  <a:lnTo>
                    <a:pt x="2953009" y="1406464"/>
                  </a:lnTo>
                  <a:lnTo>
                    <a:pt x="2802545" y="1344291"/>
                  </a:lnTo>
                  <a:lnTo>
                    <a:pt x="2652081" y="1281218"/>
                  </a:lnTo>
                  <a:lnTo>
                    <a:pt x="2501617" y="1211873"/>
                  </a:lnTo>
                  <a:lnTo>
                    <a:pt x="2351153" y="1126409"/>
                  </a:lnTo>
                  <a:lnTo>
                    <a:pt x="2200689" y="1032743"/>
                  </a:lnTo>
                  <a:lnTo>
                    <a:pt x="2050225" y="941918"/>
                  </a:lnTo>
                  <a:lnTo>
                    <a:pt x="1899761" y="855998"/>
                  </a:lnTo>
                  <a:lnTo>
                    <a:pt x="1749297" y="768789"/>
                  </a:lnTo>
                  <a:lnTo>
                    <a:pt x="1598833" y="682247"/>
                  </a:lnTo>
                  <a:lnTo>
                    <a:pt x="1448369" y="598200"/>
                  </a:lnTo>
                  <a:lnTo>
                    <a:pt x="1297904" y="517565"/>
                  </a:lnTo>
                  <a:lnTo>
                    <a:pt x="1147440" y="439962"/>
                  </a:lnTo>
                  <a:lnTo>
                    <a:pt x="996976" y="365897"/>
                  </a:lnTo>
                  <a:lnTo>
                    <a:pt x="846512" y="296009"/>
                  </a:lnTo>
                  <a:lnTo>
                    <a:pt x="696048" y="230888"/>
                  </a:lnTo>
                  <a:lnTo>
                    <a:pt x="545584" y="170966"/>
                  </a:lnTo>
                  <a:lnTo>
                    <a:pt x="395120" y="116479"/>
                  </a:lnTo>
                  <a:lnTo>
                    <a:pt x="244656" y="67489"/>
                  </a:lnTo>
                  <a:lnTo>
                    <a:pt x="94192" y="2393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830135"/>
              <a:ext cx="6145984" cy="2362046"/>
            </a:xfrm>
            <a:custGeom>
              <a:avLst/>
              <a:pathLst>
                <a:path w="6145984" h="2362046">
                  <a:moveTo>
                    <a:pt x="0" y="0"/>
                  </a:moveTo>
                  <a:lnTo>
                    <a:pt x="94192" y="51124"/>
                  </a:lnTo>
                  <a:lnTo>
                    <a:pt x="244656" y="133155"/>
                  </a:lnTo>
                  <a:lnTo>
                    <a:pt x="395120" y="215593"/>
                  </a:lnTo>
                  <a:lnTo>
                    <a:pt x="545584" y="298480"/>
                  </a:lnTo>
                  <a:lnTo>
                    <a:pt x="696048" y="381860"/>
                  </a:lnTo>
                  <a:lnTo>
                    <a:pt x="846512" y="465775"/>
                  </a:lnTo>
                  <a:lnTo>
                    <a:pt x="996976" y="550268"/>
                  </a:lnTo>
                  <a:lnTo>
                    <a:pt x="1147440" y="635382"/>
                  </a:lnTo>
                  <a:lnTo>
                    <a:pt x="1297904" y="721161"/>
                  </a:lnTo>
                  <a:lnTo>
                    <a:pt x="1448369" y="807683"/>
                  </a:lnTo>
                  <a:lnTo>
                    <a:pt x="1598833" y="896169"/>
                  </a:lnTo>
                  <a:lnTo>
                    <a:pt x="1749297" y="985733"/>
                  </a:lnTo>
                  <a:lnTo>
                    <a:pt x="1899761" y="1074372"/>
                  </a:lnTo>
                  <a:lnTo>
                    <a:pt x="2050225" y="1160737"/>
                  </a:lnTo>
                  <a:lnTo>
                    <a:pt x="2200689" y="1252660"/>
                  </a:lnTo>
                  <a:lnTo>
                    <a:pt x="2351153" y="1345344"/>
                  </a:lnTo>
                  <a:lnTo>
                    <a:pt x="2501617" y="1428815"/>
                  </a:lnTo>
                  <a:lnTo>
                    <a:pt x="2652081" y="1499068"/>
                  </a:lnTo>
                  <a:lnTo>
                    <a:pt x="2802545" y="1561160"/>
                  </a:lnTo>
                  <a:lnTo>
                    <a:pt x="2953009" y="1620070"/>
                  </a:lnTo>
                  <a:lnTo>
                    <a:pt x="3103473" y="1675544"/>
                  </a:lnTo>
                  <a:lnTo>
                    <a:pt x="3253937" y="1721213"/>
                  </a:lnTo>
                  <a:lnTo>
                    <a:pt x="3404401" y="1763772"/>
                  </a:lnTo>
                  <a:lnTo>
                    <a:pt x="3554865" y="1810298"/>
                  </a:lnTo>
                  <a:lnTo>
                    <a:pt x="3705329" y="1856139"/>
                  </a:lnTo>
                  <a:lnTo>
                    <a:pt x="3855793" y="1898829"/>
                  </a:lnTo>
                  <a:lnTo>
                    <a:pt x="4006257" y="1942053"/>
                  </a:lnTo>
                  <a:lnTo>
                    <a:pt x="4156721" y="1985511"/>
                  </a:lnTo>
                  <a:lnTo>
                    <a:pt x="4307185" y="2026251"/>
                  </a:lnTo>
                  <a:lnTo>
                    <a:pt x="4457649" y="2064597"/>
                  </a:lnTo>
                  <a:lnTo>
                    <a:pt x="4608114" y="2100872"/>
                  </a:lnTo>
                  <a:lnTo>
                    <a:pt x="4758578" y="2135230"/>
                  </a:lnTo>
                  <a:lnTo>
                    <a:pt x="4909042" y="2167656"/>
                  </a:lnTo>
                  <a:lnTo>
                    <a:pt x="5059506" y="2198159"/>
                  </a:lnTo>
                  <a:lnTo>
                    <a:pt x="5209970" y="2226750"/>
                  </a:lnTo>
                  <a:lnTo>
                    <a:pt x="5360434" y="2253436"/>
                  </a:lnTo>
                  <a:lnTo>
                    <a:pt x="5510898" y="2278228"/>
                  </a:lnTo>
                  <a:lnTo>
                    <a:pt x="5661362" y="2301135"/>
                  </a:lnTo>
                  <a:lnTo>
                    <a:pt x="5811826" y="2322165"/>
                  </a:lnTo>
                  <a:lnTo>
                    <a:pt x="5962290" y="2341328"/>
                  </a:lnTo>
                  <a:lnTo>
                    <a:pt x="6112754" y="2358633"/>
                  </a:lnTo>
                  <a:lnTo>
                    <a:pt x="6145984" y="2362046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951160"/>
              <a:ext cx="6145984" cy="3342275"/>
            </a:xfrm>
            <a:custGeom>
              <a:avLst/>
              <a:pathLst>
                <a:path w="6145984" h="3342275">
                  <a:moveTo>
                    <a:pt x="0" y="0"/>
                  </a:moveTo>
                  <a:lnTo>
                    <a:pt x="94192" y="59608"/>
                  </a:lnTo>
                  <a:lnTo>
                    <a:pt x="244656" y="153685"/>
                  </a:lnTo>
                  <a:lnTo>
                    <a:pt x="395120" y="246580"/>
                  </a:lnTo>
                  <a:lnTo>
                    <a:pt x="545584" y="338328"/>
                  </a:lnTo>
                  <a:lnTo>
                    <a:pt x="696048" y="429103"/>
                  </a:lnTo>
                  <a:lnTo>
                    <a:pt x="846512" y="519261"/>
                  </a:lnTo>
                  <a:lnTo>
                    <a:pt x="996976" y="609374"/>
                  </a:lnTo>
                  <a:lnTo>
                    <a:pt x="1147440" y="700187"/>
                  </a:lnTo>
                  <a:lnTo>
                    <a:pt x="1297904" y="792499"/>
                  </a:lnTo>
                  <a:lnTo>
                    <a:pt x="1448369" y="887063"/>
                  </a:lnTo>
                  <a:lnTo>
                    <a:pt x="1598833" y="986847"/>
                  </a:lnTo>
                  <a:lnTo>
                    <a:pt x="1749297" y="1090600"/>
                  </a:lnTo>
                  <a:lnTo>
                    <a:pt x="1899761" y="1195021"/>
                  </a:lnTo>
                  <a:lnTo>
                    <a:pt x="2050225" y="1298622"/>
                  </a:lnTo>
                  <a:lnTo>
                    <a:pt x="2200689" y="1414784"/>
                  </a:lnTo>
                  <a:lnTo>
                    <a:pt x="2351153" y="1534127"/>
                  </a:lnTo>
                  <a:lnTo>
                    <a:pt x="2501617" y="1644026"/>
                  </a:lnTo>
                  <a:lnTo>
                    <a:pt x="2652081" y="1759977"/>
                  </a:lnTo>
                  <a:lnTo>
                    <a:pt x="2802545" y="1879308"/>
                  </a:lnTo>
                  <a:lnTo>
                    <a:pt x="2953009" y="1985741"/>
                  </a:lnTo>
                  <a:lnTo>
                    <a:pt x="3103473" y="2080297"/>
                  </a:lnTo>
                  <a:lnTo>
                    <a:pt x="3253937" y="2172981"/>
                  </a:lnTo>
                  <a:lnTo>
                    <a:pt x="3404401" y="2255086"/>
                  </a:lnTo>
                  <a:lnTo>
                    <a:pt x="3554865" y="2325391"/>
                  </a:lnTo>
                  <a:lnTo>
                    <a:pt x="3705329" y="2383783"/>
                  </a:lnTo>
                  <a:lnTo>
                    <a:pt x="3855793" y="2431588"/>
                  </a:lnTo>
                  <a:lnTo>
                    <a:pt x="4006257" y="2476502"/>
                  </a:lnTo>
                  <a:lnTo>
                    <a:pt x="4156721" y="2519995"/>
                  </a:lnTo>
                  <a:lnTo>
                    <a:pt x="4307185" y="2555885"/>
                  </a:lnTo>
                  <a:lnTo>
                    <a:pt x="4457649" y="2586234"/>
                  </a:lnTo>
                  <a:lnTo>
                    <a:pt x="4608114" y="2613939"/>
                  </a:lnTo>
                  <a:lnTo>
                    <a:pt x="4758578" y="2639086"/>
                  </a:lnTo>
                  <a:lnTo>
                    <a:pt x="4909042" y="2661267"/>
                  </a:lnTo>
                  <a:lnTo>
                    <a:pt x="5059506" y="2681052"/>
                  </a:lnTo>
                  <a:lnTo>
                    <a:pt x="5209970" y="2698768"/>
                  </a:lnTo>
                  <a:lnTo>
                    <a:pt x="5360434" y="2714540"/>
                  </a:lnTo>
                  <a:lnTo>
                    <a:pt x="5510898" y="2728344"/>
                  </a:lnTo>
                  <a:lnTo>
                    <a:pt x="5661362" y="2740050"/>
                  </a:lnTo>
                  <a:lnTo>
                    <a:pt x="5811826" y="2749452"/>
                  </a:lnTo>
                  <a:lnTo>
                    <a:pt x="5962290" y="2756304"/>
                  </a:lnTo>
                  <a:lnTo>
                    <a:pt x="6112754" y="2760336"/>
                  </a:lnTo>
                  <a:lnTo>
                    <a:pt x="6145984" y="2760544"/>
                  </a:lnTo>
                  <a:lnTo>
                    <a:pt x="6145984" y="3342275"/>
                  </a:lnTo>
                  <a:lnTo>
                    <a:pt x="6112754" y="3333240"/>
                  </a:lnTo>
                  <a:lnTo>
                    <a:pt x="5962290" y="3292867"/>
                  </a:lnTo>
                  <a:lnTo>
                    <a:pt x="5811826" y="3252795"/>
                  </a:lnTo>
                  <a:lnTo>
                    <a:pt x="5661362" y="3212784"/>
                  </a:lnTo>
                  <a:lnTo>
                    <a:pt x="5510898" y="3172618"/>
                  </a:lnTo>
                  <a:lnTo>
                    <a:pt x="5360434" y="3132122"/>
                  </a:lnTo>
                  <a:lnTo>
                    <a:pt x="5209970" y="3091195"/>
                  </a:lnTo>
                  <a:lnTo>
                    <a:pt x="5059506" y="3049844"/>
                  </a:lnTo>
                  <a:lnTo>
                    <a:pt x="4909042" y="3008225"/>
                  </a:lnTo>
                  <a:lnTo>
                    <a:pt x="4758578" y="2966693"/>
                  </a:lnTo>
                  <a:lnTo>
                    <a:pt x="4608114" y="2925851"/>
                  </a:lnTo>
                  <a:lnTo>
                    <a:pt x="4457649" y="2886310"/>
                  </a:lnTo>
                  <a:lnTo>
                    <a:pt x="4307185" y="2847210"/>
                  </a:lnTo>
                  <a:lnTo>
                    <a:pt x="4156721" y="2806859"/>
                  </a:lnTo>
                  <a:lnTo>
                    <a:pt x="4006257" y="2762700"/>
                  </a:lnTo>
                  <a:lnTo>
                    <a:pt x="3855793" y="2716623"/>
                  </a:lnTo>
                  <a:lnTo>
                    <a:pt x="3705329" y="2670006"/>
                  </a:lnTo>
                  <a:lnTo>
                    <a:pt x="3554865" y="2615978"/>
                  </a:lnTo>
                  <a:lnTo>
                    <a:pt x="3404401" y="2544909"/>
                  </a:lnTo>
                  <a:lnTo>
                    <a:pt x="3253937" y="2461892"/>
                  </a:lnTo>
                  <a:lnTo>
                    <a:pt x="3103473" y="2374920"/>
                  </a:lnTo>
                  <a:lnTo>
                    <a:pt x="2953009" y="2282698"/>
                  </a:lnTo>
                  <a:lnTo>
                    <a:pt x="2802545" y="2169154"/>
                  </a:lnTo>
                  <a:lnTo>
                    <a:pt x="2652081" y="2047686"/>
                  </a:lnTo>
                  <a:lnTo>
                    <a:pt x="2501617" y="1933713"/>
                  </a:lnTo>
                  <a:lnTo>
                    <a:pt x="2351153" y="1819472"/>
                  </a:lnTo>
                  <a:lnTo>
                    <a:pt x="2200689" y="1697989"/>
                  </a:lnTo>
                  <a:lnTo>
                    <a:pt x="2050225" y="1584219"/>
                  </a:lnTo>
                  <a:lnTo>
                    <a:pt x="1899761" y="1481589"/>
                  </a:lnTo>
                  <a:lnTo>
                    <a:pt x="1749297" y="1380284"/>
                  </a:lnTo>
                  <a:lnTo>
                    <a:pt x="1598833" y="1283115"/>
                  </a:lnTo>
                  <a:lnTo>
                    <a:pt x="1448369" y="1193002"/>
                  </a:lnTo>
                  <a:lnTo>
                    <a:pt x="1297904" y="1111266"/>
                  </a:lnTo>
                  <a:lnTo>
                    <a:pt x="1147440" y="1036770"/>
                  </a:lnTo>
                  <a:lnTo>
                    <a:pt x="996976" y="970032"/>
                  </a:lnTo>
                  <a:lnTo>
                    <a:pt x="846512" y="911743"/>
                  </a:lnTo>
                  <a:lnTo>
                    <a:pt x="696048" y="862537"/>
                  </a:lnTo>
                  <a:lnTo>
                    <a:pt x="545584" y="822876"/>
                  </a:lnTo>
                  <a:lnTo>
                    <a:pt x="395120" y="793010"/>
                  </a:lnTo>
                  <a:lnTo>
                    <a:pt x="244656" y="772998"/>
                  </a:lnTo>
                  <a:lnTo>
                    <a:pt x="94192" y="762769"/>
                  </a:lnTo>
                  <a:lnTo>
                    <a:pt x="0" y="76239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951160"/>
              <a:ext cx="6145984" cy="2760544"/>
            </a:xfrm>
            <a:custGeom>
              <a:avLst/>
              <a:pathLst>
                <a:path w="6145984" h="2760544">
                  <a:moveTo>
                    <a:pt x="0" y="0"/>
                  </a:moveTo>
                  <a:lnTo>
                    <a:pt x="94192" y="59608"/>
                  </a:lnTo>
                  <a:lnTo>
                    <a:pt x="244656" y="153685"/>
                  </a:lnTo>
                  <a:lnTo>
                    <a:pt x="395120" y="246580"/>
                  </a:lnTo>
                  <a:lnTo>
                    <a:pt x="545584" y="338328"/>
                  </a:lnTo>
                  <a:lnTo>
                    <a:pt x="696048" y="429103"/>
                  </a:lnTo>
                  <a:lnTo>
                    <a:pt x="846512" y="519261"/>
                  </a:lnTo>
                  <a:lnTo>
                    <a:pt x="996976" y="609374"/>
                  </a:lnTo>
                  <a:lnTo>
                    <a:pt x="1147440" y="700187"/>
                  </a:lnTo>
                  <a:lnTo>
                    <a:pt x="1297904" y="792499"/>
                  </a:lnTo>
                  <a:lnTo>
                    <a:pt x="1448369" y="887063"/>
                  </a:lnTo>
                  <a:lnTo>
                    <a:pt x="1598833" y="986847"/>
                  </a:lnTo>
                  <a:lnTo>
                    <a:pt x="1749297" y="1090600"/>
                  </a:lnTo>
                  <a:lnTo>
                    <a:pt x="1899761" y="1195021"/>
                  </a:lnTo>
                  <a:lnTo>
                    <a:pt x="2050225" y="1298622"/>
                  </a:lnTo>
                  <a:lnTo>
                    <a:pt x="2200689" y="1414784"/>
                  </a:lnTo>
                  <a:lnTo>
                    <a:pt x="2351153" y="1534127"/>
                  </a:lnTo>
                  <a:lnTo>
                    <a:pt x="2501617" y="1644026"/>
                  </a:lnTo>
                  <a:lnTo>
                    <a:pt x="2652081" y="1759977"/>
                  </a:lnTo>
                  <a:lnTo>
                    <a:pt x="2802545" y="1879308"/>
                  </a:lnTo>
                  <a:lnTo>
                    <a:pt x="2953009" y="1985741"/>
                  </a:lnTo>
                  <a:lnTo>
                    <a:pt x="3103473" y="2080297"/>
                  </a:lnTo>
                  <a:lnTo>
                    <a:pt x="3253937" y="2172981"/>
                  </a:lnTo>
                  <a:lnTo>
                    <a:pt x="3404401" y="2255086"/>
                  </a:lnTo>
                  <a:lnTo>
                    <a:pt x="3554865" y="2325391"/>
                  </a:lnTo>
                  <a:lnTo>
                    <a:pt x="3705329" y="2383783"/>
                  </a:lnTo>
                  <a:lnTo>
                    <a:pt x="3855793" y="2431588"/>
                  </a:lnTo>
                  <a:lnTo>
                    <a:pt x="4006257" y="2476502"/>
                  </a:lnTo>
                  <a:lnTo>
                    <a:pt x="4156721" y="2519995"/>
                  </a:lnTo>
                  <a:lnTo>
                    <a:pt x="4307185" y="2555885"/>
                  </a:lnTo>
                  <a:lnTo>
                    <a:pt x="4457649" y="2586234"/>
                  </a:lnTo>
                  <a:lnTo>
                    <a:pt x="4608114" y="2613939"/>
                  </a:lnTo>
                  <a:lnTo>
                    <a:pt x="4758578" y="2639086"/>
                  </a:lnTo>
                  <a:lnTo>
                    <a:pt x="4909042" y="2661267"/>
                  </a:lnTo>
                  <a:lnTo>
                    <a:pt x="5059506" y="2681052"/>
                  </a:lnTo>
                  <a:lnTo>
                    <a:pt x="5209970" y="2698768"/>
                  </a:lnTo>
                  <a:lnTo>
                    <a:pt x="5360434" y="2714540"/>
                  </a:lnTo>
                  <a:lnTo>
                    <a:pt x="5510898" y="2728344"/>
                  </a:lnTo>
                  <a:lnTo>
                    <a:pt x="5661362" y="2740050"/>
                  </a:lnTo>
                  <a:lnTo>
                    <a:pt x="5811826" y="2749452"/>
                  </a:lnTo>
                  <a:lnTo>
                    <a:pt x="5962290" y="2756304"/>
                  </a:lnTo>
                  <a:lnTo>
                    <a:pt x="6112754" y="2760336"/>
                  </a:lnTo>
                  <a:lnTo>
                    <a:pt x="6145984" y="27605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713556"/>
              <a:ext cx="6145984" cy="2579879"/>
            </a:xfrm>
            <a:custGeom>
              <a:avLst/>
              <a:pathLst>
                <a:path w="6145984" h="2579879">
                  <a:moveTo>
                    <a:pt x="6145984" y="2579879"/>
                  </a:moveTo>
                  <a:lnTo>
                    <a:pt x="6112754" y="2570843"/>
                  </a:lnTo>
                  <a:lnTo>
                    <a:pt x="5962290" y="2530471"/>
                  </a:lnTo>
                  <a:lnTo>
                    <a:pt x="5811826" y="2490399"/>
                  </a:lnTo>
                  <a:lnTo>
                    <a:pt x="5661362" y="2450388"/>
                  </a:lnTo>
                  <a:lnTo>
                    <a:pt x="5510898" y="2410222"/>
                  </a:lnTo>
                  <a:lnTo>
                    <a:pt x="5360434" y="2369725"/>
                  </a:lnTo>
                  <a:lnTo>
                    <a:pt x="5209970" y="2328799"/>
                  </a:lnTo>
                  <a:lnTo>
                    <a:pt x="5059506" y="2287448"/>
                  </a:lnTo>
                  <a:lnTo>
                    <a:pt x="4909042" y="2245829"/>
                  </a:lnTo>
                  <a:lnTo>
                    <a:pt x="4758578" y="2204296"/>
                  </a:lnTo>
                  <a:lnTo>
                    <a:pt x="4608114" y="2163455"/>
                  </a:lnTo>
                  <a:lnTo>
                    <a:pt x="4457649" y="2123914"/>
                  </a:lnTo>
                  <a:lnTo>
                    <a:pt x="4307185" y="2084814"/>
                  </a:lnTo>
                  <a:lnTo>
                    <a:pt x="4156721" y="2044463"/>
                  </a:lnTo>
                  <a:lnTo>
                    <a:pt x="4006257" y="2000304"/>
                  </a:lnTo>
                  <a:lnTo>
                    <a:pt x="3855793" y="1954227"/>
                  </a:lnTo>
                  <a:lnTo>
                    <a:pt x="3705329" y="1907609"/>
                  </a:lnTo>
                  <a:lnTo>
                    <a:pt x="3554865" y="1853582"/>
                  </a:lnTo>
                  <a:lnTo>
                    <a:pt x="3404401" y="1782513"/>
                  </a:lnTo>
                  <a:lnTo>
                    <a:pt x="3253937" y="1699496"/>
                  </a:lnTo>
                  <a:lnTo>
                    <a:pt x="3103473" y="1612524"/>
                  </a:lnTo>
                  <a:lnTo>
                    <a:pt x="2953009" y="1520302"/>
                  </a:lnTo>
                  <a:lnTo>
                    <a:pt x="2802545" y="1406758"/>
                  </a:lnTo>
                  <a:lnTo>
                    <a:pt x="2652081" y="1285290"/>
                  </a:lnTo>
                  <a:lnTo>
                    <a:pt x="2501617" y="1171316"/>
                  </a:lnTo>
                  <a:lnTo>
                    <a:pt x="2351153" y="1057076"/>
                  </a:lnTo>
                  <a:lnTo>
                    <a:pt x="2200689" y="935593"/>
                  </a:lnTo>
                  <a:lnTo>
                    <a:pt x="2050225" y="821823"/>
                  </a:lnTo>
                  <a:lnTo>
                    <a:pt x="1899761" y="719193"/>
                  </a:lnTo>
                  <a:lnTo>
                    <a:pt x="1749297" y="617888"/>
                  </a:lnTo>
                  <a:lnTo>
                    <a:pt x="1598833" y="520719"/>
                  </a:lnTo>
                  <a:lnTo>
                    <a:pt x="1448369" y="430606"/>
                  </a:lnTo>
                  <a:lnTo>
                    <a:pt x="1297904" y="348870"/>
                  </a:lnTo>
                  <a:lnTo>
                    <a:pt x="1147440" y="274374"/>
                  </a:lnTo>
                  <a:lnTo>
                    <a:pt x="996976" y="207636"/>
                  </a:lnTo>
                  <a:lnTo>
                    <a:pt x="846512" y="149347"/>
                  </a:lnTo>
                  <a:lnTo>
                    <a:pt x="696048" y="100141"/>
                  </a:lnTo>
                  <a:lnTo>
                    <a:pt x="545584" y="60480"/>
                  </a:lnTo>
                  <a:lnTo>
                    <a:pt x="395120" y="30613"/>
                  </a:lnTo>
                  <a:lnTo>
                    <a:pt x="244656" y="10602"/>
                  </a:lnTo>
                  <a:lnTo>
                    <a:pt x="94192" y="37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332358"/>
              <a:ext cx="6145984" cy="2670211"/>
            </a:xfrm>
            <a:custGeom>
              <a:avLst/>
              <a:pathLst>
                <a:path w="6145984" h="2670211">
                  <a:moveTo>
                    <a:pt x="0" y="0"/>
                  </a:moveTo>
                  <a:lnTo>
                    <a:pt x="94192" y="29990"/>
                  </a:lnTo>
                  <a:lnTo>
                    <a:pt x="244656" y="82143"/>
                  </a:lnTo>
                  <a:lnTo>
                    <a:pt x="395120" y="138596"/>
                  </a:lnTo>
                  <a:lnTo>
                    <a:pt x="545584" y="199404"/>
                  </a:lnTo>
                  <a:lnTo>
                    <a:pt x="696048" y="264622"/>
                  </a:lnTo>
                  <a:lnTo>
                    <a:pt x="846512" y="334304"/>
                  </a:lnTo>
                  <a:lnTo>
                    <a:pt x="996976" y="408505"/>
                  </a:lnTo>
                  <a:lnTo>
                    <a:pt x="1147440" y="487281"/>
                  </a:lnTo>
                  <a:lnTo>
                    <a:pt x="1297904" y="570685"/>
                  </a:lnTo>
                  <a:lnTo>
                    <a:pt x="1448369" y="658834"/>
                  </a:lnTo>
                  <a:lnTo>
                    <a:pt x="1598833" y="753783"/>
                  </a:lnTo>
                  <a:lnTo>
                    <a:pt x="1749297" y="854244"/>
                  </a:lnTo>
                  <a:lnTo>
                    <a:pt x="1899761" y="957107"/>
                  </a:lnTo>
                  <a:lnTo>
                    <a:pt x="2050225" y="1060223"/>
                  </a:lnTo>
                  <a:lnTo>
                    <a:pt x="2200689" y="1175188"/>
                  </a:lnTo>
                  <a:lnTo>
                    <a:pt x="2351153" y="1295602"/>
                  </a:lnTo>
                  <a:lnTo>
                    <a:pt x="2501617" y="1407671"/>
                  </a:lnTo>
                  <a:lnTo>
                    <a:pt x="2652081" y="1522634"/>
                  </a:lnTo>
                  <a:lnTo>
                    <a:pt x="2802545" y="1643033"/>
                  </a:lnTo>
                  <a:lnTo>
                    <a:pt x="2953009" y="1753021"/>
                  </a:lnTo>
                  <a:lnTo>
                    <a:pt x="3103473" y="1846410"/>
                  </a:lnTo>
                  <a:lnTo>
                    <a:pt x="3253937" y="1936238"/>
                  </a:lnTo>
                  <a:lnTo>
                    <a:pt x="3404401" y="2018800"/>
                  </a:lnTo>
                  <a:lnTo>
                    <a:pt x="3554865" y="2089486"/>
                  </a:lnTo>
                  <a:lnTo>
                    <a:pt x="3705329" y="2145696"/>
                  </a:lnTo>
                  <a:lnTo>
                    <a:pt x="3855793" y="2192907"/>
                  </a:lnTo>
                  <a:lnTo>
                    <a:pt x="4006257" y="2238403"/>
                  </a:lnTo>
                  <a:lnTo>
                    <a:pt x="4156721" y="2282229"/>
                  </a:lnTo>
                  <a:lnTo>
                    <a:pt x="4307185" y="2320349"/>
                  </a:lnTo>
                  <a:lnTo>
                    <a:pt x="4457649" y="2355074"/>
                  </a:lnTo>
                  <a:lnTo>
                    <a:pt x="4608114" y="2388697"/>
                  </a:lnTo>
                  <a:lnTo>
                    <a:pt x="4758578" y="2421691"/>
                  </a:lnTo>
                  <a:lnTo>
                    <a:pt x="4909042" y="2453548"/>
                  </a:lnTo>
                  <a:lnTo>
                    <a:pt x="5059506" y="2484250"/>
                  </a:lnTo>
                  <a:lnTo>
                    <a:pt x="5209970" y="2513783"/>
                  </a:lnTo>
                  <a:lnTo>
                    <a:pt x="5360434" y="2542133"/>
                  </a:lnTo>
                  <a:lnTo>
                    <a:pt x="5510898" y="2569283"/>
                  </a:lnTo>
                  <a:lnTo>
                    <a:pt x="5661362" y="2595219"/>
                  </a:lnTo>
                  <a:lnTo>
                    <a:pt x="5811826" y="2619925"/>
                  </a:lnTo>
                  <a:lnTo>
                    <a:pt x="5962290" y="2643387"/>
                  </a:lnTo>
                  <a:lnTo>
                    <a:pt x="6112754" y="2665590"/>
                  </a:lnTo>
                  <a:lnTo>
                    <a:pt x="6145984" y="267021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3324949"/>
              <a:ext cx="6145984" cy="2044074"/>
            </a:xfrm>
            <a:custGeom>
              <a:avLst/>
              <a:pathLst>
                <a:path w="6145984" h="2044074">
                  <a:moveTo>
                    <a:pt x="0" y="0"/>
                  </a:moveTo>
                  <a:lnTo>
                    <a:pt x="94192" y="63084"/>
                  </a:lnTo>
                  <a:lnTo>
                    <a:pt x="244656" y="160078"/>
                  </a:lnTo>
                  <a:lnTo>
                    <a:pt x="395120" y="253225"/>
                  </a:lnTo>
                  <a:lnTo>
                    <a:pt x="545584" y="342513"/>
                  </a:lnTo>
                  <a:lnTo>
                    <a:pt x="696048" y="428028"/>
                  </a:lnTo>
                  <a:lnTo>
                    <a:pt x="846512" y="509990"/>
                  </a:lnTo>
                  <a:lnTo>
                    <a:pt x="996976" y="588776"/>
                  </a:lnTo>
                  <a:lnTo>
                    <a:pt x="1147440" y="664886"/>
                  </a:lnTo>
                  <a:lnTo>
                    <a:pt x="1297904" y="738860"/>
                  </a:lnTo>
                  <a:lnTo>
                    <a:pt x="1448369" y="811220"/>
                  </a:lnTo>
                  <a:lnTo>
                    <a:pt x="1598833" y="884783"/>
                  </a:lnTo>
                  <a:lnTo>
                    <a:pt x="1749297" y="959207"/>
                  </a:lnTo>
                  <a:lnTo>
                    <a:pt x="1899761" y="1032361"/>
                  </a:lnTo>
                  <a:lnTo>
                    <a:pt x="2050225" y="1103441"/>
                  </a:lnTo>
                  <a:lnTo>
                    <a:pt x="2200689" y="1182286"/>
                  </a:lnTo>
                  <a:lnTo>
                    <a:pt x="2351153" y="1261018"/>
                  </a:lnTo>
                  <a:lnTo>
                    <a:pt x="2501617" y="1329062"/>
                  </a:lnTo>
                  <a:lnTo>
                    <a:pt x="2652081" y="1387265"/>
                  </a:lnTo>
                  <a:lnTo>
                    <a:pt x="2802545" y="1436765"/>
                  </a:lnTo>
                  <a:lnTo>
                    <a:pt x="2953009" y="1479419"/>
                  </a:lnTo>
                  <a:lnTo>
                    <a:pt x="3103473" y="1518854"/>
                  </a:lnTo>
                  <a:lnTo>
                    <a:pt x="3253937" y="1548446"/>
                  </a:lnTo>
                  <a:lnTo>
                    <a:pt x="3404401" y="1570998"/>
                  </a:lnTo>
                  <a:lnTo>
                    <a:pt x="3554865" y="1595664"/>
                  </a:lnTo>
                  <a:lnTo>
                    <a:pt x="3705329" y="1620351"/>
                  </a:lnTo>
                  <a:lnTo>
                    <a:pt x="3855793" y="1639406"/>
                  </a:lnTo>
                  <a:lnTo>
                    <a:pt x="4006257" y="1655806"/>
                  </a:lnTo>
                  <a:lnTo>
                    <a:pt x="4156721" y="1670490"/>
                  </a:lnTo>
                  <a:lnTo>
                    <a:pt x="4307185" y="1680233"/>
                  </a:lnTo>
                  <a:lnTo>
                    <a:pt x="4457649" y="1685595"/>
                  </a:lnTo>
                  <a:lnTo>
                    <a:pt x="4608114" y="1687766"/>
                  </a:lnTo>
                  <a:lnTo>
                    <a:pt x="4758578" y="1687622"/>
                  </a:lnTo>
                  <a:lnTo>
                    <a:pt x="4909042" y="1685658"/>
                  </a:lnTo>
                  <a:lnTo>
                    <a:pt x="5059506" y="1682293"/>
                  </a:lnTo>
                  <a:lnTo>
                    <a:pt x="5209970" y="1677771"/>
                  </a:lnTo>
                  <a:lnTo>
                    <a:pt x="5360434" y="1672188"/>
                  </a:lnTo>
                  <a:lnTo>
                    <a:pt x="5510898" y="1665533"/>
                  </a:lnTo>
                  <a:lnTo>
                    <a:pt x="5661362" y="1657715"/>
                  </a:lnTo>
                  <a:lnTo>
                    <a:pt x="5811826" y="1648594"/>
                  </a:lnTo>
                  <a:lnTo>
                    <a:pt x="5962290" y="1637996"/>
                  </a:lnTo>
                  <a:lnTo>
                    <a:pt x="6112754" y="1625732"/>
                  </a:lnTo>
                  <a:lnTo>
                    <a:pt x="6145984" y="1622614"/>
                  </a:lnTo>
                  <a:lnTo>
                    <a:pt x="6145984" y="2044074"/>
                  </a:lnTo>
                  <a:lnTo>
                    <a:pt x="6112754" y="2040797"/>
                  </a:lnTo>
                  <a:lnTo>
                    <a:pt x="5962290" y="2026733"/>
                  </a:lnTo>
                  <a:lnTo>
                    <a:pt x="5811826" y="2013263"/>
                  </a:lnTo>
                  <a:lnTo>
                    <a:pt x="5661362" y="2000208"/>
                  </a:lnTo>
                  <a:lnTo>
                    <a:pt x="5510898" y="1987405"/>
                  </a:lnTo>
                  <a:lnTo>
                    <a:pt x="5360434" y="1974723"/>
                  </a:lnTo>
                  <a:lnTo>
                    <a:pt x="5209970" y="1962082"/>
                  </a:lnTo>
                  <a:lnTo>
                    <a:pt x="5059506" y="1949480"/>
                  </a:lnTo>
                  <a:lnTo>
                    <a:pt x="4909042" y="1937026"/>
                  </a:lnTo>
                  <a:lnTo>
                    <a:pt x="4758578" y="1924970"/>
                  </a:lnTo>
                  <a:lnTo>
                    <a:pt x="4608114" y="1913745"/>
                  </a:lnTo>
                  <a:lnTo>
                    <a:pt x="4457649" y="1902998"/>
                  </a:lnTo>
                  <a:lnTo>
                    <a:pt x="4307185" y="1891295"/>
                  </a:lnTo>
                  <a:lnTo>
                    <a:pt x="4156721" y="1878321"/>
                  </a:lnTo>
                  <a:lnTo>
                    <a:pt x="4006257" y="1863154"/>
                  </a:lnTo>
                  <a:lnTo>
                    <a:pt x="3855793" y="1845912"/>
                  </a:lnTo>
                  <a:lnTo>
                    <a:pt x="3705329" y="1827716"/>
                  </a:lnTo>
                  <a:lnTo>
                    <a:pt x="3554865" y="1806193"/>
                  </a:lnTo>
                  <a:lnTo>
                    <a:pt x="3404401" y="1780973"/>
                  </a:lnTo>
                  <a:lnTo>
                    <a:pt x="3253937" y="1757760"/>
                  </a:lnTo>
                  <a:lnTo>
                    <a:pt x="3103473" y="1732306"/>
                  </a:lnTo>
                  <a:lnTo>
                    <a:pt x="2953009" y="1694562"/>
                  </a:lnTo>
                  <a:lnTo>
                    <a:pt x="2802545" y="1646756"/>
                  </a:lnTo>
                  <a:lnTo>
                    <a:pt x="2652081" y="1595708"/>
                  </a:lnTo>
                  <a:lnTo>
                    <a:pt x="2501617" y="1538937"/>
                  </a:lnTo>
                  <a:lnTo>
                    <a:pt x="2351153" y="1467749"/>
                  </a:lnTo>
                  <a:lnTo>
                    <a:pt x="2200689" y="1387466"/>
                  </a:lnTo>
                  <a:lnTo>
                    <a:pt x="2050225" y="1310354"/>
                  </a:lnTo>
                  <a:lnTo>
                    <a:pt x="1899761" y="1239977"/>
                  </a:lnTo>
                  <a:lnTo>
                    <a:pt x="1749297" y="1169081"/>
                  </a:lnTo>
                  <a:lnTo>
                    <a:pt x="1598833" y="1099426"/>
                  </a:lnTo>
                  <a:lnTo>
                    <a:pt x="1448369" y="1032870"/>
                  </a:lnTo>
                  <a:lnTo>
                    <a:pt x="1297904" y="969805"/>
                  </a:lnTo>
                  <a:lnTo>
                    <a:pt x="1147440" y="908738"/>
                  </a:lnTo>
                  <a:lnTo>
                    <a:pt x="996976" y="850070"/>
                  </a:lnTo>
                  <a:lnTo>
                    <a:pt x="846512" y="794341"/>
                  </a:lnTo>
                  <a:lnTo>
                    <a:pt x="696048" y="742048"/>
                  </a:lnTo>
                  <a:lnTo>
                    <a:pt x="545584" y="693564"/>
                  </a:lnTo>
                  <a:lnTo>
                    <a:pt x="395120" y="649109"/>
                  </a:lnTo>
                  <a:lnTo>
                    <a:pt x="244656" y="608765"/>
                  </a:lnTo>
                  <a:lnTo>
                    <a:pt x="94192" y="572519"/>
                  </a:lnTo>
                  <a:lnTo>
                    <a:pt x="0" y="55235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324949"/>
              <a:ext cx="6145984" cy="1687766"/>
            </a:xfrm>
            <a:custGeom>
              <a:avLst/>
              <a:pathLst>
                <a:path w="6145984" h="1687766">
                  <a:moveTo>
                    <a:pt x="0" y="0"/>
                  </a:moveTo>
                  <a:lnTo>
                    <a:pt x="94192" y="63084"/>
                  </a:lnTo>
                  <a:lnTo>
                    <a:pt x="244656" y="160078"/>
                  </a:lnTo>
                  <a:lnTo>
                    <a:pt x="395120" y="253225"/>
                  </a:lnTo>
                  <a:lnTo>
                    <a:pt x="545584" y="342513"/>
                  </a:lnTo>
                  <a:lnTo>
                    <a:pt x="696048" y="428028"/>
                  </a:lnTo>
                  <a:lnTo>
                    <a:pt x="846512" y="509990"/>
                  </a:lnTo>
                  <a:lnTo>
                    <a:pt x="996976" y="588776"/>
                  </a:lnTo>
                  <a:lnTo>
                    <a:pt x="1147440" y="664886"/>
                  </a:lnTo>
                  <a:lnTo>
                    <a:pt x="1297904" y="738860"/>
                  </a:lnTo>
                  <a:lnTo>
                    <a:pt x="1448369" y="811220"/>
                  </a:lnTo>
                  <a:lnTo>
                    <a:pt x="1598833" y="884783"/>
                  </a:lnTo>
                  <a:lnTo>
                    <a:pt x="1749297" y="959207"/>
                  </a:lnTo>
                  <a:lnTo>
                    <a:pt x="1899761" y="1032361"/>
                  </a:lnTo>
                  <a:lnTo>
                    <a:pt x="2050225" y="1103441"/>
                  </a:lnTo>
                  <a:lnTo>
                    <a:pt x="2200689" y="1182286"/>
                  </a:lnTo>
                  <a:lnTo>
                    <a:pt x="2351153" y="1261018"/>
                  </a:lnTo>
                  <a:lnTo>
                    <a:pt x="2501617" y="1329062"/>
                  </a:lnTo>
                  <a:lnTo>
                    <a:pt x="2652081" y="1387265"/>
                  </a:lnTo>
                  <a:lnTo>
                    <a:pt x="2802545" y="1436765"/>
                  </a:lnTo>
                  <a:lnTo>
                    <a:pt x="2953009" y="1479419"/>
                  </a:lnTo>
                  <a:lnTo>
                    <a:pt x="3103473" y="1518854"/>
                  </a:lnTo>
                  <a:lnTo>
                    <a:pt x="3253937" y="1548446"/>
                  </a:lnTo>
                  <a:lnTo>
                    <a:pt x="3404401" y="1570998"/>
                  </a:lnTo>
                  <a:lnTo>
                    <a:pt x="3554865" y="1595664"/>
                  </a:lnTo>
                  <a:lnTo>
                    <a:pt x="3705329" y="1620351"/>
                  </a:lnTo>
                  <a:lnTo>
                    <a:pt x="3855793" y="1639406"/>
                  </a:lnTo>
                  <a:lnTo>
                    <a:pt x="4006257" y="1655806"/>
                  </a:lnTo>
                  <a:lnTo>
                    <a:pt x="4156721" y="1670490"/>
                  </a:lnTo>
                  <a:lnTo>
                    <a:pt x="4307185" y="1680233"/>
                  </a:lnTo>
                  <a:lnTo>
                    <a:pt x="4457649" y="1685595"/>
                  </a:lnTo>
                  <a:lnTo>
                    <a:pt x="4608114" y="1687766"/>
                  </a:lnTo>
                  <a:lnTo>
                    <a:pt x="4758578" y="1687622"/>
                  </a:lnTo>
                  <a:lnTo>
                    <a:pt x="4909042" y="1685658"/>
                  </a:lnTo>
                  <a:lnTo>
                    <a:pt x="5059506" y="1682293"/>
                  </a:lnTo>
                  <a:lnTo>
                    <a:pt x="5209970" y="1677771"/>
                  </a:lnTo>
                  <a:lnTo>
                    <a:pt x="5360434" y="1672188"/>
                  </a:lnTo>
                  <a:lnTo>
                    <a:pt x="5510898" y="1665533"/>
                  </a:lnTo>
                  <a:lnTo>
                    <a:pt x="5661362" y="1657715"/>
                  </a:lnTo>
                  <a:lnTo>
                    <a:pt x="5811826" y="1648594"/>
                  </a:lnTo>
                  <a:lnTo>
                    <a:pt x="5962290" y="1637996"/>
                  </a:lnTo>
                  <a:lnTo>
                    <a:pt x="6112754" y="1625732"/>
                  </a:lnTo>
                  <a:lnTo>
                    <a:pt x="6145984" y="16226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877299"/>
              <a:ext cx="6145984" cy="1491723"/>
            </a:xfrm>
            <a:custGeom>
              <a:avLst/>
              <a:pathLst>
                <a:path w="6145984" h="1491723">
                  <a:moveTo>
                    <a:pt x="6145984" y="1491723"/>
                  </a:moveTo>
                  <a:lnTo>
                    <a:pt x="6112754" y="1488446"/>
                  </a:lnTo>
                  <a:lnTo>
                    <a:pt x="5962290" y="1474382"/>
                  </a:lnTo>
                  <a:lnTo>
                    <a:pt x="5811826" y="1460912"/>
                  </a:lnTo>
                  <a:lnTo>
                    <a:pt x="5661362" y="1447858"/>
                  </a:lnTo>
                  <a:lnTo>
                    <a:pt x="5510898" y="1435055"/>
                  </a:lnTo>
                  <a:lnTo>
                    <a:pt x="5360434" y="1422373"/>
                  </a:lnTo>
                  <a:lnTo>
                    <a:pt x="5209970" y="1409732"/>
                  </a:lnTo>
                  <a:lnTo>
                    <a:pt x="5059506" y="1397130"/>
                  </a:lnTo>
                  <a:lnTo>
                    <a:pt x="4909042" y="1384676"/>
                  </a:lnTo>
                  <a:lnTo>
                    <a:pt x="4758578" y="1372620"/>
                  </a:lnTo>
                  <a:lnTo>
                    <a:pt x="4608114" y="1361394"/>
                  </a:lnTo>
                  <a:lnTo>
                    <a:pt x="4457649" y="1350648"/>
                  </a:lnTo>
                  <a:lnTo>
                    <a:pt x="4307185" y="1338945"/>
                  </a:lnTo>
                  <a:lnTo>
                    <a:pt x="4156721" y="1325971"/>
                  </a:lnTo>
                  <a:lnTo>
                    <a:pt x="4006257" y="1310804"/>
                  </a:lnTo>
                  <a:lnTo>
                    <a:pt x="3855793" y="1293562"/>
                  </a:lnTo>
                  <a:lnTo>
                    <a:pt x="3705329" y="1275366"/>
                  </a:lnTo>
                  <a:lnTo>
                    <a:pt x="3554865" y="1253842"/>
                  </a:lnTo>
                  <a:lnTo>
                    <a:pt x="3404401" y="1228622"/>
                  </a:lnTo>
                  <a:lnTo>
                    <a:pt x="3253937" y="1205410"/>
                  </a:lnTo>
                  <a:lnTo>
                    <a:pt x="3103473" y="1179956"/>
                  </a:lnTo>
                  <a:lnTo>
                    <a:pt x="2953009" y="1142212"/>
                  </a:lnTo>
                  <a:lnTo>
                    <a:pt x="2802545" y="1094406"/>
                  </a:lnTo>
                  <a:lnTo>
                    <a:pt x="2652081" y="1043358"/>
                  </a:lnTo>
                  <a:lnTo>
                    <a:pt x="2501617" y="986587"/>
                  </a:lnTo>
                  <a:lnTo>
                    <a:pt x="2351153" y="915398"/>
                  </a:lnTo>
                  <a:lnTo>
                    <a:pt x="2200689" y="835116"/>
                  </a:lnTo>
                  <a:lnTo>
                    <a:pt x="2050225" y="758003"/>
                  </a:lnTo>
                  <a:lnTo>
                    <a:pt x="1899761" y="687627"/>
                  </a:lnTo>
                  <a:lnTo>
                    <a:pt x="1749297" y="616731"/>
                  </a:lnTo>
                  <a:lnTo>
                    <a:pt x="1598833" y="547076"/>
                  </a:lnTo>
                  <a:lnTo>
                    <a:pt x="1448369" y="480520"/>
                  </a:lnTo>
                  <a:lnTo>
                    <a:pt x="1297904" y="417454"/>
                  </a:lnTo>
                  <a:lnTo>
                    <a:pt x="1147440" y="356387"/>
                  </a:lnTo>
                  <a:lnTo>
                    <a:pt x="996976" y="297720"/>
                  </a:lnTo>
                  <a:lnTo>
                    <a:pt x="846512" y="241991"/>
                  </a:lnTo>
                  <a:lnTo>
                    <a:pt x="696048" y="189698"/>
                  </a:lnTo>
                  <a:lnTo>
                    <a:pt x="545584" y="141214"/>
                  </a:lnTo>
                  <a:lnTo>
                    <a:pt x="395120" y="96759"/>
                  </a:lnTo>
                  <a:lnTo>
                    <a:pt x="244656" y="56415"/>
                  </a:lnTo>
                  <a:lnTo>
                    <a:pt x="94192" y="201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3601124"/>
              <a:ext cx="6145984" cy="1557168"/>
            </a:xfrm>
            <a:custGeom>
              <a:avLst/>
              <a:pathLst>
                <a:path w="6145984" h="1557168">
                  <a:moveTo>
                    <a:pt x="0" y="0"/>
                  </a:moveTo>
                  <a:lnTo>
                    <a:pt x="94192" y="41627"/>
                  </a:lnTo>
                  <a:lnTo>
                    <a:pt x="244656" y="108247"/>
                  </a:lnTo>
                  <a:lnTo>
                    <a:pt x="395120" y="174992"/>
                  </a:lnTo>
                  <a:lnTo>
                    <a:pt x="545584" y="241863"/>
                  </a:lnTo>
                  <a:lnTo>
                    <a:pt x="696048" y="308863"/>
                  </a:lnTo>
                  <a:lnTo>
                    <a:pt x="846512" y="375991"/>
                  </a:lnTo>
                  <a:lnTo>
                    <a:pt x="996976" y="443248"/>
                  </a:lnTo>
                  <a:lnTo>
                    <a:pt x="1147440" y="510637"/>
                  </a:lnTo>
                  <a:lnTo>
                    <a:pt x="1297904" y="578157"/>
                  </a:lnTo>
                  <a:lnTo>
                    <a:pt x="1448369" y="645870"/>
                  </a:lnTo>
                  <a:lnTo>
                    <a:pt x="1598833" y="715929"/>
                  </a:lnTo>
                  <a:lnTo>
                    <a:pt x="1749297" y="787969"/>
                  </a:lnTo>
                  <a:lnTo>
                    <a:pt x="1899761" y="859994"/>
                  </a:lnTo>
                  <a:lnTo>
                    <a:pt x="2050225" y="930722"/>
                  </a:lnTo>
                  <a:lnTo>
                    <a:pt x="2200689" y="1008701"/>
                  </a:lnTo>
                  <a:lnTo>
                    <a:pt x="2351153" y="1088208"/>
                  </a:lnTo>
                  <a:lnTo>
                    <a:pt x="2501617" y="1157824"/>
                  </a:lnTo>
                  <a:lnTo>
                    <a:pt x="2652081" y="1215311"/>
                  </a:lnTo>
                  <a:lnTo>
                    <a:pt x="2802545" y="1265585"/>
                  </a:lnTo>
                  <a:lnTo>
                    <a:pt x="2953009" y="1310815"/>
                  </a:lnTo>
                  <a:lnTo>
                    <a:pt x="3103473" y="1349405"/>
                  </a:lnTo>
                  <a:lnTo>
                    <a:pt x="3253937" y="1376928"/>
                  </a:lnTo>
                  <a:lnTo>
                    <a:pt x="3404401" y="1399810"/>
                  </a:lnTo>
                  <a:lnTo>
                    <a:pt x="3554865" y="1424753"/>
                  </a:lnTo>
                  <a:lnTo>
                    <a:pt x="3705329" y="1447858"/>
                  </a:lnTo>
                  <a:lnTo>
                    <a:pt x="3855793" y="1466484"/>
                  </a:lnTo>
                  <a:lnTo>
                    <a:pt x="4006257" y="1483305"/>
                  </a:lnTo>
                  <a:lnTo>
                    <a:pt x="4156721" y="1498230"/>
                  </a:lnTo>
                  <a:lnTo>
                    <a:pt x="4307185" y="1509589"/>
                  </a:lnTo>
                  <a:lnTo>
                    <a:pt x="4457649" y="1518121"/>
                  </a:lnTo>
                  <a:lnTo>
                    <a:pt x="4608114" y="1524580"/>
                  </a:lnTo>
                  <a:lnTo>
                    <a:pt x="4758578" y="1530121"/>
                  </a:lnTo>
                  <a:lnTo>
                    <a:pt x="4909042" y="1535167"/>
                  </a:lnTo>
                  <a:lnTo>
                    <a:pt x="5059506" y="1539712"/>
                  </a:lnTo>
                  <a:lnTo>
                    <a:pt x="5209970" y="1543751"/>
                  </a:lnTo>
                  <a:lnTo>
                    <a:pt x="5360434" y="1547281"/>
                  </a:lnTo>
                  <a:lnTo>
                    <a:pt x="5510898" y="1550294"/>
                  </a:lnTo>
                  <a:lnTo>
                    <a:pt x="5661362" y="1552787"/>
                  </a:lnTo>
                  <a:lnTo>
                    <a:pt x="5811826" y="1554753"/>
                  </a:lnTo>
                  <a:lnTo>
                    <a:pt x="5962290" y="1556189"/>
                  </a:lnTo>
                  <a:lnTo>
                    <a:pt x="6112754" y="1557089"/>
                  </a:lnTo>
                  <a:lnTo>
                    <a:pt x="6145984" y="155716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3362431"/>
              <a:ext cx="6145984" cy="1991929"/>
            </a:xfrm>
            <a:custGeom>
              <a:avLst/>
              <a:pathLst>
                <a:path w="6145984" h="1991929">
                  <a:moveTo>
                    <a:pt x="0" y="0"/>
                  </a:moveTo>
                  <a:lnTo>
                    <a:pt x="94192" y="60943"/>
                  </a:lnTo>
                  <a:lnTo>
                    <a:pt x="244656" y="154622"/>
                  </a:lnTo>
                  <a:lnTo>
                    <a:pt x="395120" y="244548"/>
                  </a:lnTo>
                  <a:lnTo>
                    <a:pt x="545584" y="330698"/>
                  </a:lnTo>
                  <a:lnTo>
                    <a:pt x="696048" y="413147"/>
                  </a:lnTo>
                  <a:lnTo>
                    <a:pt x="846512" y="492107"/>
                  </a:lnTo>
                  <a:lnTo>
                    <a:pt x="996976" y="567944"/>
                  </a:lnTo>
                  <a:lnTo>
                    <a:pt x="1147440" y="641149"/>
                  </a:lnTo>
                  <a:lnTo>
                    <a:pt x="1297904" y="712253"/>
                  </a:lnTo>
                  <a:lnTo>
                    <a:pt x="1448369" y="781774"/>
                  </a:lnTo>
                  <a:lnTo>
                    <a:pt x="1598833" y="852730"/>
                  </a:lnTo>
                  <a:lnTo>
                    <a:pt x="1749297" y="924888"/>
                  </a:lnTo>
                  <a:lnTo>
                    <a:pt x="1899761" y="996113"/>
                  </a:lnTo>
                  <a:lnTo>
                    <a:pt x="2050225" y="1065696"/>
                  </a:lnTo>
                  <a:lnTo>
                    <a:pt x="2200689" y="1144788"/>
                  </a:lnTo>
                  <a:lnTo>
                    <a:pt x="2351153" y="1224685"/>
                  </a:lnTo>
                  <a:lnTo>
                    <a:pt x="2501617" y="1293216"/>
                  </a:lnTo>
                  <a:lnTo>
                    <a:pt x="2652081" y="1352905"/>
                  </a:lnTo>
                  <a:lnTo>
                    <a:pt x="2802545" y="1405074"/>
                  </a:lnTo>
                  <a:lnTo>
                    <a:pt x="2953009" y="1449254"/>
                  </a:lnTo>
                  <a:lnTo>
                    <a:pt x="3103473" y="1487660"/>
                  </a:lnTo>
                  <a:lnTo>
                    <a:pt x="3253937" y="1515064"/>
                  </a:lnTo>
                  <a:lnTo>
                    <a:pt x="3404401" y="1535068"/>
                  </a:lnTo>
                  <a:lnTo>
                    <a:pt x="3554865" y="1557563"/>
                  </a:lnTo>
                  <a:lnTo>
                    <a:pt x="3705329" y="1579831"/>
                  </a:lnTo>
                  <a:lnTo>
                    <a:pt x="3855793" y="1596193"/>
                  </a:lnTo>
                  <a:lnTo>
                    <a:pt x="4006257" y="1610436"/>
                  </a:lnTo>
                  <a:lnTo>
                    <a:pt x="4156721" y="1623528"/>
                  </a:lnTo>
                  <a:lnTo>
                    <a:pt x="4307185" y="1631734"/>
                  </a:lnTo>
                  <a:lnTo>
                    <a:pt x="4457649" y="1635762"/>
                  </a:lnTo>
                  <a:lnTo>
                    <a:pt x="4608114" y="1636942"/>
                  </a:lnTo>
                  <a:lnTo>
                    <a:pt x="4758578" y="1636034"/>
                  </a:lnTo>
                  <a:lnTo>
                    <a:pt x="4909042" y="1633414"/>
                  </a:lnTo>
                  <a:lnTo>
                    <a:pt x="5059506" y="1629503"/>
                  </a:lnTo>
                  <a:lnTo>
                    <a:pt x="5209970" y="1624542"/>
                  </a:lnTo>
                  <a:lnTo>
                    <a:pt x="5360434" y="1618629"/>
                  </a:lnTo>
                  <a:lnTo>
                    <a:pt x="5510898" y="1611749"/>
                  </a:lnTo>
                  <a:lnTo>
                    <a:pt x="5661362" y="1603814"/>
                  </a:lnTo>
                  <a:lnTo>
                    <a:pt x="5811826" y="1594679"/>
                  </a:lnTo>
                  <a:lnTo>
                    <a:pt x="5962290" y="1584169"/>
                  </a:lnTo>
                  <a:lnTo>
                    <a:pt x="6112754" y="1572094"/>
                  </a:lnTo>
                  <a:lnTo>
                    <a:pt x="6145984" y="1569040"/>
                  </a:lnTo>
                  <a:lnTo>
                    <a:pt x="6145984" y="1991929"/>
                  </a:lnTo>
                  <a:lnTo>
                    <a:pt x="6112754" y="1988566"/>
                  </a:lnTo>
                  <a:lnTo>
                    <a:pt x="5962290" y="1974223"/>
                  </a:lnTo>
                  <a:lnTo>
                    <a:pt x="5811826" y="1960583"/>
                  </a:lnTo>
                  <a:lnTo>
                    <a:pt x="5661362" y="1947468"/>
                  </a:lnTo>
                  <a:lnTo>
                    <a:pt x="5510898" y="1934713"/>
                  </a:lnTo>
                  <a:lnTo>
                    <a:pt x="5360434" y="1922189"/>
                  </a:lnTo>
                  <a:lnTo>
                    <a:pt x="5209970" y="1909817"/>
                  </a:lnTo>
                  <a:lnTo>
                    <a:pt x="5059506" y="1897596"/>
                  </a:lnTo>
                  <a:lnTo>
                    <a:pt x="4909042" y="1885635"/>
                  </a:lnTo>
                  <a:lnTo>
                    <a:pt x="4758578" y="1874187"/>
                  </a:lnTo>
                  <a:lnTo>
                    <a:pt x="4608114" y="1863687"/>
                  </a:lnTo>
                  <a:lnTo>
                    <a:pt x="4457649" y="1853901"/>
                  </a:lnTo>
                  <a:lnTo>
                    <a:pt x="4307185" y="1843513"/>
                  </a:lnTo>
                  <a:lnTo>
                    <a:pt x="4156721" y="1832064"/>
                  </a:lnTo>
                  <a:lnTo>
                    <a:pt x="4006257" y="1818487"/>
                  </a:lnTo>
                  <a:lnTo>
                    <a:pt x="3855793" y="1803399"/>
                  </a:lnTo>
                  <a:lnTo>
                    <a:pt x="3705329" y="1787900"/>
                  </a:lnTo>
                  <a:lnTo>
                    <a:pt x="3554865" y="1768805"/>
                  </a:lnTo>
                  <a:lnTo>
                    <a:pt x="3404401" y="1745755"/>
                  </a:lnTo>
                  <a:lnTo>
                    <a:pt x="3253937" y="1725088"/>
                  </a:lnTo>
                  <a:lnTo>
                    <a:pt x="3103473" y="1701836"/>
                  </a:lnTo>
                  <a:lnTo>
                    <a:pt x="2953009" y="1665126"/>
                  </a:lnTo>
                  <a:lnTo>
                    <a:pt x="2802545" y="1615778"/>
                  </a:lnTo>
                  <a:lnTo>
                    <a:pt x="2652081" y="1562055"/>
                  </a:lnTo>
                  <a:lnTo>
                    <a:pt x="2501617" y="1503803"/>
                  </a:lnTo>
                  <a:lnTo>
                    <a:pt x="2351153" y="1432116"/>
                  </a:lnTo>
                  <a:lnTo>
                    <a:pt x="2200689" y="1350664"/>
                  </a:lnTo>
                  <a:lnTo>
                    <a:pt x="2050225" y="1273310"/>
                  </a:lnTo>
                  <a:lnTo>
                    <a:pt x="1899761" y="1204433"/>
                  </a:lnTo>
                  <a:lnTo>
                    <a:pt x="1749297" y="1135474"/>
                  </a:lnTo>
                  <a:lnTo>
                    <a:pt x="1598833" y="1068101"/>
                  </a:lnTo>
                  <a:lnTo>
                    <a:pt x="1448369" y="1004175"/>
                  </a:lnTo>
                  <a:lnTo>
                    <a:pt x="1297904" y="943980"/>
                  </a:lnTo>
                  <a:lnTo>
                    <a:pt x="1147440" y="885827"/>
                  </a:lnTo>
                  <a:lnTo>
                    <a:pt x="996976" y="830124"/>
                  </a:lnTo>
                  <a:lnTo>
                    <a:pt x="846512" y="777422"/>
                  </a:lnTo>
                  <a:lnTo>
                    <a:pt x="696048" y="728232"/>
                  </a:lnTo>
                  <a:lnTo>
                    <a:pt x="545584" y="682939"/>
                  </a:lnTo>
                  <a:lnTo>
                    <a:pt x="395120" y="641774"/>
                  </a:lnTo>
                  <a:lnTo>
                    <a:pt x="244656" y="604831"/>
                  </a:lnTo>
                  <a:lnTo>
                    <a:pt x="94192" y="572106"/>
                  </a:lnTo>
                  <a:lnTo>
                    <a:pt x="0" y="55422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362431"/>
              <a:ext cx="6145984" cy="1636942"/>
            </a:xfrm>
            <a:custGeom>
              <a:avLst/>
              <a:pathLst>
                <a:path w="6145984" h="1636942">
                  <a:moveTo>
                    <a:pt x="0" y="0"/>
                  </a:moveTo>
                  <a:lnTo>
                    <a:pt x="94192" y="60943"/>
                  </a:lnTo>
                  <a:lnTo>
                    <a:pt x="244656" y="154622"/>
                  </a:lnTo>
                  <a:lnTo>
                    <a:pt x="395120" y="244548"/>
                  </a:lnTo>
                  <a:lnTo>
                    <a:pt x="545584" y="330698"/>
                  </a:lnTo>
                  <a:lnTo>
                    <a:pt x="696048" y="413147"/>
                  </a:lnTo>
                  <a:lnTo>
                    <a:pt x="846512" y="492107"/>
                  </a:lnTo>
                  <a:lnTo>
                    <a:pt x="996976" y="567944"/>
                  </a:lnTo>
                  <a:lnTo>
                    <a:pt x="1147440" y="641149"/>
                  </a:lnTo>
                  <a:lnTo>
                    <a:pt x="1297904" y="712253"/>
                  </a:lnTo>
                  <a:lnTo>
                    <a:pt x="1448369" y="781774"/>
                  </a:lnTo>
                  <a:lnTo>
                    <a:pt x="1598833" y="852730"/>
                  </a:lnTo>
                  <a:lnTo>
                    <a:pt x="1749297" y="924888"/>
                  </a:lnTo>
                  <a:lnTo>
                    <a:pt x="1899761" y="996113"/>
                  </a:lnTo>
                  <a:lnTo>
                    <a:pt x="2050225" y="1065696"/>
                  </a:lnTo>
                  <a:lnTo>
                    <a:pt x="2200689" y="1144788"/>
                  </a:lnTo>
                  <a:lnTo>
                    <a:pt x="2351153" y="1224685"/>
                  </a:lnTo>
                  <a:lnTo>
                    <a:pt x="2501617" y="1293216"/>
                  </a:lnTo>
                  <a:lnTo>
                    <a:pt x="2652081" y="1352905"/>
                  </a:lnTo>
                  <a:lnTo>
                    <a:pt x="2802545" y="1405074"/>
                  </a:lnTo>
                  <a:lnTo>
                    <a:pt x="2953009" y="1449254"/>
                  </a:lnTo>
                  <a:lnTo>
                    <a:pt x="3103473" y="1487660"/>
                  </a:lnTo>
                  <a:lnTo>
                    <a:pt x="3253937" y="1515064"/>
                  </a:lnTo>
                  <a:lnTo>
                    <a:pt x="3404401" y="1535068"/>
                  </a:lnTo>
                  <a:lnTo>
                    <a:pt x="3554865" y="1557563"/>
                  </a:lnTo>
                  <a:lnTo>
                    <a:pt x="3705329" y="1579831"/>
                  </a:lnTo>
                  <a:lnTo>
                    <a:pt x="3855793" y="1596193"/>
                  </a:lnTo>
                  <a:lnTo>
                    <a:pt x="4006257" y="1610436"/>
                  </a:lnTo>
                  <a:lnTo>
                    <a:pt x="4156721" y="1623528"/>
                  </a:lnTo>
                  <a:lnTo>
                    <a:pt x="4307185" y="1631734"/>
                  </a:lnTo>
                  <a:lnTo>
                    <a:pt x="4457649" y="1635762"/>
                  </a:lnTo>
                  <a:lnTo>
                    <a:pt x="4608114" y="1636942"/>
                  </a:lnTo>
                  <a:lnTo>
                    <a:pt x="4758578" y="1636034"/>
                  </a:lnTo>
                  <a:lnTo>
                    <a:pt x="4909042" y="1633414"/>
                  </a:lnTo>
                  <a:lnTo>
                    <a:pt x="5059506" y="1629503"/>
                  </a:lnTo>
                  <a:lnTo>
                    <a:pt x="5209970" y="1624542"/>
                  </a:lnTo>
                  <a:lnTo>
                    <a:pt x="5360434" y="1618629"/>
                  </a:lnTo>
                  <a:lnTo>
                    <a:pt x="5510898" y="1611749"/>
                  </a:lnTo>
                  <a:lnTo>
                    <a:pt x="5661362" y="1603814"/>
                  </a:lnTo>
                  <a:lnTo>
                    <a:pt x="5811826" y="1594679"/>
                  </a:lnTo>
                  <a:lnTo>
                    <a:pt x="5962290" y="1584169"/>
                  </a:lnTo>
                  <a:lnTo>
                    <a:pt x="6112754" y="1572094"/>
                  </a:lnTo>
                  <a:lnTo>
                    <a:pt x="6145984" y="15690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916654"/>
              <a:ext cx="6145984" cy="1437705"/>
            </a:xfrm>
            <a:custGeom>
              <a:avLst/>
              <a:pathLst>
                <a:path w="6145984" h="1437705">
                  <a:moveTo>
                    <a:pt x="6145984" y="1437705"/>
                  </a:moveTo>
                  <a:lnTo>
                    <a:pt x="6112754" y="1434343"/>
                  </a:lnTo>
                  <a:lnTo>
                    <a:pt x="5962290" y="1420000"/>
                  </a:lnTo>
                  <a:lnTo>
                    <a:pt x="5811826" y="1406360"/>
                  </a:lnTo>
                  <a:lnTo>
                    <a:pt x="5661362" y="1393244"/>
                  </a:lnTo>
                  <a:lnTo>
                    <a:pt x="5510898" y="1380490"/>
                  </a:lnTo>
                  <a:lnTo>
                    <a:pt x="5360434" y="1367966"/>
                  </a:lnTo>
                  <a:lnTo>
                    <a:pt x="5209970" y="1355594"/>
                  </a:lnTo>
                  <a:lnTo>
                    <a:pt x="5059506" y="1343373"/>
                  </a:lnTo>
                  <a:lnTo>
                    <a:pt x="4909042" y="1331412"/>
                  </a:lnTo>
                  <a:lnTo>
                    <a:pt x="4758578" y="1319964"/>
                  </a:lnTo>
                  <a:lnTo>
                    <a:pt x="4608114" y="1309464"/>
                  </a:lnTo>
                  <a:lnTo>
                    <a:pt x="4457649" y="1299678"/>
                  </a:lnTo>
                  <a:lnTo>
                    <a:pt x="4307185" y="1289290"/>
                  </a:lnTo>
                  <a:lnTo>
                    <a:pt x="4156721" y="1277841"/>
                  </a:lnTo>
                  <a:lnTo>
                    <a:pt x="4006257" y="1264264"/>
                  </a:lnTo>
                  <a:lnTo>
                    <a:pt x="3855793" y="1249176"/>
                  </a:lnTo>
                  <a:lnTo>
                    <a:pt x="3705329" y="1233677"/>
                  </a:lnTo>
                  <a:lnTo>
                    <a:pt x="3554865" y="1214582"/>
                  </a:lnTo>
                  <a:lnTo>
                    <a:pt x="3404401" y="1191532"/>
                  </a:lnTo>
                  <a:lnTo>
                    <a:pt x="3253937" y="1170865"/>
                  </a:lnTo>
                  <a:lnTo>
                    <a:pt x="3103473" y="1147613"/>
                  </a:lnTo>
                  <a:lnTo>
                    <a:pt x="2953009" y="1110903"/>
                  </a:lnTo>
                  <a:lnTo>
                    <a:pt x="2802545" y="1061554"/>
                  </a:lnTo>
                  <a:lnTo>
                    <a:pt x="2652081" y="1007832"/>
                  </a:lnTo>
                  <a:lnTo>
                    <a:pt x="2501617" y="949580"/>
                  </a:lnTo>
                  <a:lnTo>
                    <a:pt x="2351153" y="877893"/>
                  </a:lnTo>
                  <a:lnTo>
                    <a:pt x="2200689" y="796441"/>
                  </a:lnTo>
                  <a:lnTo>
                    <a:pt x="2050225" y="719087"/>
                  </a:lnTo>
                  <a:lnTo>
                    <a:pt x="1899761" y="650210"/>
                  </a:lnTo>
                  <a:lnTo>
                    <a:pt x="1749297" y="581251"/>
                  </a:lnTo>
                  <a:lnTo>
                    <a:pt x="1598833" y="513878"/>
                  </a:lnTo>
                  <a:lnTo>
                    <a:pt x="1448369" y="449952"/>
                  </a:lnTo>
                  <a:lnTo>
                    <a:pt x="1297904" y="389757"/>
                  </a:lnTo>
                  <a:lnTo>
                    <a:pt x="1147440" y="331604"/>
                  </a:lnTo>
                  <a:lnTo>
                    <a:pt x="996976" y="275901"/>
                  </a:lnTo>
                  <a:lnTo>
                    <a:pt x="846512" y="223199"/>
                  </a:lnTo>
                  <a:lnTo>
                    <a:pt x="696048" y="174009"/>
                  </a:lnTo>
                  <a:lnTo>
                    <a:pt x="545584" y="128716"/>
                  </a:lnTo>
                  <a:lnTo>
                    <a:pt x="395120" y="87551"/>
                  </a:lnTo>
                  <a:lnTo>
                    <a:pt x="244656" y="50607"/>
                  </a:lnTo>
                  <a:lnTo>
                    <a:pt x="94192" y="178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3639542"/>
              <a:ext cx="6145984" cy="1503372"/>
            </a:xfrm>
            <a:custGeom>
              <a:avLst/>
              <a:pathLst>
                <a:path w="6145984" h="1503372">
                  <a:moveTo>
                    <a:pt x="0" y="0"/>
                  </a:moveTo>
                  <a:lnTo>
                    <a:pt x="94192" y="39413"/>
                  </a:lnTo>
                  <a:lnTo>
                    <a:pt x="244656" y="102615"/>
                  </a:lnTo>
                  <a:lnTo>
                    <a:pt x="395120" y="166049"/>
                  </a:lnTo>
                  <a:lnTo>
                    <a:pt x="545584" y="229707"/>
                  </a:lnTo>
                  <a:lnTo>
                    <a:pt x="696048" y="293578"/>
                  </a:lnTo>
                  <a:lnTo>
                    <a:pt x="846512" y="357653"/>
                  </a:lnTo>
                  <a:lnTo>
                    <a:pt x="996976" y="421922"/>
                  </a:lnTo>
                  <a:lnTo>
                    <a:pt x="1147440" y="486376"/>
                  </a:lnTo>
                  <a:lnTo>
                    <a:pt x="1297904" y="551005"/>
                  </a:lnTo>
                  <a:lnTo>
                    <a:pt x="1448369" y="615863"/>
                  </a:lnTo>
                  <a:lnTo>
                    <a:pt x="1598833" y="683304"/>
                  </a:lnTo>
                  <a:lnTo>
                    <a:pt x="1749297" y="753069"/>
                  </a:lnTo>
                  <a:lnTo>
                    <a:pt x="1899761" y="823162"/>
                  </a:lnTo>
                  <a:lnTo>
                    <a:pt x="2050225" y="892391"/>
                  </a:lnTo>
                  <a:lnTo>
                    <a:pt x="2200689" y="970615"/>
                  </a:lnTo>
                  <a:lnTo>
                    <a:pt x="2351153" y="1051289"/>
                  </a:lnTo>
                  <a:lnTo>
                    <a:pt x="2501617" y="1121398"/>
                  </a:lnTo>
                  <a:lnTo>
                    <a:pt x="2652081" y="1180368"/>
                  </a:lnTo>
                  <a:lnTo>
                    <a:pt x="2802545" y="1233314"/>
                  </a:lnTo>
                  <a:lnTo>
                    <a:pt x="2953009" y="1280079"/>
                  </a:lnTo>
                  <a:lnTo>
                    <a:pt x="3103473" y="1317637"/>
                  </a:lnTo>
                  <a:lnTo>
                    <a:pt x="3253937" y="1342965"/>
                  </a:lnTo>
                  <a:lnTo>
                    <a:pt x="3404401" y="1363300"/>
                  </a:lnTo>
                  <a:lnTo>
                    <a:pt x="3554865" y="1386072"/>
                  </a:lnTo>
                  <a:lnTo>
                    <a:pt x="3705329" y="1406754"/>
                  </a:lnTo>
                  <a:lnTo>
                    <a:pt x="3855793" y="1422684"/>
                  </a:lnTo>
                  <a:lnTo>
                    <a:pt x="4006257" y="1437350"/>
                  </a:lnTo>
                  <a:lnTo>
                    <a:pt x="4156721" y="1450684"/>
                  </a:lnTo>
                  <a:lnTo>
                    <a:pt x="4307185" y="1460512"/>
                  </a:lnTo>
                  <a:lnTo>
                    <a:pt x="4457649" y="1467720"/>
                  </a:lnTo>
                  <a:lnTo>
                    <a:pt x="4608114" y="1473203"/>
                  </a:lnTo>
                  <a:lnTo>
                    <a:pt x="4758578" y="1477999"/>
                  </a:lnTo>
                  <a:lnTo>
                    <a:pt x="4909042" y="1482413"/>
                  </a:lnTo>
                  <a:lnTo>
                    <a:pt x="5059506" y="1486438"/>
                  </a:lnTo>
                  <a:lnTo>
                    <a:pt x="5209970" y="1490068"/>
                  </a:lnTo>
                  <a:lnTo>
                    <a:pt x="5360434" y="1493297"/>
                  </a:lnTo>
                  <a:lnTo>
                    <a:pt x="5510898" y="1496120"/>
                  </a:lnTo>
                  <a:lnTo>
                    <a:pt x="5661362" y="1498529"/>
                  </a:lnTo>
                  <a:lnTo>
                    <a:pt x="5811826" y="1500519"/>
                  </a:lnTo>
                  <a:lnTo>
                    <a:pt x="5962290" y="1502085"/>
                  </a:lnTo>
                  <a:lnTo>
                    <a:pt x="6112754" y="1503219"/>
                  </a:lnTo>
                  <a:lnTo>
                    <a:pt x="6145984" y="150337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3528894"/>
              <a:ext cx="6145984" cy="1822457"/>
            </a:xfrm>
            <a:custGeom>
              <a:avLst/>
              <a:pathLst>
                <a:path w="6145984" h="1822457">
                  <a:moveTo>
                    <a:pt x="0" y="0"/>
                  </a:moveTo>
                  <a:lnTo>
                    <a:pt x="94192" y="68346"/>
                  </a:lnTo>
                  <a:lnTo>
                    <a:pt x="244656" y="172274"/>
                  </a:lnTo>
                  <a:lnTo>
                    <a:pt x="395120" y="270867"/>
                  </a:lnTo>
                  <a:lnTo>
                    <a:pt x="545584" y="364089"/>
                  </a:lnTo>
                  <a:lnTo>
                    <a:pt x="696048" y="451996"/>
                  </a:lnTo>
                  <a:lnTo>
                    <a:pt x="846512" y="534768"/>
                  </a:lnTo>
                  <a:lnTo>
                    <a:pt x="996976" y="612726"/>
                  </a:lnTo>
                  <a:lnTo>
                    <a:pt x="1147440" y="686308"/>
                  </a:lnTo>
                  <a:lnTo>
                    <a:pt x="1297904" y="755986"/>
                  </a:lnTo>
                  <a:lnTo>
                    <a:pt x="1448369" y="822211"/>
                  </a:lnTo>
                  <a:lnTo>
                    <a:pt x="1598833" y="887326"/>
                  </a:lnTo>
                  <a:lnTo>
                    <a:pt x="1749297" y="951383"/>
                  </a:lnTo>
                  <a:lnTo>
                    <a:pt x="1899761" y="1013065"/>
                  </a:lnTo>
                  <a:lnTo>
                    <a:pt x="2050225" y="1072189"/>
                  </a:lnTo>
                  <a:lnTo>
                    <a:pt x="2200689" y="1136985"/>
                  </a:lnTo>
                  <a:lnTo>
                    <a:pt x="2351153" y="1200666"/>
                  </a:lnTo>
                  <a:lnTo>
                    <a:pt x="2501617" y="1254593"/>
                  </a:lnTo>
                  <a:lnTo>
                    <a:pt x="2652081" y="1299416"/>
                  </a:lnTo>
                  <a:lnTo>
                    <a:pt x="2802545" y="1335805"/>
                  </a:lnTo>
                  <a:lnTo>
                    <a:pt x="2953009" y="1365743"/>
                  </a:lnTo>
                  <a:lnTo>
                    <a:pt x="3103473" y="1391678"/>
                  </a:lnTo>
                  <a:lnTo>
                    <a:pt x="3253937" y="1406256"/>
                  </a:lnTo>
                  <a:lnTo>
                    <a:pt x="3404401" y="1414607"/>
                  </a:lnTo>
                  <a:lnTo>
                    <a:pt x="3554865" y="1427780"/>
                  </a:lnTo>
                  <a:lnTo>
                    <a:pt x="3705329" y="1441828"/>
                  </a:lnTo>
                  <a:lnTo>
                    <a:pt x="3855793" y="1451123"/>
                  </a:lnTo>
                  <a:lnTo>
                    <a:pt x="4006257" y="1460654"/>
                  </a:lnTo>
                  <a:lnTo>
                    <a:pt x="4156721" y="1471456"/>
                  </a:lnTo>
                  <a:lnTo>
                    <a:pt x="4307185" y="1478916"/>
                  </a:lnTo>
                  <a:lnTo>
                    <a:pt x="4457649" y="1483388"/>
                  </a:lnTo>
                  <a:lnTo>
                    <a:pt x="4608114" y="1485799"/>
                  </a:lnTo>
                  <a:lnTo>
                    <a:pt x="4758578" y="1486374"/>
                  </a:lnTo>
                  <a:lnTo>
                    <a:pt x="4909042" y="1485289"/>
                  </a:lnTo>
                  <a:lnTo>
                    <a:pt x="5059506" y="1482935"/>
                  </a:lnTo>
                  <a:lnTo>
                    <a:pt x="5209970" y="1479540"/>
                  </a:lnTo>
                  <a:lnTo>
                    <a:pt x="5360434" y="1475199"/>
                  </a:lnTo>
                  <a:lnTo>
                    <a:pt x="5510898" y="1469906"/>
                  </a:lnTo>
                  <a:lnTo>
                    <a:pt x="5661362" y="1463583"/>
                  </a:lnTo>
                  <a:lnTo>
                    <a:pt x="5811826" y="1456106"/>
                  </a:lnTo>
                  <a:lnTo>
                    <a:pt x="5962290" y="1447319"/>
                  </a:lnTo>
                  <a:lnTo>
                    <a:pt x="6112754" y="1437054"/>
                  </a:lnTo>
                  <a:lnTo>
                    <a:pt x="6145984" y="1434423"/>
                  </a:lnTo>
                  <a:lnTo>
                    <a:pt x="6145984" y="1822457"/>
                  </a:lnTo>
                  <a:lnTo>
                    <a:pt x="6112754" y="1819200"/>
                  </a:lnTo>
                  <a:lnTo>
                    <a:pt x="5962290" y="1805225"/>
                  </a:lnTo>
                  <a:lnTo>
                    <a:pt x="5811826" y="1791852"/>
                  </a:lnTo>
                  <a:lnTo>
                    <a:pt x="5661362" y="1778913"/>
                  </a:lnTo>
                  <a:lnTo>
                    <a:pt x="5510898" y="1766251"/>
                  </a:lnTo>
                  <a:lnTo>
                    <a:pt x="5360434" y="1753740"/>
                  </a:lnTo>
                  <a:lnTo>
                    <a:pt x="5209970" y="1741302"/>
                  </a:lnTo>
                  <a:lnTo>
                    <a:pt x="5059506" y="1728932"/>
                  </a:lnTo>
                  <a:lnTo>
                    <a:pt x="4909042" y="1716722"/>
                  </a:lnTo>
                  <a:lnTo>
                    <a:pt x="4758578" y="1704899"/>
                  </a:lnTo>
                  <a:lnTo>
                    <a:pt x="4608114" y="1693855"/>
                  </a:lnTo>
                  <a:lnTo>
                    <a:pt x="4457649" y="1683549"/>
                  </a:lnTo>
                  <a:lnTo>
                    <a:pt x="4307185" y="1673240"/>
                  </a:lnTo>
                  <a:lnTo>
                    <a:pt x="4156721" y="1662804"/>
                  </a:lnTo>
                  <a:lnTo>
                    <a:pt x="4006257" y="1651558"/>
                  </a:lnTo>
                  <a:lnTo>
                    <a:pt x="3855793" y="1641251"/>
                  </a:lnTo>
                  <a:lnTo>
                    <a:pt x="3705329" y="1632748"/>
                  </a:lnTo>
                  <a:lnTo>
                    <a:pt x="3554865" y="1621612"/>
                  </a:lnTo>
                  <a:lnTo>
                    <a:pt x="3404401" y="1607929"/>
                  </a:lnTo>
                  <a:lnTo>
                    <a:pt x="3253937" y="1598970"/>
                  </a:lnTo>
                  <a:lnTo>
                    <a:pt x="3103473" y="1588202"/>
                  </a:lnTo>
                  <a:lnTo>
                    <a:pt x="2953009" y="1563823"/>
                  </a:lnTo>
                  <a:lnTo>
                    <a:pt x="2802545" y="1529142"/>
                  </a:lnTo>
                  <a:lnTo>
                    <a:pt x="2652081" y="1491327"/>
                  </a:lnTo>
                  <a:lnTo>
                    <a:pt x="2501617" y="1447824"/>
                  </a:lnTo>
                  <a:lnTo>
                    <a:pt x="2351153" y="1391001"/>
                  </a:lnTo>
                  <a:lnTo>
                    <a:pt x="2200689" y="1325893"/>
                  </a:lnTo>
                  <a:lnTo>
                    <a:pt x="2050225" y="1262692"/>
                  </a:lnTo>
                  <a:lnTo>
                    <a:pt x="1899761" y="1204215"/>
                  </a:lnTo>
                  <a:lnTo>
                    <a:pt x="1749297" y="1144612"/>
                  </a:lnTo>
                  <a:lnTo>
                    <a:pt x="1598833" y="1084946"/>
                  </a:lnTo>
                  <a:lnTo>
                    <a:pt x="1448369" y="1026282"/>
                  </a:lnTo>
                  <a:lnTo>
                    <a:pt x="1297904" y="968615"/>
                  </a:lnTo>
                  <a:lnTo>
                    <a:pt x="1147440" y="910819"/>
                  </a:lnTo>
                  <a:lnTo>
                    <a:pt x="996976" y="853297"/>
                  </a:lnTo>
                  <a:lnTo>
                    <a:pt x="846512" y="796567"/>
                  </a:lnTo>
                  <a:lnTo>
                    <a:pt x="696048" y="741112"/>
                  </a:lnTo>
                  <a:lnTo>
                    <a:pt x="545584" y="687299"/>
                  </a:lnTo>
                  <a:lnTo>
                    <a:pt x="395120" y="635354"/>
                  </a:lnTo>
                  <a:lnTo>
                    <a:pt x="244656" y="585376"/>
                  </a:lnTo>
                  <a:lnTo>
                    <a:pt x="94192" y="537378"/>
                  </a:lnTo>
                  <a:lnTo>
                    <a:pt x="0" y="50854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3528894"/>
              <a:ext cx="6145984" cy="1486374"/>
            </a:xfrm>
            <a:custGeom>
              <a:avLst/>
              <a:pathLst>
                <a:path w="6145984" h="1486374">
                  <a:moveTo>
                    <a:pt x="0" y="0"/>
                  </a:moveTo>
                  <a:lnTo>
                    <a:pt x="94192" y="68346"/>
                  </a:lnTo>
                  <a:lnTo>
                    <a:pt x="244656" y="172274"/>
                  </a:lnTo>
                  <a:lnTo>
                    <a:pt x="395120" y="270867"/>
                  </a:lnTo>
                  <a:lnTo>
                    <a:pt x="545584" y="364089"/>
                  </a:lnTo>
                  <a:lnTo>
                    <a:pt x="696048" y="451996"/>
                  </a:lnTo>
                  <a:lnTo>
                    <a:pt x="846512" y="534768"/>
                  </a:lnTo>
                  <a:lnTo>
                    <a:pt x="996976" y="612726"/>
                  </a:lnTo>
                  <a:lnTo>
                    <a:pt x="1147440" y="686308"/>
                  </a:lnTo>
                  <a:lnTo>
                    <a:pt x="1297904" y="755986"/>
                  </a:lnTo>
                  <a:lnTo>
                    <a:pt x="1448369" y="822211"/>
                  </a:lnTo>
                  <a:lnTo>
                    <a:pt x="1598833" y="887326"/>
                  </a:lnTo>
                  <a:lnTo>
                    <a:pt x="1749297" y="951383"/>
                  </a:lnTo>
                  <a:lnTo>
                    <a:pt x="1899761" y="1013065"/>
                  </a:lnTo>
                  <a:lnTo>
                    <a:pt x="2050225" y="1072189"/>
                  </a:lnTo>
                  <a:lnTo>
                    <a:pt x="2200689" y="1136985"/>
                  </a:lnTo>
                  <a:lnTo>
                    <a:pt x="2351153" y="1200666"/>
                  </a:lnTo>
                  <a:lnTo>
                    <a:pt x="2501617" y="1254593"/>
                  </a:lnTo>
                  <a:lnTo>
                    <a:pt x="2652081" y="1299416"/>
                  </a:lnTo>
                  <a:lnTo>
                    <a:pt x="2802545" y="1335805"/>
                  </a:lnTo>
                  <a:lnTo>
                    <a:pt x="2953009" y="1365743"/>
                  </a:lnTo>
                  <a:lnTo>
                    <a:pt x="3103473" y="1391678"/>
                  </a:lnTo>
                  <a:lnTo>
                    <a:pt x="3253937" y="1406256"/>
                  </a:lnTo>
                  <a:lnTo>
                    <a:pt x="3404401" y="1414607"/>
                  </a:lnTo>
                  <a:lnTo>
                    <a:pt x="3554865" y="1427780"/>
                  </a:lnTo>
                  <a:lnTo>
                    <a:pt x="3705329" y="1441828"/>
                  </a:lnTo>
                  <a:lnTo>
                    <a:pt x="3855793" y="1451123"/>
                  </a:lnTo>
                  <a:lnTo>
                    <a:pt x="4006257" y="1460654"/>
                  </a:lnTo>
                  <a:lnTo>
                    <a:pt x="4156721" y="1471456"/>
                  </a:lnTo>
                  <a:lnTo>
                    <a:pt x="4307185" y="1478916"/>
                  </a:lnTo>
                  <a:lnTo>
                    <a:pt x="4457649" y="1483388"/>
                  </a:lnTo>
                  <a:lnTo>
                    <a:pt x="4608114" y="1485799"/>
                  </a:lnTo>
                  <a:lnTo>
                    <a:pt x="4758578" y="1486374"/>
                  </a:lnTo>
                  <a:lnTo>
                    <a:pt x="4909042" y="1485289"/>
                  </a:lnTo>
                  <a:lnTo>
                    <a:pt x="5059506" y="1482935"/>
                  </a:lnTo>
                  <a:lnTo>
                    <a:pt x="5209970" y="1479540"/>
                  </a:lnTo>
                  <a:lnTo>
                    <a:pt x="5360434" y="1475199"/>
                  </a:lnTo>
                  <a:lnTo>
                    <a:pt x="5510898" y="1469906"/>
                  </a:lnTo>
                  <a:lnTo>
                    <a:pt x="5661362" y="1463583"/>
                  </a:lnTo>
                  <a:lnTo>
                    <a:pt x="5811826" y="1456106"/>
                  </a:lnTo>
                  <a:lnTo>
                    <a:pt x="5962290" y="1447319"/>
                  </a:lnTo>
                  <a:lnTo>
                    <a:pt x="6112754" y="1437054"/>
                  </a:lnTo>
                  <a:lnTo>
                    <a:pt x="6145984" y="14344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037438"/>
              <a:ext cx="6145984" cy="1313913"/>
            </a:xfrm>
            <a:custGeom>
              <a:avLst/>
              <a:pathLst>
                <a:path w="6145984" h="1313913">
                  <a:moveTo>
                    <a:pt x="6145984" y="1313913"/>
                  </a:moveTo>
                  <a:lnTo>
                    <a:pt x="6112754" y="1310656"/>
                  </a:lnTo>
                  <a:lnTo>
                    <a:pt x="5962290" y="1296681"/>
                  </a:lnTo>
                  <a:lnTo>
                    <a:pt x="5811826" y="1283309"/>
                  </a:lnTo>
                  <a:lnTo>
                    <a:pt x="5661362" y="1270369"/>
                  </a:lnTo>
                  <a:lnTo>
                    <a:pt x="5510898" y="1257707"/>
                  </a:lnTo>
                  <a:lnTo>
                    <a:pt x="5360434" y="1245196"/>
                  </a:lnTo>
                  <a:lnTo>
                    <a:pt x="5209970" y="1232759"/>
                  </a:lnTo>
                  <a:lnTo>
                    <a:pt x="5059506" y="1220388"/>
                  </a:lnTo>
                  <a:lnTo>
                    <a:pt x="4909042" y="1208178"/>
                  </a:lnTo>
                  <a:lnTo>
                    <a:pt x="4758578" y="1196355"/>
                  </a:lnTo>
                  <a:lnTo>
                    <a:pt x="4608114" y="1185311"/>
                  </a:lnTo>
                  <a:lnTo>
                    <a:pt x="4457649" y="1175005"/>
                  </a:lnTo>
                  <a:lnTo>
                    <a:pt x="4307185" y="1164696"/>
                  </a:lnTo>
                  <a:lnTo>
                    <a:pt x="4156721" y="1154261"/>
                  </a:lnTo>
                  <a:lnTo>
                    <a:pt x="4006257" y="1143014"/>
                  </a:lnTo>
                  <a:lnTo>
                    <a:pt x="3855793" y="1132707"/>
                  </a:lnTo>
                  <a:lnTo>
                    <a:pt x="3705329" y="1124204"/>
                  </a:lnTo>
                  <a:lnTo>
                    <a:pt x="3554865" y="1113068"/>
                  </a:lnTo>
                  <a:lnTo>
                    <a:pt x="3404401" y="1099385"/>
                  </a:lnTo>
                  <a:lnTo>
                    <a:pt x="3253937" y="1090426"/>
                  </a:lnTo>
                  <a:lnTo>
                    <a:pt x="3103473" y="1079658"/>
                  </a:lnTo>
                  <a:lnTo>
                    <a:pt x="2953009" y="1055279"/>
                  </a:lnTo>
                  <a:lnTo>
                    <a:pt x="2802545" y="1020598"/>
                  </a:lnTo>
                  <a:lnTo>
                    <a:pt x="2652081" y="982784"/>
                  </a:lnTo>
                  <a:lnTo>
                    <a:pt x="2501617" y="939280"/>
                  </a:lnTo>
                  <a:lnTo>
                    <a:pt x="2351153" y="882457"/>
                  </a:lnTo>
                  <a:lnTo>
                    <a:pt x="2200689" y="817349"/>
                  </a:lnTo>
                  <a:lnTo>
                    <a:pt x="2050225" y="754148"/>
                  </a:lnTo>
                  <a:lnTo>
                    <a:pt x="1899761" y="695672"/>
                  </a:lnTo>
                  <a:lnTo>
                    <a:pt x="1749297" y="636069"/>
                  </a:lnTo>
                  <a:lnTo>
                    <a:pt x="1598833" y="576402"/>
                  </a:lnTo>
                  <a:lnTo>
                    <a:pt x="1448369" y="517738"/>
                  </a:lnTo>
                  <a:lnTo>
                    <a:pt x="1297904" y="460071"/>
                  </a:lnTo>
                  <a:lnTo>
                    <a:pt x="1147440" y="402276"/>
                  </a:lnTo>
                  <a:lnTo>
                    <a:pt x="996976" y="344753"/>
                  </a:lnTo>
                  <a:lnTo>
                    <a:pt x="846512" y="288023"/>
                  </a:lnTo>
                  <a:lnTo>
                    <a:pt x="696048" y="232568"/>
                  </a:lnTo>
                  <a:lnTo>
                    <a:pt x="545584" y="178755"/>
                  </a:lnTo>
                  <a:lnTo>
                    <a:pt x="395120" y="126810"/>
                  </a:lnTo>
                  <a:lnTo>
                    <a:pt x="244656" y="76833"/>
                  </a:lnTo>
                  <a:lnTo>
                    <a:pt x="94192" y="2883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3783166"/>
              <a:ext cx="6145984" cy="1374168"/>
            </a:xfrm>
            <a:custGeom>
              <a:avLst/>
              <a:pathLst>
                <a:path w="6145984" h="1374168">
                  <a:moveTo>
                    <a:pt x="0" y="0"/>
                  </a:moveTo>
                  <a:lnTo>
                    <a:pt x="94192" y="48590"/>
                  </a:lnTo>
                  <a:lnTo>
                    <a:pt x="244656" y="124553"/>
                  </a:lnTo>
                  <a:lnTo>
                    <a:pt x="395120" y="198838"/>
                  </a:lnTo>
                  <a:lnTo>
                    <a:pt x="545584" y="271422"/>
                  </a:lnTo>
                  <a:lnTo>
                    <a:pt x="696048" y="342282"/>
                  </a:lnTo>
                  <a:lnTo>
                    <a:pt x="846512" y="411396"/>
                  </a:lnTo>
                  <a:lnTo>
                    <a:pt x="996976" y="478740"/>
                  </a:lnTo>
                  <a:lnTo>
                    <a:pt x="1147440" y="544292"/>
                  </a:lnTo>
                  <a:lnTo>
                    <a:pt x="1297904" y="608029"/>
                  </a:lnTo>
                  <a:lnTo>
                    <a:pt x="1448369" y="669974"/>
                  </a:lnTo>
                  <a:lnTo>
                    <a:pt x="1598833" y="731864"/>
                  </a:lnTo>
                  <a:lnTo>
                    <a:pt x="1749297" y="793726"/>
                  </a:lnTo>
                  <a:lnTo>
                    <a:pt x="1899761" y="854368"/>
                  </a:lnTo>
                  <a:lnTo>
                    <a:pt x="2050225" y="913169"/>
                  </a:lnTo>
                  <a:lnTo>
                    <a:pt x="2200689" y="977167"/>
                  </a:lnTo>
                  <a:lnTo>
                    <a:pt x="2351153" y="1041562"/>
                  </a:lnTo>
                  <a:lnTo>
                    <a:pt x="2501617" y="1096937"/>
                  </a:lnTo>
                  <a:lnTo>
                    <a:pt x="2652081" y="1141100"/>
                  </a:lnTo>
                  <a:lnTo>
                    <a:pt x="2802545" y="1178202"/>
                  </a:lnTo>
                  <a:lnTo>
                    <a:pt x="2953009" y="1210511"/>
                  </a:lnTo>
                  <a:lnTo>
                    <a:pt x="3103473" y="1235668"/>
                  </a:lnTo>
                  <a:lnTo>
                    <a:pt x="3253937" y="1248341"/>
                  </a:lnTo>
                  <a:lnTo>
                    <a:pt x="3404401" y="1256996"/>
                  </a:lnTo>
                  <a:lnTo>
                    <a:pt x="3554865" y="1270424"/>
                  </a:lnTo>
                  <a:lnTo>
                    <a:pt x="3705329" y="1283016"/>
                  </a:lnTo>
                  <a:lnTo>
                    <a:pt x="3855793" y="1291915"/>
                  </a:lnTo>
                  <a:lnTo>
                    <a:pt x="4006257" y="1301834"/>
                  </a:lnTo>
                  <a:lnTo>
                    <a:pt x="4156721" y="1312859"/>
                  </a:lnTo>
                  <a:lnTo>
                    <a:pt x="4307185" y="1321806"/>
                  </a:lnTo>
                  <a:lnTo>
                    <a:pt x="4457649" y="1329197"/>
                  </a:lnTo>
                  <a:lnTo>
                    <a:pt x="4608114" y="1335555"/>
                  </a:lnTo>
                  <a:lnTo>
                    <a:pt x="4758578" y="1341365"/>
                  </a:lnTo>
                  <a:lnTo>
                    <a:pt x="4909042" y="1346733"/>
                  </a:lnTo>
                  <a:lnTo>
                    <a:pt x="5059506" y="1351662"/>
                  </a:lnTo>
                  <a:lnTo>
                    <a:pt x="5209970" y="1356150"/>
                  </a:lnTo>
                  <a:lnTo>
                    <a:pt x="5360434" y="1360198"/>
                  </a:lnTo>
                  <a:lnTo>
                    <a:pt x="5510898" y="1363807"/>
                  </a:lnTo>
                  <a:lnTo>
                    <a:pt x="5661362" y="1366976"/>
                  </a:lnTo>
                  <a:lnTo>
                    <a:pt x="5811826" y="1369707"/>
                  </a:lnTo>
                  <a:lnTo>
                    <a:pt x="5962290" y="1372000"/>
                  </a:lnTo>
                  <a:lnTo>
                    <a:pt x="6112754" y="1373855"/>
                  </a:lnTo>
                  <a:lnTo>
                    <a:pt x="6145984" y="137416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3581496"/>
              <a:ext cx="6145984" cy="1747115"/>
            </a:xfrm>
            <a:custGeom>
              <a:avLst/>
              <a:pathLst>
                <a:path w="6145984" h="1747115">
                  <a:moveTo>
                    <a:pt x="0" y="0"/>
                  </a:moveTo>
                  <a:lnTo>
                    <a:pt x="94192" y="82284"/>
                  </a:lnTo>
                  <a:lnTo>
                    <a:pt x="244656" y="205937"/>
                  </a:lnTo>
                  <a:lnTo>
                    <a:pt x="395120" y="321748"/>
                  </a:lnTo>
                  <a:lnTo>
                    <a:pt x="545584" y="429712"/>
                  </a:lnTo>
                  <a:lnTo>
                    <a:pt x="696048" y="529909"/>
                  </a:lnTo>
                  <a:lnTo>
                    <a:pt x="846512" y="622544"/>
                  </a:lnTo>
                  <a:lnTo>
                    <a:pt x="996976" y="707958"/>
                  </a:lnTo>
                  <a:lnTo>
                    <a:pt x="1147440" y="786603"/>
                  </a:lnTo>
                  <a:lnTo>
                    <a:pt x="1297904" y="858968"/>
                  </a:lnTo>
                  <a:lnTo>
                    <a:pt x="1448369" y="925465"/>
                  </a:lnTo>
                  <a:lnTo>
                    <a:pt x="1598833" y="986421"/>
                  </a:lnTo>
                  <a:lnTo>
                    <a:pt x="1749297" y="1041946"/>
                  </a:lnTo>
                  <a:lnTo>
                    <a:pt x="1899761" y="1092221"/>
                  </a:lnTo>
                  <a:lnTo>
                    <a:pt x="2050225" y="1137765"/>
                  </a:lnTo>
                  <a:lnTo>
                    <a:pt x="2200689" y="1176798"/>
                  </a:lnTo>
                  <a:lnTo>
                    <a:pt x="2351153" y="1208599"/>
                  </a:lnTo>
                  <a:lnTo>
                    <a:pt x="2501617" y="1236752"/>
                  </a:lnTo>
                  <a:lnTo>
                    <a:pt x="2652081" y="1256714"/>
                  </a:lnTo>
                  <a:lnTo>
                    <a:pt x="2802545" y="1265990"/>
                  </a:lnTo>
                  <a:lnTo>
                    <a:pt x="2953009" y="1274432"/>
                  </a:lnTo>
                  <a:lnTo>
                    <a:pt x="3103473" y="1290772"/>
                  </a:lnTo>
                  <a:lnTo>
                    <a:pt x="3253937" y="1304862"/>
                  </a:lnTo>
                  <a:lnTo>
                    <a:pt x="3404401" y="1315636"/>
                  </a:lnTo>
                  <a:lnTo>
                    <a:pt x="3554865" y="1327953"/>
                  </a:lnTo>
                  <a:lnTo>
                    <a:pt x="3705329" y="1341966"/>
                  </a:lnTo>
                  <a:lnTo>
                    <a:pt x="3855793" y="1354011"/>
                  </a:lnTo>
                  <a:lnTo>
                    <a:pt x="4006257" y="1365449"/>
                  </a:lnTo>
                  <a:lnTo>
                    <a:pt x="4156721" y="1377485"/>
                  </a:lnTo>
                  <a:lnTo>
                    <a:pt x="4307185" y="1387804"/>
                  </a:lnTo>
                  <a:lnTo>
                    <a:pt x="4457649" y="1395620"/>
                  </a:lnTo>
                  <a:lnTo>
                    <a:pt x="4608114" y="1400716"/>
                  </a:lnTo>
                  <a:lnTo>
                    <a:pt x="4758578" y="1403479"/>
                  </a:lnTo>
                  <a:lnTo>
                    <a:pt x="4909042" y="1404557"/>
                  </a:lnTo>
                  <a:lnTo>
                    <a:pt x="5059506" y="1404336"/>
                  </a:lnTo>
                  <a:lnTo>
                    <a:pt x="5209970" y="1403041"/>
                  </a:lnTo>
                  <a:lnTo>
                    <a:pt x="5360434" y="1400767"/>
                  </a:lnTo>
                  <a:lnTo>
                    <a:pt x="5510898" y="1397513"/>
                  </a:lnTo>
                  <a:lnTo>
                    <a:pt x="5661362" y="1393208"/>
                  </a:lnTo>
                  <a:lnTo>
                    <a:pt x="5811826" y="1387735"/>
                  </a:lnTo>
                  <a:lnTo>
                    <a:pt x="5962290" y="1380946"/>
                  </a:lnTo>
                  <a:lnTo>
                    <a:pt x="6112754" y="1372682"/>
                  </a:lnTo>
                  <a:lnTo>
                    <a:pt x="6145984" y="1370496"/>
                  </a:lnTo>
                  <a:lnTo>
                    <a:pt x="6145984" y="1747115"/>
                  </a:lnTo>
                  <a:lnTo>
                    <a:pt x="6112754" y="1743586"/>
                  </a:lnTo>
                  <a:lnTo>
                    <a:pt x="5962290" y="1728323"/>
                  </a:lnTo>
                  <a:lnTo>
                    <a:pt x="5811826" y="1713604"/>
                  </a:lnTo>
                  <a:lnTo>
                    <a:pt x="5661362" y="1699262"/>
                  </a:lnTo>
                  <a:lnTo>
                    <a:pt x="5510898" y="1685141"/>
                  </a:lnTo>
                  <a:lnTo>
                    <a:pt x="5360434" y="1671114"/>
                  </a:lnTo>
                  <a:lnTo>
                    <a:pt x="5209970" y="1657103"/>
                  </a:lnTo>
                  <a:lnTo>
                    <a:pt x="5059506" y="1643096"/>
                  </a:lnTo>
                  <a:lnTo>
                    <a:pt x="4909042" y="1629182"/>
                  </a:lnTo>
                  <a:lnTo>
                    <a:pt x="4758578" y="1615575"/>
                  </a:lnTo>
                  <a:lnTo>
                    <a:pt x="4608114" y="1602651"/>
                  </a:lnTo>
                  <a:lnTo>
                    <a:pt x="4457649" y="1589892"/>
                  </a:lnTo>
                  <a:lnTo>
                    <a:pt x="4307185" y="1576411"/>
                  </a:lnTo>
                  <a:lnTo>
                    <a:pt x="4156721" y="1563204"/>
                  </a:lnTo>
                  <a:lnTo>
                    <a:pt x="4006257" y="1550737"/>
                  </a:lnTo>
                  <a:lnTo>
                    <a:pt x="3855793" y="1538546"/>
                  </a:lnTo>
                  <a:lnTo>
                    <a:pt x="3705329" y="1527269"/>
                  </a:lnTo>
                  <a:lnTo>
                    <a:pt x="3554865" y="1516083"/>
                  </a:lnTo>
                  <a:lnTo>
                    <a:pt x="3404401" y="1503271"/>
                  </a:lnTo>
                  <a:lnTo>
                    <a:pt x="3253937" y="1491906"/>
                  </a:lnTo>
                  <a:lnTo>
                    <a:pt x="3103473" y="1481514"/>
                  </a:lnTo>
                  <a:lnTo>
                    <a:pt x="2953009" y="1466685"/>
                  </a:lnTo>
                  <a:lnTo>
                    <a:pt x="2802545" y="1453639"/>
                  </a:lnTo>
                  <a:lnTo>
                    <a:pt x="2652081" y="1442980"/>
                  </a:lnTo>
                  <a:lnTo>
                    <a:pt x="2501617" y="1424298"/>
                  </a:lnTo>
                  <a:lnTo>
                    <a:pt x="2351153" y="1393335"/>
                  </a:lnTo>
                  <a:lnTo>
                    <a:pt x="2200689" y="1360148"/>
                  </a:lnTo>
                  <a:lnTo>
                    <a:pt x="2050225" y="1322663"/>
                  </a:lnTo>
                  <a:lnTo>
                    <a:pt x="1899761" y="1277748"/>
                  </a:lnTo>
                  <a:lnTo>
                    <a:pt x="1749297" y="1229490"/>
                  </a:lnTo>
                  <a:lnTo>
                    <a:pt x="1598833" y="1178228"/>
                  </a:lnTo>
                  <a:lnTo>
                    <a:pt x="1448369" y="1123533"/>
                  </a:lnTo>
                  <a:lnTo>
                    <a:pt x="1297904" y="1065342"/>
                  </a:lnTo>
                  <a:lnTo>
                    <a:pt x="1147440" y="1004510"/>
                  </a:lnTo>
                  <a:lnTo>
                    <a:pt x="996976" y="941452"/>
                  </a:lnTo>
                  <a:lnTo>
                    <a:pt x="846512" y="876641"/>
                  </a:lnTo>
                  <a:lnTo>
                    <a:pt x="696048" y="810519"/>
                  </a:lnTo>
                  <a:lnTo>
                    <a:pt x="545584" y="743413"/>
                  </a:lnTo>
                  <a:lnTo>
                    <a:pt x="395120" y="675513"/>
                  </a:lnTo>
                  <a:lnTo>
                    <a:pt x="244656" y="606887"/>
                  </a:lnTo>
                  <a:lnTo>
                    <a:pt x="94192" y="537517"/>
                  </a:lnTo>
                  <a:lnTo>
                    <a:pt x="0" y="49358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581496"/>
              <a:ext cx="6145984" cy="1404557"/>
            </a:xfrm>
            <a:custGeom>
              <a:avLst/>
              <a:pathLst>
                <a:path w="6145984" h="1404557">
                  <a:moveTo>
                    <a:pt x="0" y="0"/>
                  </a:moveTo>
                  <a:lnTo>
                    <a:pt x="94192" y="82284"/>
                  </a:lnTo>
                  <a:lnTo>
                    <a:pt x="244656" y="205937"/>
                  </a:lnTo>
                  <a:lnTo>
                    <a:pt x="395120" y="321748"/>
                  </a:lnTo>
                  <a:lnTo>
                    <a:pt x="545584" y="429712"/>
                  </a:lnTo>
                  <a:lnTo>
                    <a:pt x="696048" y="529909"/>
                  </a:lnTo>
                  <a:lnTo>
                    <a:pt x="846512" y="622544"/>
                  </a:lnTo>
                  <a:lnTo>
                    <a:pt x="996976" y="707958"/>
                  </a:lnTo>
                  <a:lnTo>
                    <a:pt x="1147440" y="786603"/>
                  </a:lnTo>
                  <a:lnTo>
                    <a:pt x="1297904" y="858968"/>
                  </a:lnTo>
                  <a:lnTo>
                    <a:pt x="1448369" y="925465"/>
                  </a:lnTo>
                  <a:lnTo>
                    <a:pt x="1598833" y="986421"/>
                  </a:lnTo>
                  <a:lnTo>
                    <a:pt x="1749297" y="1041946"/>
                  </a:lnTo>
                  <a:lnTo>
                    <a:pt x="1899761" y="1092221"/>
                  </a:lnTo>
                  <a:lnTo>
                    <a:pt x="2050225" y="1137765"/>
                  </a:lnTo>
                  <a:lnTo>
                    <a:pt x="2200689" y="1176798"/>
                  </a:lnTo>
                  <a:lnTo>
                    <a:pt x="2351153" y="1208599"/>
                  </a:lnTo>
                  <a:lnTo>
                    <a:pt x="2501617" y="1236752"/>
                  </a:lnTo>
                  <a:lnTo>
                    <a:pt x="2652081" y="1256714"/>
                  </a:lnTo>
                  <a:lnTo>
                    <a:pt x="2802545" y="1265990"/>
                  </a:lnTo>
                  <a:lnTo>
                    <a:pt x="2953009" y="1274432"/>
                  </a:lnTo>
                  <a:lnTo>
                    <a:pt x="3103473" y="1290772"/>
                  </a:lnTo>
                  <a:lnTo>
                    <a:pt x="3253937" y="1304862"/>
                  </a:lnTo>
                  <a:lnTo>
                    <a:pt x="3404401" y="1315636"/>
                  </a:lnTo>
                  <a:lnTo>
                    <a:pt x="3554865" y="1327953"/>
                  </a:lnTo>
                  <a:lnTo>
                    <a:pt x="3705329" y="1341966"/>
                  </a:lnTo>
                  <a:lnTo>
                    <a:pt x="3855793" y="1354011"/>
                  </a:lnTo>
                  <a:lnTo>
                    <a:pt x="4006257" y="1365449"/>
                  </a:lnTo>
                  <a:lnTo>
                    <a:pt x="4156721" y="1377485"/>
                  </a:lnTo>
                  <a:lnTo>
                    <a:pt x="4307185" y="1387804"/>
                  </a:lnTo>
                  <a:lnTo>
                    <a:pt x="4457649" y="1395620"/>
                  </a:lnTo>
                  <a:lnTo>
                    <a:pt x="4608114" y="1400716"/>
                  </a:lnTo>
                  <a:lnTo>
                    <a:pt x="4758578" y="1403479"/>
                  </a:lnTo>
                  <a:lnTo>
                    <a:pt x="4909042" y="1404557"/>
                  </a:lnTo>
                  <a:lnTo>
                    <a:pt x="5059506" y="1404336"/>
                  </a:lnTo>
                  <a:lnTo>
                    <a:pt x="5209970" y="1403041"/>
                  </a:lnTo>
                  <a:lnTo>
                    <a:pt x="5360434" y="1400767"/>
                  </a:lnTo>
                  <a:lnTo>
                    <a:pt x="5510898" y="1397513"/>
                  </a:lnTo>
                  <a:lnTo>
                    <a:pt x="5661362" y="1393208"/>
                  </a:lnTo>
                  <a:lnTo>
                    <a:pt x="5811826" y="1387735"/>
                  </a:lnTo>
                  <a:lnTo>
                    <a:pt x="5962290" y="1380946"/>
                  </a:lnTo>
                  <a:lnTo>
                    <a:pt x="6112754" y="1372682"/>
                  </a:lnTo>
                  <a:lnTo>
                    <a:pt x="6145984" y="13704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075079"/>
              <a:ext cx="6145984" cy="1253532"/>
            </a:xfrm>
            <a:custGeom>
              <a:avLst/>
              <a:pathLst>
                <a:path w="6145984" h="1253532">
                  <a:moveTo>
                    <a:pt x="6145984" y="1253532"/>
                  </a:moveTo>
                  <a:lnTo>
                    <a:pt x="6112754" y="1250003"/>
                  </a:lnTo>
                  <a:lnTo>
                    <a:pt x="5962290" y="1234739"/>
                  </a:lnTo>
                  <a:lnTo>
                    <a:pt x="5811826" y="1220021"/>
                  </a:lnTo>
                  <a:lnTo>
                    <a:pt x="5661362" y="1205678"/>
                  </a:lnTo>
                  <a:lnTo>
                    <a:pt x="5510898" y="1191557"/>
                  </a:lnTo>
                  <a:lnTo>
                    <a:pt x="5360434" y="1177531"/>
                  </a:lnTo>
                  <a:lnTo>
                    <a:pt x="5209970" y="1163519"/>
                  </a:lnTo>
                  <a:lnTo>
                    <a:pt x="5059506" y="1149513"/>
                  </a:lnTo>
                  <a:lnTo>
                    <a:pt x="4909042" y="1135598"/>
                  </a:lnTo>
                  <a:lnTo>
                    <a:pt x="4758578" y="1121991"/>
                  </a:lnTo>
                  <a:lnTo>
                    <a:pt x="4608114" y="1109068"/>
                  </a:lnTo>
                  <a:lnTo>
                    <a:pt x="4457649" y="1096309"/>
                  </a:lnTo>
                  <a:lnTo>
                    <a:pt x="4307185" y="1082827"/>
                  </a:lnTo>
                  <a:lnTo>
                    <a:pt x="4156721" y="1069620"/>
                  </a:lnTo>
                  <a:lnTo>
                    <a:pt x="4006257" y="1057153"/>
                  </a:lnTo>
                  <a:lnTo>
                    <a:pt x="3855793" y="1044962"/>
                  </a:lnTo>
                  <a:lnTo>
                    <a:pt x="3705329" y="1033686"/>
                  </a:lnTo>
                  <a:lnTo>
                    <a:pt x="3554865" y="1022499"/>
                  </a:lnTo>
                  <a:lnTo>
                    <a:pt x="3404401" y="1009688"/>
                  </a:lnTo>
                  <a:lnTo>
                    <a:pt x="3253937" y="998322"/>
                  </a:lnTo>
                  <a:lnTo>
                    <a:pt x="3103473" y="987930"/>
                  </a:lnTo>
                  <a:lnTo>
                    <a:pt x="2953009" y="973101"/>
                  </a:lnTo>
                  <a:lnTo>
                    <a:pt x="2802545" y="960056"/>
                  </a:lnTo>
                  <a:lnTo>
                    <a:pt x="2652081" y="949396"/>
                  </a:lnTo>
                  <a:lnTo>
                    <a:pt x="2501617" y="930715"/>
                  </a:lnTo>
                  <a:lnTo>
                    <a:pt x="2351153" y="899751"/>
                  </a:lnTo>
                  <a:lnTo>
                    <a:pt x="2200689" y="866565"/>
                  </a:lnTo>
                  <a:lnTo>
                    <a:pt x="2050225" y="829080"/>
                  </a:lnTo>
                  <a:lnTo>
                    <a:pt x="1899761" y="784165"/>
                  </a:lnTo>
                  <a:lnTo>
                    <a:pt x="1749297" y="735907"/>
                  </a:lnTo>
                  <a:lnTo>
                    <a:pt x="1598833" y="684644"/>
                  </a:lnTo>
                  <a:lnTo>
                    <a:pt x="1448369" y="629950"/>
                  </a:lnTo>
                  <a:lnTo>
                    <a:pt x="1297904" y="571758"/>
                  </a:lnTo>
                  <a:lnTo>
                    <a:pt x="1147440" y="510927"/>
                  </a:lnTo>
                  <a:lnTo>
                    <a:pt x="996976" y="447868"/>
                  </a:lnTo>
                  <a:lnTo>
                    <a:pt x="846512" y="383058"/>
                  </a:lnTo>
                  <a:lnTo>
                    <a:pt x="696048" y="316936"/>
                  </a:lnTo>
                  <a:lnTo>
                    <a:pt x="545584" y="249830"/>
                  </a:lnTo>
                  <a:lnTo>
                    <a:pt x="395120" y="181929"/>
                  </a:lnTo>
                  <a:lnTo>
                    <a:pt x="244656" y="113303"/>
                  </a:lnTo>
                  <a:lnTo>
                    <a:pt x="94192" y="4393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828287"/>
              <a:ext cx="6145984" cy="1312014"/>
            </a:xfrm>
            <a:custGeom>
              <a:avLst/>
              <a:pathLst>
                <a:path w="6145984" h="1312014">
                  <a:moveTo>
                    <a:pt x="0" y="0"/>
                  </a:moveTo>
                  <a:lnTo>
                    <a:pt x="94192" y="63109"/>
                  </a:lnTo>
                  <a:lnTo>
                    <a:pt x="244656" y="159620"/>
                  </a:lnTo>
                  <a:lnTo>
                    <a:pt x="395120" y="251839"/>
                  </a:lnTo>
                  <a:lnTo>
                    <a:pt x="545584" y="339771"/>
                  </a:lnTo>
                  <a:lnTo>
                    <a:pt x="696048" y="423422"/>
                  </a:lnTo>
                  <a:lnTo>
                    <a:pt x="846512" y="502801"/>
                  </a:lnTo>
                  <a:lnTo>
                    <a:pt x="996976" y="577913"/>
                  </a:lnTo>
                  <a:lnTo>
                    <a:pt x="1147440" y="648765"/>
                  </a:lnTo>
                  <a:lnTo>
                    <a:pt x="1297904" y="715363"/>
                  </a:lnTo>
                  <a:lnTo>
                    <a:pt x="1448369" y="777707"/>
                  </a:lnTo>
                  <a:lnTo>
                    <a:pt x="1598833" y="835533"/>
                  </a:lnTo>
                  <a:lnTo>
                    <a:pt x="1749297" y="888926"/>
                  </a:lnTo>
                  <a:lnTo>
                    <a:pt x="1899761" y="938193"/>
                  </a:lnTo>
                  <a:lnTo>
                    <a:pt x="2050225" y="983422"/>
                  </a:lnTo>
                  <a:lnTo>
                    <a:pt x="2200689" y="1021681"/>
                  </a:lnTo>
                  <a:lnTo>
                    <a:pt x="2351153" y="1054175"/>
                  </a:lnTo>
                  <a:lnTo>
                    <a:pt x="2501617" y="1083733"/>
                  </a:lnTo>
                  <a:lnTo>
                    <a:pt x="2652081" y="1103055"/>
                  </a:lnTo>
                  <a:lnTo>
                    <a:pt x="2802545" y="1113023"/>
                  </a:lnTo>
                  <a:lnTo>
                    <a:pt x="2953009" y="1123767"/>
                  </a:lnTo>
                  <a:lnTo>
                    <a:pt x="3103473" y="1139351"/>
                  </a:lnTo>
                  <a:lnTo>
                    <a:pt x="3253937" y="1151592"/>
                  </a:lnTo>
                  <a:lnTo>
                    <a:pt x="3404401" y="1162662"/>
                  </a:lnTo>
                  <a:lnTo>
                    <a:pt x="3554865" y="1175226"/>
                  </a:lnTo>
                  <a:lnTo>
                    <a:pt x="3705329" y="1187826"/>
                  </a:lnTo>
                  <a:lnTo>
                    <a:pt x="3855793" y="1199487"/>
                  </a:lnTo>
                  <a:lnTo>
                    <a:pt x="4006257" y="1211301"/>
                  </a:lnTo>
                  <a:lnTo>
                    <a:pt x="4156721" y="1223553"/>
                  </a:lnTo>
                  <a:lnTo>
                    <a:pt x="4307185" y="1235316"/>
                  </a:lnTo>
                  <a:lnTo>
                    <a:pt x="4457649" y="1245964"/>
                  </a:lnTo>
                  <a:lnTo>
                    <a:pt x="4608114" y="1254892"/>
                  </a:lnTo>
                  <a:lnTo>
                    <a:pt x="4758578" y="1262735"/>
                  </a:lnTo>
                  <a:lnTo>
                    <a:pt x="4909042" y="1270078"/>
                  </a:lnTo>
                  <a:lnTo>
                    <a:pt x="5059506" y="1276925"/>
                  </a:lnTo>
                  <a:lnTo>
                    <a:pt x="5209970" y="1283280"/>
                  </a:lnTo>
                  <a:lnTo>
                    <a:pt x="5360434" y="1289149"/>
                  </a:lnTo>
                  <a:lnTo>
                    <a:pt x="5510898" y="1294535"/>
                  </a:lnTo>
                  <a:lnTo>
                    <a:pt x="5661362" y="1299443"/>
                  </a:lnTo>
                  <a:lnTo>
                    <a:pt x="5811826" y="1303878"/>
                  </a:lnTo>
                  <a:lnTo>
                    <a:pt x="5962290" y="1307843"/>
                  </a:lnTo>
                  <a:lnTo>
                    <a:pt x="6112754" y="1311343"/>
                  </a:lnTo>
                  <a:lnTo>
                    <a:pt x="6145984" y="131201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958134"/>
              <a:ext cx="6145984" cy="2416914"/>
            </a:xfrm>
            <a:custGeom>
              <a:avLst/>
              <a:pathLst>
                <a:path w="6145984" h="2416914">
                  <a:moveTo>
                    <a:pt x="0" y="0"/>
                  </a:moveTo>
                  <a:lnTo>
                    <a:pt x="94192" y="102281"/>
                  </a:lnTo>
                  <a:lnTo>
                    <a:pt x="244656" y="256319"/>
                  </a:lnTo>
                  <a:lnTo>
                    <a:pt x="395120" y="400939"/>
                  </a:lnTo>
                  <a:lnTo>
                    <a:pt x="545584" y="536129"/>
                  </a:lnTo>
                  <a:lnTo>
                    <a:pt x="696048" y="661987"/>
                  </a:lnTo>
                  <a:lnTo>
                    <a:pt x="846512" y="778760"/>
                  </a:lnTo>
                  <a:lnTo>
                    <a:pt x="996976" y="886862"/>
                  </a:lnTo>
                  <a:lnTo>
                    <a:pt x="1147440" y="986848"/>
                  </a:lnTo>
                  <a:lnTo>
                    <a:pt x="1297904" y="1079315"/>
                  </a:lnTo>
                  <a:lnTo>
                    <a:pt x="1448369" y="1164750"/>
                  </a:lnTo>
                  <a:lnTo>
                    <a:pt x="1598833" y="1243021"/>
                  </a:lnTo>
                  <a:lnTo>
                    <a:pt x="1749297" y="1314342"/>
                  </a:lnTo>
                  <a:lnTo>
                    <a:pt x="1899761" y="1379417"/>
                  </a:lnTo>
                  <a:lnTo>
                    <a:pt x="2050225" y="1439462"/>
                  </a:lnTo>
                  <a:lnTo>
                    <a:pt x="2200689" y="1493959"/>
                  </a:lnTo>
                  <a:lnTo>
                    <a:pt x="2351153" y="1540971"/>
                  </a:lnTo>
                  <a:lnTo>
                    <a:pt x="2501617" y="1582968"/>
                  </a:lnTo>
                  <a:lnTo>
                    <a:pt x="2652081" y="1614910"/>
                  </a:lnTo>
                  <a:lnTo>
                    <a:pt x="2802545" y="1634368"/>
                  </a:lnTo>
                  <a:lnTo>
                    <a:pt x="2953009" y="1652648"/>
                  </a:lnTo>
                  <a:lnTo>
                    <a:pt x="3103473" y="1679711"/>
                  </a:lnTo>
                  <a:lnTo>
                    <a:pt x="3253937" y="1703293"/>
                  </a:lnTo>
                  <a:lnTo>
                    <a:pt x="3404401" y="1723147"/>
                  </a:lnTo>
                  <a:lnTo>
                    <a:pt x="3554865" y="1746325"/>
                  </a:lnTo>
                  <a:lnTo>
                    <a:pt x="3705329" y="1773141"/>
                  </a:lnTo>
                  <a:lnTo>
                    <a:pt x="3855793" y="1798269"/>
                  </a:lnTo>
                  <a:lnTo>
                    <a:pt x="4006257" y="1822683"/>
                  </a:lnTo>
                  <a:lnTo>
                    <a:pt x="4156721" y="1847776"/>
                  </a:lnTo>
                  <a:lnTo>
                    <a:pt x="4307185" y="1871018"/>
                  </a:lnTo>
                  <a:lnTo>
                    <a:pt x="4457649" y="1891261"/>
                  </a:lnTo>
                  <a:lnTo>
                    <a:pt x="4608114" y="1908057"/>
                  </a:lnTo>
                  <a:lnTo>
                    <a:pt x="4758578" y="1921615"/>
                  </a:lnTo>
                  <a:lnTo>
                    <a:pt x="4909042" y="1932639"/>
                  </a:lnTo>
                  <a:lnTo>
                    <a:pt x="5059506" y="1941607"/>
                  </a:lnTo>
                  <a:lnTo>
                    <a:pt x="5209970" y="1948799"/>
                  </a:lnTo>
                  <a:lnTo>
                    <a:pt x="5360434" y="1954336"/>
                  </a:lnTo>
                  <a:lnTo>
                    <a:pt x="5510898" y="1958219"/>
                  </a:lnTo>
                  <a:lnTo>
                    <a:pt x="5661362" y="1960363"/>
                  </a:lnTo>
                  <a:lnTo>
                    <a:pt x="5811826" y="1960626"/>
                  </a:lnTo>
                  <a:lnTo>
                    <a:pt x="5962290" y="1958833"/>
                  </a:lnTo>
                  <a:lnTo>
                    <a:pt x="6112754" y="1954788"/>
                  </a:lnTo>
                  <a:lnTo>
                    <a:pt x="6145984" y="1953355"/>
                  </a:lnTo>
                  <a:lnTo>
                    <a:pt x="6145984" y="2416914"/>
                  </a:lnTo>
                  <a:lnTo>
                    <a:pt x="6112754" y="2411313"/>
                  </a:lnTo>
                  <a:lnTo>
                    <a:pt x="5962290" y="2386400"/>
                  </a:lnTo>
                  <a:lnTo>
                    <a:pt x="5811826" y="2361721"/>
                  </a:lnTo>
                  <a:lnTo>
                    <a:pt x="5661362" y="2337066"/>
                  </a:lnTo>
                  <a:lnTo>
                    <a:pt x="5510898" y="2312243"/>
                  </a:lnTo>
                  <a:lnTo>
                    <a:pt x="5360434" y="2287090"/>
                  </a:lnTo>
                  <a:lnTo>
                    <a:pt x="5209970" y="2261509"/>
                  </a:lnTo>
                  <a:lnTo>
                    <a:pt x="5059506" y="2235483"/>
                  </a:lnTo>
                  <a:lnTo>
                    <a:pt x="4909042" y="2209116"/>
                  </a:lnTo>
                  <a:lnTo>
                    <a:pt x="4758578" y="2182671"/>
                  </a:lnTo>
                  <a:lnTo>
                    <a:pt x="4608114" y="2156608"/>
                  </a:lnTo>
                  <a:lnTo>
                    <a:pt x="4457649" y="2130380"/>
                  </a:lnTo>
                  <a:lnTo>
                    <a:pt x="4307185" y="2103163"/>
                  </a:lnTo>
                  <a:lnTo>
                    <a:pt x="4156721" y="2076367"/>
                  </a:lnTo>
                  <a:lnTo>
                    <a:pt x="4006257" y="2050743"/>
                  </a:lnTo>
                  <a:lnTo>
                    <a:pt x="3855793" y="2025403"/>
                  </a:lnTo>
                  <a:lnTo>
                    <a:pt x="3705329" y="2001221"/>
                  </a:lnTo>
                  <a:lnTo>
                    <a:pt x="3554865" y="1977883"/>
                  </a:lnTo>
                  <a:lnTo>
                    <a:pt x="3404401" y="1954095"/>
                  </a:lnTo>
                  <a:lnTo>
                    <a:pt x="3253937" y="1933515"/>
                  </a:lnTo>
                  <a:lnTo>
                    <a:pt x="3103473" y="1914485"/>
                  </a:lnTo>
                  <a:lnTo>
                    <a:pt x="2953009" y="1889282"/>
                  </a:lnTo>
                  <a:lnTo>
                    <a:pt x="2802545" y="1865335"/>
                  </a:lnTo>
                  <a:lnTo>
                    <a:pt x="2652081" y="1844175"/>
                  </a:lnTo>
                  <a:lnTo>
                    <a:pt x="2501617" y="1813808"/>
                  </a:lnTo>
                  <a:lnTo>
                    <a:pt x="2351153" y="1768351"/>
                  </a:lnTo>
                  <a:lnTo>
                    <a:pt x="2200689" y="1719634"/>
                  </a:lnTo>
                  <a:lnTo>
                    <a:pt x="2050225" y="1667043"/>
                  </a:lnTo>
                  <a:lnTo>
                    <a:pt x="1899761" y="1607771"/>
                  </a:lnTo>
                  <a:lnTo>
                    <a:pt x="1749297" y="1545180"/>
                  </a:lnTo>
                  <a:lnTo>
                    <a:pt x="1598833" y="1479105"/>
                  </a:lnTo>
                  <a:lnTo>
                    <a:pt x="1448369" y="1408541"/>
                  </a:lnTo>
                  <a:lnTo>
                    <a:pt x="1297904" y="1333328"/>
                  </a:lnTo>
                  <a:lnTo>
                    <a:pt x="1147440" y="1255057"/>
                  </a:lnTo>
                  <a:lnTo>
                    <a:pt x="996976" y="1174256"/>
                  </a:lnTo>
                  <a:lnTo>
                    <a:pt x="846512" y="1091513"/>
                  </a:lnTo>
                  <a:lnTo>
                    <a:pt x="696048" y="1007374"/>
                  </a:lnTo>
                  <a:lnTo>
                    <a:pt x="545584" y="922246"/>
                  </a:lnTo>
                  <a:lnTo>
                    <a:pt x="395120" y="836367"/>
                  </a:lnTo>
                  <a:lnTo>
                    <a:pt x="244656" y="749825"/>
                  </a:lnTo>
                  <a:lnTo>
                    <a:pt x="94192" y="662603"/>
                  </a:lnTo>
                  <a:lnTo>
                    <a:pt x="0" y="60752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958134"/>
              <a:ext cx="6145984" cy="1960626"/>
            </a:xfrm>
            <a:custGeom>
              <a:avLst/>
              <a:pathLst>
                <a:path w="6145984" h="1960626">
                  <a:moveTo>
                    <a:pt x="0" y="0"/>
                  </a:moveTo>
                  <a:lnTo>
                    <a:pt x="94192" y="102281"/>
                  </a:lnTo>
                  <a:lnTo>
                    <a:pt x="244656" y="256319"/>
                  </a:lnTo>
                  <a:lnTo>
                    <a:pt x="395120" y="400939"/>
                  </a:lnTo>
                  <a:lnTo>
                    <a:pt x="545584" y="536129"/>
                  </a:lnTo>
                  <a:lnTo>
                    <a:pt x="696048" y="661987"/>
                  </a:lnTo>
                  <a:lnTo>
                    <a:pt x="846512" y="778760"/>
                  </a:lnTo>
                  <a:lnTo>
                    <a:pt x="996976" y="886862"/>
                  </a:lnTo>
                  <a:lnTo>
                    <a:pt x="1147440" y="986848"/>
                  </a:lnTo>
                  <a:lnTo>
                    <a:pt x="1297904" y="1079315"/>
                  </a:lnTo>
                  <a:lnTo>
                    <a:pt x="1448369" y="1164750"/>
                  </a:lnTo>
                  <a:lnTo>
                    <a:pt x="1598833" y="1243021"/>
                  </a:lnTo>
                  <a:lnTo>
                    <a:pt x="1749297" y="1314342"/>
                  </a:lnTo>
                  <a:lnTo>
                    <a:pt x="1899761" y="1379417"/>
                  </a:lnTo>
                  <a:lnTo>
                    <a:pt x="2050225" y="1439462"/>
                  </a:lnTo>
                  <a:lnTo>
                    <a:pt x="2200689" y="1493959"/>
                  </a:lnTo>
                  <a:lnTo>
                    <a:pt x="2351153" y="1540971"/>
                  </a:lnTo>
                  <a:lnTo>
                    <a:pt x="2501617" y="1582968"/>
                  </a:lnTo>
                  <a:lnTo>
                    <a:pt x="2652081" y="1614910"/>
                  </a:lnTo>
                  <a:lnTo>
                    <a:pt x="2802545" y="1634368"/>
                  </a:lnTo>
                  <a:lnTo>
                    <a:pt x="2953009" y="1652648"/>
                  </a:lnTo>
                  <a:lnTo>
                    <a:pt x="3103473" y="1679711"/>
                  </a:lnTo>
                  <a:lnTo>
                    <a:pt x="3253937" y="1703293"/>
                  </a:lnTo>
                  <a:lnTo>
                    <a:pt x="3404401" y="1723147"/>
                  </a:lnTo>
                  <a:lnTo>
                    <a:pt x="3554865" y="1746325"/>
                  </a:lnTo>
                  <a:lnTo>
                    <a:pt x="3705329" y="1773141"/>
                  </a:lnTo>
                  <a:lnTo>
                    <a:pt x="3855793" y="1798269"/>
                  </a:lnTo>
                  <a:lnTo>
                    <a:pt x="4006257" y="1822683"/>
                  </a:lnTo>
                  <a:lnTo>
                    <a:pt x="4156721" y="1847776"/>
                  </a:lnTo>
                  <a:lnTo>
                    <a:pt x="4307185" y="1871018"/>
                  </a:lnTo>
                  <a:lnTo>
                    <a:pt x="4457649" y="1891261"/>
                  </a:lnTo>
                  <a:lnTo>
                    <a:pt x="4608114" y="1908057"/>
                  </a:lnTo>
                  <a:lnTo>
                    <a:pt x="4758578" y="1921615"/>
                  </a:lnTo>
                  <a:lnTo>
                    <a:pt x="4909042" y="1932639"/>
                  </a:lnTo>
                  <a:lnTo>
                    <a:pt x="5059506" y="1941607"/>
                  </a:lnTo>
                  <a:lnTo>
                    <a:pt x="5209970" y="1948799"/>
                  </a:lnTo>
                  <a:lnTo>
                    <a:pt x="5360434" y="1954336"/>
                  </a:lnTo>
                  <a:lnTo>
                    <a:pt x="5510898" y="1958219"/>
                  </a:lnTo>
                  <a:lnTo>
                    <a:pt x="5661362" y="1960363"/>
                  </a:lnTo>
                  <a:lnTo>
                    <a:pt x="5811826" y="1960626"/>
                  </a:lnTo>
                  <a:lnTo>
                    <a:pt x="5962290" y="1958833"/>
                  </a:lnTo>
                  <a:lnTo>
                    <a:pt x="6112754" y="1954788"/>
                  </a:lnTo>
                  <a:lnTo>
                    <a:pt x="6145984" y="19533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565658"/>
              <a:ext cx="6145984" cy="1809390"/>
            </a:xfrm>
            <a:custGeom>
              <a:avLst/>
              <a:pathLst>
                <a:path w="6145984" h="1809390">
                  <a:moveTo>
                    <a:pt x="6145984" y="1809390"/>
                  </a:moveTo>
                  <a:lnTo>
                    <a:pt x="6112754" y="1803789"/>
                  </a:lnTo>
                  <a:lnTo>
                    <a:pt x="5962290" y="1778876"/>
                  </a:lnTo>
                  <a:lnTo>
                    <a:pt x="5811826" y="1754197"/>
                  </a:lnTo>
                  <a:lnTo>
                    <a:pt x="5661362" y="1729543"/>
                  </a:lnTo>
                  <a:lnTo>
                    <a:pt x="5510898" y="1704719"/>
                  </a:lnTo>
                  <a:lnTo>
                    <a:pt x="5360434" y="1679567"/>
                  </a:lnTo>
                  <a:lnTo>
                    <a:pt x="5209970" y="1653985"/>
                  </a:lnTo>
                  <a:lnTo>
                    <a:pt x="5059506" y="1627960"/>
                  </a:lnTo>
                  <a:lnTo>
                    <a:pt x="4909042" y="1601593"/>
                  </a:lnTo>
                  <a:lnTo>
                    <a:pt x="4758578" y="1575148"/>
                  </a:lnTo>
                  <a:lnTo>
                    <a:pt x="4608114" y="1549085"/>
                  </a:lnTo>
                  <a:lnTo>
                    <a:pt x="4457649" y="1522856"/>
                  </a:lnTo>
                  <a:lnTo>
                    <a:pt x="4307185" y="1495640"/>
                  </a:lnTo>
                  <a:lnTo>
                    <a:pt x="4156721" y="1468843"/>
                  </a:lnTo>
                  <a:lnTo>
                    <a:pt x="4006257" y="1443219"/>
                  </a:lnTo>
                  <a:lnTo>
                    <a:pt x="3855793" y="1417879"/>
                  </a:lnTo>
                  <a:lnTo>
                    <a:pt x="3705329" y="1393697"/>
                  </a:lnTo>
                  <a:lnTo>
                    <a:pt x="3554865" y="1370359"/>
                  </a:lnTo>
                  <a:lnTo>
                    <a:pt x="3404401" y="1346572"/>
                  </a:lnTo>
                  <a:lnTo>
                    <a:pt x="3253937" y="1325991"/>
                  </a:lnTo>
                  <a:lnTo>
                    <a:pt x="3103473" y="1306961"/>
                  </a:lnTo>
                  <a:lnTo>
                    <a:pt x="2953009" y="1281758"/>
                  </a:lnTo>
                  <a:lnTo>
                    <a:pt x="2802545" y="1257811"/>
                  </a:lnTo>
                  <a:lnTo>
                    <a:pt x="2652081" y="1236651"/>
                  </a:lnTo>
                  <a:lnTo>
                    <a:pt x="2501617" y="1206284"/>
                  </a:lnTo>
                  <a:lnTo>
                    <a:pt x="2351153" y="1160827"/>
                  </a:lnTo>
                  <a:lnTo>
                    <a:pt x="2200689" y="1112110"/>
                  </a:lnTo>
                  <a:lnTo>
                    <a:pt x="2050225" y="1059519"/>
                  </a:lnTo>
                  <a:lnTo>
                    <a:pt x="1899761" y="1000248"/>
                  </a:lnTo>
                  <a:lnTo>
                    <a:pt x="1749297" y="937657"/>
                  </a:lnTo>
                  <a:lnTo>
                    <a:pt x="1598833" y="871581"/>
                  </a:lnTo>
                  <a:lnTo>
                    <a:pt x="1448369" y="801017"/>
                  </a:lnTo>
                  <a:lnTo>
                    <a:pt x="1297904" y="725804"/>
                  </a:lnTo>
                  <a:lnTo>
                    <a:pt x="1147440" y="647534"/>
                  </a:lnTo>
                  <a:lnTo>
                    <a:pt x="996976" y="566733"/>
                  </a:lnTo>
                  <a:lnTo>
                    <a:pt x="846512" y="483990"/>
                  </a:lnTo>
                  <a:lnTo>
                    <a:pt x="696048" y="399851"/>
                  </a:lnTo>
                  <a:lnTo>
                    <a:pt x="545584" y="314723"/>
                  </a:lnTo>
                  <a:lnTo>
                    <a:pt x="395120" y="228844"/>
                  </a:lnTo>
                  <a:lnTo>
                    <a:pt x="244656" y="142302"/>
                  </a:lnTo>
                  <a:lnTo>
                    <a:pt x="94192" y="5507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261896"/>
              <a:ext cx="6145984" cy="1881373"/>
            </a:xfrm>
            <a:custGeom>
              <a:avLst/>
              <a:pathLst>
                <a:path w="6145984" h="1881373">
                  <a:moveTo>
                    <a:pt x="0" y="0"/>
                  </a:moveTo>
                  <a:lnTo>
                    <a:pt x="94192" y="78680"/>
                  </a:lnTo>
                  <a:lnTo>
                    <a:pt x="244656" y="199311"/>
                  </a:lnTo>
                  <a:lnTo>
                    <a:pt x="395120" y="314891"/>
                  </a:lnTo>
                  <a:lnTo>
                    <a:pt x="545584" y="425426"/>
                  </a:lnTo>
                  <a:lnTo>
                    <a:pt x="696048" y="530919"/>
                  </a:lnTo>
                  <a:lnTo>
                    <a:pt x="846512" y="631375"/>
                  </a:lnTo>
                  <a:lnTo>
                    <a:pt x="996976" y="726797"/>
                  </a:lnTo>
                  <a:lnTo>
                    <a:pt x="1147440" y="817191"/>
                  </a:lnTo>
                  <a:lnTo>
                    <a:pt x="1297904" y="902559"/>
                  </a:lnTo>
                  <a:lnTo>
                    <a:pt x="1448369" y="982884"/>
                  </a:lnTo>
                  <a:lnTo>
                    <a:pt x="1598833" y="1057301"/>
                  </a:lnTo>
                  <a:lnTo>
                    <a:pt x="1749297" y="1125999"/>
                  </a:lnTo>
                  <a:lnTo>
                    <a:pt x="1899761" y="1189832"/>
                  </a:lnTo>
                  <a:lnTo>
                    <a:pt x="2050225" y="1249491"/>
                  </a:lnTo>
                  <a:lnTo>
                    <a:pt x="2200689" y="1303035"/>
                  </a:lnTo>
                  <a:lnTo>
                    <a:pt x="2351153" y="1350899"/>
                  </a:lnTo>
                  <a:lnTo>
                    <a:pt x="2501617" y="1394626"/>
                  </a:lnTo>
                  <a:lnTo>
                    <a:pt x="2652081" y="1425781"/>
                  </a:lnTo>
                  <a:lnTo>
                    <a:pt x="2802545" y="1446089"/>
                  </a:lnTo>
                  <a:lnTo>
                    <a:pt x="2953009" y="1467203"/>
                  </a:lnTo>
                  <a:lnTo>
                    <a:pt x="3103473" y="1493336"/>
                  </a:lnTo>
                  <a:lnTo>
                    <a:pt x="3253937" y="1514642"/>
                  </a:lnTo>
                  <a:lnTo>
                    <a:pt x="3404401" y="1534859"/>
                  </a:lnTo>
                  <a:lnTo>
                    <a:pt x="3554865" y="1558342"/>
                  </a:lnTo>
                  <a:lnTo>
                    <a:pt x="3705329" y="1583419"/>
                  </a:lnTo>
                  <a:lnTo>
                    <a:pt x="3855793" y="1608074"/>
                  </a:lnTo>
                  <a:lnTo>
                    <a:pt x="4006257" y="1632951"/>
                  </a:lnTo>
                  <a:lnTo>
                    <a:pt x="4156721" y="1658309"/>
                  </a:lnTo>
                  <a:lnTo>
                    <a:pt x="4307185" y="1683329"/>
                  </a:lnTo>
                  <a:lnTo>
                    <a:pt x="4457649" y="1707059"/>
                  </a:lnTo>
                  <a:lnTo>
                    <a:pt x="4608114" y="1728571"/>
                  </a:lnTo>
                  <a:lnTo>
                    <a:pt x="4758578" y="1748381"/>
                  </a:lnTo>
                  <a:lnTo>
                    <a:pt x="4909042" y="1767116"/>
                  </a:lnTo>
                  <a:lnTo>
                    <a:pt x="5059506" y="1784783"/>
                  </a:lnTo>
                  <a:lnTo>
                    <a:pt x="5209970" y="1801392"/>
                  </a:lnTo>
                  <a:lnTo>
                    <a:pt x="5360434" y="1816951"/>
                  </a:lnTo>
                  <a:lnTo>
                    <a:pt x="5510898" y="1831469"/>
                  </a:lnTo>
                  <a:lnTo>
                    <a:pt x="5661362" y="1844953"/>
                  </a:lnTo>
                  <a:lnTo>
                    <a:pt x="5811826" y="1857412"/>
                  </a:lnTo>
                  <a:lnTo>
                    <a:pt x="5962290" y="1868854"/>
                  </a:lnTo>
                  <a:lnTo>
                    <a:pt x="6112754" y="1879289"/>
                  </a:lnTo>
                  <a:lnTo>
                    <a:pt x="6145984" y="188137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3536554"/>
              <a:ext cx="6145984" cy="1796633"/>
            </a:xfrm>
            <a:custGeom>
              <a:avLst/>
              <a:pathLst>
                <a:path w="6145984" h="1796633">
                  <a:moveTo>
                    <a:pt x="0" y="0"/>
                  </a:moveTo>
                  <a:lnTo>
                    <a:pt x="94192" y="70962"/>
                  </a:lnTo>
                  <a:lnTo>
                    <a:pt x="244656" y="178739"/>
                  </a:lnTo>
                  <a:lnTo>
                    <a:pt x="395120" y="280852"/>
                  </a:lnTo>
                  <a:lnTo>
                    <a:pt x="545584" y="377267"/>
                  </a:lnTo>
                  <a:lnTo>
                    <a:pt x="696048" y="468035"/>
                  </a:lnTo>
                  <a:lnTo>
                    <a:pt x="846512" y="553328"/>
                  </a:lnTo>
                  <a:lnTo>
                    <a:pt x="996976" y="633455"/>
                  </a:lnTo>
                  <a:lnTo>
                    <a:pt x="1147440" y="708835"/>
                  </a:lnTo>
                  <a:lnTo>
                    <a:pt x="1297904" y="779923"/>
                  </a:lnTo>
                  <a:lnTo>
                    <a:pt x="1448369" y="847143"/>
                  </a:lnTo>
                  <a:lnTo>
                    <a:pt x="1598833" y="912548"/>
                  </a:lnTo>
                  <a:lnTo>
                    <a:pt x="1749297" y="976266"/>
                  </a:lnTo>
                  <a:lnTo>
                    <a:pt x="1899761" y="1037270"/>
                  </a:lnTo>
                  <a:lnTo>
                    <a:pt x="2050225" y="1095516"/>
                  </a:lnTo>
                  <a:lnTo>
                    <a:pt x="2200689" y="1157491"/>
                  </a:lnTo>
                  <a:lnTo>
                    <a:pt x="2351153" y="1217592"/>
                  </a:lnTo>
                  <a:lnTo>
                    <a:pt x="2501617" y="1269340"/>
                  </a:lnTo>
                  <a:lnTo>
                    <a:pt x="2652081" y="1311638"/>
                  </a:lnTo>
                  <a:lnTo>
                    <a:pt x="2802545" y="1344883"/>
                  </a:lnTo>
                  <a:lnTo>
                    <a:pt x="2953009" y="1373448"/>
                  </a:lnTo>
                  <a:lnTo>
                    <a:pt x="3103473" y="1402569"/>
                  </a:lnTo>
                  <a:lnTo>
                    <a:pt x="3253937" y="1425196"/>
                  </a:lnTo>
                  <a:lnTo>
                    <a:pt x="3404401" y="1442191"/>
                  </a:lnTo>
                  <a:lnTo>
                    <a:pt x="3554865" y="1460126"/>
                  </a:lnTo>
                  <a:lnTo>
                    <a:pt x="3705329" y="1478522"/>
                  </a:lnTo>
                  <a:lnTo>
                    <a:pt x="3855793" y="1492614"/>
                  </a:lnTo>
                  <a:lnTo>
                    <a:pt x="4006257" y="1503555"/>
                  </a:lnTo>
                  <a:lnTo>
                    <a:pt x="4156721" y="1512124"/>
                  </a:lnTo>
                  <a:lnTo>
                    <a:pt x="4307185" y="1516454"/>
                  </a:lnTo>
                  <a:lnTo>
                    <a:pt x="4457649" y="1516919"/>
                  </a:lnTo>
                  <a:lnTo>
                    <a:pt x="4608114" y="1514453"/>
                  </a:lnTo>
                  <a:lnTo>
                    <a:pt x="4758578" y="1510012"/>
                  </a:lnTo>
                  <a:lnTo>
                    <a:pt x="4909042" y="1504181"/>
                  </a:lnTo>
                  <a:lnTo>
                    <a:pt x="5059506" y="1497331"/>
                  </a:lnTo>
                  <a:lnTo>
                    <a:pt x="5209970" y="1489677"/>
                  </a:lnTo>
                  <a:lnTo>
                    <a:pt x="5360434" y="1481301"/>
                  </a:lnTo>
                  <a:lnTo>
                    <a:pt x="5510898" y="1472193"/>
                  </a:lnTo>
                  <a:lnTo>
                    <a:pt x="5661362" y="1462273"/>
                  </a:lnTo>
                  <a:lnTo>
                    <a:pt x="5811826" y="1451414"/>
                  </a:lnTo>
                  <a:lnTo>
                    <a:pt x="5962290" y="1439460"/>
                  </a:lnTo>
                  <a:lnTo>
                    <a:pt x="6112754" y="1426243"/>
                  </a:lnTo>
                  <a:lnTo>
                    <a:pt x="6145984" y="1423008"/>
                  </a:lnTo>
                  <a:lnTo>
                    <a:pt x="6145984" y="1796633"/>
                  </a:lnTo>
                  <a:lnTo>
                    <a:pt x="6112754" y="1794199"/>
                  </a:lnTo>
                  <a:lnTo>
                    <a:pt x="5962290" y="1784076"/>
                  </a:lnTo>
                  <a:lnTo>
                    <a:pt x="5811826" y="1774693"/>
                  </a:lnTo>
                  <a:lnTo>
                    <a:pt x="5661362" y="1765894"/>
                  </a:lnTo>
                  <a:lnTo>
                    <a:pt x="5510898" y="1757534"/>
                  </a:lnTo>
                  <a:lnTo>
                    <a:pt x="5360434" y="1749498"/>
                  </a:lnTo>
                  <a:lnTo>
                    <a:pt x="5209970" y="1741718"/>
                  </a:lnTo>
                  <a:lnTo>
                    <a:pt x="5059506" y="1734193"/>
                  </a:lnTo>
                  <a:lnTo>
                    <a:pt x="4909042" y="1727020"/>
                  </a:lnTo>
                  <a:lnTo>
                    <a:pt x="4758578" y="1720422"/>
                  </a:lnTo>
                  <a:lnTo>
                    <a:pt x="4608114" y="1714783"/>
                  </a:lnTo>
                  <a:lnTo>
                    <a:pt x="4457649" y="1709647"/>
                  </a:lnTo>
                  <a:lnTo>
                    <a:pt x="4307185" y="1703561"/>
                  </a:lnTo>
                  <a:lnTo>
                    <a:pt x="4156721" y="1696367"/>
                  </a:lnTo>
                  <a:lnTo>
                    <a:pt x="4006257" y="1687370"/>
                  </a:lnTo>
                  <a:lnTo>
                    <a:pt x="3855793" y="1675682"/>
                  </a:lnTo>
                  <a:lnTo>
                    <a:pt x="3705329" y="1662352"/>
                  </a:lnTo>
                  <a:lnTo>
                    <a:pt x="3554865" y="1646760"/>
                  </a:lnTo>
                  <a:lnTo>
                    <a:pt x="3404401" y="1628334"/>
                  </a:lnTo>
                  <a:lnTo>
                    <a:pt x="3253937" y="1610753"/>
                  </a:lnTo>
                  <a:lnTo>
                    <a:pt x="3103473" y="1591794"/>
                  </a:lnTo>
                  <a:lnTo>
                    <a:pt x="2953009" y="1564173"/>
                  </a:lnTo>
                  <a:lnTo>
                    <a:pt x="2802545" y="1531041"/>
                  </a:lnTo>
                  <a:lnTo>
                    <a:pt x="2652081" y="1496423"/>
                  </a:lnTo>
                  <a:lnTo>
                    <a:pt x="2501617" y="1455396"/>
                  </a:lnTo>
                  <a:lnTo>
                    <a:pt x="2351153" y="1400858"/>
                  </a:lnTo>
                  <a:lnTo>
                    <a:pt x="2200689" y="1339383"/>
                  </a:lnTo>
                  <a:lnTo>
                    <a:pt x="2050225" y="1278944"/>
                  </a:lnTo>
                  <a:lnTo>
                    <a:pt x="1899761" y="1221322"/>
                  </a:lnTo>
                  <a:lnTo>
                    <a:pt x="1749297" y="1162319"/>
                  </a:lnTo>
                  <a:lnTo>
                    <a:pt x="1598833" y="1102830"/>
                  </a:lnTo>
                  <a:lnTo>
                    <a:pt x="1448369" y="1043636"/>
                  </a:lnTo>
                  <a:lnTo>
                    <a:pt x="1297904" y="984655"/>
                  </a:lnTo>
                  <a:lnTo>
                    <a:pt x="1147440" y="925009"/>
                  </a:lnTo>
                  <a:lnTo>
                    <a:pt x="996976" y="865093"/>
                  </a:lnTo>
                  <a:lnTo>
                    <a:pt x="846512" y="805405"/>
                  </a:lnTo>
                  <a:lnTo>
                    <a:pt x="696048" y="746415"/>
                  </a:lnTo>
                  <a:lnTo>
                    <a:pt x="545584" y="688475"/>
                  </a:lnTo>
                  <a:lnTo>
                    <a:pt x="395120" y="631804"/>
                  </a:lnTo>
                  <a:lnTo>
                    <a:pt x="244656" y="576501"/>
                  </a:lnTo>
                  <a:lnTo>
                    <a:pt x="94192" y="522577"/>
                  </a:lnTo>
                  <a:lnTo>
                    <a:pt x="0" y="48965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536554"/>
              <a:ext cx="6145984" cy="1516919"/>
            </a:xfrm>
            <a:custGeom>
              <a:avLst/>
              <a:pathLst>
                <a:path w="6145984" h="1516919">
                  <a:moveTo>
                    <a:pt x="0" y="0"/>
                  </a:moveTo>
                  <a:lnTo>
                    <a:pt x="94192" y="70962"/>
                  </a:lnTo>
                  <a:lnTo>
                    <a:pt x="244656" y="178739"/>
                  </a:lnTo>
                  <a:lnTo>
                    <a:pt x="395120" y="280852"/>
                  </a:lnTo>
                  <a:lnTo>
                    <a:pt x="545584" y="377267"/>
                  </a:lnTo>
                  <a:lnTo>
                    <a:pt x="696048" y="468035"/>
                  </a:lnTo>
                  <a:lnTo>
                    <a:pt x="846512" y="553328"/>
                  </a:lnTo>
                  <a:lnTo>
                    <a:pt x="996976" y="633455"/>
                  </a:lnTo>
                  <a:lnTo>
                    <a:pt x="1147440" y="708835"/>
                  </a:lnTo>
                  <a:lnTo>
                    <a:pt x="1297904" y="779923"/>
                  </a:lnTo>
                  <a:lnTo>
                    <a:pt x="1448369" y="847143"/>
                  </a:lnTo>
                  <a:lnTo>
                    <a:pt x="1598833" y="912548"/>
                  </a:lnTo>
                  <a:lnTo>
                    <a:pt x="1749297" y="976266"/>
                  </a:lnTo>
                  <a:lnTo>
                    <a:pt x="1899761" y="1037270"/>
                  </a:lnTo>
                  <a:lnTo>
                    <a:pt x="2050225" y="1095516"/>
                  </a:lnTo>
                  <a:lnTo>
                    <a:pt x="2200689" y="1157491"/>
                  </a:lnTo>
                  <a:lnTo>
                    <a:pt x="2351153" y="1217592"/>
                  </a:lnTo>
                  <a:lnTo>
                    <a:pt x="2501617" y="1269340"/>
                  </a:lnTo>
                  <a:lnTo>
                    <a:pt x="2652081" y="1311638"/>
                  </a:lnTo>
                  <a:lnTo>
                    <a:pt x="2802545" y="1344883"/>
                  </a:lnTo>
                  <a:lnTo>
                    <a:pt x="2953009" y="1373448"/>
                  </a:lnTo>
                  <a:lnTo>
                    <a:pt x="3103473" y="1402569"/>
                  </a:lnTo>
                  <a:lnTo>
                    <a:pt x="3253937" y="1425196"/>
                  </a:lnTo>
                  <a:lnTo>
                    <a:pt x="3404401" y="1442191"/>
                  </a:lnTo>
                  <a:lnTo>
                    <a:pt x="3554865" y="1460126"/>
                  </a:lnTo>
                  <a:lnTo>
                    <a:pt x="3705329" y="1478522"/>
                  </a:lnTo>
                  <a:lnTo>
                    <a:pt x="3855793" y="1492614"/>
                  </a:lnTo>
                  <a:lnTo>
                    <a:pt x="4006257" y="1503555"/>
                  </a:lnTo>
                  <a:lnTo>
                    <a:pt x="4156721" y="1512124"/>
                  </a:lnTo>
                  <a:lnTo>
                    <a:pt x="4307185" y="1516454"/>
                  </a:lnTo>
                  <a:lnTo>
                    <a:pt x="4457649" y="1516919"/>
                  </a:lnTo>
                  <a:lnTo>
                    <a:pt x="4608114" y="1514453"/>
                  </a:lnTo>
                  <a:lnTo>
                    <a:pt x="4758578" y="1510012"/>
                  </a:lnTo>
                  <a:lnTo>
                    <a:pt x="4909042" y="1504181"/>
                  </a:lnTo>
                  <a:lnTo>
                    <a:pt x="5059506" y="1497331"/>
                  </a:lnTo>
                  <a:lnTo>
                    <a:pt x="5209970" y="1489677"/>
                  </a:lnTo>
                  <a:lnTo>
                    <a:pt x="5360434" y="1481301"/>
                  </a:lnTo>
                  <a:lnTo>
                    <a:pt x="5510898" y="1472193"/>
                  </a:lnTo>
                  <a:lnTo>
                    <a:pt x="5661362" y="1462273"/>
                  </a:lnTo>
                  <a:lnTo>
                    <a:pt x="5811826" y="1451414"/>
                  </a:lnTo>
                  <a:lnTo>
                    <a:pt x="5962290" y="1439460"/>
                  </a:lnTo>
                  <a:lnTo>
                    <a:pt x="6112754" y="1426243"/>
                  </a:lnTo>
                  <a:lnTo>
                    <a:pt x="6145984" y="14230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026213"/>
              <a:ext cx="6145984" cy="1306974"/>
            </a:xfrm>
            <a:custGeom>
              <a:avLst/>
              <a:pathLst>
                <a:path w="6145984" h="1306974">
                  <a:moveTo>
                    <a:pt x="6145984" y="1306974"/>
                  </a:moveTo>
                  <a:lnTo>
                    <a:pt x="6112754" y="1304539"/>
                  </a:lnTo>
                  <a:lnTo>
                    <a:pt x="5962290" y="1294416"/>
                  </a:lnTo>
                  <a:lnTo>
                    <a:pt x="5811826" y="1285033"/>
                  </a:lnTo>
                  <a:lnTo>
                    <a:pt x="5661362" y="1276234"/>
                  </a:lnTo>
                  <a:lnTo>
                    <a:pt x="5510898" y="1267874"/>
                  </a:lnTo>
                  <a:lnTo>
                    <a:pt x="5360434" y="1259839"/>
                  </a:lnTo>
                  <a:lnTo>
                    <a:pt x="5209970" y="1252059"/>
                  </a:lnTo>
                  <a:lnTo>
                    <a:pt x="5059506" y="1244534"/>
                  </a:lnTo>
                  <a:lnTo>
                    <a:pt x="4909042" y="1237360"/>
                  </a:lnTo>
                  <a:lnTo>
                    <a:pt x="4758578" y="1230762"/>
                  </a:lnTo>
                  <a:lnTo>
                    <a:pt x="4608114" y="1225123"/>
                  </a:lnTo>
                  <a:lnTo>
                    <a:pt x="4457649" y="1219987"/>
                  </a:lnTo>
                  <a:lnTo>
                    <a:pt x="4307185" y="1213902"/>
                  </a:lnTo>
                  <a:lnTo>
                    <a:pt x="4156721" y="1206707"/>
                  </a:lnTo>
                  <a:lnTo>
                    <a:pt x="4006257" y="1197710"/>
                  </a:lnTo>
                  <a:lnTo>
                    <a:pt x="3855793" y="1186022"/>
                  </a:lnTo>
                  <a:lnTo>
                    <a:pt x="3705329" y="1172692"/>
                  </a:lnTo>
                  <a:lnTo>
                    <a:pt x="3554865" y="1157101"/>
                  </a:lnTo>
                  <a:lnTo>
                    <a:pt x="3404401" y="1138674"/>
                  </a:lnTo>
                  <a:lnTo>
                    <a:pt x="3253937" y="1121093"/>
                  </a:lnTo>
                  <a:lnTo>
                    <a:pt x="3103473" y="1102135"/>
                  </a:lnTo>
                  <a:lnTo>
                    <a:pt x="2953009" y="1074513"/>
                  </a:lnTo>
                  <a:lnTo>
                    <a:pt x="2802545" y="1041381"/>
                  </a:lnTo>
                  <a:lnTo>
                    <a:pt x="2652081" y="1006764"/>
                  </a:lnTo>
                  <a:lnTo>
                    <a:pt x="2501617" y="965736"/>
                  </a:lnTo>
                  <a:lnTo>
                    <a:pt x="2351153" y="911199"/>
                  </a:lnTo>
                  <a:lnTo>
                    <a:pt x="2200689" y="849724"/>
                  </a:lnTo>
                  <a:lnTo>
                    <a:pt x="2050225" y="789285"/>
                  </a:lnTo>
                  <a:lnTo>
                    <a:pt x="1899761" y="731663"/>
                  </a:lnTo>
                  <a:lnTo>
                    <a:pt x="1749297" y="672660"/>
                  </a:lnTo>
                  <a:lnTo>
                    <a:pt x="1598833" y="613170"/>
                  </a:lnTo>
                  <a:lnTo>
                    <a:pt x="1448369" y="553976"/>
                  </a:lnTo>
                  <a:lnTo>
                    <a:pt x="1297904" y="494996"/>
                  </a:lnTo>
                  <a:lnTo>
                    <a:pt x="1147440" y="435350"/>
                  </a:lnTo>
                  <a:lnTo>
                    <a:pt x="996976" y="375433"/>
                  </a:lnTo>
                  <a:lnTo>
                    <a:pt x="846512" y="315746"/>
                  </a:lnTo>
                  <a:lnTo>
                    <a:pt x="696048" y="256755"/>
                  </a:lnTo>
                  <a:lnTo>
                    <a:pt x="545584" y="198815"/>
                  </a:lnTo>
                  <a:lnTo>
                    <a:pt x="395120" y="142145"/>
                  </a:lnTo>
                  <a:lnTo>
                    <a:pt x="244656" y="86841"/>
                  </a:lnTo>
                  <a:lnTo>
                    <a:pt x="94192" y="329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3781384"/>
              <a:ext cx="6145984" cy="1370933"/>
            </a:xfrm>
            <a:custGeom>
              <a:avLst/>
              <a:pathLst>
                <a:path w="6145984" h="1370933">
                  <a:moveTo>
                    <a:pt x="0" y="0"/>
                  </a:moveTo>
                  <a:lnTo>
                    <a:pt x="94192" y="51940"/>
                  </a:lnTo>
                  <a:lnTo>
                    <a:pt x="244656" y="132790"/>
                  </a:lnTo>
                  <a:lnTo>
                    <a:pt x="395120" y="211498"/>
                  </a:lnTo>
                  <a:lnTo>
                    <a:pt x="545584" y="288041"/>
                  </a:lnTo>
                  <a:lnTo>
                    <a:pt x="696048" y="362395"/>
                  </a:lnTo>
                  <a:lnTo>
                    <a:pt x="846512" y="434537"/>
                  </a:lnTo>
                  <a:lnTo>
                    <a:pt x="996976" y="504444"/>
                  </a:lnTo>
                  <a:lnTo>
                    <a:pt x="1147440" y="572092"/>
                  </a:lnTo>
                  <a:lnTo>
                    <a:pt x="1297904" y="637459"/>
                  </a:lnTo>
                  <a:lnTo>
                    <a:pt x="1448369" y="700559"/>
                  </a:lnTo>
                  <a:lnTo>
                    <a:pt x="1598833" y="762859"/>
                  </a:lnTo>
                  <a:lnTo>
                    <a:pt x="1749297" y="824463"/>
                  </a:lnTo>
                  <a:lnTo>
                    <a:pt x="1899761" y="884467"/>
                  </a:lnTo>
                  <a:lnTo>
                    <a:pt x="2050225" y="942400"/>
                  </a:lnTo>
                  <a:lnTo>
                    <a:pt x="2200689" y="1003607"/>
                  </a:lnTo>
                  <a:lnTo>
                    <a:pt x="2351153" y="1064395"/>
                  </a:lnTo>
                  <a:lnTo>
                    <a:pt x="2501617" y="1117538"/>
                  </a:lnTo>
                  <a:lnTo>
                    <a:pt x="2652081" y="1159201"/>
                  </a:lnTo>
                  <a:lnTo>
                    <a:pt x="2802545" y="1193132"/>
                  </a:lnTo>
                  <a:lnTo>
                    <a:pt x="2953009" y="1223981"/>
                  </a:lnTo>
                  <a:lnTo>
                    <a:pt x="3103473" y="1252352"/>
                  </a:lnTo>
                  <a:lnTo>
                    <a:pt x="3253937" y="1273144"/>
                  </a:lnTo>
                  <a:lnTo>
                    <a:pt x="3404401" y="1290433"/>
                  </a:lnTo>
                  <a:lnTo>
                    <a:pt x="3554865" y="1308613"/>
                  </a:lnTo>
                  <a:lnTo>
                    <a:pt x="3705329" y="1325607"/>
                  </a:lnTo>
                  <a:lnTo>
                    <a:pt x="3855793" y="1339318"/>
                  </a:lnTo>
                  <a:lnTo>
                    <a:pt x="4006257" y="1350633"/>
                  </a:lnTo>
                  <a:lnTo>
                    <a:pt x="4156721" y="1359416"/>
                  </a:lnTo>
                  <a:lnTo>
                    <a:pt x="4307185" y="1365178"/>
                  </a:lnTo>
                  <a:lnTo>
                    <a:pt x="4457649" y="1368453"/>
                  </a:lnTo>
                  <a:lnTo>
                    <a:pt x="4608114" y="1369788"/>
                  </a:lnTo>
                  <a:lnTo>
                    <a:pt x="4758578" y="1370387"/>
                  </a:lnTo>
                  <a:lnTo>
                    <a:pt x="4909042" y="1370771"/>
                  </a:lnTo>
                  <a:lnTo>
                    <a:pt x="5059506" y="1370933"/>
                  </a:lnTo>
                  <a:lnTo>
                    <a:pt x="5209970" y="1370868"/>
                  </a:lnTo>
                  <a:lnTo>
                    <a:pt x="5360434" y="1370570"/>
                  </a:lnTo>
                  <a:lnTo>
                    <a:pt x="5510898" y="1370034"/>
                  </a:lnTo>
                  <a:lnTo>
                    <a:pt x="5661362" y="1369253"/>
                  </a:lnTo>
                  <a:lnTo>
                    <a:pt x="5811826" y="1368223"/>
                  </a:lnTo>
                  <a:lnTo>
                    <a:pt x="5962290" y="1366938"/>
                  </a:lnTo>
                  <a:lnTo>
                    <a:pt x="6112754" y="1365391"/>
                  </a:lnTo>
                  <a:lnTo>
                    <a:pt x="6145984" y="136499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3540413"/>
              <a:ext cx="6145984" cy="1814520"/>
            </a:xfrm>
            <a:custGeom>
              <a:avLst/>
              <a:pathLst>
                <a:path w="6145984" h="1814520">
                  <a:moveTo>
                    <a:pt x="0" y="0"/>
                  </a:moveTo>
                  <a:lnTo>
                    <a:pt x="94192" y="72874"/>
                  </a:lnTo>
                  <a:lnTo>
                    <a:pt x="244656" y="183666"/>
                  </a:lnTo>
                  <a:lnTo>
                    <a:pt x="395120" y="288772"/>
                  </a:lnTo>
                  <a:lnTo>
                    <a:pt x="545584" y="388172"/>
                  </a:lnTo>
                  <a:lnTo>
                    <a:pt x="696048" y="481932"/>
                  </a:lnTo>
                  <a:lnTo>
                    <a:pt x="846512" y="570233"/>
                  </a:lnTo>
                  <a:lnTo>
                    <a:pt x="996976" y="653389"/>
                  </a:lnTo>
                  <a:lnTo>
                    <a:pt x="1147440" y="731820"/>
                  </a:lnTo>
                  <a:lnTo>
                    <a:pt x="1297904" y="805983"/>
                  </a:lnTo>
                  <a:lnTo>
                    <a:pt x="1448369" y="876305"/>
                  </a:lnTo>
                  <a:lnTo>
                    <a:pt x="1598833" y="944822"/>
                  </a:lnTo>
                  <a:lnTo>
                    <a:pt x="1749297" y="1011526"/>
                  </a:lnTo>
                  <a:lnTo>
                    <a:pt x="1899761" y="1075229"/>
                  </a:lnTo>
                  <a:lnTo>
                    <a:pt x="2050225" y="1135625"/>
                  </a:lnTo>
                  <a:lnTo>
                    <a:pt x="2200689" y="1197928"/>
                  </a:lnTo>
                  <a:lnTo>
                    <a:pt x="2351153" y="1257004"/>
                  </a:lnTo>
                  <a:lnTo>
                    <a:pt x="2501617" y="1307373"/>
                  </a:lnTo>
                  <a:lnTo>
                    <a:pt x="2652081" y="1346136"/>
                  </a:lnTo>
                  <a:lnTo>
                    <a:pt x="2802545" y="1373909"/>
                  </a:lnTo>
                  <a:lnTo>
                    <a:pt x="2953009" y="1397540"/>
                  </a:lnTo>
                  <a:lnTo>
                    <a:pt x="3103473" y="1422734"/>
                  </a:lnTo>
                  <a:lnTo>
                    <a:pt x="3253937" y="1440101"/>
                  </a:lnTo>
                  <a:lnTo>
                    <a:pt x="3404401" y="1452038"/>
                  </a:lnTo>
                  <a:lnTo>
                    <a:pt x="3554865" y="1466622"/>
                  </a:lnTo>
                  <a:lnTo>
                    <a:pt x="3705329" y="1482114"/>
                  </a:lnTo>
                  <a:lnTo>
                    <a:pt x="3855793" y="1493633"/>
                  </a:lnTo>
                  <a:lnTo>
                    <a:pt x="4006257" y="1503742"/>
                  </a:lnTo>
                  <a:lnTo>
                    <a:pt x="4156721" y="1513450"/>
                  </a:lnTo>
                  <a:lnTo>
                    <a:pt x="4307185" y="1519878"/>
                  </a:lnTo>
                  <a:lnTo>
                    <a:pt x="4457649" y="1523003"/>
                  </a:lnTo>
                  <a:lnTo>
                    <a:pt x="4608114" y="1523347"/>
                  </a:lnTo>
                  <a:lnTo>
                    <a:pt x="4758578" y="1521597"/>
                  </a:lnTo>
                  <a:lnTo>
                    <a:pt x="4909042" y="1518310"/>
                  </a:lnTo>
                  <a:lnTo>
                    <a:pt x="5059506" y="1513853"/>
                  </a:lnTo>
                  <a:lnTo>
                    <a:pt x="5209970" y="1508436"/>
                  </a:lnTo>
                  <a:lnTo>
                    <a:pt x="5360434" y="1502147"/>
                  </a:lnTo>
                  <a:lnTo>
                    <a:pt x="5510898" y="1494978"/>
                  </a:lnTo>
                  <a:lnTo>
                    <a:pt x="5661362" y="1486858"/>
                  </a:lnTo>
                  <a:lnTo>
                    <a:pt x="5811826" y="1477667"/>
                  </a:lnTo>
                  <a:lnTo>
                    <a:pt x="5962290" y="1467261"/>
                  </a:lnTo>
                  <a:lnTo>
                    <a:pt x="6112754" y="1455480"/>
                  </a:lnTo>
                  <a:lnTo>
                    <a:pt x="6145984" y="1452540"/>
                  </a:lnTo>
                  <a:lnTo>
                    <a:pt x="6145984" y="1814520"/>
                  </a:lnTo>
                  <a:lnTo>
                    <a:pt x="6112754" y="1811968"/>
                  </a:lnTo>
                  <a:lnTo>
                    <a:pt x="5962290" y="1801135"/>
                  </a:lnTo>
                  <a:lnTo>
                    <a:pt x="5811826" y="1790870"/>
                  </a:lnTo>
                  <a:lnTo>
                    <a:pt x="5661362" y="1781015"/>
                  </a:lnTo>
                  <a:lnTo>
                    <a:pt x="5510898" y="1771425"/>
                  </a:lnTo>
                  <a:lnTo>
                    <a:pt x="5360434" y="1761985"/>
                  </a:lnTo>
                  <a:lnTo>
                    <a:pt x="5209970" y="1752622"/>
                  </a:lnTo>
                  <a:lnTo>
                    <a:pt x="5059506" y="1743332"/>
                  </a:lnTo>
                  <a:lnTo>
                    <a:pt x="4909042" y="1734203"/>
                  </a:lnTo>
                  <a:lnTo>
                    <a:pt x="4758578" y="1725448"/>
                  </a:lnTo>
                  <a:lnTo>
                    <a:pt x="4608114" y="1717433"/>
                  </a:lnTo>
                  <a:lnTo>
                    <a:pt x="4457649" y="1709724"/>
                  </a:lnTo>
                  <a:lnTo>
                    <a:pt x="4307185" y="1701154"/>
                  </a:lnTo>
                  <a:lnTo>
                    <a:pt x="4156721" y="1691950"/>
                  </a:lnTo>
                  <a:lnTo>
                    <a:pt x="4006257" y="1681827"/>
                  </a:lnTo>
                  <a:lnTo>
                    <a:pt x="3855793" y="1670995"/>
                  </a:lnTo>
                  <a:lnTo>
                    <a:pt x="3705329" y="1660215"/>
                  </a:lnTo>
                  <a:lnTo>
                    <a:pt x="3554865" y="1647439"/>
                  </a:lnTo>
                  <a:lnTo>
                    <a:pt x="3404401" y="1632379"/>
                  </a:lnTo>
                  <a:lnTo>
                    <a:pt x="3253937" y="1619875"/>
                  </a:lnTo>
                  <a:lnTo>
                    <a:pt x="3103473" y="1606062"/>
                  </a:lnTo>
                  <a:lnTo>
                    <a:pt x="2953009" y="1582320"/>
                  </a:lnTo>
                  <a:lnTo>
                    <a:pt x="2802545" y="1554265"/>
                  </a:lnTo>
                  <a:lnTo>
                    <a:pt x="2652081" y="1525162"/>
                  </a:lnTo>
                  <a:lnTo>
                    <a:pt x="2501617" y="1487630"/>
                  </a:lnTo>
                  <a:lnTo>
                    <a:pt x="2351153" y="1434559"/>
                  </a:lnTo>
                  <a:lnTo>
                    <a:pt x="2200689" y="1374151"/>
                  </a:lnTo>
                  <a:lnTo>
                    <a:pt x="2050225" y="1313337"/>
                  </a:lnTo>
                  <a:lnTo>
                    <a:pt x="1899761" y="1253545"/>
                  </a:lnTo>
                  <a:lnTo>
                    <a:pt x="1749297" y="1191781"/>
                  </a:lnTo>
                  <a:lnTo>
                    <a:pt x="1598833" y="1129173"/>
                  </a:lnTo>
                  <a:lnTo>
                    <a:pt x="1448369" y="1066674"/>
                  </a:lnTo>
                  <a:lnTo>
                    <a:pt x="1297904" y="1004335"/>
                  </a:lnTo>
                  <a:lnTo>
                    <a:pt x="1147440" y="941257"/>
                  </a:lnTo>
                  <a:lnTo>
                    <a:pt x="996976" y="877807"/>
                  </a:lnTo>
                  <a:lnTo>
                    <a:pt x="846512" y="814454"/>
                  </a:lnTo>
                  <a:lnTo>
                    <a:pt x="696048" y="751635"/>
                  </a:lnTo>
                  <a:lnTo>
                    <a:pt x="545584" y="689680"/>
                  </a:lnTo>
                  <a:lnTo>
                    <a:pt x="395120" y="628786"/>
                  </a:lnTo>
                  <a:lnTo>
                    <a:pt x="244656" y="569031"/>
                  </a:lnTo>
                  <a:lnTo>
                    <a:pt x="94192" y="510414"/>
                  </a:lnTo>
                  <a:lnTo>
                    <a:pt x="0" y="47439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540413"/>
              <a:ext cx="6145984" cy="1523347"/>
            </a:xfrm>
            <a:custGeom>
              <a:avLst/>
              <a:pathLst>
                <a:path w="6145984" h="1523347">
                  <a:moveTo>
                    <a:pt x="0" y="0"/>
                  </a:moveTo>
                  <a:lnTo>
                    <a:pt x="94192" y="72874"/>
                  </a:lnTo>
                  <a:lnTo>
                    <a:pt x="244656" y="183666"/>
                  </a:lnTo>
                  <a:lnTo>
                    <a:pt x="395120" y="288772"/>
                  </a:lnTo>
                  <a:lnTo>
                    <a:pt x="545584" y="388172"/>
                  </a:lnTo>
                  <a:lnTo>
                    <a:pt x="696048" y="481932"/>
                  </a:lnTo>
                  <a:lnTo>
                    <a:pt x="846512" y="570233"/>
                  </a:lnTo>
                  <a:lnTo>
                    <a:pt x="996976" y="653389"/>
                  </a:lnTo>
                  <a:lnTo>
                    <a:pt x="1147440" y="731820"/>
                  </a:lnTo>
                  <a:lnTo>
                    <a:pt x="1297904" y="805983"/>
                  </a:lnTo>
                  <a:lnTo>
                    <a:pt x="1448369" y="876305"/>
                  </a:lnTo>
                  <a:lnTo>
                    <a:pt x="1598833" y="944822"/>
                  </a:lnTo>
                  <a:lnTo>
                    <a:pt x="1749297" y="1011526"/>
                  </a:lnTo>
                  <a:lnTo>
                    <a:pt x="1899761" y="1075229"/>
                  </a:lnTo>
                  <a:lnTo>
                    <a:pt x="2050225" y="1135625"/>
                  </a:lnTo>
                  <a:lnTo>
                    <a:pt x="2200689" y="1197928"/>
                  </a:lnTo>
                  <a:lnTo>
                    <a:pt x="2351153" y="1257004"/>
                  </a:lnTo>
                  <a:lnTo>
                    <a:pt x="2501617" y="1307373"/>
                  </a:lnTo>
                  <a:lnTo>
                    <a:pt x="2652081" y="1346136"/>
                  </a:lnTo>
                  <a:lnTo>
                    <a:pt x="2802545" y="1373909"/>
                  </a:lnTo>
                  <a:lnTo>
                    <a:pt x="2953009" y="1397540"/>
                  </a:lnTo>
                  <a:lnTo>
                    <a:pt x="3103473" y="1422734"/>
                  </a:lnTo>
                  <a:lnTo>
                    <a:pt x="3253937" y="1440101"/>
                  </a:lnTo>
                  <a:lnTo>
                    <a:pt x="3404401" y="1452038"/>
                  </a:lnTo>
                  <a:lnTo>
                    <a:pt x="3554865" y="1466622"/>
                  </a:lnTo>
                  <a:lnTo>
                    <a:pt x="3705329" y="1482114"/>
                  </a:lnTo>
                  <a:lnTo>
                    <a:pt x="3855793" y="1493633"/>
                  </a:lnTo>
                  <a:lnTo>
                    <a:pt x="4006257" y="1503742"/>
                  </a:lnTo>
                  <a:lnTo>
                    <a:pt x="4156721" y="1513450"/>
                  </a:lnTo>
                  <a:lnTo>
                    <a:pt x="4307185" y="1519878"/>
                  </a:lnTo>
                  <a:lnTo>
                    <a:pt x="4457649" y="1523003"/>
                  </a:lnTo>
                  <a:lnTo>
                    <a:pt x="4608114" y="1523347"/>
                  </a:lnTo>
                  <a:lnTo>
                    <a:pt x="4758578" y="1521597"/>
                  </a:lnTo>
                  <a:lnTo>
                    <a:pt x="4909042" y="1518310"/>
                  </a:lnTo>
                  <a:lnTo>
                    <a:pt x="5059506" y="1513853"/>
                  </a:lnTo>
                  <a:lnTo>
                    <a:pt x="5209970" y="1508436"/>
                  </a:lnTo>
                  <a:lnTo>
                    <a:pt x="5360434" y="1502147"/>
                  </a:lnTo>
                  <a:lnTo>
                    <a:pt x="5510898" y="1494978"/>
                  </a:lnTo>
                  <a:lnTo>
                    <a:pt x="5661362" y="1486858"/>
                  </a:lnTo>
                  <a:lnTo>
                    <a:pt x="5811826" y="1477667"/>
                  </a:lnTo>
                  <a:lnTo>
                    <a:pt x="5962290" y="1467261"/>
                  </a:lnTo>
                  <a:lnTo>
                    <a:pt x="6112754" y="1455480"/>
                  </a:lnTo>
                  <a:lnTo>
                    <a:pt x="6145984" y="14525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014811"/>
              <a:ext cx="6145984" cy="1340122"/>
            </a:xfrm>
            <a:custGeom>
              <a:avLst/>
              <a:pathLst>
                <a:path w="6145984" h="1340122">
                  <a:moveTo>
                    <a:pt x="6145984" y="1340122"/>
                  </a:moveTo>
                  <a:lnTo>
                    <a:pt x="6112754" y="1337570"/>
                  </a:lnTo>
                  <a:lnTo>
                    <a:pt x="5962290" y="1326737"/>
                  </a:lnTo>
                  <a:lnTo>
                    <a:pt x="5811826" y="1316472"/>
                  </a:lnTo>
                  <a:lnTo>
                    <a:pt x="5661362" y="1306617"/>
                  </a:lnTo>
                  <a:lnTo>
                    <a:pt x="5510898" y="1297027"/>
                  </a:lnTo>
                  <a:lnTo>
                    <a:pt x="5360434" y="1287587"/>
                  </a:lnTo>
                  <a:lnTo>
                    <a:pt x="5209970" y="1278224"/>
                  </a:lnTo>
                  <a:lnTo>
                    <a:pt x="5059506" y="1268934"/>
                  </a:lnTo>
                  <a:lnTo>
                    <a:pt x="4909042" y="1259805"/>
                  </a:lnTo>
                  <a:lnTo>
                    <a:pt x="4758578" y="1251050"/>
                  </a:lnTo>
                  <a:lnTo>
                    <a:pt x="4608114" y="1243035"/>
                  </a:lnTo>
                  <a:lnTo>
                    <a:pt x="4457649" y="1235326"/>
                  </a:lnTo>
                  <a:lnTo>
                    <a:pt x="4307185" y="1226755"/>
                  </a:lnTo>
                  <a:lnTo>
                    <a:pt x="4156721" y="1217552"/>
                  </a:lnTo>
                  <a:lnTo>
                    <a:pt x="4006257" y="1207429"/>
                  </a:lnTo>
                  <a:lnTo>
                    <a:pt x="3855793" y="1196597"/>
                  </a:lnTo>
                  <a:lnTo>
                    <a:pt x="3705329" y="1185817"/>
                  </a:lnTo>
                  <a:lnTo>
                    <a:pt x="3554865" y="1173041"/>
                  </a:lnTo>
                  <a:lnTo>
                    <a:pt x="3404401" y="1157981"/>
                  </a:lnTo>
                  <a:lnTo>
                    <a:pt x="3253937" y="1145477"/>
                  </a:lnTo>
                  <a:lnTo>
                    <a:pt x="3103473" y="1131664"/>
                  </a:lnTo>
                  <a:lnTo>
                    <a:pt x="2953009" y="1107922"/>
                  </a:lnTo>
                  <a:lnTo>
                    <a:pt x="2802545" y="1079867"/>
                  </a:lnTo>
                  <a:lnTo>
                    <a:pt x="2652081" y="1050764"/>
                  </a:lnTo>
                  <a:lnTo>
                    <a:pt x="2501617" y="1013232"/>
                  </a:lnTo>
                  <a:lnTo>
                    <a:pt x="2351153" y="960161"/>
                  </a:lnTo>
                  <a:lnTo>
                    <a:pt x="2200689" y="899753"/>
                  </a:lnTo>
                  <a:lnTo>
                    <a:pt x="2050225" y="838939"/>
                  </a:lnTo>
                  <a:lnTo>
                    <a:pt x="1899761" y="779147"/>
                  </a:lnTo>
                  <a:lnTo>
                    <a:pt x="1749297" y="717383"/>
                  </a:lnTo>
                  <a:lnTo>
                    <a:pt x="1598833" y="654775"/>
                  </a:lnTo>
                  <a:lnTo>
                    <a:pt x="1448369" y="592276"/>
                  </a:lnTo>
                  <a:lnTo>
                    <a:pt x="1297904" y="529937"/>
                  </a:lnTo>
                  <a:lnTo>
                    <a:pt x="1147440" y="466859"/>
                  </a:lnTo>
                  <a:lnTo>
                    <a:pt x="996976" y="403409"/>
                  </a:lnTo>
                  <a:lnTo>
                    <a:pt x="846512" y="340056"/>
                  </a:lnTo>
                  <a:lnTo>
                    <a:pt x="696048" y="277237"/>
                  </a:lnTo>
                  <a:lnTo>
                    <a:pt x="545584" y="215282"/>
                  </a:lnTo>
                  <a:lnTo>
                    <a:pt x="395120" y="154388"/>
                  </a:lnTo>
                  <a:lnTo>
                    <a:pt x="244656" y="94633"/>
                  </a:lnTo>
                  <a:lnTo>
                    <a:pt x="94192" y="3601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3777612"/>
              <a:ext cx="6145984" cy="1397070"/>
            </a:xfrm>
            <a:custGeom>
              <a:avLst/>
              <a:pathLst>
                <a:path w="6145984" h="1397070">
                  <a:moveTo>
                    <a:pt x="0" y="0"/>
                  </a:moveTo>
                  <a:lnTo>
                    <a:pt x="94192" y="54445"/>
                  </a:lnTo>
                  <a:lnTo>
                    <a:pt x="244656" y="139150"/>
                  </a:lnTo>
                  <a:lnTo>
                    <a:pt x="395120" y="221580"/>
                  </a:lnTo>
                  <a:lnTo>
                    <a:pt x="545584" y="301727"/>
                  </a:lnTo>
                  <a:lnTo>
                    <a:pt x="696048" y="379585"/>
                  </a:lnTo>
                  <a:lnTo>
                    <a:pt x="846512" y="455144"/>
                  </a:lnTo>
                  <a:lnTo>
                    <a:pt x="996976" y="528399"/>
                  </a:lnTo>
                  <a:lnTo>
                    <a:pt x="1147440" y="599340"/>
                  </a:lnTo>
                  <a:lnTo>
                    <a:pt x="1297904" y="667960"/>
                  </a:lnTo>
                  <a:lnTo>
                    <a:pt x="1448369" y="734290"/>
                  </a:lnTo>
                  <a:lnTo>
                    <a:pt x="1598833" y="799798"/>
                  </a:lnTo>
                  <a:lnTo>
                    <a:pt x="1749297" y="864455"/>
                  </a:lnTo>
                  <a:lnTo>
                    <a:pt x="1899761" y="927188"/>
                  </a:lnTo>
                  <a:lnTo>
                    <a:pt x="2050225" y="987282"/>
                  </a:lnTo>
                  <a:lnTo>
                    <a:pt x="2200689" y="1048841"/>
                  </a:lnTo>
                  <a:lnTo>
                    <a:pt x="2351153" y="1108582"/>
                  </a:lnTo>
                  <a:lnTo>
                    <a:pt x="2501617" y="1160302"/>
                  </a:lnTo>
                  <a:lnTo>
                    <a:pt x="2652081" y="1198450"/>
                  </a:lnTo>
                  <a:lnTo>
                    <a:pt x="2802545" y="1226888"/>
                  </a:lnTo>
                  <a:lnTo>
                    <a:pt x="2953009" y="1252731"/>
                  </a:lnTo>
                  <a:lnTo>
                    <a:pt x="3103473" y="1277199"/>
                  </a:lnTo>
                  <a:lnTo>
                    <a:pt x="3253937" y="1292789"/>
                  </a:lnTo>
                  <a:lnTo>
                    <a:pt x="3404401" y="1305010"/>
                  </a:lnTo>
                  <a:lnTo>
                    <a:pt x="3554865" y="1319831"/>
                  </a:lnTo>
                  <a:lnTo>
                    <a:pt x="3705329" y="1333966"/>
                  </a:lnTo>
                  <a:lnTo>
                    <a:pt x="3855793" y="1345115"/>
                  </a:lnTo>
                  <a:lnTo>
                    <a:pt x="4006257" y="1355585"/>
                  </a:lnTo>
                  <a:lnTo>
                    <a:pt x="4156721" y="1365501"/>
                  </a:lnTo>
                  <a:lnTo>
                    <a:pt x="4307185" y="1373317"/>
                  </a:lnTo>
                  <a:lnTo>
                    <a:pt x="4457649" y="1379165"/>
                  </a:lnTo>
                  <a:lnTo>
                    <a:pt x="4608114" y="1383191"/>
                  </a:lnTo>
                  <a:lnTo>
                    <a:pt x="4758578" y="1386323"/>
                  </a:lnTo>
                  <a:lnTo>
                    <a:pt x="4909042" y="1389058"/>
                  </a:lnTo>
                  <a:lnTo>
                    <a:pt x="5059506" y="1391394"/>
                  </a:lnTo>
                  <a:lnTo>
                    <a:pt x="5209970" y="1393330"/>
                  </a:lnTo>
                  <a:lnTo>
                    <a:pt x="5360434" y="1394867"/>
                  </a:lnTo>
                  <a:lnTo>
                    <a:pt x="5510898" y="1396003"/>
                  </a:lnTo>
                  <a:lnTo>
                    <a:pt x="5661362" y="1396737"/>
                  </a:lnTo>
                  <a:lnTo>
                    <a:pt x="5811826" y="1397070"/>
                  </a:lnTo>
                  <a:lnTo>
                    <a:pt x="5962290" y="1396999"/>
                  </a:lnTo>
                  <a:lnTo>
                    <a:pt x="6112754" y="1396525"/>
                  </a:lnTo>
                  <a:lnTo>
                    <a:pt x="6145984" y="139633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3718154"/>
              <a:ext cx="6145984" cy="1606582"/>
            </a:xfrm>
            <a:custGeom>
              <a:avLst/>
              <a:pathLst>
                <a:path w="6145984" h="1606582">
                  <a:moveTo>
                    <a:pt x="0" y="0"/>
                  </a:moveTo>
                  <a:lnTo>
                    <a:pt x="94192" y="75961"/>
                  </a:lnTo>
                  <a:lnTo>
                    <a:pt x="244656" y="190494"/>
                  </a:lnTo>
                  <a:lnTo>
                    <a:pt x="395120" y="298127"/>
                  </a:lnTo>
                  <a:lnTo>
                    <a:pt x="545584" y="398816"/>
                  </a:lnTo>
                  <a:lnTo>
                    <a:pt x="696048" y="492592"/>
                  </a:lnTo>
                  <a:lnTo>
                    <a:pt x="846512" y="579590"/>
                  </a:lnTo>
                  <a:lnTo>
                    <a:pt x="996976" y="660067"/>
                  </a:lnTo>
                  <a:lnTo>
                    <a:pt x="1147440" y="734378"/>
                  </a:lnTo>
                  <a:lnTo>
                    <a:pt x="1297904" y="802908"/>
                  </a:lnTo>
                  <a:lnTo>
                    <a:pt x="1448369" y="866004"/>
                  </a:lnTo>
                  <a:lnTo>
                    <a:pt x="1598833" y="925140"/>
                  </a:lnTo>
                  <a:lnTo>
                    <a:pt x="1749297" y="980751"/>
                  </a:lnTo>
                  <a:lnTo>
                    <a:pt x="1899761" y="1032593"/>
                  </a:lnTo>
                  <a:lnTo>
                    <a:pt x="2050225" y="1081075"/>
                  </a:lnTo>
                  <a:lnTo>
                    <a:pt x="2200689" y="1129392"/>
                  </a:lnTo>
                  <a:lnTo>
                    <a:pt x="2351153" y="1173852"/>
                  </a:lnTo>
                  <a:lnTo>
                    <a:pt x="2501617" y="1211575"/>
                  </a:lnTo>
                  <a:lnTo>
                    <a:pt x="2652081" y="1240077"/>
                  </a:lnTo>
                  <a:lnTo>
                    <a:pt x="2802545" y="1259048"/>
                  </a:lnTo>
                  <a:lnTo>
                    <a:pt x="2953009" y="1274608"/>
                  </a:lnTo>
                  <a:lnTo>
                    <a:pt x="3103473" y="1291639"/>
                  </a:lnTo>
                  <a:lnTo>
                    <a:pt x="3253937" y="1301408"/>
                  </a:lnTo>
                  <a:lnTo>
                    <a:pt x="3404401" y="1306687"/>
                  </a:lnTo>
                  <a:lnTo>
                    <a:pt x="3554865" y="1315432"/>
                  </a:lnTo>
                  <a:lnTo>
                    <a:pt x="3705329" y="1326058"/>
                  </a:lnTo>
                  <a:lnTo>
                    <a:pt x="3855793" y="1333682"/>
                  </a:lnTo>
                  <a:lnTo>
                    <a:pt x="4006257" y="1340325"/>
                  </a:lnTo>
                  <a:lnTo>
                    <a:pt x="4156721" y="1346928"/>
                  </a:lnTo>
                  <a:lnTo>
                    <a:pt x="4307185" y="1351014"/>
                  </a:lnTo>
                  <a:lnTo>
                    <a:pt x="4457649" y="1352376"/>
                  </a:lnTo>
                  <a:lnTo>
                    <a:pt x="4608114" y="1351300"/>
                  </a:lnTo>
                  <a:lnTo>
                    <a:pt x="4758578" y="1348372"/>
                  </a:lnTo>
                  <a:lnTo>
                    <a:pt x="4909042" y="1344140"/>
                  </a:lnTo>
                  <a:lnTo>
                    <a:pt x="5059506" y="1338937"/>
                  </a:lnTo>
                  <a:lnTo>
                    <a:pt x="5209970" y="1332956"/>
                  </a:lnTo>
                  <a:lnTo>
                    <a:pt x="5360434" y="1326278"/>
                  </a:lnTo>
                  <a:lnTo>
                    <a:pt x="5510898" y="1318897"/>
                  </a:lnTo>
                  <a:lnTo>
                    <a:pt x="5661362" y="1310749"/>
                  </a:lnTo>
                  <a:lnTo>
                    <a:pt x="5811826" y="1301728"/>
                  </a:lnTo>
                  <a:lnTo>
                    <a:pt x="5962290" y="1291703"/>
                  </a:lnTo>
                  <a:lnTo>
                    <a:pt x="6112754" y="1280531"/>
                  </a:lnTo>
                  <a:lnTo>
                    <a:pt x="6145984" y="1277779"/>
                  </a:lnTo>
                  <a:lnTo>
                    <a:pt x="6145984" y="1606582"/>
                  </a:lnTo>
                  <a:lnTo>
                    <a:pt x="6112754" y="1604345"/>
                  </a:lnTo>
                  <a:lnTo>
                    <a:pt x="5962290" y="1594977"/>
                  </a:lnTo>
                  <a:lnTo>
                    <a:pt x="5811826" y="1586225"/>
                  </a:lnTo>
                  <a:lnTo>
                    <a:pt x="5661362" y="1577946"/>
                  </a:lnTo>
                  <a:lnTo>
                    <a:pt x="5510898" y="1570007"/>
                  </a:lnTo>
                  <a:lnTo>
                    <a:pt x="5360434" y="1562301"/>
                  </a:lnTo>
                  <a:lnTo>
                    <a:pt x="5209970" y="1554762"/>
                  </a:lnTo>
                  <a:lnTo>
                    <a:pt x="5059506" y="1547384"/>
                  </a:lnTo>
                  <a:lnTo>
                    <a:pt x="4909042" y="1540246"/>
                  </a:lnTo>
                  <a:lnTo>
                    <a:pt x="4758578" y="1533540"/>
                  </a:lnTo>
                  <a:lnTo>
                    <a:pt x="4608114" y="1527598"/>
                  </a:lnTo>
                  <a:lnTo>
                    <a:pt x="4457649" y="1521983"/>
                  </a:lnTo>
                  <a:lnTo>
                    <a:pt x="4307185" y="1515675"/>
                  </a:lnTo>
                  <a:lnTo>
                    <a:pt x="4156721" y="1509068"/>
                  </a:lnTo>
                  <a:lnTo>
                    <a:pt x="4006257" y="1502089"/>
                  </a:lnTo>
                  <a:lnTo>
                    <a:pt x="3855793" y="1494789"/>
                  </a:lnTo>
                  <a:lnTo>
                    <a:pt x="3705329" y="1487835"/>
                  </a:lnTo>
                  <a:lnTo>
                    <a:pt x="3554865" y="1479677"/>
                  </a:lnTo>
                  <a:lnTo>
                    <a:pt x="3404401" y="1470500"/>
                  </a:lnTo>
                  <a:lnTo>
                    <a:pt x="3253937" y="1464705"/>
                  </a:lnTo>
                  <a:lnTo>
                    <a:pt x="3103473" y="1458164"/>
                  </a:lnTo>
                  <a:lnTo>
                    <a:pt x="2953009" y="1442453"/>
                  </a:lnTo>
                  <a:lnTo>
                    <a:pt x="2802545" y="1422874"/>
                  </a:lnTo>
                  <a:lnTo>
                    <a:pt x="2652081" y="1402695"/>
                  </a:lnTo>
                  <a:lnTo>
                    <a:pt x="2501617" y="1375310"/>
                  </a:lnTo>
                  <a:lnTo>
                    <a:pt x="2351153" y="1335134"/>
                  </a:lnTo>
                  <a:lnTo>
                    <a:pt x="2200689" y="1289463"/>
                  </a:lnTo>
                  <a:lnTo>
                    <a:pt x="2050225" y="1242499"/>
                  </a:lnTo>
                  <a:lnTo>
                    <a:pt x="1899761" y="1194565"/>
                  </a:lnTo>
                  <a:lnTo>
                    <a:pt x="1749297" y="1144485"/>
                  </a:lnTo>
                  <a:lnTo>
                    <a:pt x="1598833" y="1092595"/>
                  </a:lnTo>
                  <a:lnTo>
                    <a:pt x="1448369" y="1038925"/>
                  </a:lnTo>
                  <a:lnTo>
                    <a:pt x="1297904" y="983080"/>
                  </a:lnTo>
                  <a:lnTo>
                    <a:pt x="1147440" y="924619"/>
                  </a:lnTo>
                  <a:lnTo>
                    <a:pt x="996976" y="863916"/>
                  </a:lnTo>
                  <a:lnTo>
                    <a:pt x="846512" y="801427"/>
                  </a:lnTo>
                  <a:lnTo>
                    <a:pt x="696048" y="737575"/>
                  </a:lnTo>
                  <a:lnTo>
                    <a:pt x="545584" y="672690"/>
                  </a:lnTo>
                  <a:lnTo>
                    <a:pt x="395120" y="606977"/>
                  </a:lnTo>
                  <a:lnTo>
                    <a:pt x="244656" y="540538"/>
                  </a:lnTo>
                  <a:lnTo>
                    <a:pt x="94192" y="473398"/>
                  </a:lnTo>
                  <a:lnTo>
                    <a:pt x="0" y="43091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3718154"/>
              <a:ext cx="6145984" cy="1352376"/>
            </a:xfrm>
            <a:custGeom>
              <a:avLst/>
              <a:pathLst>
                <a:path w="6145984" h="1352376">
                  <a:moveTo>
                    <a:pt x="0" y="0"/>
                  </a:moveTo>
                  <a:lnTo>
                    <a:pt x="94192" y="75961"/>
                  </a:lnTo>
                  <a:lnTo>
                    <a:pt x="244656" y="190494"/>
                  </a:lnTo>
                  <a:lnTo>
                    <a:pt x="395120" y="298127"/>
                  </a:lnTo>
                  <a:lnTo>
                    <a:pt x="545584" y="398816"/>
                  </a:lnTo>
                  <a:lnTo>
                    <a:pt x="696048" y="492592"/>
                  </a:lnTo>
                  <a:lnTo>
                    <a:pt x="846512" y="579590"/>
                  </a:lnTo>
                  <a:lnTo>
                    <a:pt x="996976" y="660067"/>
                  </a:lnTo>
                  <a:lnTo>
                    <a:pt x="1147440" y="734378"/>
                  </a:lnTo>
                  <a:lnTo>
                    <a:pt x="1297904" y="802908"/>
                  </a:lnTo>
                  <a:lnTo>
                    <a:pt x="1448369" y="866004"/>
                  </a:lnTo>
                  <a:lnTo>
                    <a:pt x="1598833" y="925140"/>
                  </a:lnTo>
                  <a:lnTo>
                    <a:pt x="1749297" y="980751"/>
                  </a:lnTo>
                  <a:lnTo>
                    <a:pt x="1899761" y="1032593"/>
                  </a:lnTo>
                  <a:lnTo>
                    <a:pt x="2050225" y="1081075"/>
                  </a:lnTo>
                  <a:lnTo>
                    <a:pt x="2200689" y="1129392"/>
                  </a:lnTo>
                  <a:lnTo>
                    <a:pt x="2351153" y="1173852"/>
                  </a:lnTo>
                  <a:lnTo>
                    <a:pt x="2501617" y="1211575"/>
                  </a:lnTo>
                  <a:lnTo>
                    <a:pt x="2652081" y="1240077"/>
                  </a:lnTo>
                  <a:lnTo>
                    <a:pt x="2802545" y="1259048"/>
                  </a:lnTo>
                  <a:lnTo>
                    <a:pt x="2953009" y="1274608"/>
                  </a:lnTo>
                  <a:lnTo>
                    <a:pt x="3103473" y="1291639"/>
                  </a:lnTo>
                  <a:lnTo>
                    <a:pt x="3253937" y="1301408"/>
                  </a:lnTo>
                  <a:lnTo>
                    <a:pt x="3404401" y="1306687"/>
                  </a:lnTo>
                  <a:lnTo>
                    <a:pt x="3554865" y="1315432"/>
                  </a:lnTo>
                  <a:lnTo>
                    <a:pt x="3705329" y="1326058"/>
                  </a:lnTo>
                  <a:lnTo>
                    <a:pt x="3855793" y="1333682"/>
                  </a:lnTo>
                  <a:lnTo>
                    <a:pt x="4006257" y="1340325"/>
                  </a:lnTo>
                  <a:lnTo>
                    <a:pt x="4156721" y="1346928"/>
                  </a:lnTo>
                  <a:lnTo>
                    <a:pt x="4307185" y="1351014"/>
                  </a:lnTo>
                  <a:lnTo>
                    <a:pt x="4457649" y="1352376"/>
                  </a:lnTo>
                  <a:lnTo>
                    <a:pt x="4608114" y="1351300"/>
                  </a:lnTo>
                  <a:lnTo>
                    <a:pt x="4758578" y="1348372"/>
                  </a:lnTo>
                  <a:lnTo>
                    <a:pt x="4909042" y="1344140"/>
                  </a:lnTo>
                  <a:lnTo>
                    <a:pt x="5059506" y="1338937"/>
                  </a:lnTo>
                  <a:lnTo>
                    <a:pt x="5209970" y="1332956"/>
                  </a:lnTo>
                  <a:lnTo>
                    <a:pt x="5360434" y="1326278"/>
                  </a:lnTo>
                  <a:lnTo>
                    <a:pt x="5510898" y="1318897"/>
                  </a:lnTo>
                  <a:lnTo>
                    <a:pt x="5661362" y="1310749"/>
                  </a:lnTo>
                  <a:lnTo>
                    <a:pt x="5811826" y="1301728"/>
                  </a:lnTo>
                  <a:lnTo>
                    <a:pt x="5962290" y="1291703"/>
                  </a:lnTo>
                  <a:lnTo>
                    <a:pt x="6112754" y="1280531"/>
                  </a:lnTo>
                  <a:lnTo>
                    <a:pt x="6145984" y="12777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149072"/>
              <a:ext cx="6145984" cy="1175664"/>
            </a:xfrm>
            <a:custGeom>
              <a:avLst/>
              <a:pathLst>
                <a:path w="6145984" h="1175664">
                  <a:moveTo>
                    <a:pt x="6145984" y="1175664"/>
                  </a:moveTo>
                  <a:lnTo>
                    <a:pt x="6112754" y="1173427"/>
                  </a:lnTo>
                  <a:lnTo>
                    <a:pt x="5962290" y="1164059"/>
                  </a:lnTo>
                  <a:lnTo>
                    <a:pt x="5811826" y="1155308"/>
                  </a:lnTo>
                  <a:lnTo>
                    <a:pt x="5661362" y="1147028"/>
                  </a:lnTo>
                  <a:lnTo>
                    <a:pt x="5510898" y="1139089"/>
                  </a:lnTo>
                  <a:lnTo>
                    <a:pt x="5360434" y="1131383"/>
                  </a:lnTo>
                  <a:lnTo>
                    <a:pt x="5209970" y="1123844"/>
                  </a:lnTo>
                  <a:lnTo>
                    <a:pt x="5059506" y="1116466"/>
                  </a:lnTo>
                  <a:lnTo>
                    <a:pt x="4909042" y="1109328"/>
                  </a:lnTo>
                  <a:lnTo>
                    <a:pt x="4758578" y="1102622"/>
                  </a:lnTo>
                  <a:lnTo>
                    <a:pt x="4608114" y="1096680"/>
                  </a:lnTo>
                  <a:lnTo>
                    <a:pt x="4457649" y="1091065"/>
                  </a:lnTo>
                  <a:lnTo>
                    <a:pt x="4307185" y="1084757"/>
                  </a:lnTo>
                  <a:lnTo>
                    <a:pt x="4156721" y="1078150"/>
                  </a:lnTo>
                  <a:lnTo>
                    <a:pt x="4006257" y="1071171"/>
                  </a:lnTo>
                  <a:lnTo>
                    <a:pt x="3855793" y="1063871"/>
                  </a:lnTo>
                  <a:lnTo>
                    <a:pt x="3705329" y="1056917"/>
                  </a:lnTo>
                  <a:lnTo>
                    <a:pt x="3554865" y="1048759"/>
                  </a:lnTo>
                  <a:lnTo>
                    <a:pt x="3404401" y="1039582"/>
                  </a:lnTo>
                  <a:lnTo>
                    <a:pt x="3253937" y="1033787"/>
                  </a:lnTo>
                  <a:lnTo>
                    <a:pt x="3103473" y="1027246"/>
                  </a:lnTo>
                  <a:lnTo>
                    <a:pt x="2953009" y="1011535"/>
                  </a:lnTo>
                  <a:lnTo>
                    <a:pt x="2802545" y="991956"/>
                  </a:lnTo>
                  <a:lnTo>
                    <a:pt x="2652081" y="971777"/>
                  </a:lnTo>
                  <a:lnTo>
                    <a:pt x="2501617" y="944392"/>
                  </a:lnTo>
                  <a:lnTo>
                    <a:pt x="2351153" y="904216"/>
                  </a:lnTo>
                  <a:lnTo>
                    <a:pt x="2200689" y="858546"/>
                  </a:lnTo>
                  <a:lnTo>
                    <a:pt x="2050225" y="811581"/>
                  </a:lnTo>
                  <a:lnTo>
                    <a:pt x="1899761" y="763647"/>
                  </a:lnTo>
                  <a:lnTo>
                    <a:pt x="1749297" y="713567"/>
                  </a:lnTo>
                  <a:lnTo>
                    <a:pt x="1598833" y="661677"/>
                  </a:lnTo>
                  <a:lnTo>
                    <a:pt x="1448369" y="608007"/>
                  </a:lnTo>
                  <a:lnTo>
                    <a:pt x="1297904" y="552162"/>
                  </a:lnTo>
                  <a:lnTo>
                    <a:pt x="1147440" y="493701"/>
                  </a:lnTo>
                  <a:lnTo>
                    <a:pt x="996976" y="432998"/>
                  </a:lnTo>
                  <a:lnTo>
                    <a:pt x="846512" y="370509"/>
                  </a:lnTo>
                  <a:lnTo>
                    <a:pt x="696048" y="306657"/>
                  </a:lnTo>
                  <a:lnTo>
                    <a:pt x="545584" y="241772"/>
                  </a:lnTo>
                  <a:lnTo>
                    <a:pt x="395120" y="176059"/>
                  </a:lnTo>
                  <a:lnTo>
                    <a:pt x="244656" y="109620"/>
                  </a:lnTo>
                  <a:lnTo>
                    <a:pt x="94192" y="4248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3933613"/>
              <a:ext cx="6145984" cy="1228993"/>
            </a:xfrm>
            <a:custGeom>
              <a:avLst/>
              <a:pathLst>
                <a:path w="6145984" h="1228993">
                  <a:moveTo>
                    <a:pt x="0" y="0"/>
                  </a:moveTo>
                  <a:lnTo>
                    <a:pt x="94192" y="59221"/>
                  </a:lnTo>
                  <a:lnTo>
                    <a:pt x="244656" y="150057"/>
                  </a:lnTo>
                  <a:lnTo>
                    <a:pt x="395120" y="237093"/>
                  </a:lnTo>
                  <a:lnTo>
                    <a:pt x="545584" y="320294"/>
                  </a:lnTo>
                  <a:lnTo>
                    <a:pt x="696048" y="399624"/>
                  </a:lnTo>
                  <a:lnTo>
                    <a:pt x="846512" y="475049"/>
                  </a:lnTo>
                  <a:lnTo>
                    <a:pt x="996976" y="546533"/>
                  </a:lnTo>
                  <a:lnTo>
                    <a:pt x="1147440" y="614039"/>
                  </a:lnTo>
                  <a:lnTo>
                    <a:pt x="1297904" y="677535"/>
                  </a:lnTo>
                  <a:lnTo>
                    <a:pt x="1448369" y="737006"/>
                  </a:lnTo>
                  <a:lnTo>
                    <a:pt x="1598833" y="793408"/>
                  </a:lnTo>
                  <a:lnTo>
                    <a:pt x="1749297" y="847159"/>
                  </a:lnTo>
                  <a:lnTo>
                    <a:pt x="1899761" y="898120"/>
                  </a:lnTo>
                  <a:lnTo>
                    <a:pt x="2050225" y="946328"/>
                  </a:lnTo>
                  <a:lnTo>
                    <a:pt x="2200689" y="993969"/>
                  </a:lnTo>
                  <a:lnTo>
                    <a:pt x="2351153" y="1039034"/>
                  </a:lnTo>
                  <a:lnTo>
                    <a:pt x="2501617" y="1077983"/>
                  </a:lnTo>
                  <a:lnTo>
                    <a:pt x="2652081" y="1105927"/>
                  </a:lnTo>
                  <a:lnTo>
                    <a:pt x="2802545" y="1125502"/>
                  </a:lnTo>
                  <a:lnTo>
                    <a:pt x="2953009" y="1143071"/>
                  </a:lnTo>
                  <a:lnTo>
                    <a:pt x="3103473" y="1159443"/>
                  </a:lnTo>
                  <a:lnTo>
                    <a:pt x="3253937" y="1167597"/>
                  </a:lnTo>
                  <a:lnTo>
                    <a:pt x="3404401" y="1173135"/>
                  </a:lnTo>
                  <a:lnTo>
                    <a:pt x="3554865" y="1182096"/>
                  </a:lnTo>
                  <a:lnTo>
                    <a:pt x="3705329" y="1191488"/>
                  </a:lnTo>
                  <a:lnTo>
                    <a:pt x="3855793" y="1198776"/>
                  </a:lnTo>
                  <a:lnTo>
                    <a:pt x="4006257" y="1205748"/>
                  </a:lnTo>
                  <a:lnTo>
                    <a:pt x="4156721" y="1212539"/>
                  </a:lnTo>
                  <a:lnTo>
                    <a:pt x="4307185" y="1217886"/>
                  </a:lnTo>
                  <a:lnTo>
                    <a:pt x="4457649" y="1221721"/>
                  </a:lnTo>
                  <a:lnTo>
                    <a:pt x="4608114" y="1223990"/>
                  </a:lnTo>
                  <a:lnTo>
                    <a:pt x="4758578" y="1225497"/>
                  </a:lnTo>
                  <a:lnTo>
                    <a:pt x="4909042" y="1226734"/>
                  </a:lnTo>
                  <a:lnTo>
                    <a:pt x="5059506" y="1227701"/>
                  </a:lnTo>
                  <a:lnTo>
                    <a:pt x="5209970" y="1228400"/>
                  </a:lnTo>
                  <a:lnTo>
                    <a:pt x="5360434" y="1228830"/>
                  </a:lnTo>
                  <a:lnTo>
                    <a:pt x="5510898" y="1228993"/>
                  </a:lnTo>
                  <a:lnTo>
                    <a:pt x="5661362" y="1228889"/>
                  </a:lnTo>
                  <a:lnTo>
                    <a:pt x="5811826" y="1228518"/>
                  </a:lnTo>
                  <a:lnTo>
                    <a:pt x="5962290" y="1227881"/>
                  </a:lnTo>
                  <a:lnTo>
                    <a:pt x="6112754" y="1226979"/>
                  </a:lnTo>
                  <a:lnTo>
                    <a:pt x="6145984" y="122672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053175"/>
              <a:ext cx="6145984" cy="1341099"/>
            </a:xfrm>
            <a:custGeom>
              <a:avLst/>
              <a:pathLst>
                <a:path w="6145984" h="1341099">
                  <a:moveTo>
                    <a:pt x="0" y="968190"/>
                  </a:moveTo>
                  <a:lnTo>
                    <a:pt x="94192" y="985596"/>
                  </a:lnTo>
                  <a:lnTo>
                    <a:pt x="244656" y="1009707"/>
                  </a:lnTo>
                  <a:lnTo>
                    <a:pt x="395120" y="1030088"/>
                  </a:lnTo>
                  <a:lnTo>
                    <a:pt x="545584" y="1046739"/>
                  </a:lnTo>
                  <a:lnTo>
                    <a:pt x="696048" y="1059731"/>
                  </a:lnTo>
                  <a:lnTo>
                    <a:pt x="846512" y="1069230"/>
                  </a:lnTo>
                  <a:lnTo>
                    <a:pt x="996976" y="1075507"/>
                  </a:lnTo>
                  <a:lnTo>
                    <a:pt x="1147440" y="1078924"/>
                  </a:lnTo>
                  <a:lnTo>
                    <a:pt x="1297904" y="1079870"/>
                  </a:lnTo>
                  <a:lnTo>
                    <a:pt x="1448369" y="1078685"/>
                  </a:lnTo>
                  <a:lnTo>
                    <a:pt x="1598833" y="1076025"/>
                  </a:lnTo>
                  <a:lnTo>
                    <a:pt x="1749297" y="1071714"/>
                  </a:lnTo>
                  <a:lnTo>
                    <a:pt x="1899761" y="1065267"/>
                  </a:lnTo>
                  <a:lnTo>
                    <a:pt x="2050225" y="1056718"/>
                  </a:lnTo>
                  <a:lnTo>
                    <a:pt x="2200689" y="1047961"/>
                  </a:lnTo>
                  <a:lnTo>
                    <a:pt x="2351153" y="1036954"/>
                  </a:lnTo>
                  <a:lnTo>
                    <a:pt x="2501617" y="1023102"/>
                  </a:lnTo>
                  <a:lnTo>
                    <a:pt x="2652081" y="1009287"/>
                  </a:lnTo>
                  <a:lnTo>
                    <a:pt x="2802545" y="993147"/>
                  </a:lnTo>
                  <a:lnTo>
                    <a:pt x="2953009" y="973436"/>
                  </a:lnTo>
                  <a:lnTo>
                    <a:pt x="3103473" y="953823"/>
                  </a:lnTo>
                  <a:lnTo>
                    <a:pt x="3253937" y="933957"/>
                  </a:lnTo>
                  <a:lnTo>
                    <a:pt x="3404401" y="909887"/>
                  </a:lnTo>
                  <a:lnTo>
                    <a:pt x="3554865" y="881783"/>
                  </a:lnTo>
                  <a:lnTo>
                    <a:pt x="3705329" y="849274"/>
                  </a:lnTo>
                  <a:lnTo>
                    <a:pt x="3855793" y="812872"/>
                  </a:lnTo>
                  <a:lnTo>
                    <a:pt x="4006257" y="776882"/>
                  </a:lnTo>
                  <a:lnTo>
                    <a:pt x="4156721" y="742919"/>
                  </a:lnTo>
                  <a:lnTo>
                    <a:pt x="4307185" y="706737"/>
                  </a:lnTo>
                  <a:lnTo>
                    <a:pt x="4457649" y="666654"/>
                  </a:lnTo>
                  <a:lnTo>
                    <a:pt x="4608114" y="621458"/>
                  </a:lnTo>
                  <a:lnTo>
                    <a:pt x="4758578" y="572091"/>
                  </a:lnTo>
                  <a:lnTo>
                    <a:pt x="4909042" y="519816"/>
                  </a:lnTo>
                  <a:lnTo>
                    <a:pt x="5059506" y="464965"/>
                  </a:lnTo>
                  <a:lnTo>
                    <a:pt x="5209970" y="407744"/>
                  </a:lnTo>
                  <a:lnTo>
                    <a:pt x="5360434" y="348257"/>
                  </a:lnTo>
                  <a:lnTo>
                    <a:pt x="5510898" y="286535"/>
                  </a:lnTo>
                  <a:lnTo>
                    <a:pt x="5661362" y="222550"/>
                  </a:lnTo>
                  <a:lnTo>
                    <a:pt x="5811826" y="156242"/>
                  </a:lnTo>
                  <a:lnTo>
                    <a:pt x="5962290" y="87524"/>
                  </a:lnTo>
                  <a:lnTo>
                    <a:pt x="6112754" y="16303"/>
                  </a:lnTo>
                  <a:lnTo>
                    <a:pt x="6145984" y="0"/>
                  </a:lnTo>
                  <a:lnTo>
                    <a:pt x="6145984" y="295288"/>
                  </a:lnTo>
                  <a:lnTo>
                    <a:pt x="6112754" y="307111"/>
                  </a:lnTo>
                  <a:lnTo>
                    <a:pt x="5962290" y="359886"/>
                  </a:lnTo>
                  <a:lnTo>
                    <a:pt x="5811826" y="411740"/>
                  </a:lnTo>
                  <a:lnTo>
                    <a:pt x="5661362" y="462512"/>
                  </a:lnTo>
                  <a:lnTo>
                    <a:pt x="5510898" y="512049"/>
                  </a:lnTo>
                  <a:lnTo>
                    <a:pt x="5360434" y="560223"/>
                  </a:lnTo>
                  <a:lnTo>
                    <a:pt x="5209970" y="606941"/>
                  </a:lnTo>
                  <a:lnTo>
                    <a:pt x="5059506" y="652165"/>
                  </a:lnTo>
                  <a:lnTo>
                    <a:pt x="4909042" y="695933"/>
                  </a:lnTo>
                  <a:lnTo>
                    <a:pt x="4758578" y="738385"/>
                  </a:lnTo>
                  <a:lnTo>
                    <a:pt x="4608114" y="779785"/>
                  </a:lnTo>
                  <a:lnTo>
                    <a:pt x="4457649" y="818973"/>
                  </a:lnTo>
                  <a:lnTo>
                    <a:pt x="4307185" y="854615"/>
                  </a:lnTo>
                  <a:lnTo>
                    <a:pt x="4156721" y="888532"/>
                  </a:lnTo>
                  <a:lnTo>
                    <a:pt x="4006257" y="922157"/>
                  </a:lnTo>
                  <a:lnTo>
                    <a:pt x="3855793" y="957556"/>
                  </a:lnTo>
                  <a:lnTo>
                    <a:pt x="3705329" y="994561"/>
                  </a:lnTo>
                  <a:lnTo>
                    <a:pt x="3554865" y="1029286"/>
                  </a:lnTo>
                  <a:lnTo>
                    <a:pt x="3404401" y="1057002"/>
                  </a:lnTo>
                  <a:lnTo>
                    <a:pt x="3253937" y="1080609"/>
                  </a:lnTo>
                  <a:lnTo>
                    <a:pt x="3103473" y="1103375"/>
                  </a:lnTo>
                  <a:lnTo>
                    <a:pt x="2953009" y="1124172"/>
                  </a:lnTo>
                  <a:lnTo>
                    <a:pt x="2802545" y="1140273"/>
                  </a:lnTo>
                  <a:lnTo>
                    <a:pt x="2652081" y="1155329"/>
                  </a:lnTo>
                  <a:lnTo>
                    <a:pt x="2501617" y="1170148"/>
                  </a:lnTo>
                  <a:lnTo>
                    <a:pt x="2351153" y="1181796"/>
                  </a:lnTo>
                  <a:lnTo>
                    <a:pt x="2200689" y="1191717"/>
                  </a:lnTo>
                  <a:lnTo>
                    <a:pt x="2050225" y="1201688"/>
                  </a:lnTo>
                  <a:lnTo>
                    <a:pt x="1899761" y="1210729"/>
                  </a:lnTo>
                  <a:lnTo>
                    <a:pt x="1749297" y="1218759"/>
                  </a:lnTo>
                  <a:lnTo>
                    <a:pt x="1598833" y="1226412"/>
                  </a:lnTo>
                  <a:lnTo>
                    <a:pt x="1448369" y="1233980"/>
                  </a:lnTo>
                  <a:lnTo>
                    <a:pt x="1297904" y="1241677"/>
                  </a:lnTo>
                  <a:lnTo>
                    <a:pt x="1147440" y="1249774"/>
                  </a:lnTo>
                  <a:lnTo>
                    <a:pt x="996976" y="1258578"/>
                  </a:lnTo>
                  <a:lnTo>
                    <a:pt x="846512" y="1268455"/>
                  </a:lnTo>
                  <a:lnTo>
                    <a:pt x="696048" y="1279744"/>
                  </a:lnTo>
                  <a:lnTo>
                    <a:pt x="545584" y="1292697"/>
                  </a:lnTo>
                  <a:lnTo>
                    <a:pt x="395120" y="1307457"/>
                  </a:lnTo>
                  <a:lnTo>
                    <a:pt x="244656" y="1324072"/>
                  </a:lnTo>
                  <a:lnTo>
                    <a:pt x="105793" y="134109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053175"/>
              <a:ext cx="6145984" cy="1079870"/>
            </a:xfrm>
            <a:custGeom>
              <a:avLst/>
              <a:pathLst>
                <a:path w="6145984" h="1079870">
                  <a:moveTo>
                    <a:pt x="0" y="968190"/>
                  </a:moveTo>
                  <a:lnTo>
                    <a:pt x="94192" y="985596"/>
                  </a:lnTo>
                  <a:lnTo>
                    <a:pt x="244656" y="1009707"/>
                  </a:lnTo>
                  <a:lnTo>
                    <a:pt x="395120" y="1030088"/>
                  </a:lnTo>
                  <a:lnTo>
                    <a:pt x="545584" y="1046739"/>
                  </a:lnTo>
                  <a:lnTo>
                    <a:pt x="696048" y="1059731"/>
                  </a:lnTo>
                  <a:lnTo>
                    <a:pt x="846512" y="1069230"/>
                  </a:lnTo>
                  <a:lnTo>
                    <a:pt x="996976" y="1075507"/>
                  </a:lnTo>
                  <a:lnTo>
                    <a:pt x="1147440" y="1078924"/>
                  </a:lnTo>
                  <a:lnTo>
                    <a:pt x="1297904" y="1079870"/>
                  </a:lnTo>
                  <a:lnTo>
                    <a:pt x="1448369" y="1078685"/>
                  </a:lnTo>
                  <a:lnTo>
                    <a:pt x="1598833" y="1076025"/>
                  </a:lnTo>
                  <a:lnTo>
                    <a:pt x="1749297" y="1071714"/>
                  </a:lnTo>
                  <a:lnTo>
                    <a:pt x="1899761" y="1065267"/>
                  </a:lnTo>
                  <a:lnTo>
                    <a:pt x="2050225" y="1056718"/>
                  </a:lnTo>
                  <a:lnTo>
                    <a:pt x="2200689" y="1047961"/>
                  </a:lnTo>
                  <a:lnTo>
                    <a:pt x="2351153" y="1036954"/>
                  </a:lnTo>
                  <a:lnTo>
                    <a:pt x="2501617" y="1023102"/>
                  </a:lnTo>
                  <a:lnTo>
                    <a:pt x="2652081" y="1009287"/>
                  </a:lnTo>
                  <a:lnTo>
                    <a:pt x="2802545" y="993147"/>
                  </a:lnTo>
                  <a:lnTo>
                    <a:pt x="2953009" y="973436"/>
                  </a:lnTo>
                  <a:lnTo>
                    <a:pt x="3103473" y="953823"/>
                  </a:lnTo>
                  <a:lnTo>
                    <a:pt x="3253937" y="933957"/>
                  </a:lnTo>
                  <a:lnTo>
                    <a:pt x="3404401" y="909887"/>
                  </a:lnTo>
                  <a:lnTo>
                    <a:pt x="3554865" y="881783"/>
                  </a:lnTo>
                  <a:lnTo>
                    <a:pt x="3705329" y="849274"/>
                  </a:lnTo>
                  <a:lnTo>
                    <a:pt x="3855793" y="812872"/>
                  </a:lnTo>
                  <a:lnTo>
                    <a:pt x="4006257" y="776882"/>
                  </a:lnTo>
                  <a:lnTo>
                    <a:pt x="4156721" y="742919"/>
                  </a:lnTo>
                  <a:lnTo>
                    <a:pt x="4307185" y="706737"/>
                  </a:lnTo>
                  <a:lnTo>
                    <a:pt x="4457649" y="666654"/>
                  </a:lnTo>
                  <a:lnTo>
                    <a:pt x="4608114" y="621458"/>
                  </a:lnTo>
                  <a:lnTo>
                    <a:pt x="4758578" y="572091"/>
                  </a:lnTo>
                  <a:lnTo>
                    <a:pt x="4909042" y="519816"/>
                  </a:lnTo>
                  <a:lnTo>
                    <a:pt x="5059506" y="464965"/>
                  </a:lnTo>
                  <a:lnTo>
                    <a:pt x="5209970" y="407744"/>
                  </a:lnTo>
                  <a:lnTo>
                    <a:pt x="5360434" y="348257"/>
                  </a:lnTo>
                  <a:lnTo>
                    <a:pt x="5510898" y="286535"/>
                  </a:lnTo>
                  <a:lnTo>
                    <a:pt x="5661362" y="222550"/>
                  </a:lnTo>
                  <a:lnTo>
                    <a:pt x="5811826" y="156242"/>
                  </a:lnTo>
                  <a:lnTo>
                    <a:pt x="5962290" y="87524"/>
                  </a:lnTo>
                  <a:lnTo>
                    <a:pt x="6112754" y="1630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047669" y="4348463"/>
              <a:ext cx="6040191" cy="1045811"/>
            </a:xfrm>
            <a:custGeom>
              <a:avLst/>
              <a:pathLst>
                <a:path w="6040191" h="1045811">
                  <a:moveTo>
                    <a:pt x="6040191" y="0"/>
                  </a:moveTo>
                  <a:lnTo>
                    <a:pt x="6006961" y="11822"/>
                  </a:lnTo>
                  <a:lnTo>
                    <a:pt x="5856497" y="64597"/>
                  </a:lnTo>
                  <a:lnTo>
                    <a:pt x="5706033" y="116452"/>
                  </a:lnTo>
                  <a:lnTo>
                    <a:pt x="5555569" y="167223"/>
                  </a:lnTo>
                  <a:lnTo>
                    <a:pt x="5405105" y="216761"/>
                  </a:lnTo>
                  <a:lnTo>
                    <a:pt x="5254641" y="264935"/>
                  </a:lnTo>
                  <a:lnTo>
                    <a:pt x="5104177" y="311653"/>
                  </a:lnTo>
                  <a:lnTo>
                    <a:pt x="4953713" y="356877"/>
                  </a:lnTo>
                  <a:lnTo>
                    <a:pt x="4803249" y="400645"/>
                  </a:lnTo>
                  <a:lnTo>
                    <a:pt x="4652785" y="443097"/>
                  </a:lnTo>
                  <a:lnTo>
                    <a:pt x="4502320" y="484497"/>
                  </a:lnTo>
                  <a:lnTo>
                    <a:pt x="4351856" y="523685"/>
                  </a:lnTo>
                  <a:lnTo>
                    <a:pt x="4201392" y="559326"/>
                  </a:lnTo>
                  <a:lnTo>
                    <a:pt x="4050928" y="593243"/>
                  </a:lnTo>
                  <a:lnTo>
                    <a:pt x="3900464" y="626869"/>
                  </a:lnTo>
                  <a:lnTo>
                    <a:pt x="3750000" y="662268"/>
                  </a:lnTo>
                  <a:lnTo>
                    <a:pt x="3599536" y="699273"/>
                  </a:lnTo>
                  <a:lnTo>
                    <a:pt x="3449072" y="733997"/>
                  </a:lnTo>
                  <a:lnTo>
                    <a:pt x="3298608" y="761713"/>
                  </a:lnTo>
                  <a:lnTo>
                    <a:pt x="3148144" y="785321"/>
                  </a:lnTo>
                  <a:lnTo>
                    <a:pt x="2997680" y="808086"/>
                  </a:lnTo>
                  <a:lnTo>
                    <a:pt x="2847216" y="828884"/>
                  </a:lnTo>
                  <a:lnTo>
                    <a:pt x="2696752" y="844985"/>
                  </a:lnTo>
                  <a:lnTo>
                    <a:pt x="2546288" y="860041"/>
                  </a:lnTo>
                  <a:lnTo>
                    <a:pt x="2395824" y="874859"/>
                  </a:lnTo>
                  <a:lnTo>
                    <a:pt x="2245360" y="886507"/>
                  </a:lnTo>
                  <a:lnTo>
                    <a:pt x="2094896" y="896428"/>
                  </a:lnTo>
                  <a:lnTo>
                    <a:pt x="1944432" y="906400"/>
                  </a:lnTo>
                  <a:lnTo>
                    <a:pt x="1793968" y="915441"/>
                  </a:lnTo>
                  <a:lnTo>
                    <a:pt x="1643504" y="923470"/>
                  </a:lnTo>
                  <a:lnTo>
                    <a:pt x="1493039" y="931123"/>
                  </a:lnTo>
                  <a:lnTo>
                    <a:pt x="1342575" y="938692"/>
                  </a:lnTo>
                  <a:lnTo>
                    <a:pt x="1192111" y="946389"/>
                  </a:lnTo>
                  <a:lnTo>
                    <a:pt x="1041647" y="954486"/>
                  </a:lnTo>
                  <a:lnTo>
                    <a:pt x="891183" y="963289"/>
                  </a:lnTo>
                  <a:lnTo>
                    <a:pt x="740719" y="973166"/>
                  </a:lnTo>
                  <a:lnTo>
                    <a:pt x="590255" y="984455"/>
                  </a:lnTo>
                  <a:lnTo>
                    <a:pt x="439791" y="997408"/>
                  </a:lnTo>
                  <a:lnTo>
                    <a:pt x="289327" y="1012168"/>
                  </a:lnTo>
                  <a:lnTo>
                    <a:pt x="138863" y="1028783"/>
                  </a:lnTo>
                  <a:lnTo>
                    <a:pt x="0" y="10458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200819"/>
              <a:ext cx="6145984" cy="1022093"/>
            </a:xfrm>
            <a:custGeom>
              <a:avLst/>
              <a:pathLst>
                <a:path w="6145984" h="1022093">
                  <a:moveTo>
                    <a:pt x="0" y="1014043"/>
                  </a:moveTo>
                  <a:lnTo>
                    <a:pt x="94192" y="1016415"/>
                  </a:lnTo>
                  <a:lnTo>
                    <a:pt x="244656" y="1019245"/>
                  </a:lnTo>
                  <a:lnTo>
                    <a:pt x="395120" y="1021128"/>
                  </a:lnTo>
                  <a:lnTo>
                    <a:pt x="545584" y="1022074"/>
                  </a:lnTo>
                  <a:lnTo>
                    <a:pt x="696048" y="1022093"/>
                  </a:lnTo>
                  <a:lnTo>
                    <a:pt x="846512" y="1021198"/>
                  </a:lnTo>
                  <a:lnTo>
                    <a:pt x="996976" y="1019398"/>
                  </a:lnTo>
                  <a:lnTo>
                    <a:pt x="1147440" y="1016705"/>
                  </a:lnTo>
                  <a:lnTo>
                    <a:pt x="1297904" y="1013129"/>
                  </a:lnTo>
                  <a:lnTo>
                    <a:pt x="1448369" y="1008688"/>
                  </a:lnTo>
                  <a:lnTo>
                    <a:pt x="1598833" y="1003574"/>
                  </a:lnTo>
                  <a:lnTo>
                    <a:pt x="1749297" y="997592"/>
                  </a:lnTo>
                  <a:lnTo>
                    <a:pt x="1899761" y="990354"/>
                  </a:lnTo>
                  <a:lnTo>
                    <a:pt x="2050225" y="981559"/>
                  </a:lnTo>
                  <a:lnTo>
                    <a:pt x="2200689" y="972195"/>
                  </a:lnTo>
                  <a:lnTo>
                    <a:pt x="2351153" y="961731"/>
                  </a:lnTo>
                  <a:lnTo>
                    <a:pt x="2501617" y="948981"/>
                  </a:lnTo>
                  <a:lnTo>
                    <a:pt x="2652081" y="934664"/>
                  </a:lnTo>
                  <a:lnTo>
                    <a:pt x="2802545" y="919066"/>
                  </a:lnTo>
                  <a:lnTo>
                    <a:pt x="2953009" y="901160"/>
                  </a:lnTo>
                  <a:lnTo>
                    <a:pt x="3103473" y="880955"/>
                  </a:lnTo>
                  <a:lnTo>
                    <a:pt x="3253937" y="859639"/>
                  </a:lnTo>
                  <a:lnTo>
                    <a:pt x="3404401" y="835800"/>
                  </a:lnTo>
                  <a:lnTo>
                    <a:pt x="3554865" y="807890"/>
                  </a:lnTo>
                  <a:lnTo>
                    <a:pt x="3705329" y="774273"/>
                  </a:lnTo>
                  <a:lnTo>
                    <a:pt x="3855793" y="737570"/>
                  </a:lnTo>
                  <a:lnTo>
                    <a:pt x="4006257" y="701875"/>
                  </a:lnTo>
                  <a:lnTo>
                    <a:pt x="4156721" y="668081"/>
                  </a:lnTo>
                  <a:lnTo>
                    <a:pt x="4307185" y="633032"/>
                  </a:lnTo>
                  <a:lnTo>
                    <a:pt x="4457649" y="595169"/>
                  </a:lnTo>
                  <a:lnTo>
                    <a:pt x="4608114" y="552977"/>
                  </a:lnTo>
                  <a:lnTo>
                    <a:pt x="4758578" y="507594"/>
                  </a:lnTo>
                  <a:lnTo>
                    <a:pt x="4909042" y="460231"/>
                  </a:lnTo>
                  <a:lnTo>
                    <a:pt x="5059506" y="410921"/>
                  </a:lnTo>
                  <a:lnTo>
                    <a:pt x="5209970" y="359698"/>
                  </a:lnTo>
                  <a:lnTo>
                    <a:pt x="5360434" y="306596"/>
                  </a:lnTo>
                  <a:lnTo>
                    <a:pt x="5510898" y="251648"/>
                  </a:lnTo>
                  <a:lnTo>
                    <a:pt x="5661362" y="194887"/>
                  </a:lnTo>
                  <a:lnTo>
                    <a:pt x="5811826" y="136347"/>
                  </a:lnTo>
                  <a:lnTo>
                    <a:pt x="5962290" y="76061"/>
                  </a:lnTo>
                  <a:lnTo>
                    <a:pt x="6112754" y="1406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472400"/>
              <a:ext cx="6145984" cy="1921875"/>
            </a:xfrm>
            <a:custGeom>
              <a:avLst/>
              <a:pathLst>
                <a:path w="6145984" h="1921875">
                  <a:moveTo>
                    <a:pt x="0" y="1493108"/>
                  </a:moveTo>
                  <a:lnTo>
                    <a:pt x="94192" y="1519989"/>
                  </a:lnTo>
                  <a:lnTo>
                    <a:pt x="244656" y="1557015"/>
                  </a:lnTo>
                  <a:lnTo>
                    <a:pt x="395120" y="1588094"/>
                  </a:lnTo>
                  <a:lnTo>
                    <a:pt x="545584" y="1613242"/>
                  </a:lnTo>
                  <a:lnTo>
                    <a:pt x="696048" y="1632565"/>
                  </a:lnTo>
                  <a:lnTo>
                    <a:pt x="846512" y="1646289"/>
                  </a:lnTo>
                  <a:lnTo>
                    <a:pt x="996976" y="1654783"/>
                  </a:lnTo>
                  <a:lnTo>
                    <a:pt x="1147440" y="1658524"/>
                  </a:lnTo>
                  <a:lnTo>
                    <a:pt x="1297904" y="1658029"/>
                  </a:lnTo>
                  <a:lnTo>
                    <a:pt x="1448369" y="1653743"/>
                  </a:lnTo>
                  <a:lnTo>
                    <a:pt x="1598833" y="1646200"/>
                  </a:lnTo>
                  <a:lnTo>
                    <a:pt x="1749297" y="1635030"/>
                  </a:lnTo>
                  <a:lnTo>
                    <a:pt x="1899761" y="1619653"/>
                  </a:lnTo>
                  <a:lnTo>
                    <a:pt x="2050225" y="1600050"/>
                  </a:lnTo>
                  <a:lnTo>
                    <a:pt x="2200689" y="1577208"/>
                  </a:lnTo>
                  <a:lnTo>
                    <a:pt x="2351153" y="1549276"/>
                  </a:lnTo>
                  <a:lnTo>
                    <a:pt x="2501617" y="1517086"/>
                  </a:lnTo>
                  <a:lnTo>
                    <a:pt x="2652081" y="1480602"/>
                  </a:lnTo>
                  <a:lnTo>
                    <a:pt x="2802545" y="1437155"/>
                  </a:lnTo>
                  <a:lnTo>
                    <a:pt x="2953009" y="1390319"/>
                  </a:lnTo>
                  <a:lnTo>
                    <a:pt x="3103473" y="1345933"/>
                  </a:lnTo>
                  <a:lnTo>
                    <a:pt x="3253937" y="1298313"/>
                  </a:lnTo>
                  <a:lnTo>
                    <a:pt x="3404401" y="1245795"/>
                  </a:lnTo>
                  <a:lnTo>
                    <a:pt x="3554865" y="1192328"/>
                  </a:lnTo>
                  <a:lnTo>
                    <a:pt x="3705329" y="1134466"/>
                  </a:lnTo>
                  <a:lnTo>
                    <a:pt x="3855793" y="1072065"/>
                  </a:lnTo>
                  <a:lnTo>
                    <a:pt x="4006257" y="1013687"/>
                  </a:lnTo>
                  <a:lnTo>
                    <a:pt x="4156721" y="961520"/>
                  </a:lnTo>
                  <a:lnTo>
                    <a:pt x="4307185" y="908224"/>
                  </a:lnTo>
                  <a:lnTo>
                    <a:pt x="4457649" y="852110"/>
                  </a:lnTo>
                  <a:lnTo>
                    <a:pt x="4608114" y="792071"/>
                  </a:lnTo>
                  <a:lnTo>
                    <a:pt x="4758578" y="727944"/>
                  </a:lnTo>
                  <a:lnTo>
                    <a:pt x="4909042" y="660386"/>
                  </a:lnTo>
                  <a:lnTo>
                    <a:pt x="5059506" y="589816"/>
                  </a:lnTo>
                  <a:lnTo>
                    <a:pt x="5209970" y="516494"/>
                  </a:lnTo>
                  <a:lnTo>
                    <a:pt x="5360434" y="440546"/>
                  </a:lnTo>
                  <a:lnTo>
                    <a:pt x="5510898" y="362005"/>
                  </a:lnTo>
                  <a:lnTo>
                    <a:pt x="5661362" y="280829"/>
                  </a:lnTo>
                  <a:lnTo>
                    <a:pt x="5811826" y="196932"/>
                  </a:lnTo>
                  <a:lnTo>
                    <a:pt x="5962290" y="110197"/>
                  </a:lnTo>
                  <a:lnTo>
                    <a:pt x="6112754" y="20495"/>
                  </a:lnTo>
                  <a:lnTo>
                    <a:pt x="6145984" y="0"/>
                  </a:lnTo>
                  <a:lnTo>
                    <a:pt x="6145984" y="380364"/>
                  </a:lnTo>
                  <a:lnTo>
                    <a:pt x="6112754" y="395087"/>
                  </a:lnTo>
                  <a:lnTo>
                    <a:pt x="5962290" y="461028"/>
                  </a:lnTo>
                  <a:lnTo>
                    <a:pt x="5811826" y="526042"/>
                  </a:lnTo>
                  <a:lnTo>
                    <a:pt x="5661362" y="589926"/>
                  </a:lnTo>
                  <a:lnTo>
                    <a:pt x="5510898" y="652492"/>
                  </a:lnTo>
                  <a:lnTo>
                    <a:pt x="5360434" y="713581"/>
                  </a:lnTo>
                  <a:lnTo>
                    <a:pt x="5209970" y="773081"/>
                  </a:lnTo>
                  <a:lnTo>
                    <a:pt x="5059506" y="830950"/>
                  </a:lnTo>
                  <a:lnTo>
                    <a:pt x="4909042" y="887244"/>
                  </a:lnTo>
                  <a:lnTo>
                    <a:pt x="4758578" y="942149"/>
                  </a:lnTo>
                  <a:lnTo>
                    <a:pt x="4608114" y="996014"/>
                  </a:lnTo>
                  <a:lnTo>
                    <a:pt x="4457649" y="1048314"/>
                  </a:lnTo>
                  <a:lnTo>
                    <a:pt x="4307185" y="1098707"/>
                  </a:lnTo>
                  <a:lnTo>
                    <a:pt x="4156721" y="1149086"/>
                  </a:lnTo>
                  <a:lnTo>
                    <a:pt x="4006257" y="1200817"/>
                  </a:lnTo>
                  <a:lnTo>
                    <a:pt x="3855793" y="1258435"/>
                  </a:lnTo>
                  <a:lnTo>
                    <a:pt x="3705329" y="1321613"/>
                  </a:lnTo>
                  <a:lnTo>
                    <a:pt x="3554865" y="1382328"/>
                  </a:lnTo>
                  <a:lnTo>
                    <a:pt x="3404401" y="1435296"/>
                  </a:lnTo>
                  <a:lnTo>
                    <a:pt x="3253937" y="1487217"/>
                  </a:lnTo>
                  <a:lnTo>
                    <a:pt x="3103473" y="1538571"/>
                  </a:lnTo>
                  <a:lnTo>
                    <a:pt x="2953009" y="1584484"/>
                  </a:lnTo>
                  <a:lnTo>
                    <a:pt x="2802545" y="1626670"/>
                  </a:lnTo>
                  <a:lnTo>
                    <a:pt x="2652081" y="1668720"/>
                  </a:lnTo>
                  <a:lnTo>
                    <a:pt x="2501617" y="1706497"/>
                  </a:lnTo>
                  <a:lnTo>
                    <a:pt x="2351153" y="1735848"/>
                  </a:lnTo>
                  <a:lnTo>
                    <a:pt x="2200689" y="1762381"/>
                  </a:lnTo>
                  <a:lnTo>
                    <a:pt x="2050225" y="1786787"/>
                  </a:lnTo>
                  <a:lnTo>
                    <a:pt x="1899761" y="1807025"/>
                  </a:lnTo>
                  <a:lnTo>
                    <a:pt x="1749297" y="1824440"/>
                  </a:lnTo>
                  <a:lnTo>
                    <a:pt x="1598833" y="1839914"/>
                  </a:lnTo>
                  <a:lnTo>
                    <a:pt x="1448369" y="1853780"/>
                  </a:lnTo>
                  <a:lnTo>
                    <a:pt x="1297904" y="1866454"/>
                  </a:lnTo>
                  <a:lnTo>
                    <a:pt x="1147440" y="1878598"/>
                  </a:lnTo>
                  <a:lnTo>
                    <a:pt x="996976" y="1890598"/>
                  </a:lnTo>
                  <a:lnTo>
                    <a:pt x="846512" y="1902913"/>
                  </a:lnTo>
                  <a:lnTo>
                    <a:pt x="696048" y="1915965"/>
                  </a:lnTo>
                  <a:lnTo>
                    <a:pt x="632977" y="192187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472400"/>
              <a:ext cx="6145984" cy="1658524"/>
            </a:xfrm>
            <a:custGeom>
              <a:avLst/>
              <a:pathLst>
                <a:path w="6145984" h="1658524">
                  <a:moveTo>
                    <a:pt x="0" y="1493108"/>
                  </a:moveTo>
                  <a:lnTo>
                    <a:pt x="94192" y="1519989"/>
                  </a:lnTo>
                  <a:lnTo>
                    <a:pt x="244656" y="1557015"/>
                  </a:lnTo>
                  <a:lnTo>
                    <a:pt x="395120" y="1588094"/>
                  </a:lnTo>
                  <a:lnTo>
                    <a:pt x="545584" y="1613242"/>
                  </a:lnTo>
                  <a:lnTo>
                    <a:pt x="696048" y="1632565"/>
                  </a:lnTo>
                  <a:lnTo>
                    <a:pt x="846512" y="1646289"/>
                  </a:lnTo>
                  <a:lnTo>
                    <a:pt x="996976" y="1654783"/>
                  </a:lnTo>
                  <a:lnTo>
                    <a:pt x="1147440" y="1658524"/>
                  </a:lnTo>
                  <a:lnTo>
                    <a:pt x="1297904" y="1658029"/>
                  </a:lnTo>
                  <a:lnTo>
                    <a:pt x="1448369" y="1653743"/>
                  </a:lnTo>
                  <a:lnTo>
                    <a:pt x="1598833" y="1646200"/>
                  </a:lnTo>
                  <a:lnTo>
                    <a:pt x="1749297" y="1635030"/>
                  </a:lnTo>
                  <a:lnTo>
                    <a:pt x="1899761" y="1619653"/>
                  </a:lnTo>
                  <a:lnTo>
                    <a:pt x="2050225" y="1600050"/>
                  </a:lnTo>
                  <a:lnTo>
                    <a:pt x="2200689" y="1577208"/>
                  </a:lnTo>
                  <a:lnTo>
                    <a:pt x="2351153" y="1549276"/>
                  </a:lnTo>
                  <a:lnTo>
                    <a:pt x="2501617" y="1517086"/>
                  </a:lnTo>
                  <a:lnTo>
                    <a:pt x="2652081" y="1480602"/>
                  </a:lnTo>
                  <a:lnTo>
                    <a:pt x="2802545" y="1437155"/>
                  </a:lnTo>
                  <a:lnTo>
                    <a:pt x="2953009" y="1390319"/>
                  </a:lnTo>
                  <a:lnTo>
                    <a:pt x="3103473" y="1345933"/>
                  </a:lnTo>
                  <a:lnTo>
                    <a:pt x="3253937" y="1298313"/>
                  </a:lnTo>
                  <a:lnTo>
                    <a:pt x="3404401" y="1245795"/>
                  </a:lnTo>
                  <a:lnTo>
                    <a:pt x="3554865" y="1192328"/>
                  </a:lnTo>
                  <a:lnTo>
                    <a:pt x="3705329" y="1134466"/>
                  </a:lnTo>
                  <a:lnTo>
                    <a:pt x="3855793" y="1072065"/>
                  </a:lnTo>
                  <a:lnTo>
                    <a:pt x="4006257" y="1013687"/>
                  </a:lnTo>
                  <a:lnTo>
                    <a:pt x="4156721" y="961520"/>
                  </a:lnTo>
                  <a:lnTo>
                    <a:pt x="4307185" y="908224"/>
                  </a:lnTo>
                  <a:lnTo>
                    <a:pt x="4457649" y="852110"/>
                  </a:lnTo>
                  <a:lnTo>
                    <a:pt x="4608114" y="792071"/>
                  </a:lnTo>
                  <a:lnTo>
                    <a:pt x="4758578" y="727944"/>
                  </a:lnTo>
                  <a:lnTo>
                    <a:pt x="4909042" y="660386"/>
                  </a:lnTo>
                  <a:lnTo>
                    <a:pt x="5059506" y="589816"/>
                  </a:lnTo>
                  <a:lnTo>
                    <a:pt x="5209970" y="516494"/>
                  </a:lnTo>
                  <a:lnTo>
                    <a:pt x="5360434" y="440546"/>
                  </a:lnTo>
                  <a:lnTo>
                    <a:pt x="5510898" y="362005"/>
                  </a:lnTo>
                  <a:lnTo>
                    <a:pt x="5661362" y="280829"/>
                  </a:lnTo>
                  <a:lnTo>
                    <a:pt x="5811826" y="196932"/>
                  </a:lnTo>
                  <a:lnTo>
                    <a:pt x="5962290" y="110197"/>
                  </a:lnTo>
                  <a:lnTo>
                    <a:pt x="6112754" y="2049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574853" y="3852764"/>
              <a:ext cx="5513007" cy="1541510"/>
            </a:xfrm>
            <a:custGeom>
              <a:avLst/>
              <a:pathLst>
                <a:path w="5513007" h="1541510">
                  <a:moveTo>
                    <a:pt x="5513007" y="0"/>
                  </a:moveTo>
                  <a:lnTo>
                    <a:pt x="5479777" y="14723"/>
                  </a:lnTo>
                  <a:lnTo>
                    <a:pt x="5329313" y="80664"/>
                  </a:lnTo>
                  <a:lnTo>
                    <a:pt x="5178849" y="145678"/>
                  </a:lnTo>
                  <a:lnTo>
                    <a:pt x="5028385" y="209562"/>
                  </a:lnTo>
                  <a:lnTo>
                    <a:pt x="4877921" y="272128"/>
                  </a:lnTo>
                  <a:lnTo>
                    <a:pt x="4727457" y="333217"/>
                  </a:lnTo>
                  <a:lnTo>
                    <a:pt x="4576993" y="392717"/>
                  </a:lnTo>
                  <a:lnTo>
                    <a:pt x="4426529" y="450586"/>
                  </a:lnTo>
                  <a:lnTo>
                    <a:pt x="4276065" y="506880"/>
                  </a:lnTo>
                  <a:lnTo>
                    <a:pt x="4125601" y="561785"/>
                  </a:lnTo>
                  <a:lnTo>
                    <a:pt x="3975137" y="615650"/>
                  </a:lnTo>
                  <a:lnTo>
                    <a:pt x="3824672" y="667950"/>
                  </a:lnTo>
                  <a:lnTo>
                    <a:pt x="3674208" y="718343"/>
                  </a:lnTo>
                  <a:lnTo>
                    <a:pt x="3523744" y="768722"/>
                  </a:lnTo>
                  <a:lnTo>
                    <a:pt x="3373280" y="820452"/>
                  </a:lnTo>
                  <a:lnTo>
                    <a:pt x="3222816" y="878071"/>
                  </a:lnTo>
                  <a:lnTo>
                    <a:pt x="3072352" y="941248"/>
                  </a:lnTo>
                  <a:lnTo>
                    <a:pt x="2921888" y="1001964"/>
                  </a:lnTo>
                  <a:lnTo>
                    <a:pt x="2771424" y="1054931"/>
                  </a:lnTo>
                  <a:lnTo>
                    <a:pt x="2620960" y="1106853"/>
                  </a:lnTo>
                  <a:lnTo>
                    <a:pt x="2470496" y="1158207"/>
                  </a:lnTo>
                  <a:lnTo>
                    <a:pt x="2320032" y="1204119"/>
                  </a:lnTo>
                  <a:lnTo>
                    <a:pt x="2169568" y="1246306"/>
                  </a:lnTo>
                  <a:lnTo>
                    <a:pt x="2019104" y="1288356"/>
                  </a:lnTo>
                  <a:lnTo>
                    <a:pt x="1868640" y="1326133"/>
                  </a:lnTo>
                  <a:lnTo>
                    <a:pt x="1718176" y="1355484"/>
                  </a:lnTo>
                  <a:lnTo>
                    <a:pt x="1567712" y="1382017"/>
                  </a:lnTo>
                  <a:lnTo>
                    <a:pt x="1417248" y="1406423"/>
                  </a:lnTo>
                  <a:lnTo>
                    <a:pt x="1266784" y="1426661"/>
                  </a:lnTo>
                  <a:lnTo>
                    <a:pt x="1116320" y="1444076"/>
                  </a:lnTo>
                  <a:lnTo>
                    <a:pt x="965856" y="1459549"/>
                  </a:lnTo>
                  <a:lnTo>
                    <a:pt x="815391" y="1473416"/>
                  </a:lnTo>
                  <a:lnTo>
                    <a:pt x="664927" y="1486090"/>
                  </a:lnTo>
                  <a:lnTo>
                    <a:pt x="514463" y="1498234"/>
                  </a:lnTo>
                  <a:lnTo>
                    <a:pt x="363999" y="1510234"/>
                  </a:lnTo>
                  <a:lnTo>
                    <a:pt x="213535" y="1522549"/>
                  </a:lnTo>
                  <a:lnTo>
                    <a:pt x="63071" y="1535601"/>
                  </a:lnTo>
                  <a:lnTo>
                    <a:pt x="0" y="15415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662582"/>
              <a:ext cx="6145984" cy="1584419"/>
            </a:xfrm>
            <a:custGeom>
              <a:avLst/>
              <a:pathLst>
                <a:path w="6145984" h="1584419">
                  <a:moveTo>
                    <a:pt x="0" y="1552172"/>
                  </a:moveTo>
                  <a:lnTo>
                    <a:pt x="94192" y="1559687"/>
                  </a:lnTo>
                  <a:lnTo>
                    <a:pt x="244656" y="1569301"/>
                  </a:lnTo>
                  <a:lnTo>
                    <a:pt x="395120" y="1576553"/>
                  </a:lnTo>
                  <a:lnTo>
                    <a:pt x="545584" y="1581470"/>
                  </a:lnTo>
                  <a:lnTo>
                    <a:pt x="696048" y="1584083"/>
                  </a:lnTo>
                  <a:lnTo>
                    <a:pt x="846512" y="1584419"/>
                  </a:lnTo>
                  <a:lnTo>
                    <a:pt x="996976" y="1582508"/>
                  </a:lnTo>
                  <a:lnTo>
                    <a:pt x="1147440" y="1578379"/>
                  </a:lnTo>
                  <a:lnTo>
                    <a:pt x="1297904" y="1572059"/>
                  </a:lnTo>
                  <a:lnTo>
                    <a:pt x="1448369" y="1563579"/>
                  </a:lnTo>
                  <a:lnTo>
                    <a:pt x="1598833" y="1552874"/>
                  </a:lnTo>
                  <a:lnTo>
                    <a:pt x="1749297" y="1539553"/>
                  </a:lnTo>
                  <a:lnTo>
                    <a:pt x="1899761" y="1523157"/>
                  </a:lnTo>
                  <a:lnTo>
                    <a:pt x="2050225" y="1503237"/>
                  </a:lnTo>
                  <a:lnTo>
                    <a:pt x="2200689" y="1479612"/>
                  </a:lnTo>
                  <a:lnTo>
                    <a:pt x="2351153" y="1452380"/>
                  </a:lnTo>
                  <a:lnTo>
                    <a:pt x="2501617" y="1421609"/>
                  </a:lnTo>
                  <a:lnTo>
                    <a:pt x="2652081" y="1384479"/>
                  </a:lnTo>
                  <a:lnTo>
                    <a:pt x="2802545" y="1341730"/>
                  </a:lnTo>
                  <a:lnTo>
                    <a:pt x="2953009" y="1297219"/>
                  </a:lnTo>
                  <a:lnTo>
                    <a:pt x="3103473" y="1252070"/>
                  </a:lnTo>
                  <a:lnTo>
                    <a:pt x="3253937" y="1202583"/>
                  </a:lnTo>
                  <a:lnTo>
                    <a:pt x="3404401" y="1150363"/>
                  </a:lnTo>
                  <a:lnTo>
                    <a:pt x="3554865" y="1097146"/>
                  </a:lnTo>
                  <a:lnTo>
                    <a:pt x="3705329" y="1037857"/>
                  </a:lnTo>
                  <a:lnTo>
                    <a:pt x="3855793" y="975068"/>
                  </a:lnTo>
                  <a:lnTo>
                    <a:pt x="4006257" y="917070"/>
                  </a:lnTo>
                  <a:lnTo>
                    <a:pt x="4156721" y="865121"/>
                  </a:lnTo>
                  <a:lnTo>
                    <a:pt x="4307185" y="813284"/>
                  </a:lnTo>
                  <a:lnTo>
                    <a:pt x="4457649" y="760030"/>
                  </a:lnTo>
                  <a:lnTo>
                    <a:pt x="4608114" y="703860"/>
                  </a:lnTo>
                  <a:lnTo>
                    <a:pt x="4758578" y="644865"/>
                  </a:lnTo>
                  <a:lnTo>
                    <a:pt x="4909042" y="583633"/>
                  </a:lnTo>
                  <a:lnTo>
                    <a:pt x="5059506" y="520201"/>
                  </a:lnTo>
                  <a:lnTo>
                    <a:pt x="5209970" y="454605"/>
                  </a:lnTo>
                  <a:lnTo>
                    <a:pt x="5360434" y="386882"/>
                  </a:lnTo>
                  <a:lnTo>
                    <a:pt x="5510898" y="317066"/>
                  </a:lnTo>
                  <a:lnTo>
                    <a:pt x="5661362" y="245195"/>
                  </a:lnTo>
                  <a:lnTo>
                    <a:pt x="5811826" y="171305"/>
                  </a:lnTo>
                  <a:lnTo>
                    <a:pt x="5962290" y="95430"/>
                  </a:lnTo>
                  <a:lnTo>
                    <a:pt x="6112754" y="1760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895901"/>
              <a:ext cx="6145984" cy="435345"/>
            </a:xfrm>
            <a:custGeom>
              <a:avLst/>
              <a:pathLst>
                <a:path w="6145984" h="435345">
                  <a:moveTo>
                    <a:pt x="0" y="106064"/>
                  </a:moveTo>
                  <a:lnTo>
                    <a:pt x="94192" y="111354"/>
                  </a:lnTo>
                  <a:lnTo>
                    <a:pt x="244656" y="118307"/>
                  </a:lnTo>
                  <a:lnTo>
                    <a:pt x="395120" y="123720"/>
                  </a:lnTo>
                  <a:lnTo>
                    <a:pt x="545584" y="127590"/>
                  </a:lnTo>
                  <a:lnTo>
                    <a:pt x="696048" y="129966"/>
                  </a:lnTo>
                  <a:lnTo>
                    <a:pt x="846512" y="130983"/>
                  </a:lnTo>
                  <a:lnTo>
                    <a:pt x="996976" y="130865"/>
                  </a:lnTo>
                  <a:lnTo>
                    <a:pt x="1147440" y="129911"/>
                  </a:lnTo>
                  <a:lnTo>
                    <a:pt x="1297904" y="128445"/>
                  </a:lnTo>
                  <a:lnTo>
                    <a:pt x="1448369" y="126747"/>
                  </a:lnTo>
                  <a:lnTo>
                    <a:pt x="1598833" y="125342"/>
                  </a:lnTo>
                  <a:lnTo>
                    <a:pt x="1749297" y="124192"/>
                  </a:lnTo>
                  <a:lnTo>
                    <a:pt x="1899761" y="123054"/>
                  </a:lnTo>
                  <a:lnTo>
                    <a:pt x="2050225" y="122203"/>
                  </a:lnTo>
                  <a:lnTo>
                    <a:pt x="2200689" y="124379"/>
                  </a:lnTo>
                  <a:lnTo>
                    <a:pt x="2351153" y="126833"/>
                  </a:lnTo>
                  <a:lnTo>
                    <a:pt x="2501617" y="127299"/>
                  </a:lnTo>
                  <a:lnTo>
                    <a:pt x="2652081" y="123631"/>
                  </a:lnTo>
                  <a:lnTo>
                    <a:pt x="2802545" y="115650"/>
                  </a:lnTo>
                  <a:lnTo>
                    <a:pt x="2953009" y="108314"/>
                  </a:lnTo>
                  <a:lnTo>
                    <a:pt x="3103473" y="105797"/>
                  </a:lnTo>
                  <a:lnTo>
                    <a:pt x="3253937" y="101509"/>
                  </a:lnTo>
                  <a:lnTo>
                    <a:pt x="3404401" y="96741"/>
                  </a:lnTo>
                  <a:lnTo>
                    <a:pt x="3554865" y="96798"/>
                  </a:lnTo>
                  <a:lnTo>
                    <a:pt x="3705329" y="103529"/>
                  </a:lnTo>
                  <a:lnTo>
                    <a:pt x="3855793" y="111374"/>
                  </a:lnTo>
                  <a:lnTo>
                    <a:pt x="4006257" y="116623"/>
                  </a:lnTo>
                  <a:lnTo>
                    <a:pt x="4156721" y="119591"/>
                  </a:lnTo>
                  <a:lnTo>
                    <a:pt x="4307185" y="121399"/>
                  </a:lnTo>
                  <a:lnTo>
                    <a:pt x="4457649" y="121009"/>
                  </a:lnTo>
                  <a:lnTo>
                    <a:pt x="4608114" y="117772"/>
                  </a:lnTo>
                  <a:lnTo>
                    <a:pt x="4758578" y="112171"/>
                  </a:lnTo>
                  <a:lnTo>
                    <a:pt x="4909042" y="104951"/>
                  </a:lnTo>
                  <a:lnTo>
                    <a:pt x="5059506" y="96385"/>
                  </a:lnTo>
                  <a:lnTo>
                    <a:pt x="5209970" y="86636"/>
                  </a:lnTo>
                  <a:lnTo>
                    <a:pt x="5360434" y="75781"/>
                  </a:lnTo>
                  <a:lnTo>
                    <a:pt x="5510898" y="63834"/>
                  </a:lnTo>
                  <a:lnTo>
                    <a:pt x="5661362" y="50761"/>
                  </a:lnTo>
                  <a:lnTo>
                    <a:pt x="5811826" y="36497"/>
                  </a:lnTo>
                  <a:lnTo>
                    <a:pt x="5962290" y="20960"/>
                  </a:lnTo>
                  <a:lnTo>
                    <a:pt x="6112754" y="4055"/>
                  </a:lnTo>
                  <a:lnTo>
                    <a:pt x="6145984" y="0"/>
                  </a:lnTo>
                  <a:lnTo>
                    <a:pt x="6145984" y="251251"/>
                  </a:lnTo>
                  <a:lnTo>
                    <a:pt x="6112754" y="251494"/>
                  </a:lnTo>
                  <a:lnTo>
                    <a:pt x="5962290" y="252703"/>
                  </a:lnTo>
                  <a:lnTo>
                    <a:pt x="5811826" y="253893"/>
                  </a:lnTo>
                  <a:lnTo>
                    <a:pt x="5661362" y="254936"/>
                  </a:lnTo>
                  <a:lnTo>
                    <a:pt x="5510898" y="255717"/>
                  </a:lnTo>
                  <a:lnTo>
                    <a:pt x="5360434" y="256136"/>
                  </a:lnTo>
                  <a:lnTo>
                    <a:pt x="5209970" y="256126"/>
                  </a:lnTo>
                  <a:lnTo>
                    <a:pt x="5059506" y="255668"/>
                  </a:lnTo>
                  <a:lnTo>
                    <a:pt x="4909042" y="254804"/>
                  </a:lnTo>
                  <a:lnTo>
                    <a:pt x="4758578" y="253665"/>
                  </a:lnTo>
                  <a:lnTo>
                    <a:pt x="4608114" y="252488"/>
                  </a:lnTo>
                  <a:lnTo>
                    <a:pt x="4457649" y="250612"/>
                  </a:lnTo>
                  <a:lnTo>
                    <a:pt x="4307185" y="247223"/>
                  </a:lnTo>
                  <a:lnTo>
                    <a:pt x="4156721" y="243489"/>
                  </a:lnTo>
                  <a:lnTo>
                    <a:pt x="4006257" y="240233"/>
                  </a:lnTo>
                  <a:lnTo>
                    <a:pt x="3855793" y="234482"/>
                  </a:lnTo>
                  <a:lnTo>
                    <a:pt x="3705329" y="227150"/>
                  </a:lnTo>
                  <a:lnTo>
                    <a:pt x="3554865" y="222303"/>
                  </a:lnTo>
                  <a:lnTo>
                    <a:pt x="3404401" y="221917"/>
                  </a:lnTo>
                  <a:lnTo>
                    <a:pt x="3253937" y="226290"/>
                  </a:lnTo>
                  <a:lnTo>
                    <a:pt x="3103473" y="233046"/>
                  </a:lnTo>
                  <a:lnTo>
                    <a:pt x="2953009" y="236571"/>
                  </a:lnTo>
                  <a:lnTo>
                    <a:pt x="2802545" y="240836"/>
                  </a:lnTo>
                  <a:lnTo>
                    <a:pt x="2652081" y="247894"/>
                  </a:lnTo>
                  <a:lnTo>
                    <a:pt x="2501617" y="252415"/>
                  </a:lnTo>
                  <a:lnTo>
                    <a:pt x="2351153" y="250075"/>
                  </a:lnTo>
                  <a:lnTo>
                    <a:pt x="2200689" y="246696"/>
                  </a:lnTo>
                  <a:lnTo>
                    <a:pt x="2050225" y="245553"/>
                  </a:lnTo>
                  <a:lnTo>
                    <a:pt x="1899761" y="246823"/>
                  </a:lnTo>
                  <a:lnTo>
                    <a:pt x="1749297" y="249308"/>
                  </a:lnTo>
                  <a:lnTo>
                    <a:pt x="1598833" y="253301"/>
                  </a:lnTo>
                  <a:lnTo>
                    <a:pt x="1448369" y="258883"/>
                  </a:lnTo>
                  <a:lnTo>
                    <a:pt x="1297904" y="266122"/>
                  </a:lnTo>
                  <a:lnTo>
                    <a:pt x="1147440" y="275282"/>
                  </a:lnTo>
                  <a:lnTo>
                    <a:pt x="996976" y="286634"/>
                  </a:lnTo>
                  <a:lnTo>
                    <a:pt x="846512" y="300498"/>
                  </a:lnTo>
                  <a:lnTo>
                    <a:pt x="696048" y="317168"/>
                  </a:lnTo>
                  <a:lnTo>
                    <a:pt x="545584" y="336867"/>
                  </a:lnTo>
                  <a:lnTo>
                    <a:pt x="395120" y="359725"/>
                  </a:lnTo>
                  <a:lnTo>
                    <a:pt x="244656" y="385790"/>
                  </a:lnTo>
                  <a:lnTo>
                    <a:pt x="94192" y="415052"/>
                  </a:lnTo>
                  <a:lnTo>
                    <a:pt x="0" y="43534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895901"/>
              <a:ext cx="6145984" cy="130983"/>
            </a:xfrm>
            <a:custGeom>
              <a:avLst/>
              <a:pathLst>
                <a:path w="6145984" h="130983">
                  <a:moveTo>
                    <a:pt x="0" y="106064"/>
                  </a:moveTo>
                  <a:lnTo>
                    <a:pt x="94192" y="111354"/>
                  </a:lnTo>
                  <a:lnTo>
                    <a:pt x="244656" y="118307"/>
                  </a:lnTo>
                  <a:lnTo>
                    <a:pt x="395120" y="123720"/>
                  </a:lnTo>
                  <a:lnTo>
                    <a:pt x="545584" y="127590"/>
                  </a:lnTo>
                  <a:lnTo>
                    <a:pt x="696048" y="129966"/>
                  </a:lnTo>
                  <a:lnTo>
                    <a:pt x="846512" y="130983"/>
                  </a:lnTo>
                  <a:lnTo>
                    <a:pt x="996976" y="130865"/>
                  </a:lnTo>
                  <a:lnTo>
                    <a:pt x="1147440" y="129911"/>
                  </a:lnTo>
                  <a:lnTo>
                    <a:pt x="1297904" y="128445"/>
                  </a:lnTo>
                  <a:lnTo>
                    <a:pt x="1448369" y="126747"/>
                  </a:lnTo>
                  <a:lnTo>
                    <a:pt x="1598833" y="125342"/>
                  </a:lnTo>
                  <a:lnTo>
                    <a:pt x="1749297" y="124192"/>
                  </a:lnTo>
                  <a:lnTo>
                    <a:pt x="1899761" y="123054"/>
                  </a:lnTo>
                  <a:lnTo>
                    <a:pt x="2050225" y="122203"/>
                  </a:lnTo>
                  <a:lnTo>
                    <a:pt x="2200689" y="124379"/>
                  </a:lnTo>
                  <a:lnTo>
                    <a:pt x="2351153" y="126833"/>
                  </a:lnTo>
                  <a:lnTo>
                    <a:pt x="2501617" y="127299"/>
                  </a:lnTo>
                  <a:lnTo>
                    <a:pt x="2652081" y="123631"/>
                  </a:lnTo>
                  <a:lnTo>
                    <a:pt x="2802545" y="115650"/>
                  </a:lnTo>
                  <a:lnTo>
                    <a:pt x="2953009" y="108314"/>
                  </a:lnTo>
                  <a:lnTo>
                    <a:pt x="3103473" y="105797"/>
                  </a:lnTo>
                  <a:lnTo>
                    <a:pt x="3253937" y="101509"/>
                  </a:lnTo>
                  <a:lnTo>
                    <a:pt x="3404401" y="96741"/>
                  </a:lnTo>
                  <a:lnTo>
                    <a:pt x="3554865" y="96798"/>
                  </a:lnTo>
                  <a:lnTo>
                    <a:pt x="3705329" y="103529"/>
                  </a:lnTo>
                  <a:lnTo>
                    <a:pt x="3855793" y="111374"/>
                  </a:lnTo>
                  <a:lnTo>
                    <a:pt x="4006257" y="116623"/>
                  </a:lnTo>
                  <a:lnTo>
                    <a:pt x="4156721" y="119591"/>
                  </a:lnTo>
                  <a:lnTo>
                    <a:pt x="4307185" y="121399"/>
                  </a:lnTo>
                  <a:lnTo>
                    <a:pt x="4457649" y="121009"/>
                  </a:lnTo>
                  <a:lnTo>
                    <a:pt x="4608114" y="117772"/>
                  </a:lnTo>
                  <a:lnTo>
                    <a:pt x="4758578" y="112171"/>
                  </a:lnTo>
                  <a:lnTo>
                    <a:pt x="4909042" y="104951"/>
                  </a:lnTo>
                  <a:lnTo>
                    <a:pt x="5059506" y="96385"/>
                  </a:lnTo>
                  <a:lnTo>
                    <a:pt x="5209970" y="86636"/>
                  </a:lnTo>
                  <a:lnTo>
                    <a:pt x="5360434" y="75781"/>
                  </a:lnTo>
                  <a:lnTo>
                    <a:pt x="5510898" y="63834"/>
                  </a:lnTo>
                  <a:lnTo>
                    <a:pt x="5661362" y="50761"/>
                  </a:lnTo>
                  <a:lnTo>
                    <a:pt x="5811826" y="36497"/>
                  </a:lnTo>
                  <a:lnTo>
                    <a:pt x="5962290" y="20960"/>
                  </a:lnTo>
                  <a:lnTo>
                    <a:pt x="6112754" y="405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117818"/>
              <a:ext cx="6145984" cy="213427"/>
            </a:xfrm>
            <a:custGeom>
              <a:avLst/>
              <a:pathLst>
                <a:path w="6145984" h="213427">
                  <a:moveTo>
                    <a:pt x="6145984" y="29334"/>
                  </a:moveTo>
                  <a:lnTo>
                    <a:pt x="6112754" y="29577"/>
                  </a:lnTo>
                  <a:lnTo>
                    <a:pt x="5962290" y="30786"/>
                  </a:lnTo>
                  <a:lnTo>
                    <a:pt x="5811826" y="31975"/>
                  </a:lnTo>
                  <a:lnTo>
                    <a:pt x="5661362" y="33019"/>
                  </a:lnTo>
                  <a:lnTo>
                    <a:pt x="5510898" y="33800"/>
                  </a:lnTo>
                  <a:lnTo>
                    <a:pt x="5360434" y="34218"/>
                  </a:lnTo>
                  <a:lnTo>
                    <a:pt x="5209970" y="34209"/>
                  </a:lnTo>
                  <a:lnTo>
                    <a:pt x="5059506" y="33750"/>
                  </a:lnTo>
                  <a:lnTo>
                    <a:pt x="4909042" y="32886"/>
                  </a:lnTo>
                  <a:lnTo>
                    <a:pt x="4758578" y="31747"/>
                  </a:lnTo>
                  <a:lnTo>
                    <a:pt x="4608114" y="30571"/>
                  </a:lnTo>
                  <a:lnTo>
                    <a:pt x="4457649" y="28695"/>
                  </a:lnTo>
                  <a:lnTo>
                    <a:pt x="4307185" y="25305"/>
                  </a:lnTo>
                  <a:lnTo>
                    <a:pt x="4156721" y="21571"/>
                  </a:lnTo>
                  <a:lnTo>
                    <a:pt x="4006257" y="18315"/>
                  </a:lnTo>
                  <a:lnTo>
                    <a:pt x="3855793" y="12565"/>
                  </a:lnTo>
                  <a:lnTo>
                    <a:pt x="3705329" y="5232"/>
                  </a:lnTo>
                  <a:lnTo>
                    <a:pt x="3554865" y="386"/>
                  </a:lnTo>
                  <a:lnTo>
                    <a:pt x="3404401" y="0"/>
                  </a:lnTo>
                  <a:lnTo>
                    <a:pt x="3253937" y="4373"/>
                  </a:lnTo>
                  <a:lnTo>
                    <a:pt x="3103473" y="11128"/>
                  </a:lnTo>
                  <a:lnTo>
                    <a:pt x="2953009" y="14653"/>
                  </a:lnTo>
                  <a:lnTo>
                    <a:pt x="2802545" y="18919"/>
                  </a:lnTo>
                  <a:lnTo>
                    <a:pt x="2652081" y="25977"/>
                  </a:lnTo>
                  <a:lnTo>
                    <a:pt x="2501617" y="30498"/>
                  </a:lnTo>
                  <a:lnTo>
                    <a:pt x="2351153" y="28157"/>
                  </a:lnTo>
                  <a:lnTo>
                    <a:pt x="2200689" y="24779"/>
                  </a:lnTo>
                  <a:lnTo>
                    <a:pt x="2050225" y="23636"/>
                  </a:lnTo>
                  <a:lnTo>
                    <a:pt x="1899761" y="24906"/>
                  </a:lnTo>
                  <a:lnTo>
                    <a:pt x="1749297" y="27391"/>
                  </a:lnTo>
                  <a:lnTo>
                    <a:pt x="1598833" y="31384"/>
                  </a:lnTo>
                  <a:lnTo>
                    <a:pt x="1448369" y="36965"/>
                  </a:lnTo>
                  <a:lnTo>
                    <a:pt x="1297904" y="44204"/>
                  </a:lnTo>
                  <a:lnTo>
                    <a:pt x="1147440" y="53365"/>
                  </a:lnTo>
                  <a:lnTo>
                    <a:pt x="996976" y="64717"/>
                  </a:lnTo>
                  <a:lnTo>
                    <a:pt x="846512" y="78580"/>
                  </a:lnTo>
                  <a:lnTo>
                    <a:pt x="696048" y="95251"/>
                  </a:lnTo>
                  <a:lnTo>
                    <a:pt x="545584" y="114950"/>
                  </a:lnTo>
                  <a:lnTo>
                    <a:pt x="395120" y="137808"/>
                  </a:lnTo>
                  <a:lnTo>
                    <a:pt x="244656" y="163872"/>
                  </a:lnTo>
                  <a:lnTo>
                    <a:pt x="94192" y="193134"/>
                  </a:lnTo>
                  <a:lnTo>
                    <a:pt x="0" y="2134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5021526"/>
              <a:ext cx="6145984" cy="145079"/>
            </a:xfrm>
            <a:custGeom>
              <a:avLst/>
              <a:pathLst>
                <a:path w="6145984" h="145079">
                  <a:moveTo>
                    <a:pt x="0" y="145079"/>
                  </a:moveTo>
                  <a:lnTo>
                    <a:pt x="94192" y="137577"/>
                  </a:lnTo>
                  <a:lnTo>
                    <a:pt x="244656" y="126422"/>
                  </a:lnTo>
                  <a:lnTo>
                    <a:pt x="395120" y="116097"/>
                  </a:lnTo>
                  <a:lnTo>
                    <a:pt x="545584" y="106603"/>
                  </a:lnTo>
                  <a:lnTo>
                    <a:pt x="696048" y="97942"/>
                  </a:lnTo>
                  <a:lnTo>
                    <a:pt x="846512" y="90115"/>
                  </a:lnTo>
                  <a:lnTo>
                    <a:pt x="996976" y="83124"/>
                  </a:lnTo>
                  <a:lnTo>
                    <a:pt x="1147440" y="76971"/>
                  </a:lnTo>
                  <a:lnTo>
                    <a:pt x="1297904" y="71658"/>
                  </a:lnTo>
                  <a:lnTo>
                    <a:pt x="1448369" y="67189"/>
                  </a:lnTo>
                  <a:lnTo>
                    <a:pt x="1598833" y="63696"/>
                  </a:lnTo>
                  <a:lnTo>
                    <a:pt x="1749297" y="61124"/>
                  </a:lnTo>
                  <a:lnTo>
                    <a:pt x="1899761" y="59313"/>
                  </a:lnTo>
                  <a:lnTo>
                    <a:pt x="2050225" y="58252"/>
                  </a:lnTo>
                  <a:lnTo>
                    <a:pt x="2200689" y="59912"/>
                  </a:lnTo>
                  <a:lnTo>
                    <a:pt x="2351153" y="62828"/>
                  </a:lnTo>
                  <a:lnTo>
                    <a:pt x="2501617" y="64231"/>
                  </a:lnTo>
                  <a:lnTo>
                    <a:pt x="2652081" y="60137"/>
                  </a:lnTo>
                  <a:lnTo>
                    <a:pt x="2802545" y="52617"/>
                  </a:lnTo>
                  <a:lnTo>
                    <a:pt x="2953009" y="46817"/>
                  </a:lnTo>
                  <a:lnTo>
                    <a:pt x="3103473" y="43796"/>
                  </a:lnTo>
                  <a:lnTo>
                    <a:pt x="3253937" y="38274"/>
                  </a:lnTo>
                  <a:lnTo>
                    <a:pt x="3404401" y="33703"/>
                  </a:lnTo>
                  <a:lnTo>
                    <a:pt x="3554865" y="33925"/>
                  </a:lnTo>
                  <a:lnTo>
                    <a:pt x="3705329" y="39714"/>
                  </a:lnTo>
                  <a:lnTo>
                    <a:pt x="3855793" y="47302"/>
                  </a:lnTo>
                  <a:lnTo>
                    <a:pt x="4006257" y="52802"/>
                  </a:lnTo>
                  <a:lnTo>
                    <a:pt x="4156721" y="55914"/>
                  </a:lnTo>
                  <a:lnTo>
                    <a:pt x="4307185" y="58685"/>
                  </a:lnTo>
                  <a:lnTo>
                    <a:pt x="4457649" y="60185"/>
                  </a:lnTo>
                  <a:lnTo>
                    <a:pt x="4608114" y="59504"/>
                  </a:lnTo>
                  <a:lnTo>
                    <a:pt x="4758578" y="57292"/>
                  </a:lnTo>
                  <a:lnTo>
                    <a:pt x="4909042" y="54252"/>
                  </a:lnTo>
                  <a:lnTo>
                    <a:pt x="5059506" y="50401"/>
                  </a:lnTo>
                  <a:lnTo>
                    <a:pt x="5209970" y="45755"/>
                  </a:lnTo>
                  <a:lnTo>
                    <a:pt x="5360434" y="40333"/>
                  </a:lnTo>
                  <a:lnTo>
                    <a:pt x="5510898" y="34150"/>
                  </a:lnTo>
                  <a:lnTo>
                    <a:pt x="5661362" y="27223"/>
                  </a:lnTo>
                  <a:lnTo>
                    <a:pt x="5811826" y="19569"/>
                  </a:lnTo>
                  <a:lnTo>
                    <a:pt x="5962290" y="11206"/>
                  </a:lnTo>
                  <a:lnTo>
                    <a:pt x="6112754" y="214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84723"/>
              <a:ext cx="6145984" cy="480700"/>
            </a:xfrm>
            <a:custGeom>
              <a:avLst/>
              <a:pathLst>
                <a:path w="6145984" h="480700">
                  <a:moveTo>
                    <a:pt x="0" y="166575"/>
                  </a:moveTo>
                  <a:lnTo>
                    <a:pt x="94192" y="174132"/>
                  </a:lnTo>
                  <a:lnTo>
                    <a:pt x="244656" y="184052"/>
                  </a:lnTo>
                  <a:lnTo>
                    <a:pt x="395120" y="191773"/>
                  </a:lnTo>
                  <a:lnTo>
                    <a:pt x="545584" y="197282"/>
                  </a:lnTo>
                  <a:lnTo>
                    <a:pt x="696048" y="200619"/>
                  </a:lnTo>
                  <a:lnTo>
                    <a:pt x="846512" y="201904"/>
                  </a:lnTo>
                  <a:lnTo>
                    <a:pt x="996976" y="201341"/>
                  </a:lnTo>
                  <a:lnTo>
                    <a:pt x="1147440" y="199208"/>
                  </a:lnTo>
                  <a:lnTo>
                    <a:pt x="1297904" y="195806"/>
                  </a:lnTo>
                  <a:lnTo>
                    <a:pt x="1448369" y="191389"/>
                  </a:lnTo>
                  <a:lnTo>
                    <a:pt x="1598833" y="186330"/>
                  </a:lnTo>
                  <a:lnTo>
                    <a:pt x="1749297" y="180716"/>
                  </a:lnTo>
                  <a:lnTo>
                    <a:pt x="1899761" y="174563"/>
                  </a:lnTo>
                  <a:lnTo>
                    <a:pt x="2050225" y="168262"/>
                  </a:lnTo>
                  <a:lnTo>
                    <a:pt x="2200689" y="162943"/>
                  </a:lnTo>
                  <a:lnTo>
                    <a:pt x="2351153" y="157145"/>
                  </a:lnTo>
                  <a:lnTo>
                    <a:pt x="2501617" y="150882"/>
                  </a:lnTo>
                  <a:lnTo>
                    <a:pt x="2652081" y="144128"/>
                  </a:lnTo>
                  <a:lnTo>
                    <a:pt x="2802545" y="135418"/>
                  </a:lnTo>
                  <a:lnTo>
                    <a:pt x="2953009" y="127011"/>
                  </a:lnTo>
                  <a:lnTo>
                    <a:pt x="3103473" y="121928"/>
                  </a:lnTo>
                  <a:lnTo>
                    <a:pt x="3253937" y="115939"/>
                  </a:lnTo>
                  <a:lnTo>
                    <a:pt x="3404401" y="109717"/>
                  </a:lnTo>
                  <a:lnTo>
                    <a:pt x="3554865" y="107626"/>
                  </a:lnTo>
                  <a:lnTo>
                    <a:pt x="3705329" y="111331"/>
                  </a:lnTo>
                  <a:lnTo>
                    <a:pt x="3855793" y="116118"/>
                  </a:lnTo>
                  <a:lnTo>
                    <a:pt x="4006257" y="119001"/>
                  </a:lnTo>
                  <a:lnTo>
                    <a:pt x="4156721" y="120245"/>
                  </a:lnTo>
                  <a:lnTo>
                    <a:pt x="4307185" y="120526"/>
                  </a:lnTo>
                  <a:lnTo>
                    <a:pt x="4457649" y="118977"/>
                  </a:lnTo>
                  <a:lnTo>
                    <a:pt x="4608114" y="115094"/>
                  </a:lnTo>
                  <a:lnTo>
                    <a:pt x="4758578" y="109164"/>
                  </a:lnTo>
                  <a:lnTo>
                    <a:pt x="4909042" y="101758"/>
                  </a:lnTo>
                  <a:lnTo>
                    <a:pt x="5059506" y="93136"/>
                  </a:lnTo>
                  <a:lnTo>
                    <a:pt x="5209970" y="83453"/>
                  </a:lnTo>
                  <a:lnTo>
                    <a:pt x="5360434" y="72785"/>
                  </a:lnTo>
                  <a:lnTo>
                    <a:pt x="5510898" y="61144"/>
                  </a:lnTo>
                  <a:lnTo>
                    <a:pt x="5661362" y="48499"/>
                  </a:lnTo>
                  <a:lnTo>
                    <a:pt x="5811826" y="34788"/>
                  </a:lnTo>
                  <a:lnTo>
                    <a:pt x="5962290" y="19933"/>
                  </a:lnTo>
                  <a:lnTo>
                    <a:pt x="6112754" y="3844"/>
                  </a:lnTo>
                  <a:lnTo>
                    <a:pt x="6145984" y="0"/>
                  </a:lnTo>
                  <a:lnTo>
                    <a:pt x="6145984" y="239687"/>
                  </a:lnTo>
                  <a:lnTo>
                    <a:pt x="6112754" y="239894"/>
                  </a:lnTo>
                  <a:lnTo>
                    <a:pt x="5962290" y="241010"/>
                  </a:lnTo>
                  <a:lnTo>
                    <a:pt x="5811826" y="242177"/>
                  </a:lnTo>
                  <a:lnTo>
                    <a:pt x="5661362" y="243277"/>
                  </a:lnTo>
                  <a:lnTo>
                    <a:pt x="5510898" y="244195"/>
                  </a:lnTo>
                  <a:lnTo>
                    <a:pt x="5360434" y="244838"/>
                  </a:lnTo>
                  <a:lnTo>
                    <a:pt x="5209970" y="245142"/>
                  </a:lnTo>
                  <a:lnTo>
                    <a:pt x="5059506" y="245087"/>
                  </a:lnTo>
                  <a:lnTo>
                    <a:pt x="4909042" y="244713"/>
                  </a:lnTo>
                  <a:lnTo>
                    <a:pt x="4758578" y="244145"/>
                  </a:lnTo>
                  <a:lnTo>
                    <a:pt x="4608114" y="243609"/>
                  </a:lnTo>
                  <a:lnTo>
                    <a:pt x="4457649" y="242615"/>
                  </a:lnTo>
                  <a:lnTo>
                    <a:pt x="4307185" y="240559"/>
                  </a:lnTo>
                  <a:lnTo>
                    <a:pt x="4156721" y="238439"/>
                  </a:lnTo>
                  <a:lnTo>
                    <a:pt x="4006257" y="236922"/>
                  </a:lnTo>
                  <a:lnTo>
                    <a:pt x="3855793" y="233559"/>
                  </a:lnTo>
                  <a:lnTo>
                    <a:pt x="3705329" y="229261"/>
                  </a:lnTo>
                  <a:lnTo>
                    <a:pt x="3554865" y="227355"/>
                  </a:lnTo>
                  <a:lnTo>
                    <a:pt x="3404401" y="229131"/>
                  </a:lnTo>
                  <a:lnTo>
                    <a:pt x="3253937" y="234977"/>
                  </a:lnTo>
                  <a:lnTo>
                    <a:pt x="3103473" y="243319"/>
                  </a:lnTo>
                  <a:lnTo>
                    <a:pt x="2953009" y="249364"/>
                  </a:lnTo>
                  <a:lnTo>
                    <a:pt x="2802545" y="254842"/>
                  </a:lnTo>
                  <a:lnTo>
                    <a:pt x="2652081" y="262671"/>
                  </a:lnTo>
                  <a:lnTo>
                    <a:pt x="2501617" y="270240"/>
                  </a:lnTo>
                  <a:lnTo>
                    <a:pt x="2351153" y="274714"/>
                  </a:lnTo>
                  <a:lnTo>
                    <a:pt x="2200689" y="279630"/>
                  </a:lnTo>
                  <a:lnTo>
                    <a:pt x="2050225" y="285935"/>
                  </a:lnTo>
                  <a:lnTo>
                    <a:pt x="1899761" y="292636"/>
                  </a:lnTo>
                  <a:lnTo>
                    <a:pt x="1749297" y="300073"/>
                  </a:lnTo>
                  <a:lnTo>
                    <a:pt x="1598833" y="308399"/>
                  </a:lnTo>
                  <a:lnTo>
                    <a:pt x="1448369" y="317443"/>
                  </a:lnTo>
                  <a:lnTo>
                    <a:pt x="1297904" y="327146"/>
                  </a:lnTo>
                  <a:lnTo>
                    <a:pt x="1147440" y="337888"/>
                  </a:lnTo>
                  <a:lnTo>
                    <a:pt x="996976" y="349941"/>
                  </a:lnTo>
                  <a:lnTo>
                    <a:pt x="846512" y="363616"/>
                  </a:lnTo>
                  <a:lnTo>
                    <a:pt x="696048" y="379205"/>
                  </a:lnTo>
                  <a:lnTo>
                    <a:pt x="545584" y="396927"/>
                  </a:lnTo>
                  <a:lnTo>
                    <a:pt x="395120" y="416915"/>
                  </a:lnTo>
                  <a:lnTo>
                    <a:pt x="244656" y="439223"/>
                  </a:lnTo>
                  <a:lnTo>
                    <a:pt x="94192" y="463851"/>
                  </a:lnTo>
                  <a:lnTo>
                    <a:pt x="0" y="48070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84723"/>
              <a:ext cx="6145984" cy="201904"/>
            </a:xfrm>
            <a:custGeom>
              <a:avLst/>
              <a:pathLst>
                <a:path w="6145984" h="201904">
                  <a:moveTo>
                    <a:pt x="0" y="166575"/>
                  </a:moveTo>
                  <a:lnTo>
                    <a:pt x="94192" y="174132"/>
                  </a:lnTo>
                  <a:lnTo>
                    <a:pt x="244656" y="184052"/>
                  </a:lnTo>
                  <a:lnTo>
                    <a:pt x="395120" y="191773"/>
                  </a:lnTo>
                  <a:lnTo>
                    <a:pt x="545584" y="197282"/>
                  </a:lnTo>
                  <a:lnTo>
                    <a:pt x="696048" y="200619"/>
                  </a:lnTo>
                  <a:lnTo>
                    <a:pt x="846512" y="201904"/>
                  </a:lnTo>
                  <a:lnTo>
                    <a:pt x="996976" y="201341"/>
                  </a:lnTo>
                  <a:lnTo>
                    <a:pt x="1147440" y="199208"/>
                  </a:lnTo>
                  <a:lnTo>
                    <a:pt x="1297904" y="195806"/>
                  </a:lnTo>
                  <a:lnTo>
                    <a:pt x="1448369" y="191389"/>
                  </a:lnTo>
                  <a:lnTo>
                    <a:pt x="1598833" y="186330"/>
                  </a:lnTo>
                  <a:lnTo>
                    <a:pt x="1749297" y="180716"/>
                  </a:lnTo>
                  <a:lnTo>
                    <a:pt x="1899761" y="174563"/>
                  </a:lnTo>
                  <a:lnTo>
                    <a:pt x="2050225" y="168262"/>
                  </a:lnTo>
                  <a:lnTo>
                    <a:pt x="2200689" y="162943"/>
                  </a:lnTo>
                  <a:lnTo>
                    <a:pt x="2351153" y="157145"/>
                  </a:lnTo>
                  <a:lnTo>
                    <a:pt x="2501617" y="150882"/>
                  </a:lnTo>
                  <a:lnTo>
                    <a:pt x="2652081" y="144128"/>
                  </a:lnTo>
                  <a:lnTo>
                    <a:pt x="2802545" y="135418"/>
                  </a:lnTo>
                  <a:lnTo>
                    <a:pt x="2953009" y="127011"/>
                  </a:lnTo>
                  <a:lnTo>
                    <a:pt x="3103473" y="121928"/>
                  </a:lnTo>
                  <a:lnTo>
                    <a:pt x="3253937" y="115939"/>
                  </a:lnTo>
                  <a:lnTo>
                    <a:pt x="3404401" y="109717"/>
                  </a:lnTo>
                  <a:lnTo>
                    <a:pt x="3554865" y="107626"/>
                  </a:lnTo>
                  <a:lnTo>
                    <a:pt x="3705329" y="111331"/>
                  </a:lnTo>
                  <a:lnTo>
                    <a:pt x="3855793" y="116118"/>
                  </a:lnTo>
                  <a:lnTo>
                    <a:pt x="4006257" y="119001"/>
                  </a:lnTo>
                  <a:lnTo>
                    <a:pt x="4156721" y="120245"/>
                  </a:lnTo>
                  <a:lnTo>
                    <a:pt x="4307185" y="120526"/>
                  </a:lnTo>
                  <a:lnTo>
                    <a:pt x="4457649" y="118977"/>
                  </a:lnTo>
                  <a:lnTo>
                    <a:pt x="4608114" y="115094"/>
                  </a:lnTo>
                  <a:lnTo>
                    <a:pt x="4758578" y="109164"/>
                  </a:lnTo>
                  <a:lnTo>
                    <a:pt x="4909042" y="101758"/>
                  </a:lnTo>
                  <a:lnTo>
                    <a:pt x="5059506" y="93136"/>
                  </a:lnTo>
                  <a:lnTo>
                    <a:pt x="5209970" y="83453"/>
                  </a:lnTo>
                  <a:lnTo>
                    <a:pt x="5360434" y="72785"/>
                  </a:lnTo>
                  <a:lnTo>
                    <a:pt x="5510898" y="61144"/>
                  </a:lnTo>
                  <a:lnTo>
                    <a:pt x="5661362" y="48499"/>
                  </a:lnTo>
                  <a:lnTo>
                    <a:pt x="5811826" y="34788"/>
                  </a:lnTo>
                  <a:lnTo>
                    <a:pt x="5962290" y="19933"/>
                  </a:lnTo>
                  <a:lnTo>
                    <a:pt x="6112754" y="384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112079"/>
              <a:ext cx="6145984" cy="253345"/>
            </a:xfrm>
            <a:custGeom>
              <a:avLst/>
              <a:pathLst>
                <a:path w="6145984" h="253345">
                  <a:moveTo>
                    <a:pt x="6145984" y="12331"/>
                  </a:moveTo>
                  <a:lnTo>
                    <a:pt x="6112754" y="12539"/>
                  </a:lnTo>
                  <a:lnTo>
                    <a:pt x="5962290" y="13654"/>
                  </a:lnTo>
                  <a:lnTo>
                    <a:pt x="5811826" y="14822"/>
                  </a:lnTo>
                  <a:lnTo>
                    <a:pt x="5661362" y="15921"/>
                  </a:lnTo>
                  <a:lnTo>
                    <a:pt x="5510898" y="16839"/>
                  </a:lnTo>
                  <a:lnTo>
                    <a:pt x="5360434" y="17483"/>
                  </a:lnTo>
                  <a:lnTo>
                    <a:pt x="5209970" y="17787"/>
                  </a:lnTo>
                  <a:lnTo>
                    <a:pt x="5059506" y="17731"/>
                  </a:lnTo>
                  <a:lnTo>
                    <a:pt x="4909042" y="17358"/>
                  </a:lnTo>
                  <a:lnTo>
                    <a:pt x="4758578" y="16790"/>
                  </a:lnTo>
                  <a:lnTo>
                    <a:pt x="4608114" y="16254"/>
                  </a:lnTo>
                  <a:lnTo>
                    <a:pt x="4457649" y="15259"/>
                  </a:lnTo>
                  <a:lnTo>
                    <a:pt x="4307185" y="13203"/>
                  </a:lnTo>
                  <a:lnTo>
                    <a:pt x="4156721" y="11084"/>
                  </a:lnTo>
                  <a:lnTo>
                    <a:pt x="4006257" y="9566"/>
                  </a:lnTo>
                  <a:lnTo>
                    <a:pt x="3855793" y="6204"/>
                  </a:lnTo>
                  <a:lnTo>
                    <a:pt x="3705329" y="1906"/>
                  </a:lnTo>
                  <a:lnTo>
                    <a:pt x="3554865" y="0"/>
                  </a:lnTo>
                  <a:lnTo>
                    <a:pt x="3404401" y="1775"/>
                  </a:lnTo>
                  <a:lnTo>
                    <a:pt x="3253937" y="7621"/>
                  </a:lnTo>
                  <a:lnTo>
                    <a:pt x="3103473" y="15964"/>
                  </a:lnTo>
                  <a:lnTo>
                    <a:pt x="2953009" y="22008"/>
                  </a:lnTo>
                  <a:lnTo>
                    <a:pt x="2802545" y="27486"/>
                  </a:lnTo>
                  <a:lnTo>
                    <a:pt x="2652081" y="35315"/>
                  </a:lnTo>
                  <a:lnTo>
                    <a:pt x="2501617" y="42884"/>
                  </a:lnTo>
                  <a:lnTo>
                    <a:pt x="2351153" y="47358"/>
                  </a:lnTo>
                  <a:lnTo>
                    <a:pt x="2200689" y="52275"/>
                  </a:lnTo>
                  <a:lnTo>
                    <a:pt x="2050225" y="58579"/>
                  </a:lnTo>
                  <a:lnTo>
                    <a:pt x="1899761" y="65280"/>
                  </a:lnTo>
                  <a:lnTo>
                    <a:pt x="1749297" y="72717"/>
                  </a:lnTo>
                  <a:lnTo>
                    <a:pt x="1598833" y="81044"/>
                  </a:lnTo>
                  <a:lnTo>
                    <a:pt x="1448369" y="90087"/>
                  </a:lnTo>
                  <a:lnTo>
                    <a:pt x="1297904" y="99790"/>
                  </a:lnTo>
                  <a:lnTo>
                    <a:pt x="1147440" y="110533"/>
                  </a:lnTo>
                  <a:lnTo>
                    <a:pt x="996976" y="122585"/>
                  </a:lnTo>
                  <a:lnTo>
                    <a:pt x="846512" y="136260"/>
                  </a:lnTo>
                  <a:lnTo>
                    <a:pt x="696048" y="151849"/>
                  </a:lnTo>
                  <a:lnTo>
                    <a:pt x="545584" y="169572"/>
                  </a:lnTo>
                  <a:lnTo>
                    <a:pt x="395120" y="189560"/>
                  </a:lnTo>
                  <a:lnTo>
                    <a:pt x="244656" y="211868"/>
                  </a:lnTo>
                  <a:lnTo>
                    <a:pt x="94192" y="236496"/>
                  </a:lnTo>
                  <a:lnTo>
                    <a:pt x="0" y="2533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5004567"/>
              <a:ext cx="6145984" cy="203794"/>
            </a:xfrm>
            <a:custGeom>
              <a:avLst/>
              <a:pathLst>
                <a:path w="6145984" h="203794">
                  <a:moveTo>
                    <a:pt x="0" y="203794"/>
                  </a:moveTo>
                  <a:lnTo>
                    <a:pt x="94192" y="199148"/>
                  </a:lnTo>
                  <a:lnTo>
                    <a:pt x="244656" y="191794"/>
                  </a:lnTo>
                  <a:lnTo>
                    <a:pt x="395120" y="184501"/>
                  </a:lnTo>
                  <a:lnTo>
                    <a:pt x="545584" y="177261"/>
                  </a:lnTo>
                  <a:lnTo>
                    <a:pt x="696048" y="170068"/>
                  </a:lnTo>
                  <a:lnTo>
                    <a:pt x="846512" y="162916"/>
                  </a:lnTo>
                  <a:lnTo>
                    <a:pt x="996976" y="155797"/>
                  </a:lnTo>
                  <a:lnTo>
                    <a:pt x="1147440" y="148705"/>
                  </a:lnTo>
                  <a:lnTo>
                    <a:pt x="1297904" y="141632"/>
                  </a:lnTo>
                  <a:lnTo>
                    <a:pt x="1448369" y="134572"/>
                  </a:lnTo>
                  <a:lnTo>
                    <a:pt x="1598833" y="127521"/>
                  </a:lnTo>
                  <a:lnTo>
                    <a:pt x="1749297" y="120551"/>
                  </a:lnTo>
                  <a:lnTo>
                    <a:pt x="1899761" y="113756"/>
                  </a:lnTo>
                  <a:lnTo>
                    <a:pt x="2050225" y="107255"/>
                  </a:lnTo>
                  <a:lnTo>
                    <a:pt x="2200689" y="101443"/>
                  </a:lnTo>
                  <a:lnTo>
                    <a:pt x="2351153" y="96086"/>
                  </a:lnTo>
                  <a:lnTo>
                    <a:pt x="2501617" y="90718"/>
                  </a:lnTo>
                  <a:lnTo>
                    <a:pt x="2652081" y="83556"/>
                  </a:lnTo>
                  <a:lnTo>
                    <a:pt x="2802545" y="75286"/>
                  </a:lnTo>
                  <a:lnTo>
                    <a:pt x="2953009" y="68344"/>
                  </a:lnTo>
                  <a:lnTo>
                    <a:pt x="3103473" y="62780"/>
                  </a:lnTo>
                  <a:lnTo>
                    <a:pt x="3253937" y="55614"/>
                  </a:lnTo>
                  <a:lnTo>
                    <a:pt x="3404401" y="49580"/>
                  </a:lnTo>
                  <a:lnTo>
                    <a:pt x="3554865" y="47647"/>
                  </a:lnTo>
                  <a:lnTo>
                    <a:pt x="3705329" y="50453"/>
                  </a:lnTo>
                  <a:lnTo>
                    <a:pt x="3855793" y="54995"/>
                  </a:lnTo>
                  <a:lnTo>
                    <a:pt x="4006257" y="58118"/>
                  </a:lnTo>
                  <a:lnTo>
                    <a:pt x="4156721" y="59498"/>
                  </a:lnTo>
                  <a:lnTo>
                    <a:pt x="4307185" y="60699"/>
                  </a:lnTo>
                  <a:lnTo>
                    <a:pt x="4457649" y="60952"/>
                  </a:lnTo>
                  <a:lnTo>
                    <a:pt x="4608114" y="59508"/>
                  </a:lnTo>
                  <a:lnTo>
                    <a:pt x="4758578" y="56811"/>
                  </a:lnTo>
                  <a:lnTo>
                    <a:pt x="4909042" y="53392"/>
                  </a:lnTo>
                  <a:lnTo>
                    <a:pt x="5059506" y="49268"/>
                  </a:lnTo>
                  <a:lnTo>
                    <a:pt x="5209970" y="44454"/>
                  </a:lnTo>
                  <a:lnTo>
                    <a:pt x="5360434" y="38968"/>
                  </a:lnTo>
                  <a:lnTo>
                    <a:pt x="5510898" y="32826"/>
                  </a:lnTo>
                  <a:lnTo>
                    <a:pt x="5661362" y="26044"/>
                  </a:lnTo>
                  <a:lnTo>
                    <a:pt x="5811826" y="18639"/>
                  </a:lnTo>
                  <a:lnTo>
                    <a:pt x="5962290" y="10628"/>
                  </a:lnTo>
                  <a:lnTo>
                    <a:pt x="6112754" y="202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927359"/>
              <a:ext cx="6145984" cy="416535"/>
            </a:xfrm>
            <a:custGeom>
              <a:avLst/>
              <a:pathLst>
                <a:path w="6145984" h="416535">
                  <a:moveTo>
                    <a:pt x="0" y="134540"/>
                  </a:moveTo>
                  <a:lnTo>
                    <a:pt x="94192" y="141865"/>
                  </a:lnTo>
                  <a:lnTo>
                    <a:pt x="244656" y="151705"/>
                  </a:lnTo>
                  <a:lnTo>
                    <a:pt x="395120" y="159647"/>
                  </a:lnTo>
                  <a:lnTo>
                    <a:pt x="545584" y="165682"/>
                  </a:lnTo>
                  <a:lnTo>
                    <a:pt x="696048" y="169849"/>
                  </a:lnTo>
                  <a:lnTo>
                    <a:pt x="846512" y="172258"/>
                  </a:lnTo>
                  <a:lnTo>
                    <a:pt x="996976" y="173098"/>
                  </a:lnTo>
                  <a:lnTo>
                    <a:pt x="1147440" y="172620"/>
                  </a:lnTo>
                  <a:lnTo>
                    <a:pt x="1297904" y="171097"/>
                  </a:lnTo>
                  <a:lnTo>
                    <a:pt x="1448369" y="168762"/>
                  </a:lnTo>
                  <a:lnTo>
                    <a:pt x="1598833" y="165955"/>
                  </a:lnTo>
                  <a:lnTo>
                    <a:pt x="1749297" y="162707"/>
                  </a:lnTo>
                  <a:lnTo>
                    <a:pt x="1899761" y="158974"/>
                  </a:lnTo>
                  <a:lnTo>
                    <a:pt x="2050225" y="155089"/>
                  </a:lnTo>
                  <a:lnTo>
                    <a:pt x="2200689" y="152623"/>
                  </a:lnTo>
                  <a:lnTo>
                    <a:pt x="2351153" y="149854"/>
                  </a:lnTo>
                  <a:lnTo>
                    <a:pt x="2501617" y="146023"/>
                  </a:lnTo>
                  <a:lnTo>
                    <a:pt x="2652081" y="141206"/>
                  </a:lnTo>
                  <a:lnTo>
                    <a:pt x="2802545" y="134336"/>
                  </a:lnTo>
                  <a:lnTo>
                    <a:pt x="2953009" y="127225"/>
                  </a:lnTo>
                  <a:lnTo>
                    <a:pt x="3103473" y="122147"/>
                  </a:lnTo>
                  <a:lnTo>
                    <a:pt x="3253937" y="115107"/>
                  </a:lnTo>
                  <a:lnTo>
                    <a:pt x="3404401" y="107509"/>
                  </a:lnTo>
                  <a:lnTo>
                    <a:pt x="3554865" y="104076"/>
                  </a:lnTo>
                  <a:lnTo>
                    <a:pt x="3705329" y="105292"/>
                  </a:lnTo>
                  <a:lnTo>
                    <a:pt x="3855793" y="107159"/>
                  </a:lnTo>
                  <a:lnTo>
                    <a:pt x="4006257" y="108485"/>
                  </a:lnTo>
                  <a:lnTo>
                    <a:pt x="4156721" y="109680"/>
                  </a:lnTo>
                  <a:lnTo>
                    <a:pt x="4307185" y="110316"/>
                  </a:lnTo>
                  <a:lnTo>
                    <a:pt x="4457649" y="109465"/>
                  </a:lnTo>
                  <a:lnTo>
                    <a:pt x="4608114" y="106530"/>
                  </a:lnTo>
                  <a:lnTo>
                    <a:pt x="4758578" y="101623"/>
                  </a:lnTo>
                  <a:lnTo>
                    <a:pt x="4909042" y="95223"/>
                  </a:lnTo>
                  <a:lnTo>
                    <a:pt x="5059506" y="87565"/>
                  </a:lnTo>
                  <a:lnTo>
                    <a:pt x="5209970" y="78795"/>
                  </a:lnTo>
                  <a:lnTo>
                    <a:pt x="5360434" y="68983"/>
                  </a:lnTo>
                  <a:lnTo>
                    <a:pt x="5510898" y="58144"/>
                  </a:lnTo>
                  <a:lnTo>
                    <a:pt x="5661362" y="46254"/>
                  </a:lnTo>
                  <a:lnTo>
                    <a:pt x="5811826" y="33262"/>
                  </a:lnTo>
                  <a:lnTo>
                    <a:pt x="5962290" y="19101"/>
                  </a:lnTo>
                  <a:lnTo>
                    <a:pt x="6112754" y="3694"/>
                  </a:lnTo>
                  <a:lnTo>
                    <a:pt x="6145984" y="0"/>
                  </a:lnTo>
                  <a:lnTo>
                    <a:pt x="6145984" y="215170"/>
                  </a:lnTo>
                  <a:lnTo>
                    <a:pt x="6112754" y="215600"/>
                  </a:lnTo>
                  <a:lnTo>
                    <a:pt x="5962290" y="217565"/>
                  </a:lnTo>
                  <a:lnTo>
                    <a:pt x="5811826" y="219439"/>
                  </a:lnTo>
                  <a:lnTo>
                    <a:pt x="5661362" y="221110"/>
                  </a:lnTo>
                  <a:lnTo>
                    <a:pt x="5510898" y="222472"/>
                  </a:lnTo>
                  <a:lnTo>
                    <a:pt x="5360434" y="223438"/>
                  </a:lnTo>
                  <a:lnTo>
                    <a:pt x="5209970" y="223946"/>
                  </a:lnTo>
                  <a:lnTo>
                    <a:pt x="5059506" y="223974"/>
                  </a:lnTo>
                  <a:lnTo>
                    <a:pt x="4909042" y="223556"/>
                  </a:lnTo>
                  <a:lnTo>
                    <a:pt x="4758578" y="222798"/>
                  </a:lnTo>
                  <a:lnTo>
                    <a:pt x="4608114" y="221901"/>
                  </a:lnTo>
                  <a:lnTo>
                    <a:pt x="4457649" y="220457"/>
                  </a:lnTo>
                  <a:lnTo>
                    <a:pt x="4307185" y="218071"/>
                  </a:lnTo>
                  <a:lnTo>
                    <a:pt x="4156721" y="215786"/>
                  </a:lnTo>
                  <a:lnTo>
                    <a:pt x="4006257" y="214344"/>
                  </a:lnTo>
                  <a:lnTo>
                    <a:pt x="3855793" y="212588"/>
                  </a:lnTo>
                  <a:lnTo>
                    <a:pt x="3705329" y="211160"/>
                  </a:lnTo>
                  <a:lnTo>
                    <a:pt x="3554865" y="211559"/>
                  </a:lnTo>
                  <a:lnTo>
                    <a:pt x="3404401" y="214709"/>
                  </a:lnTo>
                  <a:lnTo>
                    <a:pt x="3253937" y="221969"/>
                  </a:lnTo>
                  <a:lnTo>
                    <a:pt x="3103473" y="231123"/>
                  </a:lnTo>
                  <a:lnTo>
                    <a:pt x="2953009" y="237063"/>
                  </a:lnTo>
                  <a:lnTo>
                    <a:pt x="2802545" y="241545"/>
                  </a:lnTo>
                  <a:lnTo>
                    <a:pt x="2652081" y="247624"/>
                  </a:lnTo>
                  <a:lnTo>
                    <a:pt x="2501617" y="253172"/>
                  </a:lnTo>
                  <a:lnTo>
                    <a:pt x="2351153" y="255397"/>
                  </a:lnTo>
                  <a:lnTo>
                    <a:pt x="2200689" y="257375"/>
                  </a:lnTo>
                  <a:lnTo>
                    <a:pt x="2050225" y="260726"/>
                  </a:lnTo>
                  <a:lnTo>
                    <a:pt x="1899761" y="264969"/>
                  </a:lnTo>
                  <a:lnTo>
                    <a:pt x="1749297" y="269855"/>
                  </a:lnTo>
                  <a:lnTo>
                    <a:pt x="1598833" y="275538"/>
                  </a:lnTo>
                  <a:lnTo>
                    <a:pt x="1448369" y="281923"/>
                  </a:lnTo>
                  <a:lnTo>
                    <a:pt x="1297904" y="289003"/>
                  </a:lnTo>
                  <a:lnTo>
                    <a:pt x="1147440" y="297115"/>
                  </a:lnTo>
                  <a:lnTo>
                    <a:pt x="996976" y="306498"/>
                  </a:lnTo>
                  <a:lnTo>
                    <a:pt x="846512" y="317430"/>
                  </a:lnTo>
                  <a:lnTo>
                    <a:pt x="696048" y="330168"/>
                  </a:lnTo>
                  <a:lnTo>
                    <a:pt x="545584" y="344907"/>
                  </a:lnTo>
                  <a:lnTo>
                    <a:pt x="395120" y="361761"/>
                  </a:lnTo>
                  <a:lnTo>
                    <a:pt x="244656" y="380776"/>
                  </a:lnTo>
                  <a:lnTo>
                    <a:pt x="94192" y="401950"/>
                  </a:lnTo>
                  <a:lnTo>
                    <a:pt x="0" y="41653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927359"/>
              <a:ext cx="6145984" cy="173098"/>
            </a:xfrm>
            <a:custGeom>
              <a:avLst/>
              <a:pathLst>
                <a:path w="6145984" h="173098">
                  <a:moveTo>
                    <a:pt x="0" y="134540"/>
                  </a:moveTo>
                  <a:lnTo>
                    <a:pt x="94192" y="141865"/>
                  </a:lnTo>
                  <a:lnTo>
                    <a:pt x="244656" y="151705"/>
                  </a:lnTo>
                  <a:lnTo>
                    <a:pt x="395120" y="159647"/>
                  </a:lnTo>
                  <a:lnTo>
                    <a:pt x="545584" y="165682"/>
                  </a:lnTo>
                  <a:lnTo>
                    <a:pt x="696048" y="169849"/>
                  </a:lnTo>
                  <a:lnTo>
                    <a:pt x="846512" y="172258"/>
                  </a:lnTo>
                  <a:lnTo>
                    <a:pt x="996976" y="173098"/>
                  </a:lnTo>
                  <a:lnTo>
                    <a:pt x="1147440" y="172620"/>
                  </a:lnTo>
                  <a:lnTo>
                    <a:pt x="1297904" y="171097"/>
                  </a:lnTo>
                  <a:lnTo>
                    <a:pt x="1448369" y="168762"/>
                  </a:lnTo>
                  <a:lnTo>
                    <a:pt x="1598833" y="165955"/>
                  </a:lnTo>
                  <a:lnTo>
                    <a:pt x="1749297" y="162707"/>
                  </a:lnTo>
                  <a:lnTo>
                    <a:pt x="1899761" y="158974"/>
                  </a:lnTo>
                  <a:lnTo>
                    <a:pt x="2050225" y="155089"/>
                  </a:lnTo>
                  <a:lnTo>
                    <a:pt x="2200689" y="152623"/>
                  </a:lnTo>
                  <a:lnTo>
                    <a:pt x="2351153" y="149854"/>
                  </a:lnTo>
                  <a:lnTo>
                    <a:pt x="2501617" y="146023"/>
                  </a:lnTo>
                  <a:lnTo>
                    <a:pt x="2652081" y="141206"/>
                  </a:lnTo>
                  <a:lnTo>
                    <a:pt x="2802545" y="134336"/>
                  </a:lnTo>
                  <a:lnTo>
                    <a:pt x="2953009" y="127225"/>
                  </a:lnTo>
                  <a:lnTo>
                    <a:pt x="3103473" y="122147"/>
                  </a:lnTo>
                  <a:lnTo>
                    <a:pt x="3253937" y="115107"/>
                  </a:lnTo>
                  <a:lnTo>
                    <a:pt x="3404401" y="107509"/>
                  </a:lnTo>
                  <a:lnTo>
                    <a:pt x="3554865" y="104076"/>
                  </a:lnTo>
                  <a:lnTo>
                    <a:pt x="3705329" y="105292"/>
                  </a:lnTo>
                  <a:lnTo>
                    <a:pt x="3855793" y="107159"/>
                  </a:lnTo>
                  <a:lnTo>
                    <a:pt x="4006257" y="108485"/>
                  </a:lnTo>
                  <a:lnTo>
                    <a:pt x="4156721" y="109680"/>
                  </a:lnTo>
                  <a:lnTo>
                    <a:pt x="4307185" y="110316"/>
                  </a:lnTo>
                  <a:lnTo>
                    <a:pt x="4457649" y="109465"/>
                  </a:lnTo>
                  <a:lnTo>
                    <a:pt x="4608114" y="106530"/>
                  </a:lnTo>
                  <a:lnTo>
                    <a:pt x="4758578" y="101623"/>
                  </a:lnTo>
                  <a:lnTo>
                    <a:pt x="4909042" y="95223"/>
                  </a:lnTo>
                  <a:lnTo>
                    <a:pt x="5059506" y="87565"/>
                  </a:lnTo>
                  <a:lnTo>
                    <a:pt x="5209970" y="78795"/>
                  </a:lnTo>
                  <a:lnTo>
                    <a:pt x="5360434" y="68983"/>
                  </a:lnTo>
                  <a:lnTo>
                    <a:pt x="5510898" y="58144"/>
                  </a:lnTo>
                  <a:lnTo>
                    <a:pt x="5661362" y="46254"/>
                  </a:lnTo>
                  <a:lnTo>
                    <a:pt x="5811826" y="33262"/>
                  </a:lnTo>
                  <a:lnTo>
                    <a:pt x="5962290" y="19101"/>
                  </a:lnTo>
                  <a:lnTo>
                    <a:pt x="6112754" y="369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138519"/>
              <a:ext cx="6145984" cy="205374"/>
            </a:xfrm>
            <a:custGeom>
              <a:avLst/>
              <a:pathLst>
                <a:path w="6145984" h="205374">
                  <a:moveTo>
                    <a:pt x="6145984" y="4009"/>
                  </a:moveTo>
                  <a:lnTo>
                    <a:pt x="6112754" y="4439"/>
                  </a:lnTo>
                  <a:lnTo>
                    <a:pt x="5962290" y="6404"/>
                  </a:lnTo>
                  <a:lnTo>
                    <a:pt x="5811826" y="8278"/>
                  </a:lnTo>
                  <a:lnTo>
                    <a:pt x="5661362" y="9949"/>
                  </a:lnTo>
                  <a:lnTo>
                    <a:pt x="5510898" y="11311"/>
                  </a:lnTo>
                  <a:lnTo>
                    <a:pt x="5360434" y="12277"/>
                  </a:lnTo>
                  <a:lnTo>
                    <a:pt x="5209970" y="12785"/>
                  </a:lnTo>
                  <a:lnTo>
                    <a:pt x="5059506" y="12813"/>
                  </a:lnTo>
                  <a:lnTo>
                    <a:pt x="4909042" y="12395"/>
                  </a:lnTo>
                  <a:lnTo>
                    <a:pt x="4758578" y="11637"/>
                  </a:lnTo>
                  <a:lnTo>
                    <a:pt x="4608114" y="10740"/>
                  </a:lnTo>
                  <a:lnTo>
                    <a:pt x="4457649" y="9296"/>
                  </a:lnTo>
                  <a:lnTo>
                    <a:pt x="4307185" y="6910"/>
                  </a:lnTo>
                  <a:lnTo>
                    <a:pt x="4156721" y="4625"/>
                  </a:lnTo>
                  <a:lnTo>
                    <a:pt x="4006257" y="3183"/>
                  </a:lnTo>
                  <a:lnTo>
                    <a:pt x="3855793" y="1427"/>
                  </a:lnTo>
                  <a:lnTo>
                    <a:pt x="3705329" y="0"/>
                  </a:lnTo>
                  <a:lnTo>
                    <a:pt x="3554865" y="398"/>
                  </a:lnTo>
                  <a:lnTo>
                    <a:pt x="3404401" y="3548"/>
                  </a:lnTo>
                  <a:lnTo>
                    <a:pt x="3253937" y="10808"/>
                  </a:lnTo>
                  <a:lnTo>
                    <a:pt x="3103473" y="19962"/>
                  </a:lnTo>
                  <a:lnTo>
                    <a:pt x="2953009" y="25902"/>
                  </a:lnTo>
                  <a:lnTo>
                    <a:pt x="2802545" y="30384"/>
                  </a:lnTo>
                  <a:lnTo>
                    <a:pt x="2652081" y="36463"/>
                  </a:lnTo>
                  <a:lnTo>
                    <a:pt x="2501617" y="42012"/>
                  </a:lnTo>
                  <a:lnTo>
                    <a:pt x="2351153" y="44236"/>
                  </a:lnTo>
                  <a:lnTo>
                    <a:pt x="2200689" y="46214"/>
                  </a:lnTo>
                  <a:lnTo>
                    <a:pt x="2050225" y="49565"/>
                  </a:lnTo>
                  <a:lnTo>
                    <a:pt x="1899761" y="53808"/>
                  </a:lnTo>
                  <a:lnTo>
                    <a:pt x="1749297" y="58694"/>
                  </a:lnTo>
                  <a:lnTo>
                    <a:pt x="1598833" y="64377"/>
                  </a:lnTo>
                  <a:lnTo>
                    <a:pt x="1448369" y="70762"/>
                  </a:lnTo>
                  <a:lnTo>
                    <a:pt x="1297904" y="77842"/>
                  </a:lnTo>
                  <a:lnTo>
                    <a:pt x="1147440" y="85954"/>
                  </a:lnTo>
                  <a:lnTo>
                    <a:pt x="996976" y="95337"/>
                  </a:lnTo>
                  <a:lnTo>
                    <a:pt x="846512" y="106269"/>
                  </a:lnTo>
                  <a:lnTo>
                    <a:pt x="696048" y="119007"/>
                  </a:lnTo>
                  <a:lnTo>
                    <a:pt x="545584" y="133746"/>
                  </a:lnTo>
                  <a:lnTo>
                    <a:pt x="395120" y="150600"/>
                  </a:lnTo>
                  <a:lnTo>
                    <a:pt x="244656" y="169616"/>
                  </a:lnTo>
                  <a:lnTo>
                    <a:pt x="94192" y="190789"/>
                  </a:lnTo>
                  <a:lnTo>
                    <a:pt x="0" y="2053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5034944"/>
              <a:ext cx="6145984" cy="167952"/>
            </a:xfrm>
            <a:custGeom>
              <a:avLst/>
              <a:pathLst>
                <a:path w="6145984" h="167952">
                  <a:moveTo>
                    <a:pt x="0" y="167952"/>
                  </a:moveTo>
                  <a:lnTo>
                    <a:pt x="94192" y="164322"/>
                  </a:lnTo>
                  <a:lnTo>
                    <a:pt x="244656" y="158655"/>
                  </a:lnTo>
                  <a:lnTo>
                    <a:pt x="395120" y="153119"/>
                  </a:lnTo>
                  <a:lnTo>
                    <a:pt x="545584" y="147709"/>
                  </a:lnTo>
                  <a:lnTo>
                    <a:pt x="696048" y="142423"/>
                  </a:lnTo>
                  <a:lnTo>
                    <a:pt x="846512" y="137259"/>
                  </a:lnTo>
                  <a:lnTo>
                    <a:pt x="996976" y="132213"/>
                  </a:lnTo>
                  <a:lnTo>
                    <a:pt x="1147440" y="127282"/>
                  </a:lnTo>
                  <a:lnTo>
                    <a:pt x="1297904" y="122465"/>
                  </a:lnTo>
                  <a:lnTo>
                    <a:pt x="1448369" y="117757"/>
                  </a:lnTo>
                  <a:lnTo>
                    <a:pt x="1598833" y="113161"/>
                  </a:lnTo>
                  <a:lnTo>
                    <a:pt x="1749297" y="108696"/>
                  </a:lnTo>
                  <a:lnTo>
                    <a:pt x="1899761" y="104386"/>
                  </a:lnTo>
                  <a:lnTo>
                    <a:pt x="2050225" y="100322"/>
                  </a:lnTo>
                  <a:lnTo>
                    <a:pt x="2200689" y="97414"/>
                  </a:lnTo>
                  <a:lnTo>
                    <a:pt x="2351153" y="95040"/>
                  </a:lnTo>
                  <a:lnTo>
                    <a:pt x="2501617" y="92012"/>
                  </a:lnTo>
                  <a:lnTo>
                    <a:pt x="2652081" y="86829"/>
                  </a:lnTo>
                  <a:lnTo>
                    <a:pt x="2802545" y="80355"/>
                  </a:lnTo>
                  <a:lnTo>
                    <a:pt x="2953009" y="74558"/>
                  </a:lnTo>
                  <a:lnTo>
                    <a:pt x="3103473" y="69050"/>
                  </a:lnTo>
                  <a:lnTo>
                    <a:pt x="3253937" y="60953"/>
                  </a:lnTo>
                  <a:lnTo>
                    <a:pt x="3404401" y="53524"/>
                  </a:lnTo>
                  <a:lnTo>
                    <a:pt x="3554865" y="50232"/>
                  </a:lnTo>
                  <a:lnTo>
                    <a:pt x="3705329" y="50641"/>
                  </a:lnTo>
                  <a:lnTo>
                    <a:pt x="3855793" y="52288"/>
                  </a:lnTo>
                  <a:lnTo>
                    <a:pt x="4006257" y="53829"/>
                  </a:lnTo>
                  <a:lnTo>
                    <a:pt x="4156721" y="55148"/>
                  </a:lnTo>
                  <a:lnTo>
                    <a:pt x="4307185" y="56608"/>
                  </a:lnTo>
                  <a:lnTo>
                    <a:pt x="4457649" y="57376"/>
                  </a:lnTo>
                  <a:lnTo>
                    <a:pt x="4608114" y="56630"/>
                  </a:lnTo>
                  <a:lnTo>
                    <a:pt x="4758578" y="54625"/>
                  </a:lnTo>
                  <a:lnTo>
                    <a:pt x="4909042" y="51804"/>
                  </a:lnTo>
                  <a:lnTo>
                    <a:pt x="5059506" y="48184"/>
                  </a:lnTo>
                  <a:lnTo>
                    <a:pt x="5209970" y="43785"/>
                  </a:lnTo>
                  <a:lnTo>
                    <a:pt x="5360434" y="38625"/>
                  </a:lnTo>
                  <a:lnTo>
                    <a:pt x="5510898" y="32723"/>
                  </a:lnTo>
                  <a:lnTo>
                    <a:pt x="5661362" y="26097"/>
                  </a:lnTo>
                  <a:lnTo>
                    <a:pt x="5811826" y="18765"/>
                  </a:lnTo>
                  <a:lnTo>
                    <a:pt x="5962290" y="10747"/>
                  </a:lnTo>
                  <a:lnTo>
                    <a:pt x="6112754" y="206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382303"/>
              <a:ext cx="6145984" cy="1011971"/>
            </a:xfrm>
            <a:custGeom>
              <a:avLst/>
              <a:pathLst>
                <a:path w="6145984" h="1011971">
                  <a:moveTo>
                    <a:pt x="0" y="664517"/>
                  </a:moveTo>
                  <a:lnTo>
                    <a:pt x="94192" y="679046"/>
                  </a:lnTo>
                  <a:lnTo>
                    <a:pt x="244656" y="698845"/>
                  </a:lnTo>
                  <a:lnTo>
                    <a:pt x="395120" y="715190"/>
                  </a:lnTo>
                  <a:lnTo>
                    <a:pt x="545584" y="728070"/>
                  </a:lnTo>
                  <a:lnTo>
                    <a:pt x="696048" y="737536"/>
                  </a:lnTo>
                  <a:lnTo>
                    <a:pt x="846512" y="743725"/>
                  </a:lnTo>
                  <a:lnTo>
                    <a:pt x="996976" y="746873"/>
                  </a:lnTo>
                  <a:lnTo>
                    <a:pt x="1147440" y="747294"/>
                  </a:lnTo>
                  <a:lnTo>
                    <a:pt x="1297904" y="745327"/>
                  </a:lnTo>
                  <a:lnTo>
                    <a:pt x="1448369" y="741250"/>
                  </a:lnTo>
                  <a:lnTo>
                    <a:pt x="1598833" y="735009"/>
                  </a:lnTo>
                  <a:lnTo>
                    <a:pt x="1749297" y="726759"/>
                  </a:lnTo>
                  <a:lnTo>
                    <a:pt x="1899761" y="716933"/>
                  </a:lnTo>
                  <a:lnTo>
                    <a:pt x="2050225" y="706177"/>
                  </a:lnTo>
                  <a:lnTo>
                    <a:pt x="2200689" y="693153"/>
                  </a:lnTo>
                  <a:lnTo>
                    <a:pt x="2351153" y="677678"/>
                  </a:lnTo>
                  <a:lnTo>
                    <a:pt x="2501617" y="662840"/>
                  </a:lnTo>
                  <a:lnTo>
                    <a:pt x="2652081" y="649556"/>
                  </a:lnTo>
                  <a:lnTo>
                    <a:pt x="2802545" y="634631"/>
                  </a:lnTo>
                  <a:lnTo>
                    <a:pt x="2953009" y="619320"/>
                  </a:lnTo>
                  <a:lnTo>
                    <a:pt x="3103473" y="608663"/>
                  </a:lnTo>
                  <a:lnTo>
                    <a:pt x="3253937" y="601254"/>
                  </a:lnTo>
                  <a:lnTo>
                    <a:pt x="3404401" y="592199"/>
                  </a:lnTo>
                  <a:lnTo>
                    <a:pt x="3554865" y="580447"/>
                  </a:lnTo>
                  <a:lnTo>
                    <a:pt x="3705329" y="568657"/>
                  </a:lnTo>
                  <a:lnTo>
                    <a:pt x="3855793" y="555913"/>
                  </a:lnTo>
                  <a:lnTo>
                    <a:pt x="4006257" y="541318"/>
                  </a:lnTo>
                  <a:lnTo>
                    <a:pt x="4156721" y="526055"/>
                  </a:lnTo>
                  <a:lnTo>
                    <a:pt x="4307185" y="509275"/>
                  </a:lnTo>
                  <a:lnTo>
                    <a:pt x="4457649" y="488872"/>
                  </a:lnTo>
                  <a:lnTo>
                    <a:pt x="4608114" y="463172"/>
                  </a:lnTo>
                  <a:lnTo>
                    <a:pt x="4758578" y="432716"/>
                  </a:lnTo>
                  <a:lnTo>
                    <a:pt x="4909042" y="398659"/>
                  </a:lnTo>
                  <a:lnTo>
                    <a:pt x="5059506" y="361298"/>
                  </a:lnTo>
                  <a:lnTo>
                    <a:pt x="5209970" y="320818"/>
                  </a:lnTo>
                  <a:lnTo>
                    <a:pt x="5360434" y="277310"/>
                  </a:lnTo>
                  <a:lnTo>
                    <a:pt x="5510898" y="230799"/>
                  </a:lnTo>
                  <a:lnTo>
                    <a:pt x="5661362" y="181259"/>
                  </a:lnTo>
                  <a:lnTo>
                    <a:pt x="5811826" y="128630"/>
                  </a:lnTo>
                  <a:lnTo>
                    <a:pt x="5962290" y="72834"/>
                  </a:lnTo>
                  <a:lnTo>
                    <a:pt x="6112754" y="13780"/>
                  </a:lnTo>
                  <a:lnTo>
                    <a:pt x="6145984" y="0"/>
                  </a:lnTo>
                  <a:lnTo>
                    <a:pt x="6145984" y="267302"/>
                  </a:lnTo>
                  <a:lnTo>
                    <a:pt x="6112754" y="277027"/>
                  </a:lnTo>
                  <a:lnTo>
                    <a:pt x="5962290" y="319382"/>
                  </a:lnTo>
                  <a:lnTo>
                    <a:pt x="5811826" y="359914"/>
                  </a:lnTo>
                  <a:lnTo>
                    <a:pt x="5661362" y="398478"/>
                  </a:lnTo>
                  <a:lnTo>
                    <a:pt x="5510898" y="434941"/>
                  </a:lnTo>
                  <a:lnTo>
                    <a:pt x="5360434" y="469187"/>
                  </a:lnTo>
                  <a:lnTo>
                    <a:pt x="5209970" y="501136"/>
                  </a:lnTo>
                  <a:lnTo>
                    <a:pt x="5059506" y="530756"/>
                  </a:lnTo>
                  <a:lnTo>
                    <a:pt x="4909042" y="558084"/>
                  </a:lnTo>
                  <a:lnTo>
                    <a:pt x="4758578" y="583249"/>
                  </a:lnTo>
                  <a:lnTo>
                    <a:pt x="4608114" y="606494"/>
                  </a:lnTo>
                  <a:lnTo>
                    <a:pt x="4457649" y="626755"/>
                  </a:lnTo>
                  <a:lnTo>
                    <a:pt x="4307185" y="643137"/>
                  </a:lnTo>
                  <a:lnTo>
                    <a:pt x="4156721" y="657868"/>
                  </a:lnTo>
                  <a:lnTo>
                    <a:pt x="4006257" y="672825"/>
                  </a:lnTo>
                  <a:lnTo>
                    <a:pt x="3855793" y="686885"/>
                  </a:lnTo>
                  <a:lnTo>
                    <a:pt x="3705329" y="700175"/>
                  </a:lnTo>
                  <a:lnTo>
                    <a:pt x="3554865" y="713970"/>
                  </a:lnTo>
                  <a:lnTo>
                    <a:pt x="3404401" y="725371"/>
                  </a:lnTo>
                  <a:lnTo>
                    <a:pt x="3253937" y="734008"/>
                  </a:lnTo>
                  <a:lnTo>
                    <a:pt x="3103473" y="744041"/>
                  </a:lnTo>
                  <a:lnTo>
                    <a:pt x="2953009" y="755770"/>
                  </a:lnTo>
                  <a:lnTo>
                    <a:pt x="2802545" y="767814"/>
                  </a:lnTo>
                  <a:lnTo>
                    <a:pt x="2652081" y="781757"/>
                  </a:lnTo>
                  <a:lnTo>
                    <a:pt x="2501617" y="795950"/>
                  </a:lnTo>
                  <a:lnTo>
                    <a:pt x="2351153" y="808792"/>
                  </a:lnTo>
                  <a:lnTo>
                    <a:pt x="2200689" y="823284"/>
                  </a:lnTo>
                  <a:lnTo>
                    <a:pt x="2050225" y="837407"/>
                  </a:lnTo>
                  <a:lnTo>
                    <a:pt x="1899761" y="848610"/>
                  </a:lnTo>
                  <a:lnTo>
                    <a:pt x="1749297" y="859868"/>
                  </a:lnTo>
                  <a:lnTo>
                    <a:pt x="1598833" y="871142"/>
                  </a:lnTo>
                  <a:lnTo>
                    <a:pt x="1448369" y="881828"/>
                  </a:lnTo>
                  <a:lnTo>
                    <a:pt x="1297904" y="891799"/>
                  </a:lnTo>
                  <a:lnTo>
                    <a:pt x="1147440" y="901952"/>
                  </a:lnTo>
                  <a:lnTo>
                    <a:pt x="996976" y="912594"/>
                  </a:lnTo>
                  <a:lnTo>
                    <a:pt x="846512" y="924069"/>
                  </a:lnTo>
                  <a:lnTo>
                    <a:pt x="696048" y="936697"/>
                  </a:lnTo>
                  <a:lnTo>
                    <a:pt x="545584" y="950718"/>
                  </a:lnTo>
                  <a:lnTo>
                    <a:pt x="395120" y="966272"/>
                  </a:lnTo>
                  <a:lnTo>
                    <a:pt x="244656" y="983416"/>
                  </a:lnTo>
                  <a:lnTo>
                    <a:pt x="94192" y="1002145"/>
                  </a:lnTo>
                  <a:lnTo>
                    <a:pt x="21252" y="101197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382303"/>
              <a:ext cx="6145984" cy="747294"/>
            </a:xfrm>
            <a:custGeom>
              <a:avLst/>
              <a:pathLst>
                <a:path w="6145984" h="747294">
                  <a:moveTo>
                    <a:pt x="0" y="664517"/>
                  </a:moveTo>
                  <a:lnTo>
                    <a:pt x="94192" y="679046"/>
                  </a:lnTo>
                  <a:lnTo>
                    <a:pt x="244656" y="698845"/>
                  </a:lnTo>
                  <a:lnTo>
                    <a:pt x="395120" y="715190"/>
                  </a:lnTo>
                  <a:lnTo>
                    <a:pt x="545584" y="728070"/>
                  </a:lnTo>
                  <a:lnTo>
                    <a:pt x="696048" y="737536"/>
                  </a:lnTo>
                  <a:lnTo>
                    <a:pt x="846512" y="743725"/>
                  </a:lnTo>
                  <a:lnTo>
                    <a:pt x="996976" y="746873"/>
                  </a:lnTo>
                  <a:lnTo>
                    <a:pt x="1147440" y="747294"/>
                  </a:lnTo>
                  <a:lnTo>
                    <a:pt x="1297904" y="745327"/>
                  </a:lnTo>
                  <a:lnTo>
                    <a:pt x="1448369" y="741250"/>
                  </a:lnTo>
                  <a:lnTo>
                    <a:pt x="1598833" y="735009"/>
                  </a:lnTo>
                  <a:lnTo>
                    <a:pt x="1749297" y="726759"/>
                  </a:lnTo>
                  <a:lnTo>
                    <a:pt x="1899761" y="716933"/>
                  </a:lnTo>
                  <a:lnTo>
                    <a:pt x="2050225" y="706177"/>
                  </a:lnTo>
                  <a:lnTo>
                    <a:pt x="2200689" y="693153"/>
                  </a:lnTo>
                  <a:lnTo>
                    <a:pt x="2351153" y="677678"/>
                  </a:lnTo>
                  <a:lnTo>
                    <a:pt x="2501617" y="662840"/>
                  </a:lnTo>
                  <a:lnTo>
                    <a:pt x="2652081" y="649556"/>
                  </a:lnTo>
                  <a:lnTo>
                    <a:pt x="2802545" y="634631"/>
                  </a:lnTo>
                  <a:lnTo>
                    <a:pt x="2953009" y="619320"/>
                  </a:lnTo>
                  <a:lnTo>
                    <a:pt x="3103473" y="608663"/>
                  </a:lnTo>
                  <a:lnTo>
                    <a:pt x="3253937" y="601254"/>
                  </a:lnTo>
                  <a:lnTo>
                    <a:pt x="3404401" y="592199"/>
                  </a:lnTo>
                  <a:lnTo>
                    <a:pt x="3554865" y="580447"/>
                  </a:lnTo>
                  <a:lnTo>
                    <a:pt x="3705329" y="568657"/>
                  </a:lnTo>
                  <a:lnTo>
                    <a:pt x="3855793" y="555913"/>
                  </a:lnTo>
                  <a:lnTo>
                    <a:pt x="4006257" y="541318"/>
                  </a:lnTo>
                  <a:lnTo>
                    <a:pt x="4156721" y="526055"/>
                  </a:lnTo>
                  <a:lnTo>
                    <a:pt x="4307185" y="509275"/>
                  </a:lnTo>
                  <a:lnTo>
                    <a:pt x="4457649" y="488872"/>
                  </a:lnTo>
                  <a:lnTo>
                    <a:pt x="4608114" y="463172"/>
                  </a:lnTo>
                  <a:lnTo>
                    <a:pt x="4758578" y="432716"/>
                  </a:lnTo>
                  <a:lnTo>
                    <a:pt x="4909042" y="398659"/>
                  </a:lnTo>
                  <a:lnTo>
                    <a:pt x="5059506" y="361298"/>
                  </a:lnTo>
                  <a:lnTo>
                    <a:pt x="5209970" y="320818"/>
                  </a:lnTo>
                  <a:lnTo>
                    <a:pt x="5360434" y="277310"/>
                  </a:lnTo>
                  <a:lnTo>
                    <a:pt x="5510898" y="230799"/>
                  </a:lnTo>
                  <a:lnTo>
                    <a:pt x="5661362" y="181259"/>
                  </a:lnTo>
                  <a:lnTo>
                    <a:pt x="5811826" y="128630"/>
                  </a:lnTo>
                  <a:lnTo>
                    <a:pt x="5962290" y="72834"/>
                  </a:lnTo>
                  <a:lnTo>
                    <a:pt x="6112754" y="1378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63129" y="4649606"/>
              <a:ext cx="6124731" cy="744669"/>
            </a:xfrm>
            <a:custGeom>
              <a:avLst/>
              <a:pathLst>
                <a:path w="6124731" h="744669">
                  <a:moveTo>
                    <a:pt x="6124731" y="0"/>
                  </a:moveTo>
                  <a:lnTo>
                    <a:pt x="6091501" y="9724"/>
                  </a:lnTo>
                  <a:lnTo>
                    <a:pt x="5941037" y="52079"/>
                  </a:lnTo>
                  <a:lnTo>
                    <a:pt x="5790573" y="92611"/>
                  </a:lnTo>
                  <a:lnTo>
                    <a:pt x="5640109" y="131176"/>
                  </a:lnTo>
                  <a:lnTo>
                    <a:pt x="5489645" y="167638"/>
                  </a:lnTo>
                  <a:lnTo>
                    <a:pt x="5339181" y="201884"/>
                  </a:lnTo>
                  <a:lnTo>
                    <a:pt x="5188717" y="233833"/>
                  </a:lnTo>
                  <a:lnTo>
                    <a:pt x="5038253" y="263453"/>
                  </a:lnTo>
                  <a:lnTo>
                    <a:pt x="4887789" y="290781"/>
                  </a:lnTo>
                  <a:lnTo>
                    <a:pt x="4737325" y="315947"/>
                  </a:lnTo>
                  <a:lnTo>
                    <a:pt x="4586861" y="339191"/>
                  </a:lnTo>
                  <a:lnTo>
                    <a:pt x="4436397" y="359453"/>
                  </a:lnTo>
                  <a:lnTo>
                    <a:pt x="4285933" y="375834"/>
                  </a:lnTo>
                  <a:lnTo>
                    <a:pt x="4135469" y="390565"/>
                  </a:lnTo>
                  <a:lnTo>
                    <a:pt x="3985005" y="405522"/>
                  </a:lnTo>
                  <a:lnTo>
                    <a:pt x="3834541" y="419582"/>
                  </a:lnTo>
                  <a:lnTo>
                    <a:pt x="3684076" y="432872"/>
                  </a:lnTo>
                  <a:lnTo>
                    <a:pt x="3533612" y="446668"/>
                  </a:lnTo>
                  <a:lnTo>
                    <a:pt x="3383148" y="458068"/>
                  </a:lnTo>
                  <a:lnTo>
                    <a:pt x="3232684" y="466705"/>
                  </a:lnTo>
                  <a:lnTo>
                    <a:pt x="3082220" y="476738"/>
                  </a:lnTo>
                  <a:lnTo>
                    <a:pt x="2931756" y="488468"/>
                  </a:lnTo>
                  <a:lnTo>
                    <a:pt x="2781292" y="500511"/>
                  </a:lnTo>
                  <a:lnTo>
                    <a:pt x="2630828" y="514454"/>
                  </a:lnTo>
                  <a:lnTo>
                    <a:pt x="2480364" y="528647"/>
                  </a:lnTo>
                  <a:lnTo>
                    <a:pt x="2329900" y="541490"/>
                  </a:lnTo>
                  <a:lnTo>
                    <a:pt x="2179436" y="555981"/>
                  </a:lnTo>
                  <a:lnTo>
                    <a:pt x="2028972" y="570104"/>
                  </a:lnTo>
                  <a:lnTo>
                    <a:pt x="1878508" y="581307"/>
                  </a:lnTo>
                  <a:lnTo>
                    <a:pt x="1728044" y="592565"/>
                  </a:lnTo>
                  <a:lnTo>
                    <a:pt x="1577580" y="603839"/>
                  </a:lnTo>
                  <a:lnTo>
                    <a:pt x="1427116" y="614525"/>
                  </a:lnTo>
                  <a:lnTo>
                    <a:pt x="1276652" y="624497"/>
                  </a:lnTo>
                  <a:lnTo>
                    <a:pt x="1126188" y="634649"/>
                  </a:lnTo>
                  <a:lnTo>
                    <a:pt x="975724" y="645291"/>
                  </a:lnTo>
                  <a:lnTo>
                    <a:pt x="825260" y="656766"/>
                  </a:lnTo>
                  <a:lnTo>
                    <a:pt x="674796" y="669394"/>
                  </a:lnTo>
                  <a:lnTo>
                    <a:pt x="524331" y="683415"/>
                  </a:lnTo>
                  <a:lnTo>
                    <a:pt x="373867" y="698969"/>
                  </a:lnTo>
                  <a:lnTo>
                    <a:pt x="223403" y="716114"/>
                  </a:lnTo>
                  <a:lnTo>
                    <a:pt x="72939" y="734842"/>
                  </a:lnTo>
                  <a:lnTo>
                    <a:pt x="0" y="7446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515955"/>
              <a:ext cx="6145984" cy="707480"/>
            </a:xfrm>
            <a:custGeom>
              <a:avLst/>
              <a:pathLst>
                <a:path w="6145984" h="707480">
                  <a:moveTo>
                    <a:pt x="0" y="706025"/>
                  </a:moveTo>
                  <a:lnTo>
                    <a:pt x="94192" y="706944"/>
                  </a:lnTo>
                  <a:lnTo>
                    <a:pt x="244656" y="707480"/>
                  </a:lnTo>
                  <a:lnTo>
                    <a:pt x="395120" y="707080"/>
                  </a:lnTo>
                  <a:lnTo>
                    <a:pt x="545584" y="705742"/>
                  </a:lnTo>
                  <a:lnTo>
                    <a:pt x="696048" y="703465"/>
                  </a:lnTo>
                  <a:lnTo>
                    <a:pt x="846512" y="700246"/>
                  </a:lnTo>
                  <a:lnTo>
                    <a:pt x="996976" y="696082"/>
                  </a:lnTo>
                  <a:lnTo>
                    <a:pt x="1147440" y="690971"/>
                  </a:lnTo>
                  <a:lnTo>
                    <a:pt x="1297904" y="684912"/>
                  </a:lnTo>
                  <a:lnTo>
                    <a:pt x="1448369" y="677888"/>
                  </a:lnTo>
                  <a:lnTo>
                    <a:pt x="1598833" y="669424"/>
                  </a:lnTo>
                  <a:lnTo>
                    <a:pt x="1749297" y="659662"/>
                  </a:lnTo>
                  <a:lnTo>
                    <a:pt x="1899761" y="649120"/>
                  </a:lnTo>
                  <a:lnTo>
                    <a:pt x="2050225" y="638141"/>
                  </a:lnTo>
                  <a:lnTo>
                    <a:pt x="2200689" y="624567"/>
                  </a:lnTo>
                  <a:lnTo>
                    <a:pt x="2351153" y="609584"/>
                  </a:lnTo>
                  <a:lnTo>
                    <a:pt x="2501617" y="595743"/>
                  </a:lnTo>
                  <a:lnTo>
                    <a:pt x="2652081" y="582005"/>
                  </a:lnTo>
                  <a:lnTo>
                    <a:pt x="2802545" y="567571"/>
                  </a:lnTo>
                  <a:lnTo>
                    <a:pt x="2953009" y="553894"/>
                  </a:lnTo>
                  <a:lnTo>
                    <a:pt x="3103473" y="542700"/>
                  </a:lnTo>
                  <a:lnTo>
                    <a:pt x="3253937" y="533980"/>
                  </a:lnTo>
                  <a:lnTo>
                    <a:pt x="3404401" y="525133"/>
                  </a:lnTo>
                  <a:lnTo>
                    <a:pt x="3554865" y="513557"/>
                  </a:lnTo>
                  <a:lnTo>
                    <a:pt x="3705329" y="500765"/>
                  </a:lnTo>
                  <a:lnTo>
                    <a:pt x="3855793" y="487748"/>
                  </a:lnTo>
                  <a:lnTo>
                    <a:pt x="4006257" y="473420"/>
                  </a:lnTo>
                  <a:lnTo>
                    <a:pt x="4156721" y="458310"/>
                  </a:lnTo>
                  <a:lnTo>
                    <a:pt x="4307185" y="442554"/>
                  </a:lnTo>
                  <a:lnTo>
                    <a:pt x="4457649" y="424162"/>
                  </a:lnTo>
                  <a:lnTo>
                    <a:pt x="4608114" y="401181"/>
                  </a:lnTo>
                  <a:lnTo>
                    <a:pt x="4758578" y="374331"/>
                  </a:lnTo>
                  <a:lnTo>
                    <a:pt x="4909042" y="344720"/>
                  </a:lnTo>
                  <a:lnTo>
                    <a:pt x="5059506" y="312376"/>
                  </a:lnTo>
                  <a:lnTo>
                    <a:pt x="5209970" y="277325"/>
                  </a:lnTo>
                  <a:lnTo>
                    <a:pt x="5360434" y="239597"/>
                  </a:lnTo>
                  <a:lnTo>
                    <a:pt x="5510898" y="199219"/>
                  </a:lnTo>
                  <a:lnTo>
                    <a:pt x="5661362" y="156217"/>
                  </a:lnTo>
                  <a:lnTo>
                    <a:pt x="5811826" y="110621"/>
                  </a:lnTo>
                  <a:lnTo>
                    <a:pt x="5962290" y="62457"/>
                  </a:lnTo>
                  <a:lnTo>
                    <a:pt x="6112754" y="1175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119036"/>
              <a:ext cx="6145984" cy="1275238"/>
            </a:xfrm>
            <a:custGeom>
              <a:avLst/>
              <a:pathLst>
                <a:path w="6145984" h="1275238">
                  <a:moveTo>
                    <a:pt x="0" y="861519"/>
                  </a:moveTo>
                  <a:lnTo>
                    <a:pt x="94192" y="881954"/>
                  </a:lnTo>
                  <a:lnTo>
                    <a:pt x="244656" y="909692"/>
                  </a:lnTo>
                  <a:lnTo>
                    <a:pt x="395120" y="932482"/>
                  </a:lnTo>
                  <a:lnTo>
                    <a:pt x="545584" y="950326"/>
                  </a:lnTo>
                  <a:lnTo>
                    <a:pt x="696048" y="963308"/>
                  </a:lnTo>
                  <a:lnTo>
                    <a:pt x="846512" y="971623"/>
                  </a:lnTo>
                  <a:lnTo>
                    <a:pt x="996976" y="975600"/>
                  </a:lnTo>
                  <a:lnTo>
                    <a:pt x="1147440" y="975667"/>
                  </a:lnTo>
                  <a:lnTo>
                    <a:pt x="1297904" y="972291"/>
                  </a:lnTo>
                  <a:lnTo>
                    <a:pt x="1448369" y="965858"/>
                  </a:lnTo>
                  <a:lnTo>
                    <a:pt x="1598833" y="956515"/>
                  </a:lnTo>
                  <a:lnTo>
                    <a:pt x="1749297" y="944178"/>
                  </a:lnTo>
                  <a:lnTo>
                    <a:pt x="1899761" y="928888"/>
                  </a:lnTo>
                  <a:lnTo>
                    <a:pt x="2050225" y="911022"/>
                  </a:lnTo>
                  <a:lnTo>
                    <a:pt x="2200689" y="889302"/>
                  </a:lnTo>
                  <a:lnTo>
                    <a:pt x="2351153" y="863295"/>
                  </a:lnTo>
                  <a:lnTo>
                    <a:pt x="2501617" y="836464"/>
                  </a:lnTo>
                  <a:lnTo>
                    <a:pt x="2652081" y="805750"/>
                  </a:lnTo>
                  <a:lnTo>
                    <a:pt x="2802545" y="768416"/>
                  </a:lnTo>
                  <a:lnTo>
                    <a:pt x="2953009" y="732015"/>
                  </a:lnTo>
                  <a:lnTo>
                    <a:pt x="3103473" y="703575"/>
                  </a:lnTo>
                  <a:lnTo>
                    <a:pt x="3253937" y="674317"/>
                  </a:lnTo>
                  <a:lnTo>
                    <a:pt x="3404401" y="643818"/>
                  </a:lnTo>
                  <a:lnTo>
                    <a:pt x="3554865" y="617158"/>
                  </a:lnTo>
                  <a:lnTo>
                    <a:pt x="3705329" y="594099"/>
                  </a:lnTo>
                  <a:lnTo>
                    <a:pt x="3855793" y="570836"/>
                  </a:lnTo>
                  <a:lnTo>
                    <a:pt x="4006257" y="548687"/>
                  </a:lnTo>
                  <a:lnTo>
                    <a:pt x="4156721" y="528943"/>
                  </a:lnTo>
                  <a:lnTo>
                    <a:pt x="4307185" y="508695"/>
                  </a:lnTo>
                  <a:lnTo>
                    <a:pt x="4457649" y="485838"/>
                  </a:lnTo>
                  <a:lnTo>
                    <a:pt x="4608114" y="458812"/>
                  </a:lnTo>
                  <a:lnTo>
                    <a:pt x="4758578" y="427525"/>
                  </a:lnTo>
                  <a:lnTo>
                    <a:pt x="4909042" y="392799"/>
                  </a:lnTo>
                  <a:lnTo>
                    <a:pt x="5059506" y="355021"/>
                  </a:lnTo>
                  <a:lnTo>
                    <a:pt x="5209970" y="314432"/>
                  </a:lnTo>
                  <a:lnTo>
                    <a:pt x="5360434" y="271147"/>
                  </a:lnTo>
                  <a:lnTo>
                    <a:pt x="5510898" y="225194"/>
                  </a:lnTo>
                  <a:lnTo>
                    <a:pt x="5661362" y="176533"/>
                  </a:lnTo>
                  <a:lnTo>
                    <a:pt x="5811826" y="125083"/>
                  </a:lnTo>
                  <a:lnTo>
                    <a:pt x="5962290" y="70734"/>
                  </a:lnTo>
                  <a:lnTo>
                    <a:pt x="6112754" y="13364"/>
                  </a:lnTo>
                  <a:lnTo>
                    <a:pt x="6145984" y="0"/>
                  </a:lnTo>
                  <a:lnTo>
                    <a:pt x="6145984" y="352630"/>
                  </a:lnTo>
                  <a:lnTo>
                    <a:pt x="6112754" y="360643"/>
                  </a:lnTo>
                  <a:lnTo>
                    <a:pt x="5962290" y="395985"/>
                  </a:lnTo>
                  <a:lnTo>
                    <a:pt x="5811826" y="430196"/>
                  </a:lnTo>
                  <a:lnTo>
                    <a:pt x="5661362" y="463092"/>
                  </a:lnTo>
                  <a:lnTo>
                    <a:pt x="5510898" y="494501"/>
                  </a:lnTo>
                  <a:lnTo>
                    <a:pt x="5360434" y="524274"/>
                  </a:lnTo>
                  <a:lnTo>
                    <a:pt x="5209970" y="552311"/>
                  </a:lnTo>
                  <a:lnTo>
                    <a:pt x="5059506" y="578574"/>
                  </a:lnTo>
                  <a:lnTo>
                    <a:pt x="4909042" y="603116"/>
                  </a:lnTo>
                  <a:lnTo>
                    <a:pt x="4758578" y="626111"/>
                  </a:lnTo>
                  <a:lnTo>
                    <a:pt x="4608114" y="647885"/>
                  </a:lnTo>
                  <a:lnTo>
                    <a:pt x="4457649" y="667736"/>
                  </a:lnTo>
                  <a:lnTo>
                    <a:pt x="4307185" y="685288"/>
                  </a:lnTo>
                  <a:lnTo>
                    <a:pt x="4156721" y="702832"/>
                  </a:lnTo>
                  <a:lnTo>
                    <a:pt x="4006257" y="722173"/>
                  </a:lnTo>
                  <a:lnTo>
                    <a:pt x="3855793" y="743616"/>
                  </a:lnTo>
                  <a:lnTo>
                    <a:pt x="3705329" y="767599"/>
                  </a:lnTo>
                  <a:lnTo>
                    <a:pt x="3554865" y="793304"/>
                  </a:lnTo>
                  <a:lnTo>
                    <a:pt x="3404401" y="819502"/>
                  </a:lnTo>
                  <a:lnTo>
                    <a:pt x="3253937" y="849447"/>
                  </a:lnTo>
                  <a:lnTo>
                    <a:pt x="3103473" y="882168"/>
                  </a:lnTo>
                  <a:lnTo>
                    <a:pt x="2953009" y="912022"/>
                  </a:lnTo>
                  <a:lnTo>
                    <a:pt x="2802545" y="944113"/>
                  </a:lnTo>
                  <a:lnTo>
                    <a:pt x="2652081" y="980152"/>
                  </a:lnTo>
                  <a:lnTo>
                    <a:pt x="2501617" y="1012064"/>
                  </a:lnTo>
                  <a:lnTo>
                    <a:pt x="2351153" y="1036264"/>
                  </a:lnTo>
                  <a:lnTo>
                    <a:pt x="2200689" y="1060973"/>
                  </a:lnTo>
                  <a:lnTo>
                    <a:pt x="2050225" y="1084143"/>
                  </a:lnTo>
                  <a:lnTo>
                    <a:pt x="1899761" y="1102597"/>
                  </a:lnTo>
                  <a:lnTo>
                    <a:pt x="1749297" y="1119777"/>
                  </a:lnTo>
                  <a:lnTo>
                    <a:pt x="1598833" y="1136105"/>
                  </a:lnTo>
                  <a:lnTo>
                    <a:pt x="1448369" y="1151310"/>
                  </a:lnTo>
                  <a:lnTo>
                    <a:pt x="1297904" y="1165519"/>
                  </a:lnTo>
                  <a:lnTo>
                    <a:pt x="1147440" y="1179695"/>
                  </a:lnTo>
                  <a:lnTo>
                    <a:pt x="996976" y="1194221"/>
                  </a:lnTo>
                  <a:lnTo>
                    <a:pt x="846512" y="1209536"/>
                  </a:lnTo>
                  <a:lnTo>
                    <a:pt x="696048" y="1226044"/>
                  </a:lnTo>
                  <a:lnTo>
                    <a:pt x="545584" y="1244047"/>
                  </a:lnTo>
                  <a:lnTo>
                    <a:pt x="395120" y="1263714"/>
                  </a:lnTo>
                  <a:lnTo>
                    <a:pt x="314051" y="127523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119036"/>
              <a:ext cx="6145984" cy="975667"/>
            </a:xfrm>
            <a:custGeom>
              <a:avLst/>
              <a:pathLst>
                <a:path w="6145984" h="975667">
                  <a:moveTo>
                    <a:pt x="0" y="861519"/>
                  </a:moveTo>
                  <a:lnTo>
                    <a:pt x="94192" y="881954"/>
                  </a:lnTo>
                  <a:lnTo>
                    <a:pt x="244656" y="909692"/>
                  </a:lnTo>
                  <a:lnTo>
                    <a:pt x="395120" y="932482"/>
                  </a:lnTo>
                  <a:lnTo>
                    <a:pt x="545584" y="950326"/>
                  </a:lnTo>
                  <a:lnTo>
                    <a:pt x="696048" y="963308"/>
                  </a:lnTo>
                  <a:lnTo>
                    <a:pt x="846512" y="971623"/>
                  </a:lnTo>
                  <a:lnTo>
                    <a:pt x="996976" y="975600"/>
                  </a:lnTo>
                  <a:lnTo>
                    <a:pt x="1147440" y="975667"/>
                  </a:lnTo>
                  <a:lnTo>
                    <a:pt x="1297904" y="972291"/>
                  </a:lnTo>
                  <a:lnTo>
                    <a:pt x="1448369" y="965858"/>
                  </a:lnTo>
                  <a:lnTo>
                    <a:pt x="1598833" y="956515"/>
                  </a:lnTo>
                  <a:lnTo>
                    <a:pt x="1749297" y="944178"/>
                  </a:lnTo>
                  <a:lnTo>
                    <a:pt x="1899761" y="928888"/>
                  </a:lnTo>
                  <a:lnTo>
                    <a:pt x="2050225" y="911022"/>
                  </a:lnTo>
                  <a:lnTo>
                    <a:pt x="2200689" y="889302"/>
                  </a:lnTo>
                  <a:lnTo>
                    <a:pt x="2351153" y="863295"/>
                  </a:lnTo>
                  <a:lnTo>
                    <a:pt x="2501617" y="836464"/>
                  </a:lnTo>
                  <a:lnTo>
                    <a:pt x="2652081" y="805750"/>
                  </a:lnTo>
                  <a:lnTo>
                    <a:pt x="2802545" y="768416"/>
                  </a:lnTo>
                  <a:lnTo>
                    <a:pt x="2953009" y="732015"/>
                  </a:lnTo>
                  <a:lnTo>
                    <a:pt x="3103473" y="703575"/>
                  </a:lnTo>
                  <a:lnTo>
                    <a:pt x="3253937" y="674317"/>
                  </a:lnTo>
                  <a:lnTo>
                    <a:pt x="3404401" y="643818"/>
                  </a:lnTo>
                  <a:lnTo>
                    <a:pt x="3554865" y="617158"/>
                  </a:lnTo>
                  <a:lnTo>
                    <a:pt x="3705329" y="594099"/>
                  </a:lnTo>
                  <a:lnTo>
                    <a:pt x="3855793" y="570836"/>
                  </a:lnTo>
                  <a:lnTo>
                    <a:pt x="4006257" y="548687"/>
                  </a:lnTo>
                  <a:lnTo>
                    <a:pt x="4156721" y="528943"/>
                  </a:lnTo>
                  <a:lnTo>
                    <a:pt x="4307185" y="508695"/>
                  </a:lnTo>
                  <a:lnTo>
                    <a:pt x="4457649" y="485838"/>
                  </a:lnTo>
                  <a:lnTo>
                    <a:pt x="4608114" y="458812"/>
                  </a:lnTo>
                  <a:lnTo>
                    <a:pt x="4758578" y="427525"/>
                  </a:lnTo>
                  <a:lnTo>
                    <a:pt x="4909042" y="392799"/>
                  </a:lnTo>
                  <a:lnTo>
                    <a:pt x="5059506" y="355021"/>
                  </a:lnTo>
                  <a:lnTo>
                    <a:pt x="5209970" y="314432"/>
                  </a:lnTo>
                  <a:lnTo>
                    <a:pt x="5360434" y="271147"/>
                  </a:lnTo>
                  <a:lnTo>
                    <a:pt x="5510898" y="225194"/>
                  </a:lnTo>
                  <a:lnTo>
                    <a:pt x="5661362" y="176533"/>
                  </a:lnTo>
                  <a:lnTo>
                    <a:pt x="5811826" y="125083"/>
                  </a:lnTo>
                  <a:lnTo>
                    <a:pt x="5962290" y="70734"/>
                  </a:lnTo>
                  <a:lnTo>
                    <a:pt x="6112754" y="1336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55927" y="4471667"/>
              <a:ext cx="5831933" cy="922608"/>
            </a:xfrm>
            <a:custGeom>
              <a:avLst/>
              <a:pathLst>
                <a:path w="5831933" h="922608">
                  <a:moveTo>
                    <a:pt x="5831933" y="0"/>
                  </a:moveTo>
                  <a:lnTo>
                    <a:pt x="5798703" y="8013"/>
                  </a:lnTo>
                  <a:lnTo>
                    <a:pt x="5648239" y="43354"/>
                  </a:lnTo>
                  <a:lnTo>
                    <a:pt x="5497775" y="77566"/>
                  </a:lnTo>
                  <a:lnTo>
                    <a:pt x="5347310" y="110462"/>
                  </a:lnTo>
                  <a:lnTo>
                    <a:pt x="5196846" y="141870"/>
                  </a:lnTo>
                  <a:lnTo>
                    <a:pt x="5046382" y="171644"/>
                  </a:lnTo>
                  <a:lnTo>
                    <a:pt x="4895918" y="199681"/>
                  </a:lnTo>
                  <a:lnTo>
                    <a:pt x="4745454" y="225943"/>
                  </a:lnTo>
                  <a:lnTo>
                    <a:pt x="4594990" y="250485"/>
                  </a:lnTo>
                  <a:lnTo>
                    <a:pt x="4444526" y="273481"/>
                  </a:lnTo>
                  <a:lnTo>
                    <a:pt x="4294062" y="295255"/>
                  </a:lnTo>
                  <a:lnTo>
                    <a:pt x="4143598" y="315106"/>
                  </a:lnTo>
                  <a:lnTo>
                    <a:pt x="3993134" y="332658"/>
                  </a:lnTo>
                  <a:lnTo>
                    <a:pt x="3842670" y="350202"/>
                  </a:lnTo>
                  <a:lnTo>
                    <a:pt x="3692206" y="369543"/>
                  </a:lnTo>
                  <a:lnTo>
                    <a:pt x="3541742" y="390986"/>
                  </a:lnTo>
                  <a:lnTo>
                    <a:pt x="3391278" y="414969"/>
                  </a:lnTo>
                  <a:lnTo>
                    <a:pt x="3240814" y="440674"/>
                  </a:lnTo>
                  <a:lnTo>
                    <a:pt x="3090350" y="466871"/>
                  </a:lnTo>
                  <a:lnTo>
                    <a:pt x="2939886" y="496817"/>
                  </a:lnTo>
                  <a:lnTo>
                    <a:pt x="2789422" y="529537"/>
                  </a:lnTo>
                  <a:lnTo>
                    <a:pt x="2638958" y="559392"/>
                  </a:lnTo>
                  <a:lnTo>
                    <a:pt x="2488494" y="591483"/>
                  </a:lnTo>
                  <a:lnTo>
                    <a:pt x="2338029" y="627521"/>
                  </a:lnTo>
                  <a:lnTo>
                    <a:pt x="2187565" y="659434"/>
                  </a:lnTo>
                  <a:lnTo>
                    <a:pt x="2037101" y="683634"/>
                  </a:lnTo>
                  <a:lnTo>
                    <a:pt x="1886637" y="708343"/>
                  </a:lnTo>
                  <a:lnTo>
                    <a:pt x="1736173" y="731513"/>
                  </a:lnTo>
                  <a:lnTo>
                    <a:pt x="1585709" y="749967"/>
                  </a:lnTo>
                  <a:lnTo>
                    <a:pt x="1435245" y="767147"/>
                  </a:lnTo>
                  <a:lnTo>
                    <a:pt x="1284781" y="783474"/>
                  </a:lnTo>
                  <a:lnTo>
                    <a:pt x="1134317" y="798680"/>
                  </a:lnTo>
                  <a:lnTo>
                    <a:pt x="983853" y="812888"/>
                  </a:lnTo>
                  <a:lnTo>
                    <a:pt x="833389" y="827064"/>
                  </a:lnTo>
                  <a:lnTo>
                    <a:pt x="682925" y="841591"/>
                  </a:lnTo>
                  <a:lnTo>
                    <a:pt x="532461" y="856905"/>
                  </a:lnTo>
                  <a:lnTo>
                    <a:pt x="381997" y="873414"/>
                  </a:lnTo>
                  <a:lnTo>
                    <a:pt x="231533" y="891416"/>
                  </a:lnTo>
                  <a:lnTo>
                    <a:pt x="81069" y="911083"/>
                  </a:lnTo>
                  <a:lnTo>
                    <a:pt x="0" y="9226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295352"/>
              <a:ext cx="6145984" cy="921783"/>
            </a:xfrm>
            <a:custGeom>
              <a:avLst/>
              <a:pathLst>
                <a:path w="6145984" h="921783">
                  <a:moveTo>
                    <a:pt x="0" y="916277"/>
                  </a:moveTo>
                  <a:lnTo>
                    <a:pt x="94192" y="918757"/>
                  </a:lnTo>
                  <a:lnTo>
                    <a:pt x="244656" y="921082"/>
                  </a:lnTo>
                  <a:lnTo>
                    <a:pt x="395120" y="921783"/>
                  </a:lnTo>
                  <a:lnTo>
                    <a:pt x="545584" y="920871"/>
                  </a:lnTo>
                  <a:lnTo>
                    <a:pt x="696048" y="918361"/>
                  </a:lnTo>
                  <a:lnTo>
                    <a:pt x="846512" y="914264"/>
                  </a:lnTo>
                  <a:lnTo>
                    <a:pt x="996976" y="908595"/>
                  </a:lnTo>
                  <a:lnTo>
                    <a:pt x="1147440" y="901366"/>
                  </a:lnTo>
                  <a:lnTo>
                    <a:pt x="1297904" y="892590"/>
                  </a:lnTo>
                  <a:lnTo>
                    <a:pt x="1448369" y="882269"/>
                  </a:lnTo>
                  <a:lnTo>
                    <a:pt x="1598833" y="869995"/>
                  </a:lnTo>
                  <a:lnTo>
                    <a:pt x="1749297" y="855663"/>
                  </a:lnTo>
                  <a:lnTo>
                    <a:pt x="1899761" y="839427"/>
                  </a:lnTo>
                  <a:lnTo>
                    <a:pt x="2050225" y="821268"/>
                  </a:lnTo>
                  <a:lnTo>
                    <a:pt x="2200689" y="798822"/>
                  </a:lnTo>
                  <a:lnTo>
                    <a:pt x="2351153" y="773464"/>
                  </a:lnTo>
                  <a:lnTo>
                    <a:pt x="2501617" y="747949"/>
                  </a:lnTo>
                  <a:lnTo>
                    <a:pt x="2652081" y="716635"/>
                  </a:lnTo>
                  <a:lnTo>
                    <a:pt x="2802545" y="679949"/>
                  </a:lnTo>
                  <a:lnTo>
                    <a:pt x="2953009" y="645703"/>
                  </a:lnTo>
                  <a:lnTo>
                    <a:pt x="3103473" y="616556"/>
                  </a:lnTo>
                  <a:lnTo>
                    <a:pt x="3253937" y="585567"/>
                  </a:lnTo>
                  <a:lnTo>
                    <a:pt x="3404401" y="555345"/>
                  </a:lnTo>
                  <a:lnTo>
                    <a:pt x="3554865" y="528916"/>
                  </a:lnTo>
                  <a:lnTo>
                    <a:pt x="3705329" y="504534"/>
                  </a:lnTo>
                  <a:lnTo>
                    <a:pt x="3855793" y="480911"/>
                  </a:lnTo>
                  <a:lnTo>
                    <a:pt x="4006257" y="459115"/>
                  </a:lnTo>
                  <a:lnTo>
                    <a:pt x="4156721" y="439572"/>
                  </a:lnTo>
                  <a:lnTo>
                    <a:pt x="4307185" y="420676"/>
                  </a:lnTo>
                  <a:lnTo>
                    <a:pt x="4457649" y="400472"/>
                  </a:lnTo>
                  <a:lnTo>
                    <a:pt x="4608114" y="377034"/>
                  </a:lnTo>
                  <a:lnTo>
                    <a:pt x="4758578" y="350503"/>
                  </a:lnTo>
                  <a:lnTo>
                    <a:pt x="4909042" y="321642"/>
                  </a:lnTo>
                  <a:lnTo>
                    <a:pt x="5059506" y="290482"/>
                  </a:lnTo>
                  <a:lnTo>
                    <a:pt x="5209970" y="257056"/>
                  </a:lnTo>
                  <a:lnTo>
                    <a:pt x="5360434" y="221395"/>
                  </a:lnTo>
                  <a:lnTo>
                    <a:pt x="5510898" y="183532"/>
                  </a:lnTo>
                  <a:lnTo>
                    <a:pt x="5661362" y="143498"/>
                  </a:lnTo>
                  <a:lnTo>
                    <a:pt x="5811826" y="101324"/>
                  </a:lnTo>
                  <a:lnTo>
                    <a:pt x="5962290" y="57044"/>
                  </a:lnTo>
                  <a:lnTo>
                    <a:pt x="6112754" y="1068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870054"/>
              <a:ext cx="6145984" cy="398024"/>
            </a:xfrm>
            <a:custGeom>
              <a:avLst/>
              <a:pathLst>
                <a:path w="6145984" h="398024">
                  <a:moveTo>
                    <a:pt x="0" y="16108"/>
                  </a:moveTo>
                  <a:lnTo>
                    <a:pt x="94192" y="21455"/>
                  </a:lnTo>
                  <a:lnTo>
                    <a:pt x="244656" y="28679"/>
                  </a:lnTo>
                  <a:lnTo>
                    <a:pt x="395120" y="34536"/>
                  </a:lnTo>
                  <a:lnTo>
                    <a:pt x="545584" y="39014"/>
                  </a:lnTo>
                  <a:lnTo>
                    <a:pt x="696048" y="42170"/>
                  </a:lnTo>
                  <a:lnTo>
                    <a:pt x="846512" y="44154"/>
                  </a:lnTo>
                  <a:lnTo>
                    <a:pt x="996976" y="45222"/>
                  </a:lnTo>
                  <a:lnTo>
                    <a:pt x="1147440" y="45719"/>
                  </a:lnTo>
                  <a:lnTo>
                    <a:pt x="1297904" y="46015"/>
                  </a:lnTo>
                  <a:lnTo>
                    <a:pt x="1448369" y="46431"/>
                  </a:lnTo>
                  <a:lnTo>
                    <a:pt x="1598833" y="47532"/>
                  </a:lnTo>
                  <a:lnTo>
                    <a:pt x="1749297" y="49245"/>
                  </a:lnTo>
                  <a:lnTo>
                    <a:pt x="1899761" y="51276"/>
                  </a:lnTo>
                  <a:lnTo>
                    <a:pt x="2050225" y="54100"/>
                  </a:lnTo>
                  <a:lnTo>
                    <a:pt x="2200689" y="63197"/>
                  </a:lnTo>
                  <a:lnTo>
                    <a:pt x="2351153" y="74250"/>
                  </a:lnTo>
                  <a:lnTo>
                    <a:pt x="2501617" y="82204"/>
                  </a:lnTo>
                  <a:lnTo>
                    <a:pt x="2652081" y="87570"/>
                  </a:lnTo>
                  <a:lnTo>
                    <a:pt x="2802545" y="90227"/>
                  </a:lnTo>
                  <a:lnTo>
                    <a:pt x="2953009" y="91640"/>
                  </a:lnTo>
                  <a:lnTo>
                    <a:pt x="3103473" y="94705"/>
                  </a:lnTo>
                  <a:lnTo>
                    <a:pt x="3253937" y="95026"/>
                  </a:lnTo>
                  <a:lnTo>
                    <a:pt x="3404401" y="93781"/>
                  </a:lnTo>
                  <a:lnTo>
                    <a:pt x="3554865" y="96578"/>
                  </a:lnTo>
                  <a:lnTo>
                    <a:pt x="3705329" y="104732"/>
                  </a:lnTo>
                  <a:lnTo>
                    <a:pt x="3855793" y="112893"/>
                  </a:lnTo>
                  <a:lnTo>
                    <a:pt x="4006257" y="118645"/>
                  </a:lnTo>
                  <a:lnTo>
                    <a:pt x="4156721" y="122395"/>
                  </a:lnTo>
                  <a:lnTo>
                    <a:pt x="4307185" y="124367"/>
                  </a:lnTo>
                  <a:lnTo>
                    <a:pt x="4457649" y="123869"/>
                  </a:lnTo>
                  <a:lnTo>
                    <a:pt x="4608114" y="120653"/>
                  </a:lnTo>
                  <a:lnTo>
                    <a:pt x="4758578" y="115111"/>
                  </a:lnTo>
                  <a:lnTo>
                    <a:pt x="4909042" y="107837"/>
                  </a:lnTo>
                  <a:lnTo>
                    <a:pt x="5059506" y="99139"/>
                  </a:lnTo>
                  <a:lnTo>
                    <a:pt x="5209970" y="89204"/>
                  </a:lnTo>
                  <a:lnTo>
                    <a:pt x="5360434" y="78117"/>
                  </a:lnTo>
                  <a:lnTo>
                    <a:pt x="5510898" y="65887"/>
                  </a:lnTo>
                  <a:lnTo>
                    <a:pt x="5661362" y="52473"/>
                  </a:lnTo>
                  <a:lnTo>
                    <a:pt x="5811826" y="37793"/>
                  </a:lnTo>
                  <a:lnTo>
                    <a:pt x="5962290" y="21747"/>
                  </a:lnTo>
                  <a:lnTo>
                    <a:pt x="6112754" y="4222"/>
                  </a:lnTo>
                  <a:lnTo>
                    <a:pt x="6145984" y="0"/>
                  </a:lnTo>
                  <a:lnTo>
                    <a:pt x="6145984" y="291413"/>
                  </a:lnTo>
                  <a:lnTo>
                    <a:pt x="6112754" y="291213"/>
                  </a:lnTo>
                  <a:lnTo>
                    <a:pt x="5962290" y="290534"/>
                  </a:lnTo>
                  <a:lnTo>
                    <a:pt x="5811826" y="289939"/>
                  </a:lnTo>
                  <a:lnTo>
                    <a:pt x="5661362" y="289285"/>
                  </a:lnTo>
                  <a:lnTo>
                    <a:pt x="5510898" y="288442"/>
                  </a:lnTo>
                  <a:lnTo>
                    <a:pt x="5360434" y="287301"/>
                  </a:lnTo>
                  <a:lnTo>
                    <a:pt x="5209970" y="285787"/>
                  </a:lnTo>
                  <a:lnTo>
                    <a:pt x="5059506" y="283882"/>
                  </a:lnTo>
                  <a:lnTo>
                    <a:pt x="4909042" y="281642"/>
                  </a:lnTo>
                  <a:lnTo>
                    <a:pt x="4758578" y="279223"/>
                  </a:lnTo>
                  <a:lnTo>
                    <a:pt x="4608114" y="276903"/>
                  </a:lnTo>
                  <a:lnTo>
                    <a:pt x="4457649" y="274189"/>
                  </a:lnTo>
                  <a:lnTo>
                    <a:pt x="4307185" y="270303"/>
                  </a:lnTo>
                  <a:lnTo>
                    <a:pt x="4156721" y="266097"/>
                  </a:lnTo>
                  <a:lnTo>
                    <a:pt x="4006257" y="262014"/>
                  </a:lnTo>
                  <a:lnTo>
                    <a:pt x="3855793" y="255678"/>
                  </a:lnTo>
                  <a:lnTo>
                    <a:pt x="3705329" y="248113"/>
                  </a:lnTo>
                  <a:lnTo>
                    <a:pt x="3554865" y="242146"/>
                  </a:lnTo>
                  <a:lnTo>
                    <a:pt x="3404401" y="238965"/>
                  </a:lnTo>
                  <a:lnTo>
                    <a:pt x="3253937" y="239754"/>
                  </a:lnTo>
                  <a:lnTo>
                    <a:pt x="3103473" y="242294"/>
                  </a:lnTo>
                  <a:lnTo>
                    <a:pt x="2953009" y="240398"/>
                  </a:lnTo>
                  <a:lnTo>
                    <a:pt x="2802545" y="235423"/>
                  </a:lnTo>
                  <a:lnTo>
                    <a:pt x="2652081" y="231695"/>
                  </a:lnTo>
                  <a:lnTo>
                    <a:pt x="2501617" y="227320"/>
                  </a:lnTo>
                  <a:lnTo>
                    <a:pt x="2351153" y="217191"/>
                  </a:lnTo>
                  <a:lnTo>
                    <a:pt x="2200689" y="205067"/>
                  </a:lnTo>
                  <a:lnTo>
                    <a:pt x="2050225" y="197167"/>
                  </a:lnTo>
                  <a:lnTo>
                    <a:pt x="1899761" y="194830"/>
                  </a:lnTo>
                  <a:lnTo>
                    <a:pt x="1749297" y="194360"/>
                  </a:lnTo>
                  <a:lnTo>
                    <a:pt x="1598833" y="195945"/>
                  </a:lnTo>
                  <a:lnTo>
                    <a:pt x="1448369" y="199688"/>
                  </a:lnTo>
                  <a:lnTo>
                    <a:pt x="1297904" y="205699"/>
                  </a:lnTo>
                  <a:lnTo>
                    <a:pt x="1147440" y="214327"/>
                  </a:lnTo>
                  <a:lnTo>
                    <a:pt x="996976" y="225891"/>
                  </a:lnTo>
                  <a:lnTo>
                    <a:pt x="846512" y="240764"/>
                  </a:lnTo>
                  <a:lnTo>
                    <a:pt x="696048" y="259295"/>
                  </a:lnTo>
                  <a:lnTo>
                    <a:pt x="545584" y="281744"/>
                  </a:lnTo>
                  <a:lnTo>
                    <a:pt x="395120" y="308265"/>
                  </a:lnTo>
                  <a:lnTo>
                    <a:pt x="244656" y="338919"/>
                  </a:lnTo>
                  <a:lnTo>
                    <a:pt x="94192" y="373698"/>
                  </a:lnTo>
                  <a:lnTo>
                    <a:pt x="0" y="39802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870054"/>
              <a:ext cx="6145984" cy="124367"/>
            </a:xfrm>
            <a:custGeom>
              <a:avLst/>
              <a:pathLst>
                <a:path w="6145984" h="124367">
                  <a:moveTo>
                    <a:pt x="0" y="16108"/>
                  </a:moveTo>
                  <a:lnTo>
                    <a:pt x="94192" y="21455"/>
                  </a:lnTo>
                  <a:lnTo>
                    <a:pt x="244656" y="28679"/>
                  </a:lnTo>
                  <a:lnTo>
                    <a:pt x="395120" y="34536"/>
                  </a:lnTo>
                  <a:lnTo>
                    <a:pt x="545584" y="39014"/>
                  </a:lnTo>
                  <a:lnTo>
                    <a:pt x="696048" y="42170"/>
                  </a:lnTo>
                  <a:lnTo>
                    <a:pt x="846512" y="44154"/>
                  </a:lnTo>
                  <a:lnTo>
                    <a:pt x="996976" y="45222"/>
                  </a:lnTo>
                  <a:lnTo>
                    <a:pt x="1147440" y="45719"/>
                  </a:lnTo>
                  <a:lnTo>
                    <a:pt x="1297904" y="46015"/>
                  </a:lnTo>
                  <a:lnTo>
                    <a:pt x="1448369" y="46431"/>
                  </a:lnTo>
                  <a:lnTo>
                    <a:pt x="1598833" y="47532"/>
                  </a:lnTo>
                  <a:lnTo>
                    <a:pt x="1749297" y="49245"/>
                  </a:lnTo>
                  <a:lnTo>
                    <a:pt x="1899761" y="51276"/>
                  </a:lnTo>
                  <a:lnTo>
                    <a:pt x="2050225" y="54100"/>
                  </a:lnTo>
                  <a:lnTo>
                    <a:pt x="2200689" y="63197"/>
                  </a:lnTo>
                  <a:lnTo>
                    <a:pt x="2351153" y="74250"/>
                  </a:lnTo>
                  <a:lnTo>
                    <a:pt x="2501617" y="82204"/>
                  </a:lnTo>
                  <a:lnTo>
                    <a:pt x="2652081" y="87570"/>
                  </a:lnTo>
                  <a:lnTo>
                    <a:pt x="2802545" y="90227"/>
                  </a:lnTo>
                  <a:lnTo>
                    <a:pt x="2953009" y="91640"/>
                  </a:lnTo>
                  <a:lnTo>
                    <a:pt x="3103473" y="94705"/>
                  </a:lnTo>
                  <a:lnTo>
                    <a:pt x="3253937" y="95026"/>
                  </a:lnTo>
                  <a:lnTo>
                    <a:pt x="3404401" y="93781"/>
                  </a:lnTo>
                  <a:lnTo>
                    <a:pt x="3554865" y="96578"/>
                  </a:lnTo>
                  <a:lnTo>
                    <a:pt x="3705329" y="104732"/>
                  </a:lnTo>
                  <a:lnTo>
                    <a:pt x="3855793" y="112893"/>
                  </a:lnTo>
                  <a:lnTo>
                    <a:pt x="4006257" y="118645"/>
                  </a:lnTo>
                  <a:lnTo>
                    <a:pt x="4156721" y="122395"/>
                  </a:lnTo>
                  <a:lnTo>
                    <a:pt x="4307185" y="124367"/>
                  </a:lnTo>
                  <a:lnTo>
                    <a:pt x="4457649" y="123869"/>
                  </a:lnTo>
                  <a:lnTo>
                    <a:pt x="4608114" y="120653"/>
                  </a:lnTo>
                  <a:lnTo>
                    <a:pt x="4758578" y="115111"/>
                  </a:lnTo>
                  <a:lnTo>
                    <a:pt x="4909042" y="107837"/>
                  </a:lnTo>
                  <a:lnTo>
                    <a:pt x="5059506" y="99139"/>
                  </a:lnTo>
                  <a:lnTo>
                    <a:pt x="5209970" y="89204"/>
                  </a:lnTo>
                  <a:lnTo>
                    <a:pt x="5360434" y="78117"/>
                  </a:lnTo>
                  <a:lnTo>
                    <a:pt x="5510898" y="65887"/>
                  </a:lnTo>
                  <a:lnTo>
                    <a:pt x="5661362" y="52473"/>
                  </a:lnTo>
                  <a:lnTo>
                    <a:pt x="5811826" y="37793"/>
                  </a:lnTo>
                  <a:lnTo>
                    <a:pt x="5962290" y="21747"/>
                  </a:lnTo>
                  <a:lnTo>
                    <a:pt x="6112754" y="422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64414"/>
              <a:ext cx="6145984" cy="203663"/>
            </a:xfrm>
            <a:custGeom>
              <a:avLst/>
              <a:pathLst>
                <a:path w="6145984" h="203663">
                  <a:moveTo>
                    <a:pt x="6145984" y="97053"/>
                  </a:moveTo>
                  <a:lnTo>
                    <a:pt x="6112754" y="96853"/>
                  </a:lnTo>
                  <a:lnTo>
                    <a:pt x="5962290" y="96174"/>
                  </a:lnTo>
                  <a:lnTo>
                    <a:pt x="5811826" y="95578"/>
                  </a:lnTo>
                  <a:lnTo>
                    <a:pt x="5661362" y="94925"/>
                  </a:lnTo>
                  <a:lnTo>
                    <a:pt x="5510898" y="94082"/>
                  </a:lnTo>
                  <a:lnTo>
                    <a:pt x="5360434" y="92940"/>
                  </a:lnTo>
                  <a:lnTo>
                    <a:pt x="5209970" y="91427"/>
                  </a:lnTo>
                  <a:lnTo>
                    <a:pt x="5059506" y="89522"/>
                  </a:lnTo>
                  <a:lnTo>
                    <a:pt x="4909042" y="87282"/>
                  </a:lnTo>
                  <a:lnTo>
                    <a:pt x="4758578" y="84862"/>
                  </a:lnTo>
                  <a:lnTo>
                    <a:pt x="4608114" y="82543"/>
                  </a:lnTo>
                  <a:lnTo>
                    <a:pt x="4457649" y="79829"/>
                  </a:lnTo>
                  <a:lnTo>
                    <a:pt x="4307185" y="75943"/>
                  </a:lnTo>
                  <a:lnTo>
                    <a:pt x="4156721" y="71737"/>
                  </a:lnTo>
                  <a:lnTo>
                    <a:pt x="4006257" y="67653"/>
                  </a:lnTo>
                  <a:lnTo>
                    <a:pt x="3855793" y="61318"/>
                  </a:lnTo>
                  <a:lnTo>
                    <a:pt x="3705329" y="53753"/>
                  </a:lnTo>
                  <a:lnTo>
                    <a:pt x="3554865" y="47785"/>
                  </a:lnTo>
                  <a:lnTo>
                    <a:pt x="3404401" y="44605"/>
                  </a:lnTo>
                  <a:lnTo>
                    <a:pt x="3253937" y="45393"/>
                  </a:lnTo>
                  <a:lnTo>
                    <a:pt x="3103473" y="47934"/>
                  </a:lnTo>
                  <a:lnTo>
                    <a:pt x="2953009" y="46038"/>
                  </a:lnTo>
                  <a:lnTo>
                    <a:pt x="2802545" y="41063"/>
                  </a:lnTo>
                  <a:lnTo>
                    <a:pt x="2652081" y="37335"/>
                  </a:lnTo>
                  <a:lnTo>
                    <a:pt x="2501617" y="32960"/>
                  </a:lnTo>
                  <a:lnTo>
                    <a:pt x="2351153" y="22831"/>
                  </a:lnTo>
                  <a:lnTo>
                    <a:pt x="2200689" y="10706"/>
                  </a:lnTo>
                  <a:lnTo>
                    <a:pt x="2050225" y="2807"/>
                  </a:lnTo>
                  <a:lnTo>
                    <a:pt x="1899761" y="470"/>
                  </a:lnTo>
                  <a:lnTo>
                    <a:pt x="1749297" y="0"/>
                  </a:lnTo>
                  <a:lnTo>
                    <a:pt x="1598833" y="1585"/>
                  </a:lnTo>
                  <a:lnTo>
                    <a:pt x="1448369" y="5328"/>
                  </a:lnTo>
                  <a:lnTo>
                    <a:pt x="1297904" y="11339"/>
                  </a:lnTo>
                  <a:lnTo>
                    <a:pt x="1147440" y="19967"/>
                  </a:lnTo>
                  <a:lnTo>
                    <a:pt x="996976" y="31531"/>
                  </a:lnTo>
                  <a:lnTo>
                    <a:pt x="846512" y="46404"/>
                  </a:lnTo>
                  <a:lnTo>
                    <a:pt x="696048" y="64935"/>
                  </a:lnTo>
                  <a:lnTo>
                    <a:pt x="545584" y="87384"/>
                  </a:lnTo>
                  <a:lnTo>
                    <a:pt x="395120" y="113905"/>
                  </a:lnTo>
                  <a:lnTo>
                    <a:pt x="244656" y="144558"/>
                  </a:lnTo>
                  <a:lnTo>
                    <a:pt x="94192" y="179337"/>
                  </a:lnTo>
                  <a:lnTo>
                    <a:pt x="0" y="2036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991793"/>
              <a:ext cx="6145984" cy="85327"/>
            </a:xfrm>
            <a:custGeom>
              <a:avLst/>
              <a:pathLst>
                <a:path w="6145984" h="85327">
                  <a:moveTo>
                    <a:pt x="0" y="85327"/>
                  </a:moveTo>
                  <a:lnTo>
                    <a:pt x="94192" y="75837"/>
                  </a:lnTo>
                  <a:lnTo>
                    <a:pt x="244656" y="62060"/>
                  </a:lnTo>
                  <a:lnTo>
                    <a:pt x="395120" y="49661"/>
                  </a:lnTo>
                  <a:lnTo>
                    <a:pt x="545584" y="38640"/>
                  </a:lnTo>
                  <a:lnTo>
                    <a:pt x="696048" y="28993"/>
                  </a:lnTo>
                  <a:lnTo>
                    <a:pt x="846512" y="20720"/>
                  </a:lnTo>
                  <a:lnTo>
                    <a:pt x="996976" y="13818"/>
                  </a:lnTo>
                  <a:lnTo>
                    <a:pt x="1147440" y="8284"/>
                  </a:lnTo>
                  <a:lnTo>
                    <a:pt x="1297904" y="4118"/>
                  </a:lnTo>
                  <a:lnTo>
                    <a:pt x="1448369" y="1320"/>
                  </a:lnTo>
                  <a:lnTo>
                    <a:pt x="1598833" y="0"/>
                  </a:lnTo>
                  <a:lnTo>
                    <a:pt x="1749297" y="63"/>
                  </a:lnTo>
                  <a:lnTo>
                    <a:pt x="1899761" y="1314"/>
                  </a:lnTo>
                  <a:lnTo>
                    <a:pt x="2050225" y="3894"/>
                  </a:lnTo>
                  <a:lnTo>
                    <a:pt x="2200689" y="12393"/>
                  </a:lnTo>
                  <a:lnTo>
                    <a:pt x="2351153" y="23981"/>
                  </a:lnTo>
                  <a:lnTo>
                    <a:pt x="2501617" y="33023"/>
                  </a:lnTo>
                  <a:lnTo>
                    <a:pt x="2652081" y="37893"/>
                  </a:lnTo>
                  <a:lnTo>
                    <a:pt x="2802545" y="41086"/>
                  </a:lnTo>
                  <a:lnTo>
                    <a:pt x="2953009" y="44280"/>
                  </a:lnTo>
                  <a:lnTo>
                    <a:pt x="3103473" y="46761"/>
                  </a:lnTo>
                  <a:lnTo>
                    <a:pt x="3253937" y="45651"/>
                  </a:lnTo>
                  <a:lnTo>
                    <a:pt x="3404401" y="44634"/>
                  </a:lnTo>
                  <a:lnTo>
                    <a:pt x="3554865" y="47623"/>
                  </a:lnTo>
                  <a:lnTo>
                    <a:pt x="3705329" y="54683"/>
                  </a:lnTo>
                  <a:lnTo>
                    <a:pt x="3855793" y="62546"/>
                  </a:lnTo>
                  <a:lnTo>
                    <a:pt x="4006257" y="68590"/>
                  </a:lnTo>
                  <a:lnTo>
                    <a:pt x="4156721" y="72507"/>
                  </a:lnTo>
                  <a:lnTo>
                    <a:pt x="4307185" y="75596"/>
                  </a:lnTo>
                  <a:lnTo>
                    <a:pt x="4457649" y="77290"/>
                  </a:lnTo>
                  <a:lnTo>
                    <a:pt x="4608114" y="77039"/>
                  </a:lnTo>
                  <a:lnTo>
                    <a:pt x="4758578" y="75428"/>
                  </a:lnTo>
                  <a:lnTo>
                    <a:pt x="4909042" y="73000"/>
                  </a:lnTo>
                  <a:lnTo>
                    <a:pt x="5059506" y="69772"/>
                  </a:lnTo>
                  <a:lnTo>
                    <a:pt x="5209970" y="65756"/>
                  </a:lnTo>
                  <a:lnTo>
                    <a:pt x="5360434" y="60970"/>
                  </a:lnTo>
                  <a:lnTo>
                    <a:pt x="5510898" y="55426"/>
                  </a:lnTo>
                  <a:lnTo>
                    <a:pt x="5661362" y="49140"/>
                  </a:lnTo>
                  <a:lnTo>
                    <a:pt x="5811826" y="42127"/>
                  </a:lnTo>
                  <a:lnTo>
                    <a:pt x="5962290" y="34401"/>
                  </a:lnTo>
                  <a:lnTo>
                    <a:pt x="6112754" y="25978"/>
                  </a:lnTo>
                  <a:lnTo>
                    <a:pt x="6145984" y="23967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59466"/>
              <a:ext cx="6145984" cy="517287"/>
            </a:xfrm>
            <a:custGeom>
              <a:avLst/>
              <a:pathLst>
                <a:path w="6145984" h="517287">
                  <a:moveTo>
                    <a:pt x="0" y="147745"/>
                  </a:moveTo>
                  <a:lnTo>
                    <a:pt x="94192" y="149006"/>
                  </a:lnTo>
                  <a:lnTo>
                    <a:pt x="244656" y="149666"/>
                  </a:lnTo>
                  <a:lnTo>
                    <a:pt x="395120" y="148908"/>
                  </a:lnTo>
                  <a:lnTo>
                    <a:pt x="545584" y="146705"/>
                  </a:lnTo>
                  <a:lnTo>
                    <a:pt x="696048" y="143096"/>
                  </a:lnTo>
                  <a:lnTo>
                    <a:pt x="846512" y="138211"/>
                  </a:lnTo>
                  <a:lnTo>
                    <a:pt x="996976" y="132281"/>
                  </a:lnTo>
                  <a:lnTo>
                    <a:pt x="1147440" y="125624"/>
                  </a:lnTo>
                  <a:lnTo>
                    <a:pt x="1297904" y="118582"/>
                  </a:lnTo>
                  <a:lnTo>
                    <a:pt x="1448369" y="111459"/>
                  </a:lnTo>
                  <a:lnTo>
                    <a:pt x="1598833" y="105169"/>
                  </a:lnTo>
                  <a:lnTo>
                    <a:pt x="1749297" y="99816"/>
                  </a:lnTo>
                  <a:lnTo>
                    <a:pt x="1899761" y="95080"/>
                  </a:lnTo>
                  <a:lnTo>
                    <a:pt x="2050225" y="91314"/>
                  </a:lnTo>
                  <a:lnTo>
                    <a:pt x="2200689" y="92862"/>
                  </a:lnTo>
                  <a:lnTo>
                    <a:pt x="2351153" y="96249"/>
                  </a:lnTo>
                  <a:lnTo>
                    <a:pt x="2501617" y="97910"/>
                  </a:lnTo>
                  <a:lnTo>
                    <a:pt x="2652081" y="101045"/>
                  </a:lnTo>
                  <a:lnTo>
                    <a:pt x="2802545" y="104378"/>
                  </a:lnTo>
                  <a:lnTo>
                    <a:pt x="2953009" y="105838"/>
                  </a:lnTo>
                  <a:lnTo>
                    <a:pt x="3103473" y="106543"/>
                  </a:lnTo>
                  <a:lnTo>
                    <a:pt x="3253937" y="104760"/>
                  </a:lnTo>
                  <a:lnTo>
                    <a:pt x="3404401" y="101586"/>
                  </a:lnTo>
                  <a:lnTo>
                    <a:pt x="3554865" y="102245"/>
                  </a:lnTo>
                  <a:lnTo>
                    <a:pt x="3705329" y="107642"/>
                  </a:lnTo>
                  <a:lnTo>
                    <a:pt x="3855793" y="113007"/>
                  </a:lnTo>
                  <a:lnTo>
                    <a:pt x="4006257" y="116746"/>
                  </a:lnTo>
                  <a:lnTo>
                    <a:pt x="4156721" y="119246"/>
                  </a:lnTo>
                  <a:lnTo>
                    <a:pt x="4307185" y="120209"/>
                  </a:lnTo>
                  <a:lnTo>
                    <a:pt x="4457649" y="119057"/>
                  </a:lnTo>
                  <a:lnTo>
                    <a:pt x="4608114" y="115636"/>
                  </a:lnTo>
                  <a:lnTo>
                    <a:pt x="4758578" y="110147"/>
                  </a:lnTo>
                  <a:lnTo>
                    <a:pt x="4909042" y="103031"/>
                  </a:lnTo>
                  <a:lnTo>
                    <a:pt x="5059506" y="94587"/>
                  </a:lnTo>
                  <a:lnTo>
                    <a:pt x="5209970" y="84997"/>
                  </a:lnTo>
                  <a:lnTo>
                    <a:pt x="5360434" y="74343"/>
                  </a:lnTo>
                  <a:lnTo>
                    <a:pt x="5510898" y="62635"/>
                  </a:lnTo>
                  <a:lnTo>
                    <a:pt x="5661362" y="49833"/>
                  </a:lnTo>
                  <a:lnTo>
                    <a:pt x="5811826" y="35860"/>
                  </a:lnTo>
                  <a:lnTo>
                    <a:pt x="5962290" y="20617"/>
                  </a:lnTo>
                  <a:lnTo>
                    <a:pt x="6112754" y="3998"/>
                  </a:lnTo>
                  <a:lnTo>
                    <a:pt x="6145984" y="0"/>
                  </a:lnTo>
                  <a:lnTo>
                    <a:pt x="6145984" y="281971"/>
                  </a:lnTo>
                  <a:lnTo>
                    <a:pt x="6112754" y="281690"/>
                  </a:lnTo>
                  <a:lnTo>
                    <a:pt x="5962290" y="280695"/>
                  </a:lnTo>
                  <a:lnTo>
                    <a:pt x="5811826" y="279835"/>
                  </a:lnTo>
                  <a:lnTo>
                    <a:pt x="5661362" y="278972"/>
                  </a:lnTo>
                  <a:lnTo>
                    <a:pt x="5510898" y="277979"/>
                  </a:lnTo>
                  <a:lnTo>
                    <a:pt x="5360434" y="276749"/>
                  </a:lnTo>
                  <a:lnTo>
                    <a:pt x="5209970" y="275210"/>
                  </a:lnTo>
                  <a:lnTo>
                    <a:pt x="5059506" y="273345"/>
                  </a:lnTo>
                  <a:lnTo>
                    <a:pt x="4909042" y="271205"/>
                  </a:lnTo>
                  <a:lnTo>
                    <a:pt x="4758578" y="268941"/>
                  </a:lnTo>
                  <a:lnTo>
                    <a:pt x="4608114" y="266823"/>
                  </a:lnTo>
                  <a:lnTo>
                    <a:pt x="4457649" y="264507"/>
                  </a:lnTo>
                  <a:lnTo>
                    <a:pt x="4307185" y="261417"/>
                  </a:lnTo>
                  <a:lnTo>
                    <a:pt x="4156721" y="258292"/>
                  </a:lnTo>
                  <a:lnTo>
                    <a:pt x="4006257" y="255469"/>
                  </a:lnTo>
                  <a:lnTo>
                    <a:pt x="3855793" y="251166"/>
                  </a:lnTo>
                  <a:lnTo>
                    <a:pt x="3705329" y="246377"/>
                  </a:lnTo>
                  <a:lnTo>
                    <a:pt x="3554865" y="243096"/>
                  </a:lnTo>
                  <a:lnTo>
                    <a:pt x="3404401" y="242066"/>
                  </a:lnTo>
                  <a:lnTo>
                    <a:pt x="3253937" y="244798"/>
                  </a:lnTo>
                  <a:lnTo>
                    <a:pt x="3103473" y="249350"/>
                  </a:lnTo>
                  <a:lnTo>
                    <a:pt x="2953009" y="249776"/>
                  </a:lnTo>
                  <a:lnTo>
                    <a:pt x="2802545" y="244870"/>
                  </a:lnTo>
                  <a:lnTo>
                    <a:pt x="2652081" y="240500"/>
                  </a:lnTo>
                  <a:lnTo>
                    <a:pt x="2501617" y="238324"/>
                  </a:lnTo>
                  <a:lnTo>
                    <a:pt x="2351153" y="234559"/>
                  </a:lnTo>
                  <a:lnTo>
                    <a:pt x="2200689" y="230134"/>
                  </a:lnTo>
                  <a:lnTo>
                    <a:pt x="2050225" y="229746"/>
                  </a:lnTo>
                  <a:lnTo>
                    <a:pt x="1899761" y="233982"/>
                  </a:lnTo>
                  <a:lnTo>
                    <a:pt x="1749297" y="240229"/>
                  </a:lnTo>
                  <a:lnTo>
                    <a:pt x="1598833" y="248773"/>
                  </a:lnTo>
                  <a:lnTo>
                    <a:pt x="1448369" y="259750"/>
                  </a:lnTo>
                  <a:lnTo>
                    <a:pt x="1297904" y="273092"/>
                  </a:lnTo>
                  <a:lnTo>
                    <a:pt x="1147440" y="288769"/>
                  </a:lnTo>
                  <a:lnTo>
                    <a:pt x="996976" y="307095"/>
                  </a:lnTo>
                  <a:lnTo>
                    <a:pt x="846512" y="328451"/>
                  </a:lnTo>
                  <a:lnTo>
                    <a:pt x="696048" y="353186"/>
                  </a:lnTo>
                  <a:lnTo>
                    <a:pt x="545584" y="381570"/>
                  </a:lnTo>
                  <a:lnTo>
                    <a:pt x="395120" y="413768"/>
                  </a:lnTo>
                  <a:lnTo>
                    <a:pt x="244656" y="449853"/>
                  </a:lnTo>
                  <a:lnTo>
                    <a:pt x="94192" y="489836"/>
                  </a:lnTo>
                  <a:lnTo>
                    <a:pt x="0" y="51728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59466"/>
              <a:ext cx="6145984" cy="149666"/>
            </a:xfrm>
            <a:custGeom>
              <a:avLst/>
              <a:pathLst>
                <a:path w="6145984" h="149666">
                  <a:moveTo>
                    <a:pt x="0" y="147745"/>
                  </a:moveTo>
                  <a:lnTo>
                    <a:pt x="94192" y="149006"/>
                  </a:lnTo>
                  <a:lnTo>
                    <a:pt x="244656" y="149666"/>
                  </a:lnTo>
                  <a:lnTo>
                    <a:pt x="395120" y="148908"/>
                  </a:lnTo>
                  <a:lnTo>
                    <a:pt x="545584" y="146705"/>
                  </a:lnTo>
                  <a:lnTo>
                    <a:pt x="696048" y="143096"/>
                  </a:lnTo>
                  <a:lnTo>
                    <a:pt x="846512" y="138211"/>
                  </a:lnTo>
                  <a:lnTo>
                    <a:pt x="996976" y="132281"/>
                  </a:lnTo>
                  <a:lnTo>
                    <a:pt x="1147440" y="125624"/>
                  </a:lnTo>
                  <a:lnTo>
                    <a:pt x="1297904" y="118582"/>
                  </a:lnTo>
                  <a:lnTo>
                    <a:pt x="1448369" y="111459"/>
                  </a:lnTo>
                  <a:lnTo>
                    <a:pt x="1598833" y="105169"/>
                  </a:lnTo>
                  <a:lnTo>
                    <a:pt x="1749297" y="99816"/>
                  </a:lnTo>
                  <a:lnTo>
                    <a:pt x="1899761" y="95080"/>
                  </a:lnTo>
                  <a:lnTo>
                    <a:pt x="2050225" y="91314"/>
                  </a:lnTo>
                  <a:lnTo>
                    <a:pt x="2200689" y="92862"/>
                  </a:lnTo>
                  <a:lnTo>
                    <a:pt x="2351153" y="96249"/>
                  </a:lnTo>
                  <a:lnTo>
                    <a:pt x="2501617" y="97910"/>
                  </a:lnTo>
                  <a:lnTo>
                    <a:pt x="2652081" y="101045"/>
                  </a:lnTo>
                  <a:lnTo>
                    <a:pt x="2802545" y="104378"/>
                  </a:lnTo>
                  <a:lnTo>
                    <a:pt x="2953009" y="105838"/>
                  </a:lnTo>
                  <a:lnTo>
                    <a:pt x="3103473" y="106543"/>
                  </a:lnTo>
                  <a:lnTo>
                    <a:pt x="3253937" y="104760"/>
                  </a:lnTo>
                  <a:lnTo>
                    <a:pt x="3404401" y="101586"/>
                  </a:lnTo>
                  <a:lnTo>
                    <a:pt x="3554865" y="102245"/>
                  </a:lnTo>
                  <a:lnTo>
                    <a:pt x="3705329" y="107642"/>
                  </a:lnTo>
                  <a:lnTo>
                    <a:pt x="3855793" y="113007"/>
                  </a:lnTo>
                  <a:lnTo>
                    <a:pt x="4006257" y="116746"/>
                  </a:lnTo>
                  <a:lnTo>
                    <a:pt x="4156721" y="119246"/>
                  </a:lnTo>
                  <a:lnTo>
                    <a:pt x="4307185" y="120209"/>
                  </a:lnTo>
                  <a:lnTo>
                    <a:pt x="4457649" y="119057"/>
                  </a:lnTo>
                  <a:lnTo>
                    <a:pt x="4608114" y="115636"/>
                  </a:lnTo>
                  <a:lnTo>
                    <a:pt x="4758578" y="110147"/>
                  </a:lnTo>
                  <a:lnTo>
                    <a:pt x="4909042" y="103031"/>
                  </a:lnTo>
                  <a:lnTo>
                    <a:pt x="5059506" y="94587"/>
                  </a:lnTo>
                  <a:lnTo>
                    <a:pt x="5209970" y="84997"/>
                  </a:lnTo>
                  <a:lnTo>
                    <a:pt x="5360434" y="74343"/>
                  </a:lnTo>
                  <a:lnTo>
                    <a:pt x="5510898" y="62635"/>
                  </a:lnTo>
                  <a:lnTo>
                    <a:pt x="5661362" y="49833"/>
                  </a:lnTo>
                  <a:lnTo>
                    <a:pt x="5811826" y="35860"/>
                  </a:lnTo>
                  <a:lnTo>
                    <a:pt x="5962290" y="20617"/>
                  </a:lnTo>
                  <a:lnTo>
                    <a:pt x="6112754" y="399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089213"/>
              <a:ext cx="6145984" cy="287540"/>
            </a:xfrm>
            <a:custGeom>
              <a:avLst/>
              <a:pathLst>
                <a:path w="6145984" h="287540">
                  <a:moveTo>
                    <a:pt x="6145984" y="52224"/>
                  </a:moveTo>
                  <a:lnTo>
                    <a:pt x="6112754" y="51944"/>
                  </a:lnTo>
                  <a:lnTo>
                    <a:pt x="5962290" y="50949"/>
                  </a:lnTo>
                  <a:lnTo>
                    <a:pt x="5811826" y="50089"/>
                  </a:lnTo>
                  <a:lnTo>
                    <a:pt x="5661362" y="49226"/>
                  </a:lnTo>
                  <a:lnTo>
                    <a:pt x="5510898" y="48232"/>
                  </a:lnTo>
                  <a:lnTo>
                    <a:pt x="5360434" y="47002"/>
                  </a:lnTo>
                  <a:lnTo>
                    <a:pt x="5209970" y="45464"/>
                  </a:lnTo>
                  <a:lnTo>
                    <a:pt x="5059506" y="43598"/>
                  </a:lnTo>
                  <a:lnTo>
                    <a:pt x="4909042" y="41458"/>
                  </a:lnTo>
                  <a:lnTo>
                    <a:pt x="4758578" y="39194"/>
                  </a:lnTo>
                  <a:lnTo>
                    <a:pt x="4608114" y="37076"/>
                  </a:lnTo>
                  <a:lnTo>
                    <a:pt x="4457649" y="34761"/>
                  </a:lnTo>
                  <a:lnTo>
                    <a:pt x="4307185" y="31670"/>
                  </a:lnTo>
                  <a:lnTo>
                    <a:pt x="4156721" y="28545"/>
                  </a:lnTo>
                  <a:lnTo>
                    <a:pt x="4006257" y="25722"/>
                  </a:lnTo>
                  <a:lnTo>
                    <a:pt x="3855793" y="21420"/>
                  </a:lnTo>
                  <a:lnTo>
                    <a:pt x="3705329" y="16630"/>
                  </a:lnTo>
                  <a:lnTo>
                    <a:pt x="3554865" y="13349"/>
                  </a:lnTo>
                  <a:lnTo>
                    <a:pt x="3404401" y="12320"/>
                  </a:lnTo>
                  <a:lnTo>
                    <a:pt x="3253937" y="15052"/>
                  </a:lnTo>
                  <a:lnTo>
                    <a:pt x="3103473" y="19603"/>
                  </a:lnTo>
                  <a:lnTo>
                    <a:pt x="2953009" y="20029"/>
                  </a:lnTo>
                  <a:lnTo>
                    <a:pt x="2802545" y="15123"/>
                  </a:lnTo>
                  <a:lnTo>
                    <a:pt x="2652081" y="10754"/>
                  </a:lnTo>
                  <a:lnTo>
                    <a:pt x="2501617" y="8577"/>
                  </a:lnTo>
                  <a:lnTo>
                    <a:pt x="2351153" y="4812"/>
                  </a:lnTo>
                  <a:lnTo>
                    <a:pt x="2200689" y="388"/>
                  </a:lnTo>
                  <a:lnTo>
                    <a:pt x="2050225" y="0"/>
                  </a:lnTo>
                  <a:lnTo>
                    <a:pt x="1899761" y="4236"/>
                  </a:lnTo>
                  <a:lnTo>
                    <a:pt x="1749297" y="10482"/>
                  </a:lnTo>
                  <a:lnTo>
                    <a:pt x="1598833" y="19026"/>
                  </a:lnTo>
                  <a:lnTo>
                    <a:pt x="1448369" y="30003"/>
                  </a:lnTo>
                  <a:lnTo>
                    <a:pt x="1297904" y="43345"/>
                  </a:lnTo>
                  <a:lnTo>
                    <a:pt x="1147440" y="59022"/>
                  </a:lnTo>
                  <a:lnTo>
                    <a:pt x="996976" y="77349"/>
                  </a:lnTo>
                  <a:lnTo>
                    <a:pt x="846512" y="98704"/>
                  </a:lnTo>
                  <a:lnTo>
                    <a:pt x="696048" y="123440"/>
                  </a:lnTo>
                  <a:lnTo>
                    <a:pt x="545584" y="151824"/>
                  </a:lnTo>
                  <a:lnTo>
                    <a:pt x="395120" y="184021"/>
                  </a:lnTo>
                  <a:lnTo>
                    <a:pt x="244656" y="220107"/>
                  </a:lnTo>
                  <a:lnTo>
                    <a:pt x="94192" y="260089"/>
                  </a:lnTo>
                  <a:lnTo>
                    <a:pt x="0" y="2875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5000452"/>
              <a:ext cx="6145984" cy="191530"/>
            </a:xfrm>
            <a:custGeom>
              <a:avLst/>
              <a:pathLst>
                <a:path w="6145984" h="191530">
                  <a:moveTo>
                    <a:pt x="0" y="191530"/>
                  </a:moveTo>
                  <a:lnTo>
                    <a:pt x="94192" y="178435"/>
                  </a:lnTo>
                  <a:lnTo>
                    <a:pt x="244656" y="158774"/>
                  </a:lnTo>
                  <a:lnTo>
                    <a:pt x="395120" y="140352"/>
                  </a:lnTo>
                  <a:lnTo>
                    <a:pt x="545584" y="123152"/>
                  </a:lnTo>
                  <a:lnTo>
                    <a:pt x="696048" y="107156"/>
                  </a:lnTo>
                  <a:lnTo>
                    <a:pt x="846512" y="92345"/>
                  </a:lnTo>
                  <a:lnTo>
                    <a:pt x="996976" y="78703"/>
                  </a:lnTo>
                  <a:lnTo>
                    <a:pt x="1147440" y="66211"/>
                  </a:lnTo>
                  <a:lnTo>
                    <a:pt x="1297904" y="54851"/>
                  </a:lnTo>
                  <a:lnTo>
                    <a:pt x="1448369" y="44619"/>
                  </a:lnTo>
                  <a:lnTo>
                    <a:pt x="1598833" y="35985"/>
                  </a:lnTo>
                  <a:lnTo>
                    <a:pt x="1749297" y="29037"/>
                  </a:lnTo>
                  <a:lnTo>
                    <a:pt x="1899761" y="23546"/>
                  </a:lnTo>
                  <a:lnTo>
                    <a:pt x="2050225" y="19545"/>
                  </a:lnTo>
                  <a:lnTo>
                    <a:pt x="2200689" y="20513"/>
                  </a:lnTo>
                  <a:lnTo>
                    <a:pt x="2351153" y="24418"/>
                  </a:lnTo>
                  <a:lnTo>
                    <a:pt x="2501617" y="27131"/>
                  </a:lnTo>
                  <a:lnTo>
                    <a:pt x="2652081" y="29787"/>
                  </a:lnTo>
                  <a:lnTo>
                    <a:pt x="2802545" y="33638"/>
                  </a:lnTo>
                  <a:lnTo>
                    <a:pt x="2953009" y="36821"/>
                  </a:lnTo>
                  <a:lnTo>
                    <a:pt x="3103473" y="36961"/>
                  </a:lnTo>
                  <a:lnTo>
                    <a:pt x="3253937" y="33794"/>
                  </a:lnTo>
                  <a:lnTo>
                    <a:pt x="3404401" y="30841"/>
                  </a:lnTo>
                  <a:lnTo>
                    <a:pt x="3554865" y="31685"/>
                  </a:lnTo>
                  <a:lnTo>
                    <a:pt x="3705329" y="36024"/>
                  </a:lnTo>
                  <a:lnTo>
                    <a:pt x="3855793" y="41101"/>
                  </a:lnTo>
                  <a:lnTo>
                    <a:pt x="4006257" y="45122"/>
                  </a:lnTo>
                  <a:lnTo>
                    <a:pt x="4156721" y="47783"/>
                  </a:lnTo>
                  <a:lnTo>
                    <a:pt x="4307185" y="49827"/>
                  </a:lnTo>
                  <a:lnTo>
                    <a:pt x="4457649" y="50797"/>
                  </a:lnTo>
                  <a:lnTo>
                    <a:pt x="4608114" y="50244"/>
                  </a:lnTo>
                  <a:lnTo>
                    <a:pt x="4758578" y="48558"/>
                  </a:lnTo>
                  <a:lnTo>
                    <a:pt x="4909042" y="46132"/>
                  </a:lnTo>
                  <a:lnTo>
                    <a:pt x="5059506" y="42980"/>
                  </a:lnTo>
                  <a:lnTo>
                    <a:pt x="5209970" y="39118"/>
                  </a:lnTo>
                  <a:lnTo>
                    <a:pt x="5360434" y="34560"/>
                  </a:lnTo>
                  <a:lnTo>
                    <a:pt x="5510898" y="29322"/>
                  </a:lnTo>
                  <a:lnTo>
                    <a:pt x="5661362" y="23417"/>
                  </a:lnTo>
                  <a:lnTo>
                    <a:pt x="5811826" y="16862"/>
                  </a:lnTo>
                  <a:lnTo>
                    <a:pt x="5962290" y="9671"/>
                  </a:lnTo>
                  <a:lnTo>
                    <a:pt x="6112754" y="185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66714"/>
              <a:ext cx="6145984" cy="475702"/>
            </a:xfrm>
            <a:custGeom>
              <a:avLst/>
              <a:pathLst>
                <a:path w="6145984" h="475702">
                  <a:moveTo>
                    <a:pt x="0" y="146451"/>
                  </a:moveTo>
                  <a:lnTo>
                    <a:pt x="94192" y="150317"/>
                  </a:lnTo>
                  <a:lnTo>
                    <a:pt x="244656" y="155234"/>
                  </a:lnTo>
                  <a:lnTo>
                    <a:pt x="395120" y="158847"/>
                  </a:lnTo>
                  <a:lnTo>
                    <a:pt x="545584" y="161146"/>
                  </a:lnTo>
                  <a:lnTo>
                    <a:pt x="696048" y="162178"/>
                  </a:lnTo>
                  <a:lnTo>
                    <a:pt x="846512" y="162073"/>
                  </a:lnTo>
                  <a:lnTo>
                    <a:pt x="996976" y="161049"/>
                  </a:lnTo>
                  <a:lnTo>
                    <a:pt x="1147440" y="159402"/>
                  </a:lnTo>
                  <a:lnTo>
                    <a:pt x="1297904" y="157451"/>
                  </a:lnTo>
                  <a:lnTo>
                    <a:pt x="1448369" y="155477"/>
                  </a:lnTo>
                  <a:lnTo>
                    <a:pt x="1598833" y="154223"/>
                  </a:lnTo>
                  <a:lnTo>
                    <a:pt x="1749297" y="153625"/>
                  </a:lnTo>
                  <a:lnTo>
                    <a:pt x="1899761" y="153246"/>
                  </a:lnTo>
                  <a:lnTo>
                    <a:pt x="2050225" y="153313"/>
                  </a:lnTo>
                  <a:lnTo>
                    <a:pt x="2200689" y="158418"/>
                  </a:lnTo>
                  <a:lnTo>
                    <a:pt x="2351153" y="164829"/>
                  </a:lnTo>
                  <a:lnTo>
                    <a:pt x="2501617" y="168208"/>
                  </a:lnTo>
                  <a:lnTo>
                    <a:pt x="2652081" y="170048"/>
                  </a:lnTo>
                  <a:lnTo>
                    <a:pt x="2802545" y="169971"/>
                  </a:lnTo>
                  <a:lnTo>
                    <a:pt x="2953009" y="167821"/>
                  </a:lnTo>
                  <a:lnTo>
                    <a:pt x="3103473" y="164390"/>
                  </a:lnTo>
                  <a:lnTo>
                    <a:pt x="3253937" y="155813"/>
                  </a:lnTo>
                  <a:lnTo>
                    <a:pt x="3404401" y="145574"/>
                  </a:lnTo>
                  <a:lnTo>
                    <a:pt x="3554865" y="140989"/>
                  </a:lnTo>
                  <a:lnTo>
                    <a:pt x="3705329" y="141733"/>
                  </a:lnTo>
                  <a:lnTo>
                    <a:pt x="3855793" y="142353"/>
                  </a:lnTo>
                  <a:lnTo>
                    <a:pt x="4006257" y="141949"/>
                  </a:lnTo>
                  <a:lnTo>
                    <a:pt x="4156721" y="140924"/>
                  </a:lnTo>
                  <a:lnTo>
                    <a:pt x="4307185" y="138660"/>
                  </a:lnTo>
                  <a:lnTo>
                    <a:pt x="4457649" y="134613"/>
                  </a:lnTo>
                  <a:lnTo>
                    <a:pt x="4608114" y="128618"/>
                  </a:lnTo>
                  <a:lnTo>
                    <a:pt x="4758578" y="120851"/>
                  </a:lnTo>
                  <a:lnTo>
                    <a:pt x="4909042" y="111712"/>
                  </a:lnTo>
                  <a:lnTo>
                    <a:pt x="5059506" y="101468"/>
                  </a:lnTo>
                  <a:lnTo>
                    <a:pt x="5209970" y="90282"/>
                  </a:lnTo>
                  <a:lnTo>
                    <a:pt x="5360434" y="78229"/>
                  </a:lnTo>
                  <a:lnTo>
                    <a:pt x="5510898" y="65320"/>
                  </a:lnTo>
                  <a:lnTo>
                    <a:pt x="5661362" y="51520"/>
                  </a:lnTo>
                  <a:lnTo>
                    <a:pt x="5811826" y="36761"/>
                  </a:lnTo>
                  <a:lnTo>
                    <a:pt x="5962290" y="20957"/>
                  </a:lnTo>
                  <a:lnTo>
                    <a:pt x="6112754" y="4014"/>
                  </a:lnTo>
                  <a:lnTo>
                    <a:pt x="6145984" y="0"/>
                  </a:lnTo>
                  <a:lnTo>
                    <a:pt x="6145984" y="251227"/>
                  </a:lnTo>
                  <a:lnTo>
                    <a:pt x="6112754" y="251430"/>
                  </a:lnTo>
                  <a:lnTo>
                    <a:pt x="5962290" y="252679"/>
                  </a:lnTo>
                  <a:lnTo>
                    <a:pt x="5811826" y="254136"/>
                  </a:lnTo>
                  <a:lnTo>
                    <a:pt x="5661362" y="255676"/>
                  </a:lnTo>
                  <a:lnTo>
                    <a:pt x="5510898" y="257185"/>
                  </a:lnTo>
                  <a:lnTo>
                    <a:pt x="5360434" y="258567"/>
                  </a:lnTo>
                  <a:lnTo>
                    <a:pt x="5209970" y="259757"/>
                  </a:lnTo>
                  <a:lnTo>
                    <a:pt x="5059506" y="260736"/>
                  </a:lnTo>
                  <a:lnTo>
                    <a:pt x="4909042" y="261550"/>
                  </a:lnTo>
                  <a:lnTo>
                    <a:pt x="4758578" y="262332"/>
                  </a:lnTo>
                  <a:lnTo>
                    <a:pt x="4608114" y="263322"/>
                  </a:lnTo>
                  <a:lnTo>
                    <a:pt x="4457649" y="264204"/>
                  </a:lnTo>
                  <a:lnTo>
                    <a:pt x="4307185" y="264472"/>
                  </a:lnTo>
                  <a:lnTo>
                    <a:pt x="4156721" y="264810"/>
                  </a:lnTo>
                  <a:lnTo>
                    <a:pt x="4006257" y="265548"/>
                  </a:lnTo>
                  <a:lnTo>
                    <a:pt x="3855793" y="265449"/>
                  </a:lnTo>
                  <a:lnTo>
                    <a:pt x="3705329" y="265342"/>
                  </a:lnTo>
                  <a:lnTo>
                    <a:pt x="3554865" y="266483"/>
                  </a:lnTo>
                  <a:lnTo>
                    <a:pt x="3404401" y="270738"/>
                  </a:lnTo>
                  <a:lnTo>
                    <a:pt x="3253937" y="280583"/>
                  </a:lnTo>
                  <a:lnTo>
                    <a:pt x="3103473" y="291627"/>
                  </a:lnTo>
                  <a:lnTo>
                    <a:pt x="2953009" y="296066"/>
                  </a:lnTo>
                  <a:lnTo>
                    <a:pt x="2802545" y="295144"/>
                  </a:lnTo>
                  <a:lnTo>
                    <a:pt x="2652081" y="294299"/>
                  </a:lnTo>
                  <a:lnTo>
                    <a:pt x="2501617" y="293312"/>
                  </a:lnTo>
                  <a:lnTo>
                    <a:pt x="2351153" y="288059"/>
                  </a:lnTo>
                  <a:lnTo>
                    <a:pt x="2200689" y="280724"/>
                  </a:lnTo>
                  <a:lnTo>
                    <a:pt x="2050225" y="276651"/>
                  </a:lnTo>
                  <a:lnTo>
                    <a:pt x="1899761" y="277004"/>
                  </a:lnTo>
                  <a:lnTo>
                    <a:pt x="1749297" y="278728"/>
                  </a:lnTo>
                  <a:lnTo>
                    <a:pt x="1598833" y="282170"/>
                  </a:lnTo>
                  <a:lnTo>
                    <a:pt x="1448369" y="287600"/>
                  </a:lnTo>
                  <a:lnTo>
                    <a:pt x="1297904" y="295114"/>
                  </a:lnTo>
                  <a:lnTo>
                    <a:pt x="1147440" y="304759"/>
                  </a:lnTo>
                  <a:lnTo>
                    <a:pt x="996976" y="316804"/>
                  </a:lnTo>
                  <a:lnTo>
                    <a:pt x="846512" y="331571"/>
                  </a:lnTo>
                  <a:lnTo>
                    <a:pt x="696048" y="349363"/>
                  </a:lnTo>
                  <a:lnTo>
                    <a:pt x="545584" y="370404"/>
                  </a:lnTo>
                  <a:lnTo>
                    <a:pt x="395120" y="394829"/>
                  </a:lnTo>
                  <a:lnTo>
                    <a:pt x="244656" y="422692"/>
                  </a:lnTo>
                  <a:lnTo>
                    <a:pt x="94192" y="453986"/>
                  </a:lnTo>
                  <a:lnTo>
                    <a:pt x="0" y="47570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66714"/>
              <a:ext cx="6145984" cy="170048"/>
            </a:xfrm>
            <a:custGeom>
              <a:avLst/>
              <a:pathLst>
                <a:path w="6145984" h="170048">
                  <a:moveTo>
                    <a:pt x="0" y="146451"/>
                  </a:moveTo>
                  <a:lnTo>
                    <a:pt x="94192" y="150317"/>
                  </a:lnTo>
                  <a:lnTo>
                    <a:pt x="244656" y="155234"/>
                  </a:lnTo>
                  <a:lnTo>
                    <a:pt x="395120" y="158847"/>
                  </a:lnTo>
                  <a:lnTo>
                    <a:pt x="545584" y="161146"/>
                  </a:lnTo>
                  <a:lnTo>
                    <a:pt x="696048" y="162178"/>
                  </a:lnTo>
                  <a:lnTo>
                    <a:pt x="846512" y="162073"/>
                  </a:lnTo>
                  <a:lnTo>
                    <a:pt x="996976" y="161049"/>
                  </a:lnTo>
                  <a:lnTo>
                    <a:pt x="1147440" y="159402"/>
                  </a:lnTo>
                  <a:lnTo>
                    <a:pt x="1297904" y="157451"/>
                  </a:lnTo>
                  <a:lnTo>
                    <a:pt x="1448369" y="155477"/>
                  </a:lnTo>
                  <a:lnTo>
                    <a:pt x="1598833" y="154223"/>
                  </a:lnTo>
                  <a:lnTo>
                    <a:pt x="1749297" y="153625"/>
                  </a:lnTo>
                  <a:lnTo>
                    <a:pt x="1899761" y="153246"/>
                  </a:lnTo>
                  <a:lnTo>
                    <a:pt x="2050225" y="153313"/>
                  </a:lnTo>
                  <a:lnTo>
                    <a:pt x="2200689" y="158418"/>
                  </a:lnTo>
                  <a:lnTo>
                    <a:pt x="2351153" y="164829"/>
                  </a:lnTo>
                  <a:lnTo>
                    <a:pt x="2501617" y="168208"/>
                  </a:lnTo>
                  <a:lnTo>
                    <a:pt x="2652081" y="170048"/>
                  </a:lnTo>
                  <a:lnTo>
                    <a:pt x="2802545" y="169971"/>
                  </a:lnTo>
                  <a:lnTo>
                    <a:pt x="2953009" y="167821"/>
                  </a:lnTo>
                  <a:lnTo>
                    <a:pt x="3103473" y="164390"/>
                  </a:lnTo>
                  <a:lnTo>
                    <a:pt x="3253937" y="155813"/>
                  </a:lnTo>
                  <a:lnTo>
                    <a:pt x="3404401" y="145574"/>
                  </a:lnTo>
                  <a:lnTo>
                    <a:pt x="3554865" y="140989"/>
                  </a:lnTo>
                  <a:lnTo>
                    <a:pt x="3705329" y="141733"/>
                  </a:lnTo>
                  <a:lnTo>
                    <a:pt x="3855793" y="142353"/>
                  </a:lnTo>
                  <a:lnTo>
                    <a:pt x="4006257" y="141949"/>
                  </a:lnTo>
                  <a:lnTo>
                    <a:pt x="4156721" y="140924"/>
                  </a:lnTo>
                  <a:lnTo>
                    <a:pt x="4307185" y="138660"/>
                  </a:lnTo>
                  <a:lnTo>
                    <a:pt x="4457649" y="134613"/>
                  </a:lnTo>
                  <a:lnTo>
                    <a:pt x="4608114" y="128618"/>
                  </a:lnTo>
                  <a:lnTo>
                    <a:pt x="4758578" y="120851"/>
                  </a:lnTo>
                  <a:lnTo>
                    <a:pt x="4909042" y="111712"/>
                  </a:lnTo>
                  <a:lnTo>
                    <a:pt x="5059506" y="101468"/>
                  </a:lnTo>
                  <a:lnTo>
                    <a:pt x="5209970" y="90282"/>
                  </a:lnTo>
                  <a:lnTo>
                    <a:pt x="5360434" y="78229"/>
                  </a:lnTo>
                  <a:lnTo>
                    <a:pt x="5510898" y="65320"/>
                  </a:lnTo>
                  <a:lnTo>
                    <a:pt x="5661362" y="51520"/>
                  </a:lnTo>
                  <a:lnTo>
                    <a:pt x="5811826" y="36761"/>
                  </a:lnTo>
                  <a:lnTo>
                    <a:pt x="5962290" y="20957"/>
                  </a:lnTo>
                  <a:lnTo>
                    <a:pt x="6112754" y="401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117942"/>
              <a:ext cx="6145984" cy="224474"/>
            </a:xfrm>
            <a:custGeom>
              <a:avLst/>
              <a:pathLst>
                <a:path w="6145984" h="224474">
                  <a:moveTo>
                    <a:pt x="6145984" y="0"/>
                  </a:moveTo>
                  <a:lnTo>
                    <a:pt x="6112754" y="202"/>
                  </a:lnTo>
                  <a:lnTo>
                    <a:pt x="5962290" y="1451"/>
                  </a:lnTo>
                  <a:lnTo>
                    <a:pt x="5811826" y="2908"/>
                  </a:lnTo>
                  <a:lnTo>
                    <a:pt x="5661362" y="4448"/>
                  </a:lnTo>
                  <a:lnTo>
                    <a:pt x="5510898" y="5957"/>
                  </a:lnTo>
                  <a:lnTo>
                    <a:pt x="5360434" y="7339"/>
                  </a:lnTo>
                  <a:lnTo>
                    <a:pt x="5209970" y="8529"/>
                  </a:lnTo>
                  <a:lnTo>
                    <a:pt x="5059506" y="9508"/>
                  </a:lnTo>
                  <a:lnTo>
                    <a:pt x="4909042" y="10322"/>
                  </a:lnTo>
                  <a:lnTo>
                    <a:pt x="4758578" y="11104"/>
                  </a:lnTo>
                  <a:lnTo>
                    <a:pt x="4608114" y="12094"/>
                  </a:lnTo>
                  <a:lnTo>
                    <a:pt x="4457649" y="12976"/>
                  </a:lnTo>
                  <a:lnTo>
                    <a:pt x="4307185" y="13244"/>
                  </a:lnTo>
                  <a:lnTo>
                    <a:pt x="4156721" y="13582"/>
                  </a:lnTo>
                  <a:lnTo>
                    <a:pt x="4006257" y="14320"/>
                  </a:lnTo>
                  <a:lnTo>
                    <a:pt x="3855793" y="14221"/>
                  </a:lnTo>
                  <a:lnTo>
                    <a:pt x="3705329" y="14114"/>
                  </a:lnTo>
                  <a:lnTo>
                    <a:pt x="3554865" y="15255"/>
                  </a:lnTo>
                  <a:lnTo>
                    <a:pt x="3404401" y="19510"/>
                  </a:lnTo>
                  <a:lnTo>
                    <a:pt x="3253937" y="29355"/>
                  </a:lnTo>
                  <a:lnTo>
                    <a:pt x="3103473" y="40399"/>
                  </a:lnTo>
                  <a:lnTo>
                    <a:pt x="2953009" y="44838"/>
                  </a:lnTo>
                  <a:lnTo>
                    <a:pt x="2802545" y="43916"/>
                  </a:lnTo>
                  <a:lnTo>
                    <a:pt x="2652081" y="43071"/>
                  </a:lnTo>
                  <a:lnTo>
                    <a:pt x="2501617" y="42084"/>
                  </a:lnTo>
                  <a:lnTo>
                    <a:pt x="2351153" y="36831"/>
                  </a:lnTo>
                  <a:lnTo>
                    <a:pt x="2200689" y="29496"/>
                  </a:lnTo>
                  <a:lnTo>
                    <a:pt x="2050225" y="25423"/>
                  </a:lnTo>
                  <a:lnTo>
                    <a:pt x="1899761" y="25776"/>
                  </a:lnTo>
                  <a:lnTo>
                    <a:pt x="1749297" y="27500"/>
                  </a:lnTo>
                  <a:lnTo>
                    <a:pt x="1598833" y="30942"/>
                  </a:lnTo>
                  <a:lnTo>
                    <a:pt x="1448369" y="36372"/>
                  </a:lnTo>
                  <a:lnTo>
                    <a:pt x="1297904" y="43886"/>
                  </a:lnTo>
                  <a:lnTo>
                    <a:pt x="1147440" y="53531"/>
                  </a:lnTo>
                  <a:lnTo>
                    <a:pt x="996976" y="65576"/>
                  </a:lnTo>
                  <a:lnTo>
                    <a:pt x="846512" y="80343"/>
                  </a:lnTo>
                  <a:lnTo>
                    <a:pt x="696048" y="98135"/>
                  </a:lnTo>
                  <a:lnTo>
                    <a:pt x="545584" y="119176"/>
                  </a:lnTo>
                  <a:lnTo>
                    <a:pt x="395120" y="143601"/>
                  </a:lnTo>
                  <a:lnTo>
                    <a:pt x="244656" y="171464"/>
                  </a:lnTo>
                  <a:lnTo>
                    <a:pt x="94192" y="202758"/>
                  </a:lnTo>
                  <a:lnTo>
                    <a:pt x="0" y="2244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92328"/>
              <a:ext cx="6145984" cy="185463"/>
            </a:xfrm>
            <a:custGeom>
              <a:avLst/>
              <a:pathLst>
                <a:path w="6145984" h="185463">
                  <a:moveTo>
                    <a:pt x="0" y="185463"/>
                  </a:moveTo>
                  <a:lnTo>
                    <a:pt x="94192" y="176538"/>
                  </a:lnTo>
                  <a:lnTo>
                    <a:pt x="244656" y="163349"/>
                  </a:lnTo>
                  <a:lnTo>
                    <a:pt x="395120" y="151224"/>
                  </a:lnTo>
                  <a:lnTo>
                    <a:pt x="545584" y="140161"/>
                  </a:lnTo>
                  <a:lnTo>
                    <a:pt x="696048" y="130156"/>
                  </a:lnTo>
                  <a:lnTo>
                    <a:pt x="846512" y="121208"/>
                  </a:lnTo>
                  <a:lnTo>
                    <a:pt x="996976" y="113312"/>
                  </a:lnTo>
                  <a:lnTo>
                    <a:pt x="1147440" y="106467"/>
                  </a:lnTo>
                  <a:lnTo>
                    <a:pt x="1297904" y="100668"/>
                  </a:lnTo>
                  <a:lnTo>
                    <a:pt x="1448369" y="95924"/>
                  </a:lnTo>
                  <a:lnTo>
                    <a:pt x="1598833" y="92583"/>
                  </a:lnTo>
                  <a:lnTo>
                    <a:pt x="1749297" y="90563"/>
                  </a:lnTo>
                  <a:lnTo>
                    <a:pt x="1899761" y="89511"/>
                  </a:lnTo>
                  <a:lnTo>
                    <a:pt x="2050225" y="89368"/>
                  </a:lnTo>
                  <a:lnTo>
                    <a:pt x="2200689" y="93957"/>
                  </a:lnTo>
                  <a:lnTo>
                    <a:pt x="2351153" y="100830"/>
                  </a:lnTo>
                  <a:lnTo>
                    <a:pt x="2501617" y="105146"/>
                  </a:lnTo>
                  <a:lnTo>
                    <a:pt x="2652081" y="106559"/>
                  </a:lnTo>
                  <a:lnTo>
                    <a:pt x="2802545" y="106944"/>
                  </a:lnTo>
                  <a:lnTo>
                    <a:pt x="2953009" y="106329"/>
                  </a:lnTo>
                  <a:lnTo>
                    <a:pt x="3103473" y="102394"/>
                  </a:lnTo>
                  <a:lnTo>
                    <a:pt x="3253937" y="92584"/>
                  </a:lnTo>
                  <a:lnTo>
                    <a:pt x="3404401" y="82542"/>
                  </a:lnTo>
                  <a:lnTo>
                    <a:pt x="3554865" y="78122"/>
                  </a:lnTo>
                  <a:lnTo>
                    <a:pt x="3705329" y="77923"/>
                  </a:lnTo>
                  <a:lnTo>
                    <a:pt x="3855793" y="78287"/>
                  </a:lnTo>
                  <a:lnTo>
                    <a:pt x="4006257" y="78134"/>
                  </a:lnTo>
                  <a:lnTo>
                    <a:pt x="4156721" y="77253"/>
                  </a:lnTo>
                  <a:lnTo>
                    <a:pt x="4307185" y="75952"/>
                  </a:lnTo>
                  <a:lnTo>
                    <a:pt x="4457649" y="73795"/>
                  </a:lnTo>
                  <a:lnTo>
                    <a:pt x="4608114" y="70356"/>
                  </a:lnTo>
                  <a:lnTo>
                    <a:pt x="4758578" y="65978"/>
                  </a:lnTo>
                  <a:lnTo>
                    <a:pt x="4909042" y="61017"/>
                  </a:lnTo>
                  <a:lnTo>
                    <a:pt x="5059506" y="55488"/>
                  </a:lnTo>
                  <a:lnTo>
                    <a:pt x="5209970" y="49405"/>
                  </a:lnTo>
                  <a:lnTo>
                    <a:pt x="5360434" y="42784"/>
                  </a:lnTo>
                  <a:lnTo>
                    <a:pt x="5510898" y="35639"/>
                  </a:lnTo>
                  <a:lnTo>
                    <a:pt x="5661362" y="27984"/>
                  </a:lnTo>
                  <a:lnTo>
                    <a:pt x="5811826" y="19834"/>
                  </a:lnTo>
                  <a:lnTo>
                    <a:pt x="5962290" y="11204"/>
                  </a:lnTo>
                  <a:lnTo>
                    <a:pt x="6112754" y="210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322092"/>
              <a:ext cx="6145984" cy="1007074"/>
            </a:xfrm>
            <a:custGeom>
              <a:avLst/>
              <a:pathLst>
                <a:path w="6145984" h="1007074">
                  <a:moveTo>
                    <a:pt x="0" y="447890"/>
                  </a:moveTo>
                  <a:lnTo>
                    <a:pt x="94192" y="468334"/>
                  </a:lnTo>
                  <a:lnTo>
                    <a:pt x="244656" y="496098"/>
                  </a:lnTo>
                  <a:lnTo>
                    <a:pt x="395120" y="518912"/>
                  </a:lnTo>
                  <a:lnTo>
                    <a:pt x="545584" y="536780"/>
                  </a:lnTo>
                  <a:lnTo>
                    <a:pt x="696048" y="549803"/>
                  </a:lnTo>
                  <a:lnTo>
                    <a:pt x="846512" y="558217"/>
                  </a:lnTo>
                  <a:lnTo>
                    <a:pt x="996976" y="562418"/>
                  </a:lnTo>
                  <a:lnTo>
                    <a:pt x="1147440" y="562928"/>
                  </a:lnTo>
                  <a:lnTo>
                    <a:pt x="1297904" y="560306"/>
                  </a:lnTo>
                  <a:lnTo>
                    <a:pt x="1448369" y="555025"/>
                  </a:lnTo>
                  <a:lnTo>
                    <a:pt x="1598833" y="547322"/>
                  </a:lnTo>
                  <a:lnTo>
                    <a:pt x="1749297" y="536975"/>
                  </a:lnTo>
                  <a:lnTo>
                    <a:pt x="1899761" y="523837"/>
                  </a:lnTo>
                  <a:lnTo>
                    <a:pt x="2050225" y="508471"/>
                  </a:lnTo>
                  <a:lnTo>
                    <a:pt x="2200689" y="493453"/>
                  </a:lnTo>
                  <a:lnTo>
                    <a:pt x="2351153" y="476091"/>
                  </a:lnTo>
                  <a:lnTo>
                    <a:pt x="2501617" y="456006"/>
                  </a:lnTo>
                  <a:lnTo>
                    <a:pt x="2652081" y="433658"/>
                  </a:lnTo>
                  <a:lnTo>
                    <a:pt x="2802545" y="406329"/>
                  </a:lnTo>
                  <a:lnTo>
                    <a:pt x="2953009" y="377129"/>
                  </a:lnTo>
                  <a:lnTo>
                    <a:pt x="3103473" y="351203"/>
                  </a:lnTo>
                  <a:lnTo>
                    <a:pt x="3253937" y="321891"/>
                  </a:lnTo>
                  <a:lnTo>
                    <a:pt x="3404401" y="289871"/>
                  </a:lnTo>
                  <a:lnTo>
                    <a:pt x="3554865" y="262188"/>
                  </a:lnTo>
                  <a:lnTo>
                    <a:pt x="3705329" y="235443"/>
                  </a:lnTo>
                  <a:lnTo>
                    <a:pt x="3855793" y="206865"/>
                  </a:lnTo>
                  <a:lnTo>
                    <a:pt x="4006257" y="183404"/>
                  </a:lnTo>
                  <a:lnTo>
                    <a:pt x="4156721" y="166609"/>
                  </a:lnTo>
                  <a:lnTo>
                    <a:pt x="4307185" y="150415"/>
                  </a:lnTo>
                  <a:lnTo>
                    <a:pt x="4457649" y="134704"/>
                  </a:lnTo>
                  <a:lnTo>
                    <a:pt x="4608114" y="119978"/>
                  </a:lnTo>
                  <a:lnTo>
                    <a:pt x="4758578" y="105528"/>
                  </a:lnTo>
                  <a:lnTo>
                    <a:pt x="4909042" y="91157"/>
                  </a:lnTo>
                  <a:lnTo>
                    <a:pt x="5059506" y="77304"/>
                  </a:lnTo>
                  <a:lnTo>
                    <a:pt x="5209970" y="64223"/>
                  </a:lnTo>
                  <a:lnTo>
                    <a:pt x="5360434" y="52024"/>
                  </a:lnTo>
                  <a:lnTo>
                    <a:pt x="5510898" y="40704"/>
                  </a:lnTo>
                  <a:lnTo>
                    <a:pt x="5661362" y="30186"/>
                  </a:lnTo>
                  <a:lnTo>
                    <a:pt x="5811826" y="20335"/>
                  </a:lnTo>
                  <a:lnTo>
                    <a:pt x="5962290" y="10987"/>
                  </a:lnTo>
                  <a:lnTo>
                    <a:pt x="6112754" y="1962"/>
                  </a:lnTo>
                  <a:lnTo>
                    <a:pt x="6145984" y="0"/>
                  </a:lnTo>
                  <a:lnTo>
                    <a:pt x="6145984" y="426674"/>
                  </a:lnTo>
                  <a:lnTo>
                    <a:pt x="6112754" y="422162"/>
                  </a:lnTo>
                  <a:lnTo>
                    <a:pt x="5962290" y="404533"/>
                  </a:lnTo>
                  <a:lnTo>
                    <a:pt x="5811826" y="389515"/>
                  </a:lnTo>
                  <a:lnTo>
                    <a:pt x="5661362" y="376916"/>
                  </a:lnTo>
                  <a:lnTo>
                    <a:pt x="5510898" y="366559"/>
                  </a:lnTo>
                  <a:lnTo>
                    <a:pt x="5360434" y="358301"/>
                  </a:lnTo>
                  <a:lnTo>
                    <a:pt x="5209970" y="352051"/>
                  </a:lnTo>
                  <a:lnTo>
                    <a:pt x="5059506" y="347797"/>
                  </a:lnTo>
                  <a:lnTo>
                    <a:pt x="4909042" y="345636"/>
                  </a:lnTo>
                  <a:lnTo>
                    <a:pt x="4758578" y="345813"/>
                  </a:lnTo>
                  <a:lnTo>
                    <a:pt x="4608114" y="348752"/>
                  </a:lnTo>
                  <a:lnTo>
                    <a:pt x="4457649" y="354797"/>
                  </a:lnTo>
                  <a:lnTo>
                    <a:pt x="4307185" y="364089"/>
                  </a:lnTo>
                  <a:lnTo>
                    <a:pt x="4156721" y="377011"/>
                  </a:lnTo>
                  <a:lnTo>
                    <a:pt x="4006257" y="393318"/>
                  </a:lnTo>
                  <a:lnTo>
                    <a:pt x="3855793" y="415926"/>
                  </a:lnTo>
                  <a:lnTo>
                    <a:pt x="3705329" y="445375"/>
                  </a:lnTo>
                  <a:lnTo>
                    <a:pt x="3554865" y="475322"/>
                  </a:lnTo>
                  <a:lnTo>
                    <a:pt x="3404401" y="502444"/>
                  </a:lnTo>
                  <a:lnTo>
                    <a:pt x="3253937" y="533795"/>
                  </a:lnTo>
                  <a:lnTo>
                    <a:pt x="3103473" y="567296"/>
                  </a:lnTo>
                  <a:lnTo>
                    <a:pt x="2953009" y="594934"/>
                  </a:lnTo>
                  <a:lnTo>
                    <a:pt x="2802545" y="618919"/>
                  </a:lnTo>
                  <a:lnTo>
                    <a:pt x="2652081" y="644680"/>
                  </a:lnTo>
                  <a:lnTo>
                    <a:pt x="2501617" y="668478"/>
                  </a:lnTo>
                  <a:lnTo>
                    <a:pt x="2351153" y="685379"/>
                  </a:lnTo>
                  <a:lnTo>
                    <a:pt x="2200689" y="701172"/>
                  </a:lnTo>
                  <a:lnTo>
                    <a:pt x="2050225" y="717944"/>
                  </a:lnTo>
                  <a:lnTo>
                    <a:pt x="1899761" y="734022"/>
                  </a:lnTo>
                  <a:lnTo>
                    <a:pt x="1749297" y="749446"/>
                  </a:lnTo>
                  <a:lnTo>
                    <a:pt x="1598833" y="764621"/>
                  </a:lnTo>
                  <a:lnTo>
                    <a:pt x="1448369" y="779418"/>
                  </a:lnTo>
                  <a:lnTo>
                    <a:pt x="1297904" y="794108"/>
                  </a:lnTo>
                  <a:lnTo>
                    <a:pt x="1147440" y="809796"/>
                  </a:lnTo>
                  <a:lnTo>
                    <a:pt x="996976" y="826945"/>
                  </a:lnTo>
                  <a:lnTo>
                    <a:pt x="846512" y="846086"/>
                  </a:lnTo>
                  <a:lnTo>
                    <a:pt x="696048" y="867708"/>
                  </a:lnTo>
                  <a:lnTo>
                    <a:pt x="545584" y="892175"/>
                  </a:lnTo>
                  <a:lnTo>
                    <a:pt x="395120" y="919695"/>
                  </a:lnTo>
                  <a:lnTo>
                    <a:pt x="244656" y="950336"/>
                  </a:lnTo>
                  <a:lnTo>
                    <a:pt x="94192" y="984072"/>
                  </a:lnTo>
                  <a:lnTo>
                    <a:pt x="0" y="100707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322092"/>
              <a:ext cx="6145984" cy="562928"/>
            </a:xfrm>
            <a:custGeom>
              <a:avLst/>
              <a:pathLst>
                <a:path w="6145984" h="562928">
                  <a:moveTo>
                    <a:pt x="0" y="447890"/>
                  </a:moveTo>
                  <a:lnTo>
                    <a:pt x="94192" y="468334"/>
                  </a:lnTo>
                  <a:lnTo>
                    <a:pt x="244656" y="496098"/>
                  </a:lnTo>
                  <a:lnTo>
                    <a:pt x="395120" y="518912"/>
                  </a:lnTo>
                  <a:lnTo>
                    <a:pt x="545584" y="536780"/>
                  </a:lnTo>
                  <a:lnTo>
                    <a:pt x="696048" y="549803"/>
                  </a:lnTo>
                  <a:lnTo>
                    <a:pt x="846512" y="558217"/>
                  </a:lnTo>
                  <a:lnTo>
                    <a:pt x="996976" y="562418"/>
                  </a:lnTo>
                  <a:lnTo>
                    <a:pt x="1147440" y="562928"/>
                  </a:lnTo>
                  <a:lnTo>
                    <a:pt x="1297904" y="560306"/>
                  </a:lnTo>
                  <a:lnTo>
                    <a:pt x="1448369" y="555025"/>
                  </a:lnTo>
                  <a:lnTo>
                    <a:pt x="1598833" y="547322"/>
                  </a:lnTo>
                  <a:lnTo>
                    <a:pt x="1749297" y="536975"/>
                  </a:lnTo>
                  <a:lnTo>
                    <a:pt x="1899761" y="523837"/>
                  </a:lnTo>
                  <a:lnTo>
                    <a:pt x="2050225" y="508471"/>
                  </a:lnTo>
                  <a:lnTo>
                    <a:pt x="2200689" y="493453"/>
                  </a:lnTo>
                  <a:lnTo>
                    <a:pt x="2351153" y="476091"/>
                  </a:lnTo>
                  <a:lnTo>
                    <a:pt x="2501617" y="456006"/>
                  </a:lnTo>
                  <a:lnTo>
                    <a:pt x="2652081" y="433658"/>
                  </a:lnTo>
                  <a:lnTo>
                    <a:pt x="2802545" y="406329"/>
                  </a:lnTo>
                  <a:lnTo>
                    <a:pt x="2953009" y="377129"/>
                  </a:lnTo>
                  <a:lnTo>
                    <a:pt x="3103473" y="351203"/>
                  </a:lnTo>
                  <a:lnTo>
                    <a:pt x="3253937" y="321891"/>
                  </a:lnTo>
                  <a:lnTo>
                    <a:pt x="3404401" y="289871"/>
                  </a:lnTo>
                  <a:lnTo>
                    <a:pt x="3554865" y="262188"/>
                  </a:lnTo>
                  <a:lnTo>
                    <a:pt x="3705329" y="235443"/>
                  </a:lnTo>
                  <a:lnTo>
                    <a:pt x="3855793" y="206865"/>
                  </a:lnTo>
                  <a:lnTo>
                    <a:pt x="4006257" y="183404"/>
                  </a:lnTo>
                  <a:lnTo>
                    <a:pt x="4156721" y="166609"/>
                  </a:lnTo>
                  <a:lnTo>
                    <a:pt x="4307185" y="150415"/>
                  </a:lnTo>
                  <a:lnTo>
                    <a:pt x="4457649" y="134704"/>
                  </a:lnTo>
                  <a:lnTo>
                    <a:pt x="4608114" y="119978"/>
                  </a:lnTo>
                  <a:lnTo>
                    <a:pt x="4758578" y="105528"/>
                  </a:lnTo>
                  <a:lnTo>
                    <a:pt x="4909042" y="91157"/>
                  </a:lnTo>
                  <a:lnTo>
                    <a:pt x="5059506" y="77304"/>
                  </a:lnTo>
                  <a:lnTo>
                    <a:pt x="5209970" y="64223"/>
                  </a:lnTo>
                  <a:lnTo>
                    <a:pt x="5360434" y="52024"/>
                  </a:lnTo>
                  <a:lnTo>
                    <a:pt x="5510898" y="40704"/>
                  </a:lnTo>
                  <a:lnTo>
                    <a:pt x="5661362" y="30186"/>
                  </a:lnTo>
                  <a:lnTo>
                    <a:pt x="5811826" y="20335"/>
                  </a:lnTo>
                  <a:lnTo>
                    <a:pt x="5962290" y="10987"/>
                  </a:lnTo>
                  <a:lnTo>
                    <a:pt x="6112754" y="196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667728"/>
              <a:ext cx="6145984" cy="661438"/>
            </a:xfrm>
            <a:custGeom>
              <a:avLst/>
              <a:pathLst>
                <a:path w="6145984" h="661438">
                  <a:moveTo>
                    <a:pt x="6145984" y="81038"/>
                  </a:moveTo>
                  <a:lnTo>
                    <a:pt x="6112754" y="76525"/>
                  </a:lnTo>
                  <a:lnTo>
                    <a:pt x="5962290" y="58897"/>
                  </a:lnTo>
                  <a:lnTo>
                    <a:pt x="5811826" y="43879"/>
                  </a:lnTo>
                  <a:lnTo>
                    <a:pt x="5661362" y="31280"/>
                  </a:lnTo>
                  <a:lnTo>
                    <a:pt x="5510898" y="20923"/>
                  </a:lnTo>
                  <a:lnTo>
                    <a:pt x="5360434" y="12665"/>
                  </a:lnTo>
                  <a:lnTo>
                    <a:pt x="5209970" y="6415"/>
                  </a:lnTo>
                  <a:lnTo>
                    <a:pt x="5059506" y="2160"/>
                  </a:lnTo>
                  <a:lnTo>
                    <a:pt x="4909042" y="0"/>
                  </a:lnTo>
                  <a:lnTo>
                    <a:pt x="4758578" y="176"/>
                  </a:lnTo>
                  <a:lnTo>
                    <a:pt x="4608114" y="3116"/>
                  </a:lnTo>
                  <a:lnTo>
                    <a:pt x="4457649" y="9160"/>
                  </a:lnTo>
                  <a:lnTo>
                    <a:pt x="4307185" y="18453"/>
                  </a:lnTo>
                  <a:lnTo>
                    <a:pt x="4156721" y="31375"/>
                  </a:lnTo>
                  <a:lnTo>
                    <a:pt x="4006257" y="47681"/>
                  </a:lnTo>
                  <a:lnTo>
                    <a:pt x="3855793" y="70290"/>
                  </a:lnTo>
                  <a:lnTo>
                    <a:pt x="3705329" y="99739"/>
                  </a:lnTo>
                  <a:lnTo>
                    <a:pt x="3554865" y="129685"/>
                  </a:lnTo>
                  <a:lnTo>
                    <a:pt x="3404401" y="156808"/>
                  </a:lnTo>
                  <a:lnTo>
                    <a:pt x="3253937" y="188158"/>
                  </a:lnTo>
                  <a:lnTo>
                    <a:pt x="3103473" y="221660"/>
                  </a:lnTo>
                  <a:lnTo>
                    <a:pt x="2953009" y="249297"/>
                  </a:lnTo>
                  <a:lnTo>
                    <a:pt x="2802545" y="273282"/>
                  </a:lnTo>
                  <a:lnTo>
                    <a:pt x="2652081" y="299044"/>
                  </a:lnTo>
                  <a:lnTo>
                    <a:pt x="2501617" y="322842"/>
                  </a:lnTo>
                  <a:lnTo>
                    <a:pt x="2351153" y="339743"/>
                  </a:lnTo>
                  <a:lnTo>
                    <a:pt x="2200689" y="355535"/>
                  </a:lnTo>
                  <a:lnTo>
                    <a:pt x="2050225" y="372307"/>
                  </a:lnTo>
                  <a:lnTo>
                    <a:pt x="1899761" y="388385"/>
                  </a:lnTo>
                  <a:lnTo>
                    <a:pt x="1749297" y="403809"/>
                  </a:lnTo>
                  <a:lnTo>
                    <a:pt x="1598833" y="418985"/>
                  </a:lnTo>
                  <a:lnTo>
                    <a:pt x="1448369" y="433782"/>
                  </a:lnTo>
                  <a:lnTo>
                    <a:pt x="1297904" y="448471"/>
                  </a:lnTo>
                  <a:lnTo>
                    <a:pt x="1147440" y="464160"/>
                  </a:lnTo>
                  <a:lnTo>
                    <a:pt x="996976" y="481309"/>
                  </a:lnTo>
                  <a:lnTo>
                    <a:pt x="846512" y="500449"/>
                  </a:lnTo>
                  <a:lnTo>
                    <a:pt x="696048" y="522072"/>
                  </a:lnTo>
                  <a:lnTo>
                    <a:pt x="545584" y="546539"/>
                  </a:lnTo>
                  <a:lnTo>
                    <a:pt x="395120" y="574058"/>
                  </a:lnTo>
                  <a:lnTo>
                    <a:pt x="244656" y="604700"/>
                  </a:lnTo>
                  <a:lnTo>
                    <a:pt x="94192" y="638436"/>
                  </a:lnTo>
                  <a:lnTo>
                    <a:pt x="0" y="6614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525643"/>
              <a:ext cx="6145984" cy="523930"/>
            </a:xfrm>
            <a:custGeom>
              <a:avLst/>
              <a:pathLst>
                <a:path w="6145984" h="523930">
                  <a:moveTo>
                    <a:pt x="0" y="523930"/>
                  </a:moveTo>
                  <a:lnTo>
                    <a:pt x="94192" y="522651"/>
                  </a:lnTo>
                  <a:lnTo>
                    <a:pt x="244656" y="519666"/>
                  </a:lnTo>
                  <a:lnTo>
                    <a:pt x="395120" y="515752"/>
                  </a:lnTo>
                  <a:lnTo>
                    <a:pt x="545584" y="510926"/>
                  </a:lnTo>
                  <a:lnTo>
                    <a:pt x="696048" y="505204"/>
                  </a:lnTo>
                  <a:lnTo>
                    <a:pt x="846512" y="498600"/>
                  </a:lnTo>
                  <a:lnTo>
                    <a:pt x="996976" y="491130"/>
                  </a:lnTo>
                  <a:lnTo>
                    <a:pt x="1147440" y="482810"/>
                  </a:lnTo>
                  <a:lnTo>
                    <a:pt x="1297904" y="473655"/>
                  </a:lnTo>
                  <a:lnTo>
                    <a:pt x="1448369" y="463670"/>
                  </a:lnTo>
                  <a:lnTo>
                    <a:pt x="1598833" y="452420"/>
                  </a:lnTo>
                  <a:lnTo>
                    <a:pt x="1749297" y="439659"/>
                  </a:lnTo>
                  <a:lnTo>
                    <a:pt x="1899761" y="425378"/>
                  </a:lnTo>
                  <a:lnTo>
                    <a:pt x="2050225" y="409656"/>
                  </a:lnTo>
                  <a:lnTo>
                    <a:pt x="2200689" y="393761"/>
                  </a:lnTo>
                  <a:lnTo>
                    <a:pt x="2351153" y="377183"/>
                  </a:lnTo>
                  <a:lnTo>
                    <a:pt x="2501617" y="358690"/>
                  </a:lnTo>
                  <a:lnTo>
                    <a:pt x="2652081" y="335618"/>
                  </a:lnTo>
                  <a:lnTo>
                    <a:pt x="2802545" y="309072"/>
                  </a:lnTo>
                  <a:lnTo>
                    <a:pt x="2953009" y="282480"/>
                  </a:lnTo>
                  <a:lnTo>
                    <a:pt x="3103473" y="255698"/>
                  </a:lnTo>
                  <a:lnTo>
                    <a:pt x="3253937" y="224292"/>
                  </a:lnTo>
                  <a:lnTo>
                    <a:pt x="3404401" y="192606"/>
                  </a:lnTo>
                  <a:lnTo>
                    <a:pt x="3554865" y="165203"/>
                  </a:lnTo>
                  <a:lnTo>
                    <a:pt x="3705329" y="136858"/>
                  </a:lnTo>
                  <a:lnTo>
                    <a:pt x="3855793" y="107844"/>
                  </a:lnTo>
                  <a:lnTo>
                    <a:pt x="4006257" y="84809"/>
                  </a:lnTo>
                  <a:lnTo>
                    <a:pt x="4156721" y="68258"/>
                  </a:lnTo>
                  <a:lnTo>
                    <a:pt x="4307185" y="53700"/>
                  </a:lnTo>
                  <a:lnTo>
                    <a:pt x="4457649" y="41199"/>
                  </a:lnTo>
                  <a:lnTo>
                    <a:pt x="4608114" y="30814"/>
                  </a:lnTo>
                  <a:lnTo>
                    <a:pt x="4758578" y="22119"/>
                  </a:lnTo>
                  <a:lnTo>
                    <a:pt x="4909042" y="14845"/>
                  </a:lnTo>
                  <a:lnTo>
                    <a:pt x="5059506" y="8999"/>
                  </a:lnTo>
                  <a:lnTo>
                    <a:pt x="5209970" y="4586"/>
                  </a:lnTo>
                  <a:lnTo>
                    <a:pt x="5360434" y="1611"/>
                  </a:lnTo>
                  <a:lnTo>
                    <a:pt x="5510898" y="80"/>
                  </a:lnTo>
                  <a:lnTo>
                    <a:pt x="5661362" y="0"/>
                  </a:lnTo>
                  <a:lnTo>
                    <a:pt x="5811826" y="1374"/>
                  </a:lnTo>
                  <a:lnTo>
                    <a:pt x="5962290" y="4209"/>
                  </a:lnTo>
                  <a:lnTo>
                    <a:pt x="6112754" y="8510"/>
                  </a:lnTo>
                  <a:lnTo>
                    <a:pt x="6145984" y="978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840272"/>
              <a:ext cx="6145984" cy="1360432"/>
            </a:xfrm>
            <a:custGeom>
              <a:avLst/>
              <a:pathLst>
                <a:path w="6145984" h="1360432">
                  <a:moveTo>
                    <a:pt x="0" y="674332"/>
                  </a:moveTo>
                  <a:lnTo>
                    <a:pt x="94192" y="698529"/>
                  </a:lnTo>
                  <a:lnTo>
                    <a:pt x="244656" y="731113"/>
                  </a:lnTo>
                  <a:lnTo>
                    <a:pt x="395120" y="757530"/>
                  </a:lnTo>
                  <a:lnTo>
                    <a:pt x="545584" y="777752"/>
                  </a:lnTo>
                  <a:lnTo>
                    <a:pt x="696048" y="791872"/>
                  </a:lnTo>
                  <a:lnTo>
                    <a:pt x="846512" y="800151"/>
                  </a:lnTo>
                  <a:lnTo>
                    <a:pt x="996976" y="803041"/>
                  </a:lnTo>
                  <a:lnTo>
                    <a:pt x="1147440" y="801152"/>
                  </a:lnTo>
                  <a:lnTo>
                    <a:pt x="1297904" y="795141"/>
                  </a:lnTo>
                  <a:lnTo>
                    <a:pt x="1448369" y="785570"/>
                  </a:lnTo>
                  <a:lnTo>
                    <a:pt x="1598833" y="773324"/>
                  </a:lnTo>
                  <a:lnTo>
                    <a:pt x="1749297" y="758477"/>
                  </a:lnTo>
                  <a:lnTo>
                    <a:pt x="1899761" y="740863"/>
                  </a:lnTo>
                  <a:lnTo>
                    <a:pt x="2050225" y="721433"/>
                  </a:lnTo>
                  <a:lnTo>
                    <a:pt x="2200689" y="706639"/>
                  </a:lnTo>
                  <a:lnTo>
                    <a:pt x="2351153" y="690965"/>
                  </a:lnTo>
                  <a:lnTo>
                    <a:pt x="2501617" y="669776"/>
                  </a:lnTo>
                  <a:lnTo>
                    <a:pt x="2652081" y="649958"/>
                  </a:lnTo>
                  <a:lnTo>
                    <a:pt x="2802545" y="628260"/>
                  </a:lnTo>
                  <a:lnTo>
                    <a:pt x="2953009" y="599873"/>
                  </a:lnTo>
                  <a:lnTo>
                    <a:pt x="3103473" y="566144"/>
                  </a:lnTo>
                  <a:lnTo>
                    <a:pt x="3253937" y="524467"/>
                  </a:lnTo>
                  <a:lnTo>
                    <a:pt x="3404401" y="477911"/>
                  </a:lnTo>
                  <a:lnTo>
                    <a:pt x="3554865" y="436985"/>
                  </a:lnTo>
                  <a:lnTo>
                    <a:pt x="3705329" y="394329"/>
                  </a:lnTo>
                  <a:lnTo>
                    <a:pt x="3855793" y="347992"/>
                  </a:lnTo>
                  <a:lnTo>
                    <a:pt x="4006257" y="311852"/>
                  </a:lnTo>
                  <a:lnTo>
                    <a:pt x="4156721" y="288074"/>
                  </a:lnTo>
                  <a:lnTo>
                    <a:pt x="4307185" y="265389"/>
                  </a:lnTo>
                  <a:lnTo>
                    <a:pt x="4457649" y="243616"/>
                  </a:lnTo>
                  <a:lnTo>
                    <a:pt x="4608114" y="223326"/>
                  </a:lnTo>
                  <a:lnTo>
                    <a:pt x="4758578" y="202770"/>
                  </a:lnTo>
                  <a:lnTo>
                    <a:pt x="4909042" y="181230"/>
                  </a:lnTo>
                  <a:lnTo>
                    <a:pt x="5059506" y="159272"/>
                  </a:lnTo>
                  <a:lnTo>
                    <a:pt x="5209970" y="137238"/>
                  </a:lnTo>
                  <a:lnTo>
                    <a:pt x="5360434" y="115292"/>
                  </a:lnTo>
                  <a:lnTo>
                    <a:pt x="5510898" y="93462"/>
                  </a:lnTo>
                  <a:lnTo>
                    <a:pt x="5661362" y="71682"/>
                  </a:lnTo>
                  <a:lnTo>
                    <a:pt x="5811826" y="49817"/>
                  </a:lnTo>
                  <a:lnTo>
                    <a:pt x="5962290" y="27695"/>
                  </a:lnTo>
                  <a:lnTo>
                    <a:pt x="6112754" y="5126"/>
                  </a:lnTo>
                  <a:lnTo>
                    <a:pt x="6145984" y="0"/>
                  </a:lnTo>
                  <a:lnTo>
                    <a:pt x="6145984" y="523514"/>
                  </a:lnTo>
                  <a:lnTo>
                    <a:pt x="6112754" y="520697"/>
                  </a:lnTo>
                  <a:lnTo>
                    <a:pt x="5962290" y="510563"/>
                  </a:lnTo>
                  <a:lnTo>
                    <a:pt x="5811826" y="502788"/>
                  </a:lnTo>
                  <a:lnTo>
                    <a:pt x="5661362" y="497108"/>
                  </a:lnTo>
                  <a:lnTo>
                    <a:pt x="5510898" y="493275"/>
                  </a:lnTo>
                  <a:lnTo>
                    <a:pt x="5360434" y="491084"/>
                  </a:lnTo>
                  <a:lnTo>
                    <a:pt x="5209970" y="490393"/>
                  </a:lnTo>
                  <a:lnTo>
                    <a:pt x="5059506" y="491157"/>
                  </a:lnTo>
                  <a:lnTo>
                    <a:pt x="4909042" y="493467"/>
                  </a:lnTo>
                  <a:lnTo>
                    <a:pt x="4758578" y="497592"/>
                  </a:lnTo>
                  <a:lnTo>
                    <a:pt x="4608114" y="504024"/>
                  </a:lnTo>
                  <a:lnTo>
                    <a:pt x="4457649" y="513662"/>
                  </a:lnTo>
                  <a:lnTo>
                    <a:pt x="4307185" y="527560"/>
                  </a:lnTo>
                  <a:lnTo>
                    <a:pt x="4156721" y="546231"/>
                  </a:lnTo>
                  <a:lnTo>
                    <a:pt x="4006257" y="569409"/>
                  </a:lnTo>
                  <a:lnTo>
                    <a:pt x="3855793" y="604503"/>
                  </a:lnTo>
                  <a:lnTo>
                    <a:pt x="3705329" y="651908"/>
                  </a:lnTo>
                  <a:lnTo>
                    <a:pt x="3554865" y="698492"/>
                  </a:lnTo>
                  <a:lnTo>
                    <a:pt x="3404401" y="738730"/>
                  </a:lnTo>
                  <a:lnTo>
                    <a:pt x="3253937" y="784465"/>
                  </a:lnTo>
                  <a:lnTo>
                    <a:pt x="3103473" y="831283"/>
                  </a:lnTo>
                  <a:lnTo>
                    <a:pt x="2953009" y="867112"/>
                  </a:lnTo>
                  <a:lnTo>
                    <a:pt x="2802545" y="889100"/>
                  </a:lnTo>
                  <a:lnTo>
                    <a:pt x="2652081" y="908875"/>
                  </a:lnTo>
                  <a:lnTo>
                    <a:pt x="2501617" y="930473"/>
                  </a:lnTo>
                  <a:lnTo>
                    <a:pt x="2351153" y="947754"/>
                  </a:lnTo>
                  <a:lnTo>
                    <a:pt x="2200689" y="961503"/>
                  </a:lnTo>
                  <a:lnTo>
                    <a:pt x="2050225" y="978449"/>
                  </a:lnTo>
                  <a:lnTo>
                    <a:pt x="1899761" y="998753"/>
                  </a:lnTo>
                  <a:lnTo>
                    <a:pt x="1749297" y="1019171"/>
                  </a:lnTo>
                  <a:lnTo>
                    <a:pt x="1598833" y="1039943"/>
                  </a:lnTo>
                  <a:lnTo>
                    <a:pt x="1448369" y="1060892"/>
                  </a:lnTo>
                  <a:lnTo>
                    <a:pt x="1297904" y="1082007"/>
                  </a:lnTo>
                  <a:lnTo>
                    <a:pt x="1147440" y="1104051"/>
                  </a:lnTo>
                  <a:lnTo>
                    <a:pt x="996976" y="1127606"/>
                  </a:lnTo>
                  <a:lnTo>
                    <a:pt x="846512" y="1153355"/>
                  </a:lnTo>
                  <a:lnTo>
                    <a:pt x="696048" y="1181930"/>
                  </a:lnTo>
                  <a:lnTo>
                    <a:pt x="545584" y="1213809"/>
                  </a:lnTo>
                  <a:lnTo>
                    <a:pt x="395120" y="1249276"/>
                  </a:lnTo>
                  <a:lnTo>
                    <a:pt x="244656" y="1288448"/>
                  </a:lnTo>
                  <a:lnTo>
                    <a:pt x="94192" y="1331321"/>
                  </a:lnTo>
                  <a:lnTo>
                    <a:pt x="0" y="136043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840272"/>
              <a:ext cx="6145984" cy="803041"/>
            </a:xfrm>
            <a:custGeom>
              <a:avLst/>
              <a:pathLst>
                <a:path w="6145984" h="803041">
                  <a:moveTo>
                    <a:pt x="0" y="674332"/>
                  </a:moveTo>
                  <a:lnTo>
                    <a:pt x="94192" y="698529"/>
                  </a:lnTo>
                  <a:lnTo>
                    <a:pt x="244656" y="731113"/>
                  </a:lnTo>
                  <a:lnTo>
                    <a:pt x="395120" y="757530"/>
                  </a:lnTo>
                  <a:lnTo>
                    <a:pt x="545584" y="777752"/>
                  </a:lnTo>
                  <a:lnTo>
                    <a:pt x="696048" y="791872"/>
                  </a:lnTo>
                  <a:lnTo>
                    <a:pt x="846512" y="800151"/>
                  </a:lnTo>
                  <a:lnTo>
                    <a:pt x="996976" y="803041"/>
                  </a:lnTo>
                  <a:lnTo>
                    <a:pt x="1147440" y="801152"/>
                  </a:lnTo>
                  <a:lnTo>
                    <a:pt x="1297904" y="795141"/>
                  </a:lnTo>
                  <a:lnTo>
                    <a:pt x="1448369" y="785570"/>
                  </a:lnTo>
                  <a:lnTo>
                    <a:pt x="1598833" y="773324"/>
                  </a:lnTo>
                  <a:lnTo>
                    <a:pt x="1749297" y="758477"/>
                  </a:lnTo>
                  <a:lnTo>
                    <a:pt x="1899761" y="740863"/>
                  </a:lnTo>
                  <a:lnTo>
                    <a:pt x="2050225" y="721433"/>
                  </a:lnTo>
                  <a:lnTo>
                    <a:pt x="2200689" y="706639"/>
                  </a:lnTo>
                  <a:lnTo>
                    <a:pt x="2351153" y="690965"/>
                  </a:lnTo>
                  <a:lnTo>
                    <a:pt x="2501617" y="669776"/>
                  </a:lnTo>
                  <a:lnTo>
                    <a:pt x="2652081" y="649958"/>
                  </a:lnTo>
                  <a:lnTo>
                    <a:pt x="2802545" y="628260"/>
                  </a:lnTo>
                  <a:lnTo>
                    <a:pt x="2953009" y="599873"/>
                  </a:lnTo>
                  <a:lnTo>
                    <a:pt x="3103473" y="566144"/>
                  </a:lnTo>
                  <a:lnTo>
                    <a:pt x="3253937" y="524467"/>
                  </a:lnTo>
                  <a:lnTo>
                    <a:pt x="3404401" y="477911"/>
                  </a:lnTo>
                  <a:lnTo>
                    <a:pt x="3554865" y="436985"/>
                  </a:lnTo>
                  <a:lnTo>
                    <a:pt x="3705329" y="394329"/>
                  </a:lnTo>
                  <a:lnTo>
                    <a:pt x="3855793" y="347992"/>
                  </a:lnTo>
                  <a:lnTo>
                    <a:pt x="4006257" y="311852"/>
                  </a:lnTo>
                  <a:lnTo>
                    <a:pt x="4156721" y="288074"/>
                  </a:lnTo>
                  <a:lnTo>
                    <a:pt x="4307185" y="265389"/>
                  </a:lnTo>
                  <a:lnTo>
                    <a:pt x="4457649" y="243616"/>
                  </a:lnTo>
                  <a:lnTo>
                    <a:pt x="4608114" y="223326"/>
                  </a:lnTo>
                  <a:lnTo>
                    <a:pt x="4758578" y="202770"/>
                  </a:lnTo>
                  <a:lnTo>
                    <a:pt x="4909042" y="181230"/>
                  </a:lnTo>
                  <a:lnTo>
                    <a:pt x="5059506" y="159272"/>
                  </a:lnTo>
                  <a:lnTo>
                    <a:pt x="5209970" y="137238"/>
                  </a:lnTo>
                  <a:lnTo>
                    <a:pt x="5360434" y="115292"/>
                  </a:lnTo>
                  <a:lnTo>
                    <a:pt x="5510898" y="93462"/>
                  </a:lnTo>
                  <a:lnTo>
                    <a:pt x="5661362" y="71682"/>
                  </a:lnTo>
                  <a:lnTo>
                    <a:pt x="5811826" y="49817"/>
                  </a:lnTo>
                  <a:lnTo>
                    <a:pt x="5962290" y="27695"/>
                  </a:lnTo>
                  <a:lnTo>
                    <a:pt x="6112754" y="512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330665"/>
              <a:ext cx="6145984" cy="870039"/>
            </a:xfrm>
            <a:custGeom>
              <a:avLst/>
              <a:pathLst>
                <a:path w="6145984" h="870039">
                  <a:moveTo>
                    <a:pt x="6145984" y="33121"/>
                  </a:moveTo>
                  <a:lnTo>
                    <a:pt x="6112754" y="30303"/>
                  </a:lnTo>
                  <a:lnTo>
                    <a:pt x="5962290" y="20170"/>
                  </a:lnTo>
                  <a:lnTo>
                    <a:pt x="5811826" y="12395"/>
                  </a:lnTo>
                  <a:lnTo>
                    <a:pt x="5661362" y="6714"/>
                  </a:lnTo>
                  <a:lnTo>
                    <a:pt x="5510898" y="2882"/>
                  </a:lnTo>
                  <a:lnTo>
                    <a:pt x="5360434" y="691"/>
                  </a:lnTo>
                  <a:lnTo>
                    <a:pt x="5209970" y="0"/>
                  </a:lnTo>
                  <a:lnTo>
                    <a:pt x="5059506" y="764"/>
                  </a:lnTo>
                  <a:lnTo>
                    <a:pt x="4909042" y="3074"/>
                  </a:lnTo>
                  <a:lnTo>
                    <a:pt x="4758578" y="7199"/>
                  </a:lnTo>
                  <a:lnTo>
                    <a:pt x="4608114" y="13631"/>
                  </a:lnTo>
                  <a:lnTo>
                    <a:pt x="4457649" y="23269"/>
                  </a:lnTo>
                  <a:lnTo>
                    <a:pt x="4307185" y="37167"/>
                  </a:lnTo>
                  <a:lnTo>
                    <a:pt x="4156721" y="55837"/>
                  </a:lnTo>
                  <a:lnTo>
                    <a:pt x="4006257" y="79015"/>
                  </a:lnTo>
                  <a:lnTo>
                    <a:pt x="3855793" y="114109"/>
                  </a:lnTo>
                  <a:lnTo>
                    <a:pt x="3705329" y="161514"/>
                  </a:lnTo>
                  <a:lnTo>
                    <a:pt x="3554865" y="208099"/>
                  </a:lnTo>
                  <a:lnTo>
                    <a:pt x="3404401" y="248337"/>
                  </a:lnTo>
                  <a:lnTo>
                    <a:pt x="3253937" y="294072"/>
                  </a:lnTo>
                  <a:lnTo>
                    <a:pt x="3103473" y="340890"/>
                  </a:lnTo>
                  <a:lnTo>
                    <a:pt x="2953009" y="376719"/>
                  </a:lnTo>
                  <a:lnTo>
                    <a:pt x="2802545" y="398707"/>
                  </a:lnTo>
                  <a:lnTo>
                    <a:pt x="2652081" y="418482"/>
                  </a:lnTo>
                  <a:lnTo>
                    <a:pt x="2501617" y="440079"/>
                  </a:lnTo>
                  <a:lnTo>
                    <a:pt x="2351153" y="457361"/>
                  </a:lnTo>
                  <a:lnTo>
                    <a:pt x="2200689" y="471109"/>
                  </a:lnTo>
                  <a:lnTo>
                    <a:pt x="2050225" y="488055"/>
                  </a:lnTo>
                  <a:lnTo>
                    <a:pt x="1899761" y="508360"/>
                  </a:lnTo>
                  <a:lnTo>
                    <a:pt x="1749297" y="528778"/>
                  </a:lnTo>
                  <a:lnTo>
                    <a:pt x="1598833" y="549550"/>
                  </a:lnTo>
                  <a:lnTo>
                    <a:pt x="1448369" y="570499"/>
                  </a:lnTo>
                  <a:lnTo>
                    <a:pt x="1297904" y="591614"/>
                  </a:lnTo>
                  <a:lnTo>
                    <a:pt x="1147440" y="613658"/>
                  </a:lnTo>
                  <a:lnTo>
                    <a:pt x="996976" y="637213"/>
                  </a:lnTo>
                  <a:lnTo>
                    <a:pt x="846512" y="662962"/>
                  </a:lnTo>
                  <a:lnTo>
                    <a:pt x="696048" y="691537"/>
                  </a:lnTo>
                  <a:lnTo>
                    <a:pt x="545584" y="723416"/>
                  </a:lnTo>
                  <a:lnTo>
                    <a:pt x="395120" y="758882"/>
                  </a:lnTo>
                  <a:lnTo>
                    <a:pt x="244656" y="798054"/>
                  </a:lnTo>
                  <a:lnTo>
                    <a:pt x="94192" y="840928"/>
                  </a:lnTo>
                  <a:lnTo>
                    <a:pt x="0" y="8700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102030"/>
              <a:ext cx="6145984" cy="755625"/>
            </a:xfrm>
            <a:custGeom>
              <a:avLst/>
              <a:pathLst>
                <a:path w="6145984" h="755625">
                  <a:moveTo>
                    <a:pt x="0" y="755625"/>
                  </a:moveTo>
                  <a:lnTo>
                    <a:pt x="94192" y="753168"/>
                  </a:lnTo>
                  <a:lnTo>
                    <a:pt x="244656" y="748023"/>
                  </a:lnTo>
                  <a:lnTo>
                    <a:pt x="395120" y="741645"/>
                  </a:lnTo>
                  <a:lnTo>
                    <a:pt x="545584" y="734023"/>
                  </a:lnTo>
                  <a:lnTo>
                    <a:pt x="696048" y="725144"/>
                  </a:lnTo>
                  <a:lnTo>
                    <a:pt x="846512" y="714996"/>
                  </a:lnTo>
                  <a:lnTo>
                    <a:pt x="996976" y="703566"/>
                  </a:lnTo>
                  <a:lnTo>
                    <a:pt x="1147440" y="690844"/>
                  </a:lnTo>
                  <a:lnTo>
                    <a:pt x="1297904" y="676817"/>
                  </a:lnTo>
                  <a:lnTo>
                    <a:pt x="1448369" y="661473"/>
                  </a:lnTo>
                  <a:lnTo>
                    <a:pt x="1598833" y="644876"/>
                  </a:lnTo>
                  <a:lnTo>
                    <a:pt x="1749297" y="627066"/>
                  </a:lnTo>
                  <a:lnTo>
                    <a:pt x="1899761" y="608051"/>
                  </a:lnTo>
                  <a:lnTo>
                    <a:pt x="2050225" y="588183"/>
                  </a:lnTo>
                  <a:lnTo>
                    <a:pt x="2200689" y="572314"/>
                  </a:lnTo>
                  <a:lnTo>
                    <a:pt x="2351153" y="557602"/>
                  </a:lnTo>
                  <a:lnTo>
                    <a:pt x="2501617" y="538367"/>
                  </a:lnTo>
                  <a:lnTo>
                    <a:pt x="2652081" y="517659"/>
                  </a:lnTo>
                  <a:lnTo>
                    <a:pt x="2802545" y="496923"/>
                  </a:lnTo>
                  <a:lnTo>
                    <a:pt x="2953009" y="471735"/>
                  </a:lnTo>
                  <a:lnTo>
                    <a:pt x="3103473" y="436956"/>
                  </a:lnTo>
                  <a:lnTo>
                    <a:pt x="3253937" y="392709"/>
                  </a:lnTo>
                  <a:lnTo>
                    <a:pt x="3404401" y="346563"/>
                  </a:lnTo>
                  <a:lnTo>
                    <a:pt x="3554865" y="305981"/>
                  </a:lnTo>
                  <a:lnTo>
                    <a:pt x="3705329" y="261361"/>
                  </a:lnTo>
                  <a:lnTo>
                    <a:pt x="3855793" y="214490"/>
                  </a:lnTo>
                  <a:lnTo>
                    <a:pt x="4006257" y="178873"/>
                  </a:lnTo>
                  <a:lnTo>
                    <a:pt x="4156721" y="155395"/>
                  </a:lnTo>
                  <a:lnTo>
                    <a:pt x="4307185" y="134717"/>
                  </a:lnTo>
                  <a:lnTo>
                    <a:pt x="4457649" y="116882"/>
                  </a:lnTo>
                  <a:lnTo>
                    <a:pt x="4608114" y="101918"/>
                  </a:lnTo>
                  <a:lnTo>
                    <a:pt x="4758578" y="88424"/>
                  </a:lnTo>
                  <a:lnTo>
                    <a:pt x="4909042" y="75591"/>
                  </a:lnTo>
                  <a:lnTo>
                    <a:pt x="5059506" y="63457"/>
                  </a:lnTo>
                  <a:lnTo>
                    <a:pt x="5209970" y="52058"/>
                  </a:lnTo>
                  <a:lnTo>
                    <a:pt x="5360434" y="41430"/>
                  </a:lnTo>
                  <a:lnTo>
                    <a:pt x="5510898" y="31611"/>
                  </a:lnTo>
                  <a:lnTo>
                    <a:pt x="5661362" y="22637"/>
                  </a:lnTo>
                  <a:lnTo>
                    <a:pt x="5811826" y="14545"/>
                  </a:lnTo>
                  <a:lnTo>
                    <a:pt x="5962290" y="7372"/>
                  </a:lnTo>
                  <a:lnTo>
                    <a:pt x="6112754" y="115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351554"/>
              <a:ext cx="6145984" cy="859489"/>
            </a:xfrm>
            <a:custGeom>
              <a:avLst/>
              <a:pathLst>
                <a:path w="6145984" h="859489">
                  <a:moveTo>
                    <a:pt x="0" y="0"/>
                  </a:moveTo>
                  <a:lnTo>
                    <a:pt x="94192" y="14265"/>
                  </a:lnTo>
                  <a:lnTo>
                    <a:pt x="244656" y="36704"/>
                  </a:lnTo>
                  <a:lnTo>
                    <a:pt x="395120" y="58780"/>
                  </a:lnTo>
                  <a:lnTo>
                    <a:pt x="545584" y="80533"/>
                  </a:lnTo>
                  <a:lnTo>
                    <a:pt x="696048" y="102084"/>
                  </a:lnTo>
                  <a:lnTo>
                    <a:pt x="846512" y="123672"/>
                  </a:lnTo>
                  <a:lnTo>
                    <a:pt x="996976" y="145672"/>
                  </a:lnTo>
                  <a:lnTo>
                    <a:pt x="1147440" y="168564"/>
                  </a:lnTo>
                  <a:lnTo>
                    <a:pt x="1297904" y="192867"/>
                  </a:lnTo>
                  <a:lnTo>
                    <a:pt x="1448369" y="219060"/>
                  </a:lnTo>
                  <a:lnTo>
                    <a:pt x="1598833" y="248686"/>
                  </a:lnTo>
                  <a:lnTo>
                    <a:pt x="1749297" y="280829"/>
                  </a:lnTo>
                  <a:lnTo>
                    <a:pt x="1899761" y="313476"/>
                  </a:lnTo>
                  <a:lnTo>
                    <a:pt x="2050225" y="345778"/>
                  </a:lnTo>
                  <a:lnTo>
                    <a:pt x="2200689" y="386449"/>
                  </a:lnTo>
                  <a:lnTo>
                    <a:pt x="2351153" y="428973"/>
                  </a:lnTo>
                  <a:lnTo>
                    <a:pt x="2501617" y="464465"/>
                  </a:lnTo>
                  <a:lnTo>
                    <a:pt x="2652081" y="495374"/>
                  </a:lnTo>
                  <a:lnTo>
                    <a:pt x="2802545" y="522184"/>
                  </a:lnTo>
                  <a:lnTo>
                    <a:pt x="2953009" y="544299"/>
                  </a:lnTo>
                  <a:lnTo>
                    <a:pt x="3103473" y="564487"/>
                  </a:lnTo>
                  <a:lnTo>
                    <a:pt x="3253937" y="579368"/>
                  </a:lnTo>
                  <a:lnTo>
                    <a:pt x="3404401" y="589733"/>
                  </a:lnTo>
                  <a:lnTo>
                    <a:pt x="3554865" y="601758"/>
                  </a:lnTo>
                  <a:lnTo>
                    <a:pt x="3705329" y="615319"/>
                  </a:lnTo>
                  <a:lnTo>
                    <a:pt x="3855793" y="625657"/>
                  </a:lnTo>
                  <a:lnTo>
                    <a:pt x="4006257" y="633381"/>
                  </a:lnTo>
                  <a:lnTo>
                    <a:pt x="4156721" y="638987"/>
                  </a:lnTo>
                  <a:lnTo>
                    <a:pt x="4307185" y="640727"/>
                  </a:lnTo>
                  <a:lnTo>
                    <a:pt x="4457649" y="638933"/>
                  </a:lnTo>
                  <a:lnTo>
                    <a:pt x="4608114" y="634475"/>
                  </a:lnTo>
                  <a:lnTo>
                    <a:pt x="4758578" y="627758"/>
                  </a:lnTo>
                  <a:lnTo>
                    <a:pt x="4909042" y="619068"/>
                  </a:lnTo>
                  <a:lnTo>
                    <a:pt x="5059506" y="608782"/>
                  </a:lnTo>
                  <a:lnTo>
                    <a:pt x="5209970" y="597123"/>
                  </a:lnTo>
                  <a:lnTo>
                    <a:pt x="5360434" y="584189"/>
                  </a:lnTo>
                  <a:lnTo>
                    <a:pt x="5510898" y="569982"/>
                  </a:lnTo>
                  <a:lnTo>
                    <a:pt x="5661362" y="554439"/>
                  </a:lnTo>
                  <a:lnTo>
                    <a:pt x="5811826" y="537449"/>
                  </a:lnTo>
                  <a:lnTo>
                    <a:pt x="5962290" y="518875"/>
                  </a:lnTo>
                  <a:lnTo>
                    <a:pt x="6112754" y="498565"/>
                  </a:lnTo>
                  <a:lnTo>
                    <a:pt x="6145984" y="493663"/>
                  </a:lnTo>
                  <a:lnTo>
                    <a:pt x="6145984" y="859489"/>
                  </a:lnTo>
                  <a:lnTo>
                    <a:pt x="6112754" y="858840"/>
                  </a:lnTo>
                  <a:lnTo>
                    <a:pt x="5962290" y="856297"/>
                  </a:lnTo>
                  <a:lnTo>
                    <a:pt x="5811826" y="853980"/>
                  </a:lnTo>
                  <a:lnTo>
                    <a:pt x="5661362" y="851722"/>
                  </a:lnTo>
                  <a:lnTo>
                    <a:pt x="5510898" y="849367"/>
                  </a:lnTo>
                  <a:lnTo>
                    <a:pt x="5360434" y="846788"/>
                  </a:lnTo>
                  <a:lnTo>
                    <a:pt x="5209970" y="843904"/>
                  </a:lnTo>
                  <a:lnTo>
                    <a:pt x="5059506" y="840700"/>
                  </a:lnTo>
                  <a:lnTo>
                    <a:pt x="4909042" y="837255"/>
                  </a:lnTo>
                  <a:lnTo>
                    <a:pt x="4758578" y="833776"/>
                  </a:lnTo>
                  <a:lnTo>
                    <a:pt x="4608114" y="830624"/>
                  </a:lnTo>
                  <a:lnTo>
                    <a:pt x="4457649" y="827638"/>
                  </a:lnTo>
                  <a:lnTo>
                    <a:pt x="4307185" y="823929"/>
                  </a:lnTo>
                  <a:lnTo>
                    <a:pt x="4156721" y="819384"/>
                  </a:lnTo>
                  <a:lnTo>
                    <a:pt x="4006257" y="813359"/>
                  </a:lnTo>
                  <a:lnTo>
                    <a:pt x="3855793" y="804904"/>
                  </a:lnTo>
                  <a:lnTo>
                    <a:pt x="3705329" y="795312"/>
                  </a:lnTo>
                  <a:lnTo>
                    <a:pt x="3554865" y="784497"/>
                  </a:lnTo>
                  <a:lnTo>
                    <a:pt x="3404401" y="771991"/>
                  </a:lnTo>
                  <a:lnTo>
                    <a:pt x="3253937" y="761052"/>
                  </a:lnTo>
                  <a:lnTo>
                    <a:pt x="3103473" y="749763"/>
                  </a:lnTo>
                  <a:lnTo>
                    <a:pt x="2953009" y="731042"/>
                  </a:lnTo>
                  <a:lnTo>
                    <a:pt x="2802545" y="704456"/>
                  </a:lnTo>
                  <a:lnTo>
                    <a:pt x="2652081" y="676302"/>
                  </a:lnTo>
                  <a:lnTo>
                    <a:pt x="2501617" y="646637"/>
                  </a:lnTo>
                  <a:lnTo>
                    <a:pt x="2351153" y="608415"/>
                  </a:lnTo>
                  <a:lnTo>
                    <a:pt x="2200689" y="564545"/>
                  </a:lnTo>
                  <a:lnTo>
                    <a:pt x="2050225" y="525378"/>
                  </a:lnTo>
                  <a:lnTo>
                    <a:pt x="1899761" y="493686"/>
                  </a:lnTo>
                  <a:lnTo>
                    <a:pt x="1749297" y="463000"/>
                  </a:lnTo>
                  <a:lnTo>
                    <a:pt x="1598833" y="434997"/>
                  </a:lnTo>
                  <a:lnTo>
                    <a:pt x="1448369" y="411452"/>
                  </a:lnTo>
                  <a:lnTo>
                    <a:pt x="1297904" y="393326"/>
                  </a:lnTo>
                  <a:lnTo>
                    <a:pt x="1147440" y="380227"/>
                  </a:lnTo>
                  <a:lnTo>
                    <a:pt x="996976" y="372474"/>
                  </a:lnTo>
                  <a:lnTo>
                    <a:pt x="846512" y="370488"/>
                  </a:lnTo>
                  <a:lnTo>
                    <a:pt x="696048" y="374653"/>
                  </a:lnTo>
                  <a:lnTo>
                    <a:pt x="545584" y="385245"/>
                  </a:lnTo>
                  <a:lnTo>
                    <a:pt x="395120" y="402407"/>
                  </a:lnTo>
                  <a:lnTo>
                    <a:pt x="244656" y="426163"/>
                  </a:lnTo>
                  <a:lnTo>
                    <a:pt x="94192" y="456454"/>
                  </a:lnTo>
                  <a:lnTo>
                    <a:pt x="0" y="47943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51554"/>
              <a:ext cx="6145984" cy="640727"/>
            </a:xfrm>
            <a:custGeom>
              <a:avLst/>
              <a:pathLst>
                <a:path w="6145984" h="640727">
                  <a:moveTo>
                    <a:pt x="0" y="0"/>
                  </a:moveTo>
                  <a:lnTo>
                    <a:pt x="94192" y="14265"/>
                  </a:lnTo>
                  <a:lnTo>
                    <a:pt x="244656" y="36704"/>
                  </a:lnTo>
                  <a:lnTo>
                    <a:pt x="395120" y="58780"/>
                  </a:lnTo>
                  <a:lnTo>
                    <a:pt x="545584" y="80533"/>
                  </a:lnTo>
                  <a:lnTo>
                    <a:pt x="696048" y="102084"/>
                  </a:lnTo>
                  <a:lnTo>
                    <a:pt x="846512" y="123672"/>
                  </a:lnTo>
                  <a:lnTo>
                    <a:pt x="996976" y="145672"/>
                  </a:lnTo>
                  <a:lnTo>
                    <a:pt x="1147440" y="168564"/>
                  </a:lnTo>
                  <a:lnTo>
                    <a:pt x="1297904" y="192867"/>
                  </a:lnTo>
                  <a:lnTo>
                    <a:pt x="1448369" y="219060"/>
                  </a:lnTo>
                  <a:lnTo>
                    <a:pt x="1598833" y="248686"/>
                  </a:lnTo>
                  <a:lnTo>
                    <a:pt x="1749297" y="280829"/>
                  </a:lnTo>
                  <a:lnTo>
                    <a:pt x="1899761" y="313476"/>
                  </a:lnTo>
                  <a:lnTo>
                    <a:pt x="2050225" y="345778"/>
                  </a:lnTo>
                  <a:lnTo>
                    <a:pt x="2200689" y="386449"/>
                  </a:lnTo>
                  <a:lnTo>
                    <a:pt x="2351153" y="428973"/>
                  </a:lnTo>
                  <a:lnTo>
                    <a:pt x="2501617" y="464465"/>
                  </a:lnTo>
                  <a:lnTo>
                    <a:pt x="2652081" y="495374"/>
                  </a:lnTo>
                  <a:lnTo>
                    <a:pt x="2802545" y="522184"/>
                  </a:lnTo>
                  <a:lnTo>
                    <a:pt x="2953009" y="544299"/>
                  </a:lnTo>
                  <a:lnTo>
                    <a:pt x="3103473" y="564487"/>
                  </a:lnTo>
                  <a:lnTo>
                    <a:pt x="3253937" y="579368"/>
                  </a:lnTo>
                  <a:lnTo>
                    <a:pt x="3404401" y="589733"/>
                  </a:lnTo>
                  <a:lnTo>
                    <a:pt x="3554865" y="601758"/>
                  </a:lnTo>
                  <a:lnTo>
                    <a:pt x="3705329" y="615319"/>
                  </a:lnTo>
                  <a:lnTo>
                    <a:pt x="3855793" y="625657"/>
                  </a:lnTo>
                  <a:lnTo>
                    <a:pt x="4006257" y="633381"/>
                  </a:lnTo>
                  <a:lnTo>
                    <a:pt x="4156721" y="638987"/>
                  </a:lnTo>
                  <a:lnTo>
                    <a:pt x="4307185" y="640727"/>
                  </a:lnTo>
                  <a:lnTo>
                    <a:pt x="4457649" y="638933"/>
                  </a:lnTo>
                  <a:lnTo>
                    <a:pt x="4608114" y="634475"/>
                  </a:lnTo>
                  <a:lnTo>
                    <a:pt x="4758578" y="627758"/>
                  </a:lnTo>
                  <a:lnTo>
                    <a:pt x="4909042" y="619068"/>
                  </a:lnTo>
                  <a:lnTo>
                    <a:pt x="5059506" y="608782"/>
                  </a:lnTo>
                  <a:lnTo>
                    <a:pt x="5209970" y="597123"/>
                  </a:lnTo>
                  <a:lnTo>
                    <a:pt x="5360434" y="584189"/>
                  </a:lnTo>
                  <a:lnTo>
                    <a:pt x="5510898" y="569982"/>
                  </a:lnTo>
                  <a:lnTo>
                    <a:pt x="5661362" y="554439"/>
                  </a:lnTo>
                  <a:lnTo>
                    <a:pt x="5811826" y="537449"/>
                  </a:lnTo>
                  <a:lnTo>
                    <a:pt x="5962290" y="518875"/>
                  </a:lnTo>
                  <a:lnTo>
                    <a:pt x="6112754" y="498565"/>
                  </a:lnTo>
                  <a:lnTo>
                    <a:pt x="6145984" y="4936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22042"/>
              <a:ext cx="6145984" cy="489001"/>
            </a:xfrm>
            <a:custGeom>
              <a:avLst/>
              <a:pathLst>
                <a:path w="6145984" h="489001">
                  <a:moveTo>
                    <a:pt x="6145984" y="489001"/>
                  </a:moveTo>
                  <a:lnTo>
                    <a:pt x="6112754" y="488352"/>
                  </a:lnTo>
                  <a:lnTo>
                    <a:pt x="5962290" y="485808"/>
                  </a:lnTo>
                  <a:lnTo>
                    <a:pt x="5811826" y="483492"/>
                  </a:lnTo>
                  <a:lnTo>
                    <a:pt x="5661362" y="481234"/>
                  </a:lnTo>
                  <a:lnTo>
                    <a:pt x="5510898" y="478879"/>
                  </a:lnTo>
                  <a:lnTo>
                    <a:pt x="5360434" y="476300"/>
                  </a:lnTo>
                  <a:lnTo>
                    <a:pt x="5209970" y="473416"/>
                  </a:lnTo>
                  <a:lnTo>
                    <a:pt x="5059506" y="470211"/>
                  </a:lnTo>
                  <a:lnTo>
                    <a:pt x="4909042" y="466767"/>
                  </a:lnTo>
                  <a:lnTo>
                    <a:pt x="4758578" y="463288"/>
                  </a:lnTo>
                  <a:lnTo>
                    <a:pt x="4608114" y="460135"/>
                  </a:lnTo>
                  <a:lnTo>
                    <a:pt x="4457649" y="457150"/>
                  </a:lnTo>
                  <a:lnTo>
                    <a:pt x="4307185" y="453441"/>
                  </a:lnTo>
                  <a:lnTo>
                    <a:pt x="4156721" y="448895"/>
                  </a:lnTo>
                  <a:lnTo>
                    <a:pt x="4006257" y="442870"/>
                  </a:lnTo>
                  <a:lnTo>
                    <a:pt x="3855793" y="434415"/>
                  </a:lnTo>
                  <a:lnTo>
                    <a:pt x="3705329" y="424823"/>
                  </a:lnTo>
                  <a:lnTo>
                    <a:pt x="3554865" y="414008"/>
                  </a:lnTo>
                  <a:lnTo>
                    <a:pt x="3404401" y="401502"/>
                  </a:lnTo>
                  <a:lnTo>
                    <a:pt x="3253937" y="390564"/>
                  </a:lnTo>
                  <a:lnTo>
                    <a:pt x="3103473" y="379275"/>
                  </a:lnTo>
                  <a:lnTo>
                    <a:pt x="2953009" y="360554"/>
                  </a:lnTo>
                  <a:lnTo>
                    <a:pt x="2802545" y="333968"/>
                  </a:lnTo>
                  <a:lnTo>
                    <a:pt x="2652081" y="305814"/>
                  </a:lnTo>
                  <a:lnTo>
                    <a:pt x="2501617" y="276148"/>
                  </a:lnTo>
                  <a:lnTo>
                    <a:pt x="2351153" y="237926"/>
                  </a:lnTo>
                  <a:lnTo>
                    <a:pt x="2200689" y="194056"/>
                  </a:lnTo>
                  <a:lnTo>
                    <a:pt x="2050225" y="154890"/>
                  </a:lnTo>
                  <a:lnTo>
                    <a:pt x="1899761" y="123198"/>
                  </a:lnTo>
                  <a:lnTo>
                    <a:pt x="1749297" y="92511"/>
                  </a:lnTo>
                  <a:lnTo>
                    <a:pt x="1598833" y="64508"/>
                  </a:lnTo>
                  <a:lnTo>
                    <a:pt x="1448369" y="40963"/>
                  </a:lnTo>
                  <a:lnTo>
                    <a:pt x="1297904" y="22838"/>
                  </a:lnTo>
                  <a:lnTo>
                    <a:pt x="1147440" y="9738"/>
                  </a:lnTo>
                  <a:lnTo>
                    <a:pt x="996976" y="1986"/>
                  </a:lnTo>
                  <a:lnTo>
                    <a:pt x="846512" y="0"/>
                  </a:lnTo>
                  <a:lnTo>
                    <a:pt x="696048" y="4164"/>
                  </a:lnTo>
                  <a:lnTo>
                    <a:pt x="545584" y="14757"/>
                  </a:lnTo>
                  <a:lnTo>
                    <a:pt x="395120" y="31919"/>
                  </a:lnTo>
                  <a:lnTo>
                    <a:pt x="244656" y="55675"/>
                  </a:lnTo>
                  <a:lnTo>
                    <a:pt x="94192" y="85965"/>
                  </a:lnTo>
                  <a:lnTo>
                    <a:pt x="0" y="1089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582148"/>
              <a:ext cx="6145984" cy="502691"/>
            </a:xfrm>
            <a:custGeom>
              <a:avLst/>
              <a:pathLst>
                <a:path w="6145984" h="502691">
                  <a:moveTo>
                    <a:pt x="0" y="9125"/>
                  </a:moveTo>
                  <a:lnTo>
                    <a:pt x="94192" y="4765"/>
                  </a:lnTo>
                  <a:lnTo>
                    <a:pt x="244656" y="839"/>
                  </a:lnTo>
                  <a:lnTo>
                    <a:pt x="395120" y="0"/>
                  </a:lnTo>
                  <a:lnTo>
                    <a:pt x="545584" y="2295"/>
                  </a:lnTo>
                  <a:lnTo>
                    <a:pt x="696048" y="7774"/>
                  </a:lnTo>
                  <a:lnTo>
                    <a:pt x="846512" y="16486"/>
                  </a:lnTo>
                  <a:lnTo>
                    <a:pt x="996976" y="28479"/>
                  </a:lnTo>
                  <a:lnTo>
                    <a:pt x="1147440" y="43801"/>
                  </a:lnTo>
                  <a:lnTo>
                    <a:pt x="1297904" y="62502"/>
                  </a:lnTo>
                  <a:lnTo>
                    <a:pt x="1448369" y="84661"/>
                  </a:lnTo>
                  <a:lnTo>
                    <a:pt x="1598833" y="111247"/>
                  </a:lnTo>
                  <a:lnTo>
                    <a:pt x="1749297" y="141320"/>
                  </a:lnTo>
                  <a:lnTo>
                    <a:pt x="1899761" y="172987"/>
                  </a:lnTo>
                  <a:lnTo>
                    <a:pt x="2050225" y="204984"/>
                  </a:lnTo>
                  <a:lnTo>
                    <a:pt x="2200689" y="244903"/>
                  </a:lnTo>
                  <a:lnTo>
                    <a:pt x="2351153" y="288100"/>
                  </a:lnTo>
                  <a:lnTo>
                    <a:pt x="2501617" y="324957"/>
                  </a:lnTo>
                  <a:lnTo>
                    <a:pt x="2652081" y="355244"/>
                  </a:lnTo>
                  <a:lnTo>
                    <a:pt x="2802545" y="382726"/>
                  </a:lnTo>
                  <a:lnTo>
                    <a:pt x="2953009" y="407076"/>
                  </a:lnTo>
                  <a:lnTo>
                    <a:pt x="3103473" y="426531"/>
                  </a:lnTo>
                  <a:lnTo>
                    <a:pt x="3253937" y="439616"/>
                  </a:lnTo>
                  <a:lnTo>
                    <a:pt x="3404401" y="450268"/>
                  </a:lnTo>
                  <a:lnTo>
                    <a:pt x="3554865" y="462533"/>
                  </a:lnTo>
                  <a:lnTo>
                    <a:pt x="3705329" y="474721"/>
                  </a:lnTo>
                  <a:lnTo>
                    <a:pt x="3855793" y="484686"/>
                  </a:lnTo>
                  <a:lnTo>
                    <a:pt x="4006257" y="492776"/>
                  </a:lnTo>
                  <a:lnTo>
                    <a:pt x="4156721" y="498591"/>
                  </a:lnTo>
                  <a:lnTo>
                    <a:pt x="4307185" y="501734"/>
                  </a:lnTo>
                  <a:lnTo>
                    <a:pt x="4457649" y="502691"/>
                  </a:lnTo>
                  <a:lnTo>
                    <a:pt x="4608114" y="501955"/>
                  </a:lnTo>
                  <a:lnTo>
                    <a:pt x="4758578" y="500173"/>
                  </a:lnTo>
                  <a:lnTo>
                    <a:pt x="4909042" y="497567"/>
                  </a:lnTo>
                  <a:lnTo>
                    <a:pt x="5059506" y="494146"/>
                  </a:lnTo>
                  <a:lnTo>
                    <a:pt x="5209970" y="489919"/>
                  </a:lnTo>
                  <a:lnTo>
                    <a:pt x="5360434" y="484894"/>
                  </a:lnTo>
                  <a:lnTo>
                    <a:pt x="5510898" y="479081"/>
                  </a:lnTo>
                  <a:lnTo>
                    <a:pt x="5661362" y="472486"/>
                  </a:lnTo>
                  <a:lnTo>
                    <a:pt x="5811826" y="465120"/>
                  </a:lnTo>
                  <a:lnTo>
                    <a:pt x="5962290" y="456991"/>
                  </a:lnTo>
                  <a:lnTo>
                    <a:pt x="6112754" y="448108"/>
                  </a:lnTo>
                  <a:lnTo>
                    <a:pt x="6145984" y="44598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367552"/>
              <a:ext cx="6145984" cy="824990"/>
            </a:xfrm>
            <a:custGeom>
              <a:avLst/>
              <a:pathLst>
                <a:path w="6145984" h="824990">
                  <a:moveTo>
                    <a:pt x="0" y="0"/>
                  </a:moveTo>
                  <a:lnTo>
                    <a:pt x="94192" y="18570"/>
                  </a:lnTo>
                  <a:lnTo>
                    <a:pt x="244656" y="47175"/>
                  </a:lnTo>
                  <a:lnTo>
                    <a:pt x="395120" y="74712"/>
                  </a:lnTo>
                  <a:lnTo>
                    <a:pt x="545584" y="101220"/>
                  </a:lnTo>
                  <a:lnTo>
                    <a:pt x="696048" y="126821"/>
                  </a:lnTo>
                  <a:lnTo>
                    <a:pt x="846512" y="151752"/>
                  </a:lnTo>
                  <a:lnTo>
                    <a:pt x="996976" y="176385"/>
                  </a:lnTo>
                  <a:lnTo>
                    <a:pt x="1147440" y="201197"/>
                  </a:lnTo>
                  <a:lnTo>
                    <a:pt x="1297904" y="226699"/>
                  </a:lnTo>
                  <a:lnTo>
                    <a:pt x="1448369" y="253354"/>
                  </a:lnTo>
                  <a:lnTo>
                    <a:pt x="1598833" y="282224"/>
                  </a:lnTo>
                  <a:lnTo>
                    <a:pt x="1749297" y="312470"/>
                  </a:lnTo>
                  <a:lnTo>
                    <a:pt x="1899761" y="342516"/>
                  </a:lnTo>
                  <a:lnTo>
                    <a:pt x="2050225" y="371837"/>
                  </a:lnTo>
                  <a:lnTo>
                    <a:pt x="2200689" y="407923"/>
                  </a:lnTo>
                  <a:lnTo>
                    <a:pt x="2351153" y="444912"/>
                  </a:lnTo>
                  <a:lnTo>
                    <a:pt x="2501617" y="475329"/>
                  </a:lnTo>
                  <a:lnTo>
                    <a:pt x="2652081" y="501522"/>
                  </a:lnTo>
                  <a:lnTo>
                    <a:pt x="2802545" y="523480"/>
                  </a:lnTo>
                  <a:lnTo>
                    <a:pt x="2953009" y="540770"/>
                  </a:lnTo>
                  <a:lnTo>
                    <a:pt x="3103473" y="555544"/>
                  </a:lnTo>
                  <a:lnTo>
                    <a:pt x="3253937" y="563680"/>
                  </a:lnTo>
                  <a:lnTo>
                    <a:pt x="3404401" y="567589"/>
                  </a:lnTo>
                  <a:lnTo>
                    <a:pt x="3554865" y="575051"/>
                  </a:lnTo>
                  <a:lnTo>
                    <a:pt x="3705329" y="585351"/>
                  </a:lnTo>
                  <a:lnTo>
                    <a:pt x="3855793" y="593011"/>
                  </a:lnTo>
                  <a:lnTo>
                    <a:pt x="4006257" y="598827"/>
                  </a:lnTo>
                  <a:lnTo>
                    <a:pt x="4156721" y="603407"/>
                  </a:lnTo>
                  <a:lnTo>
                    <a:pt x="4307185" y="604834"/>
                  </a:lnTo>
                  <a:lnTo>
                    <a:pt x="4457649" y="603163"/>
                  </a:lnTo>
                  <a:lnTo>
                    <a:pt x="4608114" y="598981"/>
                  </a:lnTo>
                  <a:lnTo>
                    <a:pt x="4758578" y="592581"/>
                  </a:lnTo>
                  <a:lnTo>
                    <a:pt x="4909042" y="584275"/>
                  </a:lnTo>
                  <a:lnTo>
                    <a:pt x="5059506" y="574436"/>
                  </a:lnTo>
                  <a:lnTo>
                    <a:pt x="5209970" y="563286"/>
                  </a:lnTo>
                  <a:lnTo>
                    <a:pt x="5360434" y="550923"/>
                  </a:lnTo>
                  <a:lnTo>
                    <a:pt x="5510898" y="537351"/>
                  </a:lnTo>
                  <a:lnTo>
                    <a:pt x="5661362" y="522509"/>
                  </a:lnTo>
                  <a:lnTo>
                    <a:pt x="5811826" y="506290"/>
                  </a:lnTo>
                  <a:lnTo>
                    <a:pt x="5962290" y="488561"/>
                  </a:lnTo>
                  <a:lnTo>
                    <a:pt x="6112754" y="469175"/>
                  </a:lnTo>
                  <a:lnTo>
                    <a:pt x="6145984" y="464494"/>
                  </a:lnTo>
                  <a:lnTo>
                    <a:pt x="6145984" y="824990"/>
                  </a:lnTo>
                  <a:lnTo>
                    <a:pt x="6112754" y="824200"/>
                  </a:lnTo>
                  <a:lnTo>
                    <a:pt x="5962290" y="821066"/>
                  </a:lnTo>
                  <a:lnTo>
                    <a:pt x="5811826" y="818209"/>
                  </a:lnTo>
                  <a:lnTo>
                    <a:pt x="5661362" y="815460"/>
                  </a:lnTo>
                  <a:lnTo>
                    <a:pt x="5510898" y="812665"/>
                  </a:lnTo>
                  <a:lnTo>
                    <a:pt x="5360434" y="809696"/>
                  </a:lnTo>
                  <a:lnTo>
                    <a:pt x="5209970" y="806471"/>
                  </a:lnTo>
                  <a:lnTo>
                    <a:pt x="5059506" y="802974"/>
                  </a:lnTo>
                  <a:lnTo>
                    <a:pt x="4909042" y="799283"/>
                  </a:lnTo>
                  <a:lnTo>
                    <a:pt x="4758578" y="795597"/>
                  </a:lnTo>
                  <a:lnTo>
                    <a:pt x="4608114" y="792271"/>
                  </a:lnTo>
                  <a:lnTo>
                    <a:pt x="4457649" y="789118"/>
                  </a:lnTo>
                  <a:lnTo>
                    <a:pt x="4307185" y="785366"/>
                  </a:lnTo>
                  <a:lnTo>
                    <a:pt x="4156721" y="781175"/>
                  </a:lnTo>
                  <a:lnTo>
                    <a:pt x="4006257" y="776182"/>
                  </a:lnTo>
                  <a:lnTo>
                    <a:pt x="3855793" y="769646"/>
                  </a:lnTo>
                  <a:lnTo>
                    <a:pt x="3705329" y="762721"/>
                  </a:lnTo>
                  <a:lnTo>
                    <a:pt x="3554865" y="755127"/>
                  </a:lnTo>
                  <a:lnTo>
                    <a:pt x="3404401" y="747191"/>
                  </a:lnTo>
                  <a:lnTo>
                    <a:pt x="3253937" y="742717"/>
                  </a:lnTo>
                  <a:lnTo>
                    <a:pt x="3103473" y="738120"/>
                  </a:lnTo>
                  <a:lnTo>
                    <a:pt x="2953009" y="724792"/>
                  </a:lnTo>
                  <a:lnTo>
                    <a:pt x="2802545" y="703096"/>
                  </a:lnTo>
                  <a:lnTo>
                    <a:pt x="2652081" y="679814"/>
                  </a:lnTo>
                  <a:lnTo>
                    <a:pt x="2501617" y="654846"/>
                  </a:lnTo>
                  <a:lnTo>
                    <a:pt x="2351153" y="621739"/>
                  </a:lnTo>
                  <a:lnTo>
                    <a:pt x="2200689" y="583424"/>
                  </a:lnTo>
                  <a:lnTo>
                    <a:pt x="2050225" y="548819"/>
                  </a:lnTo>
                  <a:lnTo>
                    <a:pt x="1899761" y="520100"/>
                  </a:lnTo>
                  <a:lnTo>
                    <a:pt x="1749297" y="491986"/>
                  </a:lnTo>
                  <a:lnTo>
                    <a:pt x="1598833" y="465819"/>
                  </a:lnTo>
                  <a:lnTo>
                    <a:pt x="1448369" y="442942"/>
                  </a:lnTo>
                  <a:lnTo>
                    <a:pt x="1297904" y="424237"/>
                  </a:lnTo>
                  <a:lnTo>
                    <a:pt x="1147440" y="409775"/>
                  </a:lnTo>
                  <a:lnTo>
                    <a:pt x="996976" y="399883"/>
                  </a:lnTo>
                  <a:lnTo>
                    <a:pt x="846512" y="394971"/>
                  </a:lnTo>
                  <a:lnTo>
                    <a:pt x="696048" y="395417"/>
                  </a:lnTo>
                  <a:lnTo>
                    <a:pt x="545584" y="401491"/>
                  </a:lnTo>
                  <a:lnTo>
                    <a:pt x="395120" y="413331"/>
                  </a:lnTo>
                  <a:lnTo>
                    <a:pt x="244656" y="430959"/>
                  </a:lnTo>
                  <a:lnTo>
                    <a:pt x="94192" y="454314"/>
                  </a:lnTo>
                  <a:lnTo>
                    <a:pt x="0" y="47245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367552"/>
              <a:ext cx="6145984" cy="604834"/>
            </a:xfrm>
            <a:custGeom>
              <a:avLst/>
              <a:pathLst>
                <a:path w="6145984" h="604834">
                  <a:moveTo>
                    <a:pt x="0" y="0"/>
                  </a:moveTo>
                  <a:lnTo>
                    <a:pt x="94192" y="18570"/>
                  </a:lnTo>
                  <a:lnTo>
                    <a:pt x="244656" y="47175"/>
                  </a:lnTo>
                  <a:lnTo>
                    <a:pt x="395120" y="74712"/>
                  </a:lnTo>
                  <a:lnTo>
                    <a:pt x="545584" y="101220"/>
                  </a:lnTo>
                  <a:lnTo>
                    <a:pt x="696048" y="126821"/>
                  </a:lnTo>
                  <a:lnTo>
                    <a:pt x="846512" y="151752"/>
                  </a:lnTo>
                  <a:lnTo>
                    <a:pt x="996976" y="176385"/>
                  </a:lnTo>
                  <a:lnTo>
                    <a:pt x="1147440" y="201197"/>
                  </a:lnTo>
                  <a:lnTo>
                    <a:pt x="1297904" y="226699"/>
                  </a:lnTo>
                  <a:lnTo>
                    <a:pt x="1448369" y="253354"/>
                  </a:lnTo>
                  <a:lnTo>
                    <a:pt x="1598833" y="282224"/>
                  </a:lnTo>
                  <a:lnTo>
                    <a:pt x="1749297" y="312470"/>
                  </a:lnTo>
                  <a:lnTo>
                    <a:pt x="1899761" y="342516"/>
                  </a:lnTo>
                  <a:lnTo>
                    <a:pt x="2050225" y="371837"/>
                  </a:lnTo>
                  <a:lnTo>
                    <a:pt x="2200689" y="407923"/>
                  </a:lnTo>
                  <a:lnTo>
                    <a:pt x="2351153" y="444912"/>
                  </a:lnTo>
                  <a:lnTo>
                    <a:pt x="2501617" y="475329"/>
                  </a:lnTo>
                  <a:lnTo>
                    <a:pt x="2652081" y="501522"/>
                  </a:lnTo>
                  <a:lnTo>
                    <a:pt x="2802545" y="523480"/>
                  </a:lnTo>
                  <a:lnTo>
                    <a:pt x="2953009" y="540770"/>
                  </a:lnTo>
                  <a:lnTo>
                    <a:pt x="3103473" y="555544"/>
                  </a:lnTo>
                  <a:lnTo>
                    <a:pt x="3253937" y="563680"/>
                  </a:lnTo>
                  <a:lnTo>
                    <a:pt x="3404401" y="567589"/>
                  </a:lnTo>
                  <a:lnTo>
                    <a:pt x="3554865" y="575051"/>
                  </a:lnTo>
                  <a:lnTo>
                    <a:pt x="3705329" y="585351"/>
                  </a:lnTo>
                  <a:lnTo>
                    <a:pt x="3855793" y="593011"/>
                  </a:lnTo>
                  <a:lnTo>
                    <a:pt x="4006257" y="598827"/>
                  </a:lnTo>
                  <a:lnTo>
                    <a:pt x="4156721" y="603407"/>
                  </a:lnTo>
                  <a:lnTo>
                    <a:pt x="4307185" y="604834"/>
                  </a:lnTo>
                  <a:lnTo>
                    <a:pt x="4457649" y="603163"/>
                  </a:lnTo>
                  <a:lnTo>
                    <a:pt x="4608114" y="598981"/>
                  </a:lnTo>
                  <a:lnTo>
                    <a:pt x="4758578" y="592581"/>
                  </a:lnTo>
                  <a:lnTo>
                    <a:pt x="4909042" y="584275"/>
                  </a:lnTo>
                  <a:lnTo>
                    <a:pt x="5059506" y="574436"/>
                  </a:lnTo>
                  <a:lnTo>
                    <a:pt x="5209970" y="563286"/>
                  </a:lnTo>
                  <a:lnTo>
                    <a:pt x="5360434" y="550923"/>
                  </a:lnTo>
                  <a:lnTo>
                    <a:pt x="5510898" y="537351"/>
                  </a:lnTo>
                  <a:lnTo>
                    <a:pt x="5661362" y="522509"/>
                  </a:lnTo>
                  <a:lnTo>
                    <a:pt x="5811826" y="506290"/>
                  </a:lnTo>
                  <a:lnTo>
                    <a:pt x="5962290" y="488561"/>
                  </a:lnTo>
                  <a:lnTo>
                    <a:pt x="6112754" y="469175"/>
                  </a:lnTo>
                  <a:lnTo>
                    <a:pt x="6145984" y="4644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62523"/>
              <a:ext cx="6145984" cy="430018"/>
            </a:xfrm>
            <a:custGeom>
              <a:avLst/>
              <a:pathLst>
                <a:path w="6145984" h="430018">
                  <a:moveTo>
                    <a:pt x="6145984" y="430018"/>
                  </a:moveTo>
                  <a:lnTo>
                    <a:pt x="6112754" y="429228"/>
                  </a:lnTo>
                  <a:lnTo>
                    <a:pt x="5962290" y="426095"/>
                  </a:lnTo>
                  <a:lnTo>
                    <a:pt x="5811826" y="423237"/>
                  </a:lnTo>
                  <a:lnTo>
                    <a:pt x="5661362" y="420488"/>
                  </a:lnTo>
                  <a:lnTo>
                    <a:pt x="5510898" y="417693"/>
                  </a:lnTo>
                  <a:lnTo>
                    <a:pt x="5360434" y="414724"/>
                  </a:lnTo>
                  <a:lnTo>
                    <a:pt x="5209970" y="411499"/>
                  </a:lnTo>
                  <a:lnTo>
                    <a:pt x="5059506" y="408003"/>
                  </a:lnTo>
                  <a:lnTo>
                    <a:pt x="4909042" y="404311"/>
                  </a:lnTo>
                  <a:lnTo>
                    <a:pt x="4758578" y="400625"/>
                  </a:lnTo>
                  <a:lnTo>
                    <a:pt x="4608114" y="397299"/>
                  </a:lnTo>
                  <a:lnTo>
                    <a:pt x="4457649" y="394146"/>
                  </a:lnTo>
                  <a:lnTo>
                    <a:pt x="4307185" y="390395"/>
                  </a:lnTo>
                  <a:lnTo>
                    <a:pt x="4156721" y="386203"/>
                  </a:lnTo>
                  <a:lnTo>
                    <a:pt x="4006257" y="381211"/>
                  </a:lnTo>
                  <a:lnTo>
                    <a:pt x="3855793" y="374674"/>
                  </a:lnTo>
                  <a:lnTo>
                    <a:pt x="3705329" y="367750"/>
                  </a:lnTo>
                  <a:lnTo>
                    <a:pt x="3554865" y="360155"/>
                  </a:lnTo>
                  <a:lnTo>
                    <a:pt x="3404401" y="352220"/>
                  </a:lnTo>
                  <a:lnTo>
                    <a:pt x="3253937" y="347745"/>
                  </a:lnTo>
                  <a:lnTo>
                    <a:pt x="3103473" y="343149"/>
                  </a:lnTo>
                  <a:lnTo>
                    <a:pt x="2953009" y="329821"/>
                  </a:lnTo>
                  <a:lnTo>
                    <a:pt x="2802545" y="308124"/>
                  </a:lnTo>
                  <a:lnTo>
                    <a:pt x="2652081" y="284842"/>
                  </a:lnTo>
                  <a:lnTo>
                    <a:pt x="2501617" y="259875"/>
                  </a:lnTo>
                  <a:lnTo>
                    <a:pt x="2351153" y="226767"/>
                  </a:lnTo>
                  <a:lnTo>
                    <a:pt x="2200689" y="188452"/>
                  </a:lnTo>
                  <a:lnTo>
                    <a:pt x="2050225" y="153848"/>
                  </a:lnTo>
                  <a:lnTo>
                    <a:pt x="1899761" y="125128"/>
                  </a:lnTo>
                  <a:lnTo>
                    <a:pt x="1749297" y="97014"/>
                  </a:lnTo>
                  <a:lnTo>
                    <a:pt x="1598833" y="70848"/>
                  </a:lnTo>
                  <a:lnTo>
                    <a:pt x="1448369" y="47971"/>
                  </a:lnTo>
                  <a:lnTo>
                    <a:pt x="1297904" y="29266"/>
                  </a:lnTo>
                  <a:lnTo>
                    <a:pt x="1147440" y="14804"/>
                  </a:lnTo>
                  <a:lnTo>
                    <a:pt x="996976" y="4911"/>
                  </a:lnTo>
                  <a:lnTo>
                    <a:pt x="846512" y="0"/>
                  </a:lnTo>
                  <a:lnTo>
                    <a:pt x="696048" y="446"/>
                  </a:lnTo>
                  <a:lnTo>
                    <a:pt x="545584" y="6520"/>
                  </a:lnTo>
                  <a:lnTo>
                    <a:pt x="395120" y="18360"/>
                  </a:lnTo>
                  <a:lnTo>
                    <a:pt x="244656" y="35988"/>
                  </a:lnTo>
                  <a:lnTo>
                    <a:pt x="94192" y="59343"/>
                  </a:lnTo>
                  <a:lnTo>
                    <a:pt x="0" y="774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603778"/>
              <a:ext cx="6145984" cy="459914"/>
            </a:xfrm>
            <a:custGeom>
              <a:avLst/>
              <a:pathLst>
                <a:path w="6145984" h="459914">
                  <a:moveTo>
                    <a:pt x="0" y="0"/>
                  </a:moveTo>
                  <a:lnTo>
                    <a:pt x="94192" y="216"/>
                  </a:lnTo>
                  <a:lnTo>
                    <a:pt x="244656" y="2841"/>
                  </a:lnTo>
                  <a:lnTo>
                    <a:pt x="395120" y="7796"/>
                  </a:lnTo>
                  <a:lnTo>
                    <a:pt x="545584" y="15130"/>
                  </a:lnTo>
                  <a:lnTo>
                    <a:pt x="696048" y="24893"/>
                  </a:lnTo>
                  <a:lnTo>
                    <a:pt x="846512" y="37136"/>
                  </a:lnTo>
                  <a:lnTo>
                    <a:pt x="996976" y="51908"/>
                  </a:lnTo>
                  <a:lnTo>
                    <a:pt x="1147440" y="69260"/>
                  </a:lnTo>
                  <a:lnTo>
                    <a:pt x="1297904" y="89242"/>
                  </a:lnTo>
                  <a:lnTo>
                    <a:pt x="1448369" y="111922"/>
                  </a:lnTo>
                  <a:lnTo>
                    <a:pt x="1598833" y="137796"/>
                  </a:lnTo>
                  <a:lnTo>
                    <a:pt x="1749297" y="166002"/>
                  </a:lnTo>
                  <a:lnTo>
                    <a:pt x="1899761" y="195082"/>
                  </a:lnTo>
                  <a:lnTo>
                    <a:pt x="2050225" y="224102"/>
                  </a:lnTo>
                  <a:lnTo>
                    <a:pt x="2200689" y="259447"/>
                  </a:lnTo>
                  <a:lnTo>
                    <a:pt x="2351153" y="297100"/>
                  </a:lnTo>
                  <a:lnTo>
                    <a:pt x="2501617" y="328862"/>
                  </a:lnTo>
                  <a:lnTo>
                    <a:pt x="2652081" y="354442"/>
                  </a:lnTo>
                  <a:lnTo>
                    <a:pt x="2802545" y="377062"/>
                  </a:lnTo>
                  <a:lnTo>
                    <a:pt x="2953009" y="396555"/>
                  </a:lnTo>
                  <a:lnTo>
                    <a:pt x="3103473" y="410606"/>
                  </a:lnTo>
                  <a:lnTo>
                    <a:pt x="3253937" y="416972"/>
                  </a:lnTo>
                  <a:lnTo>
                    <a:pt x="3404401" y="421164"/>
                  </a:lnTo>
                  <a:lnTo>
                    <a:pt x="3554865" y="428863"/>
                  </a:lnTo>
                  <a:lnTo>
                    <a:pt x="3705329" y="437810"/>
                  </a:lnTo>
                  <a:lnTo>
                    <a:pt x="3855793" y="445102"/>
                  </a:lnTo>
                  <a:lnTo>
                    <a:pt x="4006257" y="451279"/>
                  </a:lnTo>
                  <a:lnTo>
                    <a:pt x="4156721" y="456065"/>
                  </a:lnTo>
                  <a:lnTo>
                    <a:pt x="4307185" y="458874"/>
                  </a:lnTo>
                  <a:lnTo>
                    <a:pt x="4457649" y="459914"/>
                  </a:lnTo>
                  <a:lnTo>
                    <a:pt x="4608114" y="459400"/>
                  </a:lnTo>
                  <a:lnTo>
                    <a:pt x="4758578" y="457863"/>
                  </a:lnTo>
                  <a:lnTo>
                    <a:pt x="4909042" y="455553"/>
                  </a:lnTo>
                  <a:lnTo>
                    <a:pt x="5059506" y="452479"/>
                  </a:lnTo>
                  <a:lnTo>
                    <a:pt x="5209970" y="448652"/>
                  </a:lnTo>
                  <a:lnTo>
                    <a:pt x="5360434" y="444083"/>
                  </a:lnTo>
                  <a:lnTo>
                    <a:pt x="5510898" y="438782"/>
                  </a:lnTo>
                  <a:lnTo>
                    <a:pt x="5661362" y="432758"/>
                  </a:lnTo>
                  <a:lnTo>
                    <a:pt x="5811826" y="426024"/>
                  </a:lnTo>
                  <a:lnTo>
                    <a:pt x="5962290" y="418588"/>
                  </a:lnTo>
                  <a:lnTo>
                    <a:pt x="6112754" y="410461"/>
                  </a:lnTo>
                  <a:lnTo>
                    <a:pt x="6145984" y="40851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699809"/>
              <a:ext cx="6145984" cy="499572"/>
            </a:xfrm>
            <a:custGeom>
              <a:avLst/>
              <a:pathLst>
                <a:path w="6145984" h="499572">
                  <a:moveTo>
                    <a:pt x="0" y="0"/>
                  </a:moveTo>
                  <a:lnTo>
                    <a:pt x="94192" y="978"/>
                  </a:lnTo>
                  <a:lnTo>
                    <a:pt x="244656" y="3326"/>
                  </a:lnTo>
                  <a:lnTo>
                    <a:pt x="395120" y="6470"/>
                  </a:lnTo>
                  <a:lnTo>
                    <a:pt x="545584" y="10461"/>
                  </a:lnTo>
                  <a:lnTo>
                    <a:pt x="696048" y="15427"/>
                  </a:lnTo>
                  <a:lnTo>
                    <a:pt x="846512" y="21594"/>
                  </a:lnTo>
                  <a:lnTo>
                    <a:pt x="996976" y="29304"/>
                  </a:lnTo>
                  <a:lnTo>
                    <a:pt x="1147440" y="38994"/>
                  </a:lnTo>
                  <a:lnTo>
                    <a:pt x="1297904" y="51129"/>
                  </a:lnTo>
                  <a:lnTo>
                    <a:pt x="1448369" y="66163"/>
                  </a:lnTo>
                  <a:lnTo>
                    <a:pt x="1598833" y="86157"/>
                  </a:lnTo>
                  <a:lnTo>
                    <a:pt x="1749297" y="110031"/>
                  </a:lnTo>
                  <a:lnTo>
                    <a:pt x="1899761" y="135172"/>
                  </a:lnTo>
                  <a:lnTo>
                    <a:pt x="2050225" y="160081"/>
                  </a:lnTo>
                  <a:lnTo>
                    <a:pt x="2200689" y="193150"/>
                  </a:lnTo>
                  <a:lnTo>
                    <a:pt x="2351153" y="227678"/>
                  </a:lnTo>
                  <a:lnTo>
                    <a:pt x="2501617" y="254035"/>
                  </a:lnTo>
                  <a:lnTo>
                    <a:pt x="2652081" y="271114"/>
                  </a:lnTo>
                  <a:lnTo>
                    <a:pt x="2802545" y="281002"/>
                  </a:lnTo>
                  <a:lnTo>
                    <a:pt x="2953009" y="287486"/>
                  </a:lnTo>
                  <a:lnTo>
                    <a:pt x="3103473" y="293073"/>
                  </a:lnTo>
                  <a:lnTo>
                    <a:pt x="3253937" y="289663"/>
                  </a:lnTo>
                  <a:lnTo>
                    <a:pt x="3404401" y="282788"/>
                  </a:lnTo>
                  <a:lnTo>
                    <a:pt x="3554865" y="282950"/>
                  </a:lnTo>
                  <a:lnTo>
                    <a:pt x="3705329" y="287636"/>
                  </a:lnTo>
                  <a:lnTo>
                    <a:pt x="3855793" y="290589"/>
                  </a:lnTo>
                  <a:lnTo>
                    <a:pt x="4006257" y="293756"/>
                  </a:lnTo>
                  <a:lnTo>
                    <a:pt x="4156721" y="297769"/>
                  </a:lnTo>
                  <a:lnTo>
                    <a:pt x="4307185" y="299896"/>
                  </a:lnTo>
                  <a:lnTo>
                    <a:pt x="4457649" y="299856"/>
                  </a:lnTo>
                  <a:lnTo>
                    <a:pt x="4608114" y="297832"/>
                  </a:lnTo>
                  <a:lnTo>
                    <a:pt x="4758578" y="293717"/>
                  </a:lnTo>
                  <a:lnTo>
                    <a:pt x="4909042" y="287683"/>
                  </a:lnTo>
                  <a:lnTo>
                    <a:pt x="5059506" y="280066"/>
                  </a:lnTo>
                  <a:lnTo>
                    <a:pt x="5209970" y="271066"/>
                  </a:lnTo>
                  <a:lnTo>
                    <a:pt x="5360434" y="260778"/>
                  </a:lnTo>
                  <a:lnTo>
                    <a:pt x="5510898" y="249213"/>
                  </a:lnTo>
                  <a:lnTo>
                    <a:pt x="5661362" y="236324"/>
                  </a:lnTo>
                  <a:lnTo>
                    <a:pt x="5811826" y="222027"/>
                  </a:lnTo>
                  <a:lnTo>
                    <a:pt x="5962290" y="206212"/>
                  </a:lnTo>
                  <a:lnTo>
                    <a:pt x="6112754" y="188758"/>
                  </a:lnTo>
                  <a:lnTo>
                    <a:pt x="6145984" y="184515"/>
                  </a:lnTo>
                  <a:lnTo>
                    <a:pt x="6145984" y="499572"/>
                  </a:lnTo>
                  <a:lnTo>
                    <a:pt x="6112754" y="499035"/>
                  </a:lnTo>
                  <a:lnTo>
                    <a:pt x="5962290" y="496807"/>
                  </a:lnTo>
                  <a:lnTo>
                    <a:pt x="5811826" y="494630"/>
                  </a:lnTo>
                  <a:lnTo>
                    <a:pt x="5661362" y="492351"/>
                  </a:lnTo>
                  <a:lnTo>
                    <a:pt x="5510898" y="489825"/>
                  </a:lnTo>
                  <a:lnTo>
                    <a:pt x="5360434" y="486934"/>
                  </a:lnTo>
                  <a:lnTo>
                    <a:pt x="5209970" y="483599"/>
                  </a:lnTo>
                  <a:lnTo>
                    <a:pt x="5059506" y="479798"/>
                  </a:lnTo>
                  <a:lnTo>
                    <a:pt x="4909042" y="475591"/>
                  </a:lnTo>
                  <a:lnTo>
                    <a:pt x="4758578" y="471144"/>
                  </a:lnTo>
                  <a:lnTo>
                    <a:pt x="4608114" y="466760"/>
                  </a:lnTo>
                  <a:lnTo>
                    <a:pt x="4457649" y="462373"/>
                  </a:lnTo>
                  <a:lnTo>
                    <a:pt x="4307185" y="457673"/>
                  </a:lnTo>
                  <a:lnTo>
                    <a:pt x="4156721" y="453130"/>
                  </a:lnTo>
                  <a:lnTo>
                    <a:pt x="4006257" y="448757"/>
                  </a:lnTo>
                  <a:lnTo>
                    <a:pt x="3855793" y="444961"/>
                  </a:lnTo>
                  <a:lnTo>
                    <a:pt x="3705329" y="442650"/>
                  </a:lnTo>
                  <a:lnTo>
                    <a:pt x="3554865" y="440328"/>
                  </a:lnTo>
                  <a:lnTo>
                    <a:pt x="3404401" y="439752"/>
                  </a:lnTo>
                  <a:lnTo>
                    <a:pt x="3253937" y="446133"/>
                  </a:lnTo>
                  <a:lnTo>
                    <a:pt x="3103473" y="452637"/>
                  </a:lnTo>
                  <a:lnTo>
                    <a:pt x="2953009" y="448314"/>
                  </a:lnTo>
                  <a:lnTo>
                    <a:pt x="2802545" y="437978"/>
                  </a:lnTo>
                  <a:lnTo>
                    <a:pt x="2652081" y="426934"/>
                  </a:lnTo>
                  <a:lnTo>
                    <a:pt x="2501617" y="410925"/>
                  </a:lnTo>
                  <a:lnTo>
                    <a:pt x="2351153" y="382217"/>
                  </a:lnTo>
                  <a:lnTo>
                    <a:pt x="2200689" y="346530"/>
                  </a:lnTo>
                  <a:lnTo>
                    <a:pt x="2050225" y="314756"/>
                  </a:lnTo>
                  <a:lnTo>
                    <a:pt x="1899761" y="290373"/>
                  </a:lnTo>
                  <a:lnTo>
                    <a:pt x="1749297" y="266920"/>
                  </a:lnTo>
                  <a:lnTo>
                    <a:pt x="1598833" y="246611"/>
                  </a:lnTo>
                  <a:lnTo>
                    <a:pt x="1448369" y="231855"/>
                  </a:lnTo>
                  <a:lnTo>
                    <a:pt x="1297904" y="223768"/>
                  </a:lnTo>
                  <a:lnTo>
                    <a:pt x="1147440" y="221282"/>
                  </a:lnTo>
                  <a:lnTo>
                    <a:pt x="996976" y="224632"/>
                  </a:lnTo>
                  <a:lnTo>
                    <a:pt x="846512" y="234157"/>
                  </a:lnTo>
                  <a:lnTo>
                    <a:pt x="696048" y="250169"/>
                  </a:lnTo>
                  <a:lnTo>
                    <a:pt x="545584" y="272886"/>
                  </a:lnTo>
                  <a:lnTo>
                    <a:pt x="395120" y="302409"/>
                  </a:lnTo>
                  <a:lnTo>
                    <a:pt x="244656" y="338737"/>
                  </a:lnTo>
                  <a:lnTo>
                    <a:pt x="94192" y="381801"/>
                  </a:lnTo>
                  <a:lnTo>
                    <a:pt x="0" y="41290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99809"/>
              <a:ext cx="6145984" cy="299896"/>
            </a:xfrm>
            <a:custGeom>
              <a:avLst/>
              <a:pathLst>
                <a:path w="6145984" h="299896">
                  <a:moveTo>
                    <a:pt x="0" y="0"/>
                  </a:moveTo>
                  <a:lnTo>
                    <a:pt x="94192" y="978"/>
                  </a:lnTo>
                  <a:lnTo>
                    <a:pt x="244656" y="3326"/>
                  </a:lnTo>
                  <a:lnTo>
                    <a:pt x="395120" y="6470"/>
                  </a:lnTo>
                  <a:lnTo>
                    <a:pt x="545584" y="10461"/>
                  </a:lnTo>
                  <a:lnTo>
                    <a:pt x="696048" y="15427"/>
                  </a:lnTo>
                  <a:lnTo>
                    <a:pt x="846512" y="21594"/>
                  </a:lnTo>
                  <a:lnTo>
                    <a:pt x="996976" y="29304"/>
                  </a:lnTo>
                  <a:lnTo>
                    <a:pt x="1147440" y="38994"/>
                  </a:lnTo>
                  <a:lnTo>
                    <a:pt x="1297904" y="51129"/>
                  </a:lnTo>
                  <a:lnTo>
                    <a:pt x="1448369" y="66163"/>
                  </a:lnTo>
                  <a:lnTo>
                    <a:pt x="1598833" y="86157"/>
                  </a:lnTo>
                  <a:lnTo>
                    <a:pt x="1749297" y="110031"/>
                  </a:lnTo>
                  <a:lnTo>
                    <a:pt x="1899761" y="135172"/>
                  </a:lnTo>
                  <a:lnTo>
                    <a:pt x="2050225" y="160081"/>
                  </a:lnTo>
                  <a:lnTo>
                    <a:pt x="2200689" y="193150"/>
                  </a:lnTo>
                  <a:lnTo>
                    <a:pt x="2351153" y="227678"/>
                  </a:lnTo>
                  <a:lnTo>
                    <a:pt x="2501617" y="254035"/>
                  </a:lnTo>
                  <a:lnTo>
                    <a:pt x="2652081" y="271114"/>
                  </a:lnTo>
                  <a:lnTo>
                    <a:pt x="2802545" y="281002"/>
                  </a:lnTo>
                  <a:lnTo>
                    <a:pt x="2953009" y="287486"/>
                  </a:lnTo>
                  <a:lnTo>
                    <a:pt x="3103473" y="293073"/>
                  </a:lnTo>
                  <a:lnTo>
                    <a:pt x="3253937" y="289663"/>
                  </a:lnTo>
                  <a:lnTo>
                    <a:pt x="3404401" y="282788"/>
                  </a:lnTo>
                  <a:lnTo>
                    <a:pt x="3554865" y="282950"/>
                  </a:lnTo>
                  <a:lnTo>
                    <a:pt x="3705329" y="287636"/>
                  </a:lnTo>
                  <a:lnTo>
                    <a:pt x="3855793" y="290589"/>
                  </a:lnTo>
                  <a:lnTo>
                    <a:pt x="4006257" y="293756"/>
                  </a:lnTo>
                  <a:lnTo>
                    <a:pt x="4156721" y="297769"/>
                  </a:lnTo>
                  <a:lnTo>
                    <a:pt x="4307185" y="299896"/>
                  </a:lnTo>
                  <a:lnTo>
                    <a:pt x="4457649" y="299856"/>
                  </a:lnTo>
                  <a:lnTo>
                    <a:pt x="4608114" y="297832"/>
                  </a:lnTo>
                  <a:lnTo>
                    <a:pt x="4758578" y="293717"/>
                  </a:lnTo>
                  <a:lnTo>
                    <a:pt x="4909042" y="287683"/>
                  </a:lnTo>
                  <a:lnTo>
                    <a:pt x="5059506" y="280066"/>
                  </a:lnTo>
                  <a:lnTo>
                    <a:pt x="5209970" y="271066"/>
                  </a:lnTo>
                  <a:lnTo>
                    <a:pt x="5360434" y="260778"/>
                  </a:lnTo>
                  <a:lnTo>
                    <a:pt x="5510898" y="249213"/>
                  </a:lnTo>
                  <a:lnTo>
                    <a:pt x="5661362" y="236324"/>
                  </a:lnTo>
                  <a:lnTo>
                    <a:pt x="5811826" y="222027"/>
                  </a:lnTo>
                  <a:lnTo>
                    <a:pt x="5962290" y="206212"/>
                  </a:lnTo>
                  <a:lnTo>
                    <a:pt x="6112754" y="188758"/>
                  </a:lnTo>
                  <a:lnTo>
                    <a:pt x="6145984" y="1845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21092"/>
              <a:ext cx="6145984" cy="278290"/>
            </a:xfrm>
            <a:custGeom>
              <a:avLst/>
              <a:pathLst>
                <a:path w="6145984" h="278290">
                  <a:moveTo>
                    <a:pt x="6145984" y="278290"/>
                  </a:moveTo>
                  <a:lnTo>
                    <a:pt x="6112754" y="277752"/>
                  </a:lnTo>
                  <a:lnTo>
                    <a:pt x="5962290" y="275524"/>
                  </a:lnTo>
                  <a:lnTo>
                    <a:pt x="5811826" y="273348"/>
                  </a:lnTo>
                  <a:lnTo>
                    <a:pt x="5661362" y="271068"/>
                  </a:lnTo>
                  <a:lnTo>
                    <a:pt x="5510898" y="268542"/>
                  </a:lnTo>
                  <a:lnTo>
                    <a:pt x="5360434" y="265652"/>
                  </a:lnTo>
                  <a:lnTo>
                    <a:pt x="5209970" y="262317"/>
                  </a:lnTo>
                  <a:lnTo>
                    <a:pt x="5059506" y="258516"/>
                  </a:lnTo>
                  <a:lnTo>
                    <a:pt x="4909042" y="254308"/>
                  </a:lnTo>
                  <a:lnTo>
                    <a:pt x="4758578" y="249861"/>
                  </a:lnTo>
                  <a:lnTo>
                    <a:pt x="4608114" y="245477"/>
                  </a:lnTo>
                  <a:lnTo>
                    <a:pt x="4457649" y="241090"/>
                  </a:lnTo>
                  <a:lnTo>
                    <a:pt x="4307185" y="236391"/>
                  </a:lnTo>
                  <a:lnTo>
                    <a:pt x="4156721" y="231848"/>
                  </a:lnTo>
                  <a:lnTo>
                    <a:pt x="4006257" y="227474"/>
                  </a:lnTo>
                  <a:lnTo>
                    <a:pt x="3855793" y="223678"/>
                  </a:lnTo>
                  <a:lnTo>
                    <a:pt x="3705329" y="221368"/>
                  </a:lnTo>
                  <a:lnTo>
                    <a:pt x="3554865" y="219045"/>
                  </a:lnTo>
                  <a:lnTo>
                    <a:pt x="3404401" y="218469"/>
                  </a:lnTo>
                  <a:lnTo>
                    <a:pt x="3253937" y="224851"/>
                  </a:lnTo>
                  <a:lnTo>
                    <a:pt x="3103473" y="231354"/>
                  </a:lnTo>
                  <a:lnTo>
                    <a:pt x="2953009" y="227031"/>
                  </a:lnTo>
                  <a:lnTo>
                    <a:pt x="2802545" y="216696"/>
                  </a:lnTo>
                  <a:lnTo>
                    <a:pt x="2652081" y="205651"/>
                  </a:lnTo>
                  <a:lnTo>
                    <a:pt x="2501617" y="189642"/>
                  </a:lnTo>
                  <a:lnTo>
                    <a:pt x="2351153" y="160934"/>
                  </a:lnTo>
                  <a:lnTo>
                    <a:pt x="2200689" y="125247"/>
                  </a:lnTo>
                  <a:lnTo>
                    <a:pt x="2050225" y="93473"/>
                  </a:lnTo>
                  <a:lnTo>
                    <a:pt x="1899761" y="69091"/>
                  </a:lnTo>
                  <a:lnTo>
                    <a:pt x="1749297" y="45637"/>
                  </a:lnTo>
                  <a:lnTo>
                    <a:pt x="1598833" y="25328"/>
                  </a:lnTo>
                  <a:lnTo>
                    <a:pt x="1448369" y="10573"/>
                  </a:lnTo>
                  <a:lnTo>
                    <a:pt x="1297904" y="2486"/>
                  </a:lnTo>
                  <a:lnTo>
                    <a:pt x="1147440" y="0"/>
                  </a:lnTo>
                  <a:lnTo>
                    <a:pt x="996976" y="3349"/>
                  </a:lnTo>
                  <a:lnTo>
                    <a:pt x="846512" y="12874"/>
                  </a:lnTo>
                  <a:lnTo>
                    <a:pt x="696048" y="28887"/>
                  </a:lnTo>
                  <a:lnTo>
                    <a:pt x="545584" y="51603"/>
                  </a:lnTo>
                  <a:lnTo>
                    <a:pt x="395120" y="81126"/>
                  </a:lnTo>
                  <a:lnTo>
                    <a:pt x="244656" y="117455"/>
                  </a:lnTo>
                  <a:lnTo>
                    <a:pt x="94192" y="160518"/>
                  </a:lnTo>
                  <a:lnTo>
                    <a:pt x="0" y="1916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26778"/>
              <a:ext cx="6145984" cy="255462"/>
            </a:xfrm>
            <a:custGeom>
              <a:avLst/>
              <a:pathLst>
                <a:path w="6145984" h="255462">
                  <a:moveTo>
                    <a:pt x="0" y="79483"/>
                  </a:moveTo>
                  <a:lnTo>
                    <a:pt x="94192" y="64421"/>
                  </a:lnTo>
                  <a:lnTo>
                    <a:pt x="244656" y="44064"/>
                  </a:lnTo>
                  <a:lnTo>
                    <a:pt x="395120" y="27471"/>
                  </a:lnTo>
                  <a:lnTo>
                    <a:pt x="545584" y="14705"/>
                  </a:lnTo>
                  <a:lnTo>
                    <a:pt x="696048" y="5830"/>
                  </a:lnTo>
                  <a:lnTo>
                    <a:pt x="846512" y="907"/>
                  </a:lnTo>
                  <a:lnTo>
                    <a:pt x="996976" y="0"/>
                  </a:lnTo>
                  <a:lnTo>
                    <a:pt x="1147440" y="3170"/>
                  </a:lnTo>
                  <a:lnTo>
                    <a:pt x="1297904" y="10480"/>
                  </a:lnTo>
                  <a:lnTo>
                    <a:pt x="1448369" y="22041"/>
                  </a:lnTo>
                  <a:lnTo>
                    <a:pt x="1598833" y="39416"/>
                  </a:lnTo>
                  <a:lnTo>
                    <a:pt x="1749297" y="61507"/>
                  </a:lnTo>
                  <a:lnTo>
                    <a:pt x="1899761" y="85804"/>
                  </a:lnTo>
                  <a:lnTo>
                    <a:pt x="2050225" y="110450"/>
                  </a:lnTo>
                  <a:lnTo>
                    <a:pt x="2200689" y="142872"/>
                  </a:lnTo>
                  <a:lnTo>
                    <a:pt x="2351153" y="177979"/>
                  </a:lnTo>
                  <a:lnTo>
                    <a:pt x="2501617" y="205512"/>
                  </a:lnTo>
                  <a:lnTo>
                    <a:pt x="2652081" y="222055"/>
                  </a:lnTo>
                  <a:lnTo>
                    <a:pt x="2802545" y="232522"/>
                  </a:lnTo>
                  <a:lnTo>
                    <a:pt x="2953009" y="240931"/>
                  </a:lnTo>
                  <a:lnTo>
                    <a:pt x="3103473" y="245887"/>
                  </a:lnTo>
                  <a:lnTo>
                    <a:pt x="3253937" y="240930"/>
                  </a:lnTo>
                  <a:lnTo>
                    <a:pt x="3404401" y="234301"/>
                  </a:lnTo>
                  <a:lnTo>
                    <a:pt x="3554865" y="234670"/>
                  </a:lnTo>
                  <a:lnTo>
                    <a:pt x="3705329" y="238175"/>
                  </a:lnTo>
                  <a:lnTo>
                    <a:pt x="3855793" y="240807"/>
                  </a:lnTo>
                  <a:lnTo>
                    <a:pt x="4006257" y="244288"/>
                  </a:lnTo>
                  <a:lnTo>
                    <a:pt x="4156721" y="248481"/>
                  </a:lnTo>
                  <a:lnTo>
                    <a:pt x="4307185" y="251816"/>
                  </a:lnTo>
                  <a:lnTo>
                    <a:pt x="4457649" y="254146"/>
                  </a:lnTo>
                  <a:lnTo>
                    <a:pt x="4608114" y="255328"/>
                  </a:lnTo>
                  <a:lnTo>
                    <a:pt x="4758578" y="255462"/>
                  </a:lnTo>
                  <a:lnTo>
                    <a:pt x="4909042" y="254668"/>
                  </a:lnTo>
                  <a:lnTo>
                    <a:pt x="5059506" y="252964"/>
                  </a:lnTo>
                  <a:lnTo>
                    <a:pt x="5209970" y="250365"/>
                  </a:lnTo>
                  <a:lnTo>
                    <a:pt x="5360434" y="246888"/>
                  </a:lnTo>
                  <a:lnTo>
                    <a:pt x="5510898" y="242550"/>
                  </a:lnTo>
                  <a:lnTo>
                    <a:pt x="5661362" y="237369"/>
                  </a:lnTo>
                  <a:lnTo>
                    <a:pt x="5811826" y="231360"/>
                  </a:lnTo>
                  <a:lnTo>
                    <a:pt x="5962290" y="224541"/>
                  </a:lnTo>
                  <a:lnTo>
                    <a:pt x="6112754" y="216928"/>
                  </a:lnTo>
                  <a:lnTo>
                    <a:pt x="6145984" y="21507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759237"/>
              <a:ext cx="6145984" cy="387682"/>
            </a:xfrm>
            <a:custGeom>
              <a:avLst/>
              <a:pathLst>
                <a:path w="6145984" h="387682">
                  <a:moveTo>
                    <a:pt x="0" y="0"/>
                  </a:moveTo>
                  <a:lnTo>
                    <a:pt x="94192" y="25463"/>
                  </a:lnTo>
                  <a:lnTo>
                    <a:pt x="244656" y="62073"/>
                  </a:lnTo>
                  <a:lnTo>
                    <a:pt x="395120" y="94554"/>
                  </a:lnTo>
                  <a:lnTo>
                    <a:pt x="545584" y="122878"/>
                  </a:lnTo>
                  <a:lnTo>
                    <a:pt x="696048" y="147085"/>
                  </a:lnTo>
                  <a:lnTo>
                    <a:pt x="846512" y="167310"/>
                  </a:lnTo>
                  <a:lnTo>
                    <a:pt x="996976" y="183794"/>
                  </a:lnTo>
                  <a:lnTo>
                    <a:pt x="1147440" y="196864"/>
                  </a:lnTo>
                  <a:lnTo>
                    <a:pt x="1297904" y="206877"/>
                  </a:lnTo>
                  <a:lnTo>
                    <a:pt x="1448369" y="214102"/>
                  </a:lnTo>
                  <a:lnTo>
                    <a:pt x="1598833" y="217886"/>
                  </a:lnTo>
                  <a:lnTo>
                    <a:pt x="1749297" y="218595"/>
                  </a:lnTo>
                  <a:lnTo>
                    <a:pt x="1899761" y="217364"/>
                  </a:lnTo>
                  <a:lnTo>
                    <a:pt x="2050225" y="215710"/>
                  </a:lnTo>
                  <a:lnTo>
                    <a:pt x="2200689" y="214631"/>
                  </a:lnTo>
                  <a:lnTo>
                    <a:pt x="2351153" y="212494"/>
                  </a:lnTo>
                  <a:lnTo>
                    <a:pt x="2501617" y="209937"/>
                  </a:lnTo>
                  <a:lnTo>
                    <a:pt x="2652081" y="208543"/>
                  </a:lnTo>
                  <a:lnTo>
                    <a:pt x="2802545" y="205590"/>
                  </a:lnTo>
                  <a:lnTo>
                    <a:pt x="2953009" y="201289"/>
                  </a:lnTo>
                  <a:lnTo>
                    <a:pt x="3103473" y="198934"/>
                  </a:lnTo>
                  <a:lnTo>
                    <a:pt x="3253937" y="196130"/>
                  </a:lnTo>
                  <a:lnTo>
                    <a:pt x="3404401" y="191678"/>
                  </a:lnTo>
                  <a:lnTo>
                    <a:pt x="3554865" y="188634"/>
                  </a:lnTo>
                  <a:lnTo>
                    <a:pt x="3705329" y="187255"/>
                  </a:lnTo>
                  <a:lnTo>
                    <a:pt x="3855793" y="185196"/>
                  </a:lnTo>
                  <a:lnTo>
                    <a:pt x="4006257" y="183731"/>
                  </a:lnTo>
                  <a:lnTo>
                    <a:pt x="4156721" y="184014"/>
                  </a:lnTo>
                  <a:lnTo>
                    <a:pt x="4307185" y="184053"/>
                  </a:lnTo>
                  <a:lnTo>
                    <a:pt x="4457649" y="182818"/>
                  </a:lnTo>
                  <a:lnTo>
                    <a:pt x="4608114" y="179723"/>
                  </a:lnTo>
                  <a:lnTo>
                    <a:pt x="4758578" y="174940"/>
                  </a:lnTo>
                  <a:lnTo>
                    <a:pt x="4909042" y="169044"/>
                  </a:lnTo>
                  <a:lnTo>
                    <a:pt x="5059506" y="162344"/>
                  </a:lnTo>
                  <a:lnTo>
                    <a:pt x="5209970" y="155023"/>
                  </a:lnTo>
                  <a:lnTo>
                    <a:pt x="5360434" y="147168"/>
                  </a:lnTo>
                  <a:lnTo>
                    <a:pt x="5510898" y="138788"/>
                  </a:lnTo>
                  <a:lnTo>
                    <a:pt x="5661362" y="129837"/>
                  </a:lnTo>
                  <a:lnTo>
                    <a:pt x="5811826" y="120236"/>
                  </a:lnTo>
                  <a:lnTo>
                    <a:pt x="5962290" y="109881"/>
                  </a:lnTo>
                  <a:lnTo>
                    <a:pt x="6112754" y="98660"/>
                  </a:lnTo>
                  <a:lnTo>
                    <a:pt x="6145984" y="95965"/>
                  </a:lnTo>
                  <a:lnTo>
                    <a:pt x="6145984" y="387682"/>
                  </a:lnTo>
                  <a:lnTo>
                    <a:pt x="6112754" y="385950"/>
                  </a:lnTo>
                  <a:lnTo>
                    <a:pt x="5962290" y="378948"/>
                  </a:lnTo>
                  <a:lnTo>
                    <a:pt x="5811826" y="372644"/>
                  </a:lnTo>
                  <a:lnTo>
                    <a:pt x="5661362" y="366896"/>
                  </a:lnTo>
                  <a:lnTo>
                    <a:pt x="5510898" y="361574"/>
                  </a:lnTo>
                  <a:lnTo>
                    <a:pt x="5360434" y="356570"/>
                  </a:lnTo>
                  <a:lnTo>
                    <a:pt x="5209970" y="351811"/>
                  </a:lnTo>
                  <a:lnTo>
                    <a:pt x="5059506" y="347279"/>
                  </a:lnTo>
                  <a:lnTo>
                    <a:pt x="4909042" y="343031"/>
                  </a:lnTo>
                  <a:lnTo>
                    <a:pt x="4758578" y="339223"/>
                  </a:lnTo>
                  <a:lnTo>
                    <a:pt x="4608114" y="336136"/>
                  </a:lnTo>
                  <a:lnTo>
                    <a:pt x="4457649" y="333295"/>
                  </a:lnTo>
                  <a:lnTo>
                    <a:pt x="4307185" y="330141"/>
                  </a:lnTo>
                  <a:lnTo>
                    <a:pt x="4156721" y="327866"/>
                  </a:lnTo>
                  <a:lnTo>
                    <a:pt x="4006257" y="327249"/>
                  </a:lnTo>
                  <a:lnTo>
                    <a:pt x="3855793" y="328131"/>
                  </a:lnTo>
                  <a:lnTo>
                    <a:pt x="3705329" y="330785"/>
                  </a:lnTo>
                  <a:lnTo>
                    <a:pt x="3554865" y="334353"/>
                  </a:lnTo>
                  <a:lnTo>
                    <a:pt x="3404401" y="337014"/>
                  </a:lnTo>
                  <a:lnTo>
                    <a:pt x="3253937" y="341008"/>
                  </a:lnTo>
                  <a:lnTo>
                    <a:pt x="3103473" y="346677"/>
                  </a:lnTo>
                  <a:lnTo>
                    <a:pt x="2953009" y="350202"/>
                  </a:lnTo>
                  <a:lnTo>
                    <a:pt x="2802545" y="350937"/>
                  </a:lnTo>
                  <a:lnTo>
                    <a:pt x="2652081" y="352819"/>
                  </a:lnTo>
                  <a:lnTo>
                    <a:pt x="2501617" y="355204"/>
                  </a:lnTo>
                  <a:lnTo>
                    <a:pt x="2351153" y="355584"/>
                  </a:lnTo>
                  <a:lnTo>
                    <a:pt x="2200689" y="356648"/>
                  </a:lnTo>
                  <a:lnTo>
                    <a:pt x="2050225" y="358926"/>
                  </a:lnTo>
                  <a:lnTo>
                    <a:pt x="1899761" y="361068"/>
                  </a:lnTo>
                  <a:lnTo>
                    <a:pt x="1749297" y="363862"/>
                  </a:lnTo>
                  <a:lnTo>
                    <a:pt x="1598833" y="366453"/>
                  </a:lnTo>
                  <a:lnTo>
                    <a:pt x="1448369" y="367519"/>
                  </a:lnTo>
                  <a:lnTo>
                    <a:pt x="1297904" y="366727"/>
                  </a:lnTo>
                  <a:lnTo>
                    <a:pt x="1147440" y="365648"/>
                  </a:lnTo>
                  <a:lnTo>
                    <a:pt x="996976" y="364651"/>
                  </a:lnTo>
                  <a:lnTo>
                    <a:pt x="846512" y="364125"/>
                  </a:lnTo>
                  <a:lnTo>
                    <a:pt x="696048" y="364436"/>
                  </a:lnTo>
                  <a:lnTo>
                    <a:pt x="545584" y="365861"/>
                  </a:lnTo>
                  <a:lnTo>
                    <a:pt x="395120" y="368568"/>
                  </a:lnTo>
                  <a:lnTo>
                    <a:pt x="244656" y="372636"/>
                  </a:lnTo>
                  <a:lnTo>
                    <a:pt x="94192" y="378072"/>
                  </a:lnTo>
                  <a:lnTo>
                    <a:pt x="0" y="38231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759237"/>
              <a:ext cx="6145984" cy="218595"/>
            </a:xfrm>
            <a:custGeom>
              <a:avLst/>
              <a:pathLst>
                <a:path w="6145984" h="218595">
                  <a:moveTo>
                    <a:pt x="0" y="0"/>
                  </a:moveTo>
                  <a:lnTo>
                    <a:pt x="94192" y="25463"/>
                  </a:lnTo>
                  <a:lnTo>
                    <a:pt x="244656" y="62073"/>
                  </a:lnTo>
                  <a:lnTo>
                    <a:pt x="395120" y="94554"/>
                  </a:lnTo>
                  <a:lnTo>
                    <a:pt x="545584" y="122878"/>
                  </a:lnTo>
                  <a:lnTo>
                    <a:pt x="696048" y="147085"/>
                  </a:lnTo>
                  <a:lnTo>
                    <a:pt x="846512" y="167310"/>
                  </a:lnTo>
                  <a:lnTo>
                    <a:pt x="996976" y="183794"/>
                  </a:lnTo>
                  <a:lnTo>
                    <a:pt x="1147440" y="196864"/>
                  </a:lnTo>
                  <a:lnTo>
                    <a:pt x="1297904" y="206877"/>
                  </a:lnTo>
                  <a:lnTo>
                    <a:pt x="1448369" y="214102"/>
                  </a:lnTo>
                  <a:lnTo>
                    <a:pt x="1598833" y="217886"/>
                  </a:lnTo>
                  <a:lnTo>
                    <a:pt x="1749297" y="218595"/>
                  </a:lnTo>
                  <a:lnTo>
                    <a:pt x="1899761" y="217364"/>
                  </a:lnTo>
                  <a:lnTo>
                    <a:pt x="2050225" y="215710"/>
                  </a:lnTo>
                  <a:lnTo>
                    <a:pt x="2200689" y="214631"/>
                  </a:lnTo>
                  <a:lnTo>
                    <a:pt x="2351153" y="212494"/>
                  </a:lnTo>
                  <a:lnTo>
                    <a:pt x="2501617" y="209937"/>
                  </a:lnTo>
                  <a:lnTo>
                    <a:pt x="2652081" y="208543"/>
                  </a:lnTo>
                  <a:lnTo>
                    <a:pt x="2802545" y="205590"/>
                  </a:lnTo>
                  <a:lnTo>
                    <a:pt x="2953009" y="201289"/>
                  </a:lnTo>
                  <a:lnTo>
                    <a:pt x="3103473" y="198934"/>
                  </a:lnTo>
                  <a:lnTo>
                    <a:pt x="3253937" y="196130"/>
                  </a:lnTo>
                  <a:lnTo>
                    <a:pt x="3404401" y="191678"/>
                  </a:lnTo>
                  <a:lnTo>
                    <a:pt x="3554865" y="188634"/>
                  </a:lnTo>
                  <a:lnTo>
                    <a:pt x="3705329" y="187255"/>
                  </a:lnTo>
                  <a:lnTo>
                    <a:pt x="3855793" y="185196"/>
                  </a:lnTo>
                  <a:lnTo>
                    <a:pt x="4006257" y="183731"/>
                  </a:lnTo>
                  <a:lnTo>
                    <a:pt x="4156721" y="184014"/>
                  </a:lnTo>
                  <a:lnTo>
                    <a:pt x="4307185" y="184053"/>
                  </a:lnTo>
                  <a:lnTo>
                    <a:pt x="4457649" y="182818"/>
                  </a:lnTo>
                  <a:lnTo>
                    <a:pt x="4608114" y="179723"/>
                  </a:lnTo>
                  <a:lnTo>
                    <a:pt x="4758578" y="174940"/>
                  </a:lnTo>
                  <a:lnTo>
                    <a:pt x="4909042" y="169044"/>
                  </a:lnTo>
                  <a:lnTo>
                    <a:pt x="5059506" y="162344"/>
                  </a:lnTo>
                  <a:lnTo>
                    <a:pt x="5209970" y="155023"/>
                  </a:lnTo>
                  <a:lnTo>
                    <a:pt x="5360434" y="147168"/>
                  </a:lnTo>
                  <a:lnTo>
                    <a:pt x="5510898" y="138788"/>
                  </a:lnTo>
                  <a:lnTo>
                    <a:pt x="5661362" y="129837"/>
                  </a:lnTo>
                  <a:lnTo>
                    <a:pt x="5811826" y="120236"/>
                  </a:lnTo>
                  <a:lnTo>
                    <a:pt x="5962290" y="109881"/>
                  </a:lnTo>
                  <a:lnTo>
                    <a:pt x="6112754" y="98660"/>
                  </a:lnTo>
                  <a:lnTo>
                    <a:pt x="6145984" y="959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86486"/>
              <a:ext cx="6145984" cy="60432"/>
            </a:xfrm>
            <a:custGeom>
              <a:avLst/>
              <a:pathLst>
                <a:path w="6145984" h="60432">
                  <a:moveTo>
                    <a:pt x="6145984" y="60432"/>
                  </a:moveTo>
                  <a:lnTo>
                    <a:pt x="6112754" y="58700"/>
                  </a:lnTo>
                  <a:lnTo>
                    <a:pt x="5962290" y="51698"/>
                  </a:lnTo>
                  <a:lnTo>
                    <a:pt x="5811826" y="45394"/>
                  </a:lnTo>
                  <a:lnTo>
                    <a:pt x="5661362" y="39646"/>
                  </a:lnTo>
                  <a:lnTo>
                    <a:pt x="5510898" y="34325"/>
                  </a:lnTo>
                  <a:lnTo>
                    <a:pt x="5360434" y="29321"/>
                  </a:lnTo>
                  <a:lnTo>
                    <a:pt x="5209970" y="24562"/>
                  </a:lnTo>
                  <a:lnTo>
                    <a:pt x="5059506" y="20030"/>
                  </a:lnTo>
                  <a:lnTo>
                    <a:pt x="4909042" y="15781"/>
                  </a:lnTo>
                  <a:lnTo>
                    <a:pt x="4758578" y="11973"/>
                  </a:lnTo>
                  <a:lnTo>
                    <a:pt x="4608114" y="8887"/>
                  </a:lnTo>
                  <a:lnTo>
                    <a:pt x="4457649" y="6045"/>
                  </a:lnTo>
                  <a:lnTo>
                    <a:pt x="4307185" y="2892"/>
                  </a:lnTo>
                  <a:lnTo>
                    <a:pt x="4156721" y="616"/>
                  </a:lnTo>
                  <a:lnTo>
                    <a:pt x="4006257" y="0"/>
                  </a:lnTo>
                  <a:lnTo>
                    <a:pt x="3855793" y="881"/>
                  </a:lnTo>
                  <a:lnTo>
                    <a:pt x="3705329" y="3536"/>
                  </a:lnTo>
                  <a:lnTo>
                    <a:pt x="3554865" y="7104"/>
                  </a:lnTo>
                  <a:lnTo>
                    <a:pt x="3404401" y="9765"/>
                  </a:lnTo>
                  <a:lnTo>
                    <a:pt x="3253937" y="13759"/>
                  </a:lnTo>
                  <a:lnTo>
                    <a:pt x="3103473" y="19427"/>
                  </a:lnTo>
                  <a:lnTo>
                    <a:pt x="2953009" y="22953"/>
                  </a:lnTo>
                  <a:lnTo>
                    <a:pt x="2802545" y="23687"/>
                  </a:lnTo>
                  <a:lnTo>
                    <a:pt x="2652081" y="25569"/>
                  </a:lnTo>
                  <a:lnTo>
                    <a:pt x="2501617" y="27954"/>
                  </a:lnTo>
                  <a:lnTo>
                    <a:pt x="2351153" y="28334"/>
                  </a:lnTo>
                  <a:lnTo>
                    <a:pt x="2200689" y="29398"/>
                  </a:lnTo>
                  <a:lnTo>
                    <a:pt x="2050225" y="31677"/>
                  </a:lnTo>
                  <a:lnTo>
                    <a:pt x="1899761" y="33818"/>
                  </a:lnTo>
                  <a:lnTo>
                    <a:pt x="1749297" y="36612"/>
                  </a:lnTo>
                  <a:lnTo>
                    <a:pt x="1598833" y="39204"/>
                  </a:lnTo>
                  <a:lnTo>
                    <a:pt x="1448369" y="40269"/>
                  </a:lnTo>
                  <a:lnTo>
                    <a:pt x="1297904" y="39477"/>
                  </a:lnTo>
                  <a:lnTo>
                    <a:pt x="1147440" y="38399"/>
                  </a:lnTo>
                  <a:lnTo>
                    <a:pt x="996976" y="37401"/>
                  </a:lnTo>
                  <a:lnTo>
                    <a:pt x="846512" y="36876"/>
                  </a:lnTo>
                  <a:lnTo>
                    <a:pt x="696048" y="37187"/>
                  </a:lnTo>
                  <a:lnTo>
                    <a:pt x="545584" y="38611"/>
                  </a:lnTo>
                  <a:lnTo>
                    <a:pt x="395120" y="41319"/>
                  </a:lnTo>
                  <a:lnTo>
                    <a:pt x="244656" y="45386"/>
                  </a:lnTo>
                  <a:lnTo>
                    <a:pt x="94192" y="50822"/>
                  </a:lnTo>
                  <a:lnTo>
                    <a:pt x="0" y="550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50394"/>
              <a:ext cx="6145984" cy="101013"/>
            </a:xfrm>
            <a:custGeom>
              <a:avLst/>
              <a:pathLst>
                <a:path w="6145984" h="101013">
                  <a:moveTo>
                    <a:pt x="0" y="0"/>
                  </a:moveTo>
                  <a:lnTo>
                    <a:pt x="94192" y="10610"/>
                  </a:lnTo>
                  <a:lnTo>
                    <a:pt x="244656" y="26198"/>
                  </a:lnTo>
                  <a:lnTo>
                    <a:pt x="395120" y="40404"/>
                  </a:lnTo>
                  <a:lnTo>
                    <a:pt x="545584" y="53212"/>
                  </a:lnTo>
                  <a:lnTo>
                    <a:pt x="696048" y="64604"/>
                  </a:lnTo>
                  <a:lnTo>
                    <a:pt x="846512" y="74561"/>
                  </a:lnTo>
                  <a:lnTo>
                    <a:pt x="996976" y="83065"/>
                  </a:lnTo>
                  <a:lnTo>
                    <a:pt x="1147440" y="90099"/>
                  </a:lnTo>
                  <a:lnTo>
                    <a:pt x="1297904" y="95645"/>
                  </a:lnTo>
                  <a:lnTo>
                    <a:pt x="1448369" y="99653"/>
                  </a:lnTo>
                  <a:lnTo>
                    <a:pt x="1598833" y="101013"/>
                  </a:lnTo>
                  <a:lnTo>
                    <a:pt x="1749297" y="100072"/>
                  </a:lnTo>
                  <a:lnTo>
                    <a:pt x="1899761" y="98059"/>
                  </a:lnTo>
                  <a:lnTo>
                    <a:pt x="2050225" y="96161"/>
                  </a:lnTo>
                  <a:lnTo>
                    <a:pt x="2200689" y="94483"/>
                  </a:lnTo>
                  <a:lnTo>
                    <a:pt x="2351153" y="92882"/>
                  </a:lnTo>
                  <a:lnTo>
                    <a:pt x="2501617" y="91414"/>
                  </a:lnTo>
                  <a:lnTo>
                    <a:pt x="2652081" y="89524"/>
                  </a:lnTo>
                  <a:lnTo>
                    <a:pt x="2802545" y="87107"/>
                  </a:lnTo>
                  <a:lnTo>
                    <a:pt x="2953009" y="84589"/>
                  </a:lnTo>
                  <a:lnTo>
                    <a:pt x="3103473" y="81648"/>
                  </a:lnTo>
                  <a:lnTo>
                    <a:pt x="3253937" y="77413"/>
                  </a:lnTo>
                  <a:lnTo>
                    <a:pt x="3404401" y="73189"/>
                  </a:lnTo>
                  <a:lnTo>
                    <a:pt x="3554865" y="70337"/>
                  </a:lnTo>
                  <a:lnTo>
                    <a:pt x="3705329" y="67864"/>
                  </a:lnTo>
                  <a:lnTo>
                    <a:pt x="3855793" y="65506"/>
                  </a:lnTo>
                  <a:lnTo>
                    <a:pt x="4006257" y="64333"/>
                  </a:lnTo>
                  <a:lnTo>
                    <a:pt x="4156721" y="64783"/>
                  </a:lnTo>
                  <a:lnTo>
                    <a:pt x="4307185" y="65940"/>
                  </a:lnTo>
                  <a:lnTo>
                    <a:pt x="4457649" y="66899"/>
                  </a:lnTo>
                  <a:lnTo>
                    <a:pt x="4608114" y="66773"/>
                  </a:lnTo>
                  <a:lnTo>
                    <a:pt x="4758578" y="65925"/>
                  </a:lnTo>
                  <a:lnTo>
                    <a:pt x="4909042" y="64881"/>
                  </a:lnTo>
                  <a:lnTo>
                    <a:pt x="5059506" y="63655"/>
                  </a:lnTo>
                  <a:lnTo>
                    <a:pt x="5209970" y="62260"/>
                  </a:lnTo>
                  <a:lnTo>
                    <a:pt x="5360434" y="60712"/>
                  </a:lnTo>
                  <a:lnTo>
                    <a:pt x="5510898" y="59024"/>
                  </a:lnTo>
                  <a:lnTo>
                    <a:pt x="5661362" y="57210"/>
                  </a:lnTo>
                  <a:lnTo>
                    <a:pt x="5811826" y="55283"/>
                  </a:lnTo>
                  <a:lnTo>
                    <a:pt x="5962290" y="53258"/>
                  </a:lnTo>
                  <a:lnTo>
                    <a:pt x="6112754" y="51148"/>
                  </a:lnTo>
                  <a:lnTo>
                    <a:pt x="6145984" y="50666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650582"/>
              <a:ext cx="6145984" cy="497743"/>
            </a:xfrm>
            <a:custGeom>
              <a:avLst/>
              <a:pathLst>
                <a:path w="6145984" h="497743">
                  <a:moveTo>
                    <a:pt x="0" y="0"/>
                  </a:moveTo>
                  <a:lnTo>
                    <a:pt x="94192" y="25897"/>
                  </a:lnTo>
                  <a:lnTo>
                    <a:pt x="244656" y="62401"/>
                  </a:lnTo>
                  <a:lnTo>
                    <a:pt x="395120" y="93957"/>
                  </a:lnTo>
                  <a:lnTo>
                    <a:pt x="545584" y="120538"/>
                  </a:lnTo>
                  <a:lnTo>
                    <a:pt x="696048" y="142202"/>
                  </a:lnTo>
                  <a:lnTo>
                    <a:pt x="846512" y="159129"/>
                  </a:lnTo>
                  <a:lnTo>
                    <a:pt x="996976" y="171639"/>
                  </a:lnTo>
                  <a:lnTo>
                    <a:pt x="1147440" y="180164"/>
                  </a:lnTo>
                  <a:lnTo>
                    <a:pt x="1297904" y="185172"/>
                  </a:lnTo>
                  <a:lnTo>
                    <a:pt x="1448369" y="187023"/>
                  </a:lnTo>
                  <a:lnTo>
                    <a:pt x="1598833" y="184911"/>
                  </a:lnTo>
                  <a:lnTo>
                    <a:pt x="1749297" y="179293"/>
                  </a:lnTo>
                  <a:lnTo>
                    <a:pt x="1899761" y="171590"/>
                  </a:lnTo>
                  <a:lnTo>
                    <a:pt x="2050225" y="163584"/>
                  </a:lnTo>
                  <a:lnTo>
                    <a:pt x="2200689" y="154618"/>
                  </a:lnTo>
                  <a:lnTo>
                    <a:pt x="2351153" y="143650"/>
                  </a:lnTo>
                  <a:lnTo>
                    <a:pt x="2501617" y="133702"/>
                  </a:lnTo>
                  <a:lnTo>
                    <a:pt x="2652081" y="123887"/>
                  </a:lnTo>
                  <a:lnTo>
                    <a:pt x="2802545" y="110699"/>
                  </a:lnTo>
                  <a:lnTo>
                    <a:pt x="2953009" y="98699"/>
                  </a:lnTo>
                  <a:lnTo>
                    <a:pt x="3103473" y="94651"/>
                  </a:lnTo>
                  <a:lnTo>
                    <a:pt x="3253937" y="92730"/>
                  </a:lnTo>
                  <a:lnTo>
                    <a:pt x="3404401" y="90327"/>
                  </a:lnTo>
                  <a:lnTo>
                    <a:pt x="3554865" y="90574"/>
                  </a:lnTo>
                  <a:lnTo>
                    <a:pt x="3705329" y="96128"/>
                  </a:lnTo>
                  <a:lnTo>
                    <a:pt x="3855793" y="102848"/>
                  </a:lnTo>
                  <a:lnTo>
                    <a:pt x="4006257" y="108695"/>
                  </a:lnTo>
                  <a:lnTo>
                    <a:pt x="4156721" y="114850"/>
                  </a:lnTo>
                  <a:lnTo>
                    <a:pt x="4307185" y="120965"/>
                  </a:lnTo>
                  <a:lnTo>
                    <a:pt x="4457649" y="125336"/>
                  </a:lnTo>
                  <a:lnTo>
                    <a:pt x="4608114" y="126841"/>
                  </a:lnTo>
                  <a:lnTo>
                    <a:pt x="4758578" y="125907"/>
                  </a:lnTo>
                  <a:lnTo>
                    <a:pt x="4909042" y="123525"/>
                  </a:lnTo>
                  <a:lnTo>
                    <a:pt x="5059506" y="120094"/>
                  </a:lnTo>
                  <a:lnTo>
                    <a:pt x="5209970" y="115851"/>
                  </a:lnTo>
                  <a:lnTo>
                    <a:pt x="5360434" y="110902"/>
                  </a:lnTo>
                  <a:lnTo>
                    <a:pt x="5510898" y="105257"/>
                  </a:lnTo>
                  <a:lnTo>
                    <a:pt x="5661362" y="98855"/>
                  </a:lnTo>
                  <a:lnTo>
                    <a:pt x="5811826" y="91587"/>
                  </a:lnTo>
                  <a:lnTo>
                    <a:pt x="5962290" y="83317"/>
                  </a:lnTo>
                  <a:lnTo>
                    <a:pt x="6112754" y="73893"/>
                  </a:lnTo>
                  <a:lnTo>
                    <a:pt x="6145984" y="71523"/>
                  </a:lnTo>
                  <a:lnTo>
                    <a:pt x="6145984" y="451316"/>
                  </a:lnTo>
                  <a:lnTo>
                    <a:pt x="6112754" y="447923"/>
                  </a:lnTo>
                  <a:lnTo>
                    <a:pt x="5962290" y="433622"/>
                  </a:lnTo>
                  <a:lnTo>
                    <a:pt x="5811826" y="420204"/>
                  </a:lnTo>
                  <a:lnTo>
                    <a:pt x="5661362" y="407488"/>
                  </a:lnTo>
                  <a:lnTo>
                    <a:pt x="5510898" y="395309"/>
                  </a:lnTo>
                  <a:lnTo>
                    <a:pt x="5360434" y="383528"/>
                  </a:lnTo>
                  <a:lnTo>
                    <a:pt x="5209970" y="372054"/>
                  </a:lnTo>
                  <a:lnTo>
                    <a:pt x="5059506" y="360866"/>
                  </a:lnTo>
                  <a:lnTo>
                    <a:pt x="4909042" y="350043"/>
                  </a:lnTo>
                  <a:lnTo>
                    <a:pt x="4758578" y="339790"/>
                  </a:lnTo>
                  <a:lnTo>
                    <a:pt x="4608114" y="330478"/>
                  </a:lnTo>
                  <a:lnTo>
                    <a:pt x="4457649" y="321245"/>
                  </a:lnTo>
                  <a:lnTo>
                    <a:pt x="4307185" y="311162"/>
                  </a:lnTo>
                  <a:lnTo>
                    <a:pt x="4156721" y="302134"/>
                  </a:lnTo>
                  <a:lnTo>
                    <a:pt x="4006257" y="295544"/>
                  </a:lnTo>
                  <a:lnTo>
                    <a:pt x="3855793" y="288938"/>
                  </a:lnTo>
                  <a:lnTo>
                    <a:pt x="3705329" y="282993"/>
                  </a:lnTo>
                  <a:lnTo>
                    <a:pt x="3554865" y="280289"/>
                  </a:lnTo>
                  <a:lnTo>
                    <a:pt x="3404401" y="279543"/>
                  </a:lnTo>
                  <a:lnTo>
                    <a:pt x="3253937" y="281350"/>
                  </a:lnTo>
                  <a:lnTo>
                    <a:pt x="3103473" y="287000"/>
                  </a:lnTo>
                  <a:lnTo>
                    <a:pt x="2953009" y="292572"/>
                  </a:lnTo>
                  <a:lnTo>
                    <a:pt x="2802545" y="299930"/>
                  </a:lnTo>
                  <a:lnTo>
                    <a:pt x="2652081" y="311723"/>
                  </a:lnTo>
                  <a:lnTo>
                    <a:pt x="2501617" y="322829"/>
                  </a:lnTo>
                  <a:lnTo>
                    <a:pt x="2351153" y="329943"/>
                  </a:lnTo>
                  <a:lnTo>
                    <a:pt x="2200689" y="339513"/>
                  </a:lnTo>
                  <a:lnTo>
                    <a:pt x="2050225" y="350040"/>
                  </a:lnTo>
                  <a:lnTo>
                    <a:pt x="1899761" y="358680"/>
                  </a:lnTo>
                  <a:lnTo>
                    <a:pt x="1749297" y="368418"/>
                  </a:lnTo>
                  <a:lnTo>
                    <a:pt x="1598833" y="378335"/>
                  </a:lnTo>
                  <a:lnTo>
                    <a:pt x="1448369" y="386760"/>
                  </a:lnTo>
                  <a:lnTo>
                    <a:pt x="1297904" y="393285"/>
                  </a:lnTo>
                  <a:lnTo>
                    <a:pt x="1147440" y="399907"/>
                  </a:lnTo>
                  <a:lnTo>
                    <a:pt x="996976" y="407100"/>
                  </a:lnTo>
                  <a:lnTo>
                    <a:pt x="846512" y="415368"/>
                  </a:lnTo>
                  <a:lnTo>
                    <a:pt x="696048" y="425177"/>
                  </a:lnTo>
                  <a:lnTo>
                    <a:pt x="545584" y="436884"/>
                  </a:lnTo>
                  <a:lnTo>
                    <a:pt x="395120" y="450704"/>
                  </a:lnTo>
                  <a:lnTo>
                    <a:pt x="244656" y="466729"/>
                  </a:lnTo>
                  <a:lnTo>
                    <a:pt x="94192" y="484968"/>
                  </a:lnTo>
                  <a:lnTo>
                    <a:pt x="0" y="49774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650582"/>
              <a:ext cx="6145984" cy="187023"/>
            </a:xfrm>
            <a:custGeom>
              <a:avLst/>
              <a:pathLst>
                <a:path w="6145984" h="187023">
                  <a:moveTo>
                    <a:pt x="0" y="0"/>
                  </a:moveTo>
                  <a:lnTo>
                    <a:pt x="94192" y="25897"/>
                  </a:lnTo>
                  <a:lnTo>
                    <a:pt x="244656" y="62401"/>
                  </a:lnTo>
                  <a:lnTo>
                    <a:pt x="395120" y="93957"/>
                  </a:lnTo>
                  <a:lnTo>
                    <a:pt x="545584" y="120538"/>
                  </a:lnTo>
                  <a:lnTo>
                    <a:pt x="696048" y="142202"/>
                  </a:lnTo>
                  <a:lnTo>
                    <a:pt x="846512" y="159129"/>
                  </a:lnTo>
                  <a:lnTo>
                    <a:pt x="996976" y="171639"/>
                  </a:lnTo>
                  <a:lnTo>
                    <a:pt x="1147440" y="180164"/>
                  </a:lnTo>
                  <a:lnTo>
                    <a:pt x="1297904" y="185172"/>
                  </a:lnTo>
                  <a:lnTo>
                    <a:pt x="1448369" y="187023"/>
                  </a:lnTo>
                  <a:lnTo>
                    <a:pt x="1598833" y="184911"/>
                  </a:lnTo>
                  <a:lnTo>
                    <a:pt x="1749297" y="179293"/>
                  </a:lnTo>
                  <a:lnTo>
                    <a:pt x="1899761" y="171590"/>
                  </a:lnTo>
                  <a:lnTo>
                    <a:pt x="2050225" y="163584"/>
                  </a:lnTo>
                  <a:lnTo>
                    <a:pt x="2200689" y="154618"/>
                  </a:lnTo>
                  <a:lnTo>
                    <a:pt x="2351153" y="143650"/>
                  </a:lnTo>
                  <a:lnTo>
                    <a:pt x="2501617" y="133702"/>
                  </a:lnTo>
                  <a:lnTo>
                    <a:pt x="2652081" y="123887"/>
                  </a:lnTo>
                  <a:lnTo>
                    <a:pt x="2802545" y="110699"/>
                  </a:lnTo>
                  <a:lnTo>
                    <a:pt x="2953009" y="98699"/>
                  </a:lnTo>
                  <a:lnTo>
                    <a:pt x="3103473" y="94651"/>
                  </a:lnTo>
                  <a:lnTo>
                    <a:pt x="3253937" y="92730"/>
                  </a:lnTo>
                  <a:lnTo>
                    <a:pt x="3404401" y="90327"/>
                  </a:lnTo>
                  <a:lnTo>
                    <a:pt x="3554865" y="90574"/>
                  </a:lnTo>
                  <a:lnTo>
                    <a:pt x="3705329" y="96128"/>
                  </a:lnTo>
                  <a:lnTo>
                    <a:pt x="3855793" y="102848"/>
                  </a:lnTo>
                  <a:lnTo>
                    <a:pt x="4006257" y="108695"/>
                  </a:lnTo>
                  <a:lnTo>
                    <a:pt x="4156721" y="114850"/>
                  </a:lnTo>
                  <a:lnTo>
                    <a:pt x="4307185" y="120965"/>
                  </a:lnTo>
                  <a:lnTo>
                    <a:pt x="4457649" y="125336"/>
                  </a:lnTo>
                  <a:lnTo>
                    <a:pt x="4608114" y="126841"/>
                  </a:lnTo>
                  <a:lnTo>
                    <a:pt x="4758578" y="125907"/>
                  </a:lnTo>
                  <a:lnTo>
                    <a:pt x="4909042" y="123525"/>
                  </a:lnTo>
                  <a:lnTo>
                    <a:pt x="5059506" y="120094"/>
                  </a:lnTo>
                  <a:lnTo>
                    <a:pt x="5209970" y="115851"/>
                  </a:lnTo>
                  <a:lnTo>
                    <a:pt x="5360434" y="110902"/>
                  </a:lnTo>
                  <a:lnTo>
                    <a:pt x="5510898" y="105257"/>
                  </a:lnTo>
                  <a:lnTo>
                    <a:pt x="5661362" y="98855"/>
                  </a:lnTo>
                  <a:lnTo>
                    <a:pt x="5811826" y="91587"/>
                  </a:lnTo>
                  <a:lnTo>
                    <a:pt x="5962290" y="83317"/>
                  </a:lnTo>
                  <a:lnTo>
                    <a:pt x="6112754" y="73893"/>
                  </a:lnTo>
                  <a:lnTo>
                    <a:pt x="6145984" y="715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30126"/>
              <a:ext cx="6145984" cy="218199"/>
            </a:xfrm>
            <a:custGeom>
              <a:avLst/>
              <a:pathLst>
                <a:path w="6145984" h="218199">
                  <a:moveTo>
                    <a:pt x="6145984" y="171773"/>
                  </a:moveTo>
                  <a:lnTo>
                    <a:pt x="6112754" y="168379"/>
                  </a:lnTo>
                  <a:lnTo>
                    <a:pt x="5962290" y="154078"/>
                  </a:lnTo>
                  <a:lnTo>
                    <a:pt x="5811826" y="140660"/>
                  </a:lnTo>
                  <a:lnTo>
                    <a:pt x="5661362" y="127945"/>
                  </a:lnTo>
                  <a:lnTo>
                    <a:pt x="5510898" y="115765"/>
                  </a:lnTo>
                  <a:lnTo>
                    <a:pt x="5360434" y="103984"/>
                  </a:lnTo>
                  <a:lnTo>
                    <a:pt x="5209970" y="92510"/>
                  </a:lnTo>
                  <a:lnTo>
                    <a:pt x="5059506" y="81323"/>
                  </a:lnTo>
                  <a:lnTo>
                    <a:pt x="4909042" y="70499"/>
                  </a:lnTo>
                  <a:lnTo>
                    <a:pt x="4758578" y="60247"/>
                  </a:lnTo>
                  <a:lnTo>
                    <a:pt x="4608114" y="50934"/>
                  </a:lnTo>
                  <a:lnTo>
                    <a:pt x="4457649" y="41702"/>
                  </a:lnTo>
                  <a:lnTo>
                    <a:pt x="4307185" y="31618"/>
                  </a:lnTo>
                  <a:lnTo>
                    <a:pt x="4156721" y="22590"/>
                  </a:lnTo>
                  <a:lnTo>
                    <a:pt x="4006257" y="16001"/>
                  </a:lnTo>
                  <a:lnTo>
                    <a:pt x="3855793" y="9395"/>
                  </a:lnTo>
                  <a:lnTo>
                    <a:pt x="3705329" y="3449"/>
                  </a:lnTo>
                  <a:lnTo>
                    <a:pt x="3554865" y="746"/>
                  </a:lnTo>
                  <a:lnTo>
                    <a:pt x="3404401" y="0"/>
                  </a:lnTo>
                  <a:lnTo>
                    <a:pt x="3253937" y="1806"/>
                  </a:lnTo>
                  <a:lnTo>
                    <a:pt x="3103473" y="7457"/>
                  </a:lnTo>
                  <a:lnTo>
                    <a:pt x="2953009" y="13029"/>
                  </a:lnTo>
                  <a:lnTo>
                    <a:pt x="2802545" y="20386"/>
                  </a:lnTo>
                  <a:lnTo>
                    <a:pt x="2652081" y="32179"/>
                  </a:lnTo>
                  <a:lnTo>
                    <a:pt x="2501617" y="43285"/>
                  </a:lnTo>
                  <a:lnTo>
                    <a:pt x="2351153" y="50399"/>
                  </a:lnTo>
                  <a:lnTo>
                    <a:pt x="2200689" y="59970"/>
                  </a:lnTo>
                  <a:lnTo>
                    <a:pt x="2050225" y="70497"/>
                  </a:lnTo>
                  <a:lnTo>
                    <a:pt x="1899761" y="79136"/>
                  </a:lnTo>
                  <a:lnTo>
                    <a:pt x="1749297" y="88875"/>
                  </a:lnTo>
                  <a:lnTo>
                    <a:pt x="1598833" y="98791"/>
                  </a:lnTo>
                  <a:lnTo>
                    <a:pt x="1448369" y="107216"/>
                  </a:lnTo>
                  <a:lnTo>
                    <a:pt x="1297904" y="113741"/>
                  </a:lnTo>
                  <a:lnTo>
                    <a:pt x="1147440" y="120364"/>
                  </a:lnTo>
                  <a:lnTo>
                    <a:pt x="996976" y="127557"/>
                  </a:lnTo>
                  <a:lnTo>
                    <a:pt x="846512" y="135824"/>
                  </a:lnTo>
                  <a:lnTo>
                    <a:pt x="696048" y="145634"/>
                  </a:lnTo>
                  <a:lnTo>
                    <a:pt x="545584" y="157340"/>
                  </a:lnTo>
                  <a:lnTo>
                    <a:pt x="395120" y="171160"/>
                  </a:lnTo>
                  <a:lnTo>
                    <a:pt x="244656" y="187186"/>
                  </a:lnTo>
                  <a:lnTo>
                    <a:pt x="94192" y="205425"/>
                  </a:lnTo>
                  <a:lnTo>
                    <a:pt x="0" y="2181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835518"/>
              <a:ext cx="6145984" cy="105100"/>
            </a:xfrm>
            <a:custGeom>
              <a:avLst/>
              <a:pathLst>
                <a:path w="6145984" h="105100">
                  <a:moveTo>
                    <a:pt x="0" y="63936"/>
                  </a:moveTo>
                  <a:lnTo>
                    <a:pt x="94192" y="70497"/>
                  </a:lnTo>
                  <a:lnTo>
                    <a:pt x="244656" y="79629"/>
                  </a:lnTo>
                  <a:lnTo>
                    <a:pt x="395120" y="87395"/>
                  </a:lnTo>
                  <a:lnTo>
                    <a:pt x="545584" y="93776"/>
                  </a:lnTo>
                  <a:lnTo>
                    <a:pt x="696048" y="98754"/>
                  </a:lnTo>
                  <a:lnTo>
                    <a:pt x="846512" y="102313"/>
                  </a:lnTo>
                  <a:lnTo>
                    <a:pt x="996976" y="104434"/>
                  </a:lnTo>
                  <a:lnTo>
                    <a:pt x="1147440" y="105100"/>
                  </a:lnTo>
                  <a:lnTo>
                    <a:pt x="1297904" y="104293"/>
                  </a:lnTo>
                  <a:lnTo>
                    <a:pt x="1448369" y="101956"/>
                  </a:lnTo>
                  <a:lnTo>
                    <a:pt x="1598833" y="96687"/>
                  </a:lnTo>
                  <a:lnTo>
                    <a:pt x="1749297" y="88920"/>
                  </a:lnTo>
                  <a:lnTo>
                    <a:pt x="1899761" y="80199"/>
                  </a:lnTo>
                  <a:lnTo>
                    <a:pt x="2050225" y="71876"/>
                  </a:lnTo>
                  <a:lnTo>
                    <a:pt x="2200689" y="62130"/>
                  </a:lnTo>
                  <a:lnTo>
                    <a:pt x="2351153" y="51861"/>
                  </a:lnTo>
                  <a:lnTo>
                    <a:pt x="2501617" y="43330"/>
                  </a:lnTo>
                  <a:lnTo>
                    <a:pt x="2652081" y="32869"/>
                  </a:lnTo>
                  <a:lnTo>
                    <a:pt x="2802545" y="20379"/>
                  </a:lnTo>
                  <a:lnTo>
                    <a:pt x="2953009" y="10700"/>
                  </a:lnTo>
                  <a:lnTo>
                    <a:pt x="3103473" y="5890"/>
                  </a:lnTo>
                  <a:lnTo>
                    <a:pt x="3253937" y="2104"/>
                  </a:lnTo>
                  <a:lnTo>
                    <a:pt x="3404401" y="0"/>
                  </a:lnTo>
                  <a:lnTo>
                    <a:pt x="3554865" y="496"/>
                  </a:lnTo>
                  <a:lnTo>
                    <a:pt x="3705329" y="4625"/>
                  </a:lnTo>
                  <a:lnTo>
                    <a:pt x="3855793" y="10958"/>
                  </a:lnTo>
                  <a:lnTo>
                    <a:pt x="4006257" y="17184"/>
                  </a:lnTo>
                  <a:lnTo>
                    <a:pt x="4156721" y="23556"/>
                  </a:lnTo>
                  <a:lnTo>
                    <a:pt x="4307185" y="31128"/>
                  </a:lnTo>
                  <a:lnTo>
                    <a:pt x="4457649" y="38355"/>
                  </a:lnTo>
                  <a:lnTo>
                    <a:pt x="4608114" y="43724"/>
                  </a:lnTo>
                  <a:lnTo>
                    <a:pt x="4758578" y="47913"/>
                  </a:lnTo>
                  <a:lnTo>
                    <a:pt x="4909042" y="51848"/>
                  </a:lnTo>
                  <a:lnTo>
                    <a:pt x="5059506" y="55544"/>
                  </a:lnTo>
                  <a:lnTo>
                    <a:pt x="5209970" y="59017"/>
                  </a:lnTo>
                  <a:lnTo>
                    <a:pt x="5360434" y="62279"/>
                  </a:lnTo>
                  <a:lnTo>
                    <a:pt x="5510898" y="65348"/>
                  </a:lnTo>
                  <a:lnTo>
                    <a:pt x="5661362" y="68236"/>
                  </a:lnTo>
                  <a:lnTo>
                    <a:pt x="5811826" y="70960"/>
                  </a:lnTo>
                  <a:lnTo>
                    <a:pt x="5962290" y="73534"/>
                  </a:lnTo>
                  <a:lnTo>
                    <a:pt x="6112754" y="75972"/>
                  </a:lnTo>
                  <a:lnTo>
                    <a:pt x="6145984" y="76484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244468"/>
              <a:ext cx="6145984" cy="1001999"/>
            </a:xfrm>
            <a:custGeom>
              <a:avLst/>
              <a:pathLst>
                <a:path w="6145984" h="1001999">
                  <a:moveTo>
                    <a:pt x="0" y="0"/>
                  </a:moveTo>
                  <a:lnTo>
                    <a:pt x="94192" y="33673"/>
                  </a:lnTo>
                  <a:lnTo>
                    <a:pt x="244656" y="84553"/>
                  </a:lnTo>
                  <a:lnTo>
                    <a:pt x="395120" y="132445"/>
                  </a:lnTo>
                  <a:lnTo>
                    <a:pt x="545584" y="177320"/>
                  </a:lnTo>
                  <a:lnTo>
                    <a:pt x="696048" y="219227"/>
                  </a:lnTo>
                  <a:lnTo>
                    <a:pt x="846512" y="258326"/>
                  </a:lnTo>
                  <a:lnTo>
                    <a:pt x="996976" y="294902"/>
                  </a:lnTo>
                  <a:lnTo>
                    <a:pt x="1147440" y="329341"/>
                  </a:lnTo>
                  <a:lnTo>
                    <a:pt x="1297904" y="362063"/>
                  </a:lnTo>
                  <a:lnTo>
                    <a:pt x="1448369" y="393474"/>
                  </a:lnTo>
                  <a:lnTo>
                    <a:pt x="1598833" y="425956"/>
                  </a:lnTo>
                  <a:lnTo>
                    <a:pt x="1749297" y="459496"/>
                  </a:lnTo>
                  <a:lnTo>
                    <a:pt x="1899761" y="492634"/>
                  </a:lnTo>
                  <a:lnTo>
                    <a:pt x="2050225" y="524932"/>
                  </a:lnTo>
                  <a:lnTo>
                    <a:pt x="2200689" y="563780"/>
                  </a:lnTo>
                  <a:lnTo>
                    <a:pt x="2351153" y="603283"/>
                  </a:lnTo>
                  <a:lnTo>
                    <a:pt x="2501617" y="635811"/>
                  </a:lnTo>
                  <a:lnTo>
                    <a:pt x="2652081" y="661540"/>
                  </a:lnTo>
                  <a:lnTo>
                    <a:pt x="2802545" y="681263"/>
                  </a:lnTo>
                  <a:lnTo>
                    <a:pt x="2953009" y="697395"/>
                  </a:lnTo>
                  <a:lnTo>
                    <a:pt x="3103473" y="713362"/>
                  </a:lnTo>
                  <a:lnTo>
                    <a:pt x="3253937" y="723155"/>
                  </a:lnTo>
                  <a:lnTo>
                    <a:pt x="3404401" y="728957"/>
                  </a:lnTo>
                  <a:lnTo>
                    <a:pt x="3554865" y="738173"/>
                  </a:lnTo>
                  <a:lnTo>
                    <a:pt x="3705329" y="749839"/>
                  </a:lnTo>
                  <a:lnTo>
                    <a:pt x="3855793" y="758810"/>
                  </a:lnTo>
                  <a:lnTo>
                    <a:pt x="4006257" y="766164"/>
                  </a:lnTo>
                  <a:lnTo>
                    <a:pt x="4156721" y="772547"/>
                  </a:lnTo>
                  <a:lnTo>
                    <a:pt x="4307185" y="776032"/>
                  </a:lnTo>
                  <a:lnTo>
                    <a:pt x="4457649" y="776766"/>
                  </a:lnTo>
                  <a:lnTo>
                    <a:pt x="4608114" y="775395"/>
                  </a:lnTo>
                  <a:lnTo>
                    <a:pt x="4758578" y="771841"/>
                  </a:lnTo>
                  <a:lnTo>
                    <a:pt x="4909042" y="766161"/>
                  </a:lnTo>
                  <a:lnTo>
                    <a:pt x="5059506" y="758715"/>
                  </a:lnTo>
                  <a:lnTo>
                    <a:pt x="5209970" y="749719"/>
                  </a:lnTo>
                  <a:lnTo>
                    <a:pt x="5360434" y="739268"/>
                  </a:lnTo>
                  <a:lnTo>
                    <a:pt x="5510898" y="727372"/>
                  </a:lnTo>
                  <a:lnTo>
                    <a:pt x="5661362" y="713976"/>
                  </a:lnTo>
                  <a:lnTo>
                    <a:pt x="5811826" y="698984"/>
                  </a:lnTo>
                  <a:lnTo>
                    <a:pt x="5962290" y="682271"/>
                  </a:lnTo>
                  <a:lnTo>
                    <a:pt x="6112754" y="663703"/>
                  </a:lnTo>
                  <a:lnTo>
                    <a:pt x="6145984" y="659162"/>
                  </a:lnTo>
                  <a:lnTo>
                    <a:pt x="6145984" y="1001999"/>
                  </a:lnTo>
                  <a:lnTo>
                    <a:pt x="6112754" y="1001338"/>
                  </a:lnTo>
                  <a:lnTo>
                    <a:pt x="5962290" y="998489"/>
                  </a:lnTo>
                  <a:lnTo>
                    <a:pt x="5811826" y="995624"/>
                  </a:lnTo>
                  <a:lnTo>
                    <a:pt x="5661362" y="992578"/>
                  </a:lnTo>
                  <a:lnTo>
                    <a:pt x="5510898" y="989200"/>
                  </a:lnTo>
                  <a:lnTo>
                    <a:pt x="5360434" y="985365"/>
                  </a:lnTo>
                  <a:lnTo>
                    <a:pt x="5209970" y="980992"/>
                  </a:lnTo>
                  <a:lnTo>
                    <a:pt x="5059506" y="976059"/>
                  </a:lnTo>
                  <a:lnTo>
                    <a:pt x="4909042" y="970637"/>
                  </a:lnTo>
                  <a:lnTo>
                    <a:pt x="4758578" y="964913"/>
                  </a:lnTo>
                  <a:lnTo>
                    <a:pt x="4608114" y="959218"/>
                  </a:lnTo>
                  <a:lnTo>
                    <a:pt x="4457649" y="953613"/>
                  </a:lnTo>
                  <a:lnTo>
                    <a:pt x="4307185" y="947722"/>
                  </a:lnTo>
                  <a:lnTo>
                    <a:pt x="4156721" y="941607"/>
                  </a:lnTo>
                  <a:lnTo>
                    <a:pt x="4006257" y="934831"/>
                  </a:lnTo>
                  <a:lnTo>
                    <a:pt x="3855793" y="926793"/>
                  </a:lnTo>
                  <a:lnTo>
                    <a:pt x="3705329" y="918521"/>
                  </a:lnTo>
                  <a:lnTo>
                    <a:pt x="3554865" y="909428"/>
                  </a:lnTo>
                  <a:lnTo>
                    <a:pt x="3404401" y="899762"/>
                  </a:lnTo>
                  <a:lnTo>
                    <a:pt x="3253937" y="893422"/>
                  </a:lnTo>
                  <a:lnTo>
                    <a:pt x="3103473" y="886995"/>
                  </a:lnTo>
                  <a:lnTo>
                    <a:pt x="2953009" y="872404"/>
                  </a:lnTo>
                  <a:lnTo>
                    <a:pt x="2802545" y="852081"/>
                  </a:lnTo>
                  <a:lnTo>
                    <a:pt x="2652081" y="831099"/>
                  </a:lnTo>
                  <a:lnTo>
                    <a:pt x="2501617" y="806535"/>
                  </a:lnTo>
                  <a:lnTo>
                    <a:pt x="2351153" y="771449"/>
                  </a:lnTo>
                  <a:lnTo>
                    <a:pt x="2200689" y="730684"/>
                  </a:lnTo>
                  <a:lnTo>
                    <a:pt x="2050225" y="693245"/>
                  </a:lnTo>
                  <a:lnTo>
                    <a:pt x="1899761" y="661519"/>
                  </a:lnTo>
                  <a:lnTo>
                    <a:pt x="1749297" y="630218"/>
                  </a:lnTo>
                  <a:lnTo>
                    <a:pt x="1598833" y="600558"/>
                  </a:lnTo>
                  <a:lnTo>
                    <a:pt x="1448369" y="573776"/>
                  </a:lnTo>
                  <a:lnTo>
                    <a:pt x="1297904" y="549925"/>
                  </a:lnTo>
                  <a:lnTo>
                    <a:pt x="1147440" y="527702"/>
                  </a:lnTo>
                  <a:lnTo>
                    <a:pt x="996976" y="507452"/>
                  </a:lnTo>
                  <a:lnTo>
                    <a:pt x="846512" y="489631"/>
                  </a:lnTo>
                  <a:lnTo>
                    <a:pt x="696048" y="474667"/>
                  </a:lnTo>
                  <a:lnTo>
                    <a:pt x="545584" y="462883"/>
                  </a:lnTo>
                  <a:lnTo>
                    <a:pt x="395120" y="454478"/>
                  </a:lnTo>
                  <a:lnTo>
                    <a:pt x="244656" y="449538"/>
                  </a:lnTo>
                  <a:lnTo>
                    <a:pt x="94192" y="448074"/>
                  </a:lnTo>
                  <a:lnTo>
                    <a:pt x="0" y="44931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244468"/>
              <a:ext cx="6145984" cy="776766"/>
            </a:xfrm>
            <a:custGeom>
              <a:avLst/>
              <a:pathLst>
                <a:path w="6145984" h="776766">
                  <a:moveTo>
                    <a:pt x="0" y="0"/>
                  </a:moveTo>
                  <a:lnTo>
                    <a:pt x="94192" y="33673"/>
                  </a:lnTo>
                  <a:lnTo>
                    <a:pt x="244656" y="84553"/>
                  </a:lnTo>
                  <a:lnTo>
                    <a:pt x="395120" y="132445"/>
                  </a:lnTo>
                  <a:lnTo>
                    <a:pt x="545584" y="177320"/>
                  </a:lnTo>
                  <a:lnTo>
                    <a:pt x="696048" y="219227"/>
                  </a:lnTo>
                  <a:lnTo>
                    <a:pt x="846512" y="258326"/>
                  </a:lnTo>
                  <a:lnTo>
                    <a:pt x="996976" y="294902"/>
                  </a:lnTo>
                  <a:lnTo>
                    <a:pt x="1147440" y="329341"/>
                  </a:lnTo>
                  <a:lnTo>
                    <a:pt x="1297904" y="362063"/>
                  </a:lnTo>
                  <a:lnTo>
                    <a:pt x="1448369" y="393474"/>
                  </a:lnTo>
                  <a:lnTo>
                    <a:pt x="1598833" y="425956"/>
                  </a:lnTo>
                  <a:lnTo>
                    <a:pt x="1749297" y="459496"/>
                  </a:lnTo>
                  <a:lnTo>
                    <a:pt x="1899761" y="492634"/>
                  </a:lnTo>
                  <a:lnTo>
                    <a:pt x="2050225" y="524932"/>
                  </a:lnTo>
                  <a:lnTo>
                    <a:pt x="2200689" y="563780"/>
                  </a:lnTo>
                  <a:lnTo>
                    <a:pt x="2351153" y="603283"/>
                  </a:lnTo>
                  <a:lnTo>
                    <a:pt x="2501617" y="635811"/>
                  </a:lnTo>
                  <a:lnTo>
                    <a:pt x="2652081" y="661540"/>
                  </a:lnTo>
                  <a:lnTo>
                    <a:pt x="2802545" y="681263"/>
                  </a:lnTo>
                  <a:lnTo>
                    <a:pt x="2953009" y="697395"/>
                  </a:lnTo>
                  <a:lnTo>
                    <a:pt x="3103473" y="713362"/>
                  </a:lnTo>
                  <a:lnTo>
                    <a:pt x="3253937" y="723155"/>
                  </a:lnTo>
                  <a:lnTo>
                    <a:pt x="3404401" y="728957"/>
                  </a:lnTo>
                  <a:lnTo>
                    <a:pt x="3554865" y="738173"/>
                  </a:lnTo>
                  <a:lnTo>
                    <a:pt x="3705329" y="749839"/>
                  </a:lnTo>
                  <a:lnTo>
                    <a:pt x="3855793" y="758810"/>
                  </a:lnTo>
                  <a:lnTo>
                    <a:pt x="4006257" y="766164"/>
                  </a:lnTo>
                  <a:lnTo>
                    <a:pt x="4156721" y="772547"/>
                  </a:lnTo>
                  <a:lnTo>
                    <a:pt x="4307185" y="776032"/>
                  </a:lnTo>
                  <a:lnTo>
                    <a:pt x="4457649" y="776766"/>
                  </a:lnTo>
                  <a:lnTo>
                    <a:pt x="4608114" y="775395"/>
                  </a:lnTo>
                  <a:lnTo>
                    <a:pt x="4758578" y="771841"/>
                  </a:lnTo>
                  <a:lnTo>
                    <a:pt x="4909042" y="766161"/>
                  </a:lnTo>
                  <a:lnTo>
                    <a:pt x="5059506" y="758715"/>
                  </a:lnTo>
                  <a:lnTo>
                    <a:pt x="5209970" y="749719"/>
                  </a:lnTo>
                  <a:lnTo>
                    <a:pt x="5360434" y="739268"/>
                  </a:lnTo>
                  <a:lnTo>
                    <a:pt x="5510898" y="727372"/>
                  </a:lnTo>
                  <a:lnTo>
                    <a:pt x="5661362" y="713976"/>
                  </a:lnTo>
                  <a:lnTo>
                    <a:pt x="5811826" y="698984"/>
                  </a:lnTo>
                  <a:lnTo>
                    <a:pt x="5962290" y="682271"/>
                  </a:lnTo>
                  <a:lnTo>
                    <a:pt x="6112754" y="663703"/>
                  </a:lnTo>
                  <a:lnTo>
                    <a:pt x="6145984" y="6591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692543"/>
              <a:ext cx="6145984" cy="553925"/>
            </a:xfrm>
            <a:custGeom>
              <a:avLst/>
              <a:pathLst>
                <a:path w="6145984" h="553925">
                  <a:moveTo>
                    <a:pt x="6145984" y="553925"/>
                  </a:moveTo>
                  <a:lnTo>
                    <a:pt x="6112754" y="553263"/>
                  </a:lnTo>
                  <a:lnTo>
                    <a:pt x="5962290" y="550415"/>
                  </a:lnTo>
                  <a:lnTo>
                    <a:pt x="5811826" y="547549"/>
                  </a:lnTo>
                  <a:lnTo>
                    <a:pt x="5661362" y="544503"/>
                  </a:lnTo>
                  <a:lnTo>
                    <a:pt x="5510898" y="541125"/>
                  </a:lnTo>
                  <a:lnTo>
                    <a:pt x="5360434" y="537291"/>
                  </a:lnTo>
                  <a:lnTo>
                    <a:pt x="5209970" y="532917"/>
                  </a:lnTo>
                  <a:lnTo>
                    <a:pt x="5059506" y="527985"/>
                  </a:lnTo>
                  <a:lnTo>
                    <a:pt x="4909042" y="522563"/>
                  </a:lnTo>
                  <a:lnTo>
                    <a:pt x="4758578" y="516838"/>
                  </a:lnTo>
                  <a:lnTo>
                    <a:pt x="4608114" y="511143"/>
                  </a:lnTo>
                  <a:lnTo>
                    <a:pt x="4457649" y="505538"/>
                  </a:lnTo>
                  <a:lnTo>
                    <a:pt x="4307185" y="499647"/>
                  </a:lnTo>
                  <a:lnTo>
                    <a:pt x="4156721" y="493533"/>
                  </a:lnTo>
                  <a:lnTo>
                    <a:pt x="4006257" y="486757"/>
                  </a:lnTo>
                  <a:lnTo>
                    <a:pt x="3855793" y="478718"/>
                  </a:lnTo>
                  <a:lnTo>
                    <a:pt x="3705329" y="470446"/>
                  </a:lnTo>
                  <a:lnTo>
                    <a:pt x="3554865" y="461354"/>
                  </a:lnTo>
                  <a:lnTo>
                    <a:pt x="3404401" y="451687"/>
                  </a:lnTo>
                  <a:lnTo>
                    <a:pt x="3253937" y="445347"/>
                  </a:lnTo>
                  <a:lnTo>
                    <a:pt x="3103473" y="438920"/>
                  </a:lnTo>
                  <a:lnTo>
                    <a:pt x="2953009" y="424329"/>
                  </a:lnTo>
                  <a:lnTo>
                    <a:pt x="2802545" y="404006"/>
                  </a:lnTo>
                  <a:lnTo>
                    <a:pt x="2652081" y="383024"/>
                  </a:lnTo>
                  <a:lnTo>
                    <a:pt x="2501617" y="358460"/>
                  </a:lnTo>
                  <a:lnTo>
                    <a:pt x="2351153" y="323374"/>
                  </a:lnTo>
                  <a:lnTo>
                    <a:pt x="2200689" y="282609"/>
                  </a:lnTo>
                  <a:lnTo>
                    <a:pt x="2050225" y="245171"/>
                  </a:lnTo>
                  <a:lnTo>
                    <a:pt x="1899761" y="213445"/>
                  </a:lnTo>
                  <a:lnTo>
                    <a:pt x="1749297" y="182143"/>
                  </a:lnTo>
                  <a:lnTo>
                    <a:pt x="1598833" y="152483"/>
                  </a:lnTo>
                  <a:lnTo>
                    <a:pt x="1448369" y="125701"/>
                  </a:lnTo>
                  <a:lnTo>
                    <a:pt x="1297904" y="101851"/>
                  </a:lnTo>
                  <a:lnTo>
                    <a:pt x="1147440" y="79628"/>
                  </a:lnTo>
                  <a:lnTo>
                    <a:pt x="996976" y="59377"/>
                  </a:lnTo>
                  <a:lnTo>
                    <a:pt x="846512" y="41557"/>
                  </a:lnTo>
                  <a:lnTo>
                    <a:pt x="696048" y="26593"/>
                  </a:lnTo>
                  <a:lnTo>
                    <a:pt x="545584" y="14809"/>
                  </a:lnTo>
                  <a:lnTo>
                    <a:pt x="395120" y="6403"/>
                  </a:lnTo>
                  <a:lnTo>
                    <a:pt x="244656" y="1464"/>
                  </a:lnTo>
                  <a:lnTo>
                    <a:pt x="94192" y="0"/>
                  </a:lnTo>
                  <a:lnTo>
                    <a:pt x="0" y="12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469123"/>
              <a:ext cx="6145984" cy="643744"/>
            </a:xfrm>
            <a:custGeom>
              <a:avLst/>
              <a:pathLst>
                <a:path w="6145984" h="643744">
                  <a:moveTo>
                    <a:pt x="0" y="0"/>
                  </a:moveTo>
                  <a:lnTo>
                    <a:pt x="94192" y="16219"/>
                  </a:lnTo>
                  <a:lnTo>
                    <a:pt x="244656" y="42390"/>
                  </a:lnTo>
                  <a:lnTo>
                    <a:pt x="395120" y="68806"/>
                  </a:lnTo>
                  <a:lnTo>
                    <a:pt x="545584" y="95447"/>
                  </a:lnTo>
                  <a:lnTo>
                    <a:pt x="696048" y="122292"/>
                  </a:lnTo>
                  <a:lnTo>
                    <a:pt x="846512" y="149324"/>
                  </a:lnTo>
                  <a:lnTo>
                    <a:pt x="996976" y="176521"/>
                  </a:lnTo>
                  <a:lnTo>
                    <a:pt x="1147440" y="203866"/>
                  </a:lnTo>
                  <a:lnTo>
                    <a:pt x="1297904" y="231339"/>
                  </a:lnTo>
                  <a:lnTo>
                    <a:pt x="1448369" y="258970"/>
                  </a:lnTo>
                  <a:lnTo>
                    <a:pt x="1598833" y="288602"/>
                  </a:lnTo>
                  <a:lnTo>
                    <a:pt x="1749297" y="320202"/>
                  </a:lnTo>
                  <a:lnTo>
                    <a:pt x="1899761" y="352421"/>
                  </a:lnTo>
                  <a:lnTo>
                    <a:pt x="2050225" y="384433"/>
                  </a:lnTo>
                  <a:lnTo>
                    <a:pt x="2200689" y="422576"/>
                  </a:lnTo>
                  <a:lnTo>
                    <a:pt x="2351153" y="462711"/>
                  </a:lnTo>
                  <a:lnTo>
                    <a:pt x="2501617" y="496518"/>
                  </a:lnTo>
                  <a:lnTo>
                    <a:pt x="2652081" y="521664"/>
                  </a:lnTo>
                  <a:lnTo>
                    <a:pt x="2802545" y="542016"/>
                  </a:lnTo>
                  <a:lnTo>
                    <a:pt x="2953009" y="560244"/>
                  </a:lnTo>
                  <a:lnTo>
                    <a:pt x="3103473" y="575523"/>
                  </a:lnTo>
                  <a:lnTo>
                    <a:pt x="3253937" y="583633"/>
                  </a:lnTo>
                  <a:lnTo>
                    <a:pt x="3404401" y="589704"/>
                  </a:lnTo>
                  <a:lnTo>
                    <a:pt x="3554865" y="599146"/>
                  </a:lnTo>
                  <a:lnTo>
                    <a:pt x="3705329" y="609525"/>
                  </a:lnTo>
                  <a:lnTo>
                    <a:pt x="3855793" y="618146"/>
                  </a:lnTo>
                  <a:lnTo>
                    <a:pt x="4006257" y="625842"/>
                  </a:lnTo>
                  <a:lnTo>
                    <a:pt x="4156721" y="632422"/>
                  </a:lnTo>
                  <a:lnTo>
                    <a:pt x="4307185" y="637222"/>
                  </a:lnTo>
                  <a:lnTo>
                    <a:pt x="4457649" y="640534"/>
                  </a:lnTo>
                  <a:lnTo>
                    <a:pt x="4608114" y="642651"/>
                  </a:lnTo>
                  <a:lnTo>
                    <a:pt x="4758578" y="643722"/>
                  </a:lnTo>
                  <a:lnTo>
                    <a:pt x="4909042" y="643744"/>
                  </a:lnTo>
                  <a:lnTo>
                    <a:pt x="5059506" y="642732"/>
                  </a:lnTo>
                  <a:lnTo>
                    <a:pt x="5209970" y="640700"/>
                  </a:lnTo>
                  <a:lnTo>
                    <a:pt x="5360434" y="637662"/>
                  </a:lnTo>
                  <a:lnTo>
                    <a:pt x="5510898" y="633631"/>
                  </a:lnTo>
                  <a:lnTo>
                    <a:pt x="5661362" y="628622"/>
                  </a:lnTo>
                  <a:lnTo>
                    <a:pt x="5811826" y="622649"/>
                  </a:lnTo>
                  <a:lnTo>
                    <a:pt x="5962290" y="615725"/>
                  </a:lnTo>
                  <a:lnTo>
                    <a:pt x="6112754" y="607865"/>
                  </a:lnTo>
                  <a:lnTo>
                    <a:pt x="6145984" y="60592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363061"/>
              <a:ext cx="6145984" cy="911763"/>
            </a:xfrm>
            <a:custGeom>
              <a:avLst/>
              <a:pathLst>
                <a:path w="6145984" h="911763">
                  <a:moveTo>
                    <a:pt x="0" y="0"/>
                  </a:moveTo>
                  <a:lnTo>
                    <a:pt x="94192" y="22988"/>
                  </a:lnTo>
                  <a:lnTo>
                    <a:pt x="244656" y="58459"/>
                  </a:lnTo>
                  <a:lnTo>
                    <a:pt x="395120" y="92693"/>
                  </a:lnTo>
                  <a:lnTo>
                    <a:pt x="545584" y="125751"/>
                  </a:lnTo>
                  <a:lnTo>
                    <a:pt x="696048" y="157771"/>
                  </a:lnTo>
                  <a:lnTo>
                    <a:pt x="846512" y="188996"/>
                  </a:lnTo>
                  <a:lnTo>
                    <a:pt x="996976" y="219793"/>
                  </a:lnTo>
                  <a:lnTo>
                    <a:pt x="1147440" y="250625"/>
                  </a:lnTo>
                  <a:lnTo>
                    <a:pt x="1297904" y="281989"/>
                  </a:lnTo>
                  <a:lnTo>
                    <a:pt x="1448369" y="314336"/>
                  </a:lnTo>
                  <a:lnTo>
                    <a:pt x="1598833" y="348555"/>
                  </a:lnTo>
                  <a:lnTo>
                    <a:pt x="1749297" y="383601"/>
                  </a:lnTo>
                  <a:lnTo>
                    <a:pt x="1899761" y="417737"/>
                  </a:lnTo>
                  <a:lnTo>
                    <a:pt x="2050225" y="450156"/>
                  </a:lnTo>
                  <a:lnTo>
                    <a:pt x="2200689" y="486975"/>
                  </a:lnTo>
                  <a:lnTo>
                    <a:pt x="2351153" y="523082"/>
                  </a:lnTo>
                  <a:lnTo>
                    <a:pt x="2501617" y="552211"/>
                  </a:lnTo>
                  <a:lnTo>
                    <a:pt x="2652081" y="572539"/>
                  </a:lnTo>
                  <a:lnTo>
                    <a:pt x="2802545" y="584940"/>
                  </a:lnTo>
                  <a:lnTo>
                    <a:pt x="2953009" y="594551"/>
                  </a:lnTo>
                  <a:lnTo>
                    <a:pt x="3103473" y="605836"/>
                  </a:lnTo>
                  <a:lnTo>
                    <a:pt x="3253937" y="610766"/>
                  </a:lnTo>
                  <a:lnTo>
                    <a:pt x="3404401" y="612097"/>
                  </a:lnTo>
                  <a:lnTo>
                    <a:pt x="3554865" y="617787"/>
                  </a:lnTo>
                  <a:lnTo>
                    <a:pt x="3705329" y="626611"/>
                  </a:lnTo>
                  <a:lnTo>
                    <a:pt x="3855793" y="633224"/>
                  </a:lnTo>
                  <a:lnTo>
                    <a:pt x="4006257" y="638785"/>
                  </a:lnTo>
                  <a:lnTo>
                    <a:pt x="4156721" y="643992"/>
                  </a:lnTo>
                  <a:lnTo>
                    <a:pt x="4307185" y="646849"/>
                  </a:lnTo>
                  <a:lnTo>
                    <a:pt x="4457649" y="647332"/>
                  </a:lnTo>
                  <a:lnTo>
                    <a:pt x="4608114" y="645910"/>
                  </a:lnTo>
                  <a:lnTo>
                    <a:pt x="4758578" y="642960"/>
                  </a:lnTo>
                  <a:lnTo>
                    <a:pt x="4909042" y="638849"/>
                  </a:lnTo>
                  <a:lnTo>
                    <a:pt x="5059506" y="633914"/>
                  </a:lnTo>
                  <a:lnTo>
                    <a:pt x="5209970" y="628350"/>
                  </a:lnTo>
                  <a:lnTo>
                    <a:pt x="5360434" y="622238"/>
                  </a:lnTo>
                  <a:lnTo>
                    <a:pt x="5510898" y="615573"/>
                  </a:lnTo>
                  <a:lnTo>
                    <a:pt x="5661362" y="608288"/>
                  </a:lnTo>
                  <a:lnTo>
                    <a:pt x="5811826" y="600276"/>
                  </a:lnTo>
                  <a:lnTo>
                    <a:pt x="5962290" y="591404"/>
                  </a:lnTo>
                  <a:lnTo>
                    <a:pt x="6112754" y="581527"/>
                  </a:lnTo>
                  <a:lnTo>
                    <a:pt x="6145984" y="579092"/>
                  </a:lnTo>
                  <a:lnTo>
                    <a:pt x="6145984" y="911763"/>
                  </a:lnTo>
                  <a:lnTo>
                    <a:pt x="6112754" y="909151"/>
                  </a:lnTo>
                  <a:lnTo>
                    <a:pt x="5962290" y="898246"/>
                  </a:lnTo>
                  <a:lnTo>
                    <a:pt x="5811826" y="888120"/>
                  </a:lnTo>
                  <a:lnTo>
                    <a:pt x="5661362" y="878628"/>
                  </a:lnTo>
                  <a:lnTo>
                    <a:pt x="5510898" y="869637"/>
                  </a:lnTo>
                  <a:lnTo>
                    <a:pt x="5360434" y="861038"/>
                  </a:lnTo>
                  <a:lnTo>
                    <a:pt x="5209970" y="852765"/>
                  </a:lnTo>
                  <a:lnTo>
                    <a:pt x="5059506" y="844813"/>
                  </a:lnTo>
                  <a:lnTo>
                    <a:pt x="4909042" y="837262"/>
                  </a:lnTo>
                  <a:lnTo>
                    <a:pt x="4758578" y="830306"/>
                  </a:lnTo>
                  <a:lnTo>
                    <a:pt x="4608114" y="824281"/>
                  </a:lnTo>
                  <a:lnTo>
                    <a:pt x="4457649" y="818935"/>
                  </a:lnTo>
                  <a:lnTo>
                    <a:pt x="4307185" y="813448"/>
                  </a:lnTo>
                  <a:lnTo>
                    <a:pt x="4156721" y="808039"/>
                  </a:lnTo>
                  <a:lnTo>
                    <a:pt x="4006257" y="802452"/>
                  </a:lnTo>
                  <a:lnTo>
                    <a:pt x="3855793" y="796225"/>
                  </a:lnTo>
                  <a:lnTo>
                    <a:pt x="3705329" y="790291"/>
                  </a:lnTo>
                  <a:lnTo>
                    <a:pt x="3554865" y="783964"/>
                  </a:lnTo>
                  <a:lnTo>
                    <a:pt x="3404401" y="777837"/>
                  </a:lnTo>
                  <a:lnTo>
                    <a:pt x="3253937" y="775984"/>
                  </a:lnTo>
                  <a:lnTo>
                    <a:pt x="3103473" y="774320"/>
                  </a:lnTo>
                  <a:lnTo>
                    <a:pt x="2953009" y="764370"/>
                  </a:lnTo>
                  <a:lnTo>
                    <a:pt x="2802545" y="750692"/>
                  </a:lnTo>
                  <a:lnTo>
                    <a:pt x="2652081" y="737070"/>
                  </a:lnTo>
                  <a:lnTo>
                    <a:pt x="2501617" y="717872"/>
                  </a:lnTo>
                  <a:lnTo>
                    <a:pt x="2351153" y="686261"/>
                  </a:lnTo>
                  <a:lnTo>
                    <a:pt x="2200689" y="648930"/>
                  </a:lnTo>
                  <a:lnTo>
                    <a:pt x="2050225" y="613478"/>
                  </a:lnTo>
                  <a:lnTo>
                    <a:pt x="1899761" y="581615"/>
                  </a:lnTo>
                  <a:lnTo>
                    <a:pt x="1749297" y="549261"/>
                  </a:lnTo>
                  <a:lnTo>
                    <a:pt x="1598833" y="517980"/>
                  </a:lnTo>
                  <a:lnTo>
                    <a:pt x="1448369" y="489291"/>
                  </a:lnTo>
                  <a:lnTo>
                    <a:pt x="1297904" y="464281"/>
                  </a:lnTo>
                  <a:lnTo>
                    <a:pt x="1147440" y="443104"/>
                  </a:lnTo>
                  <a:lnTo>
                    <a:pt x="996976" y="426040"/>
                  </a:lnTo>
                  <a:lnTo>
                    <a:pt x="846512" y="413443"/>
                  </a:lnTo>
                  <a:lnTo>
                    <a:pt x="696048" y="405637"/>
                  </a:lnTo>
                  <a:lnTo>
                    <a:pt x="545584" y="402847"/>
                  </a:lnTo>
                  <a:lnTo>
                    <a:pt x="395120" y="405176"/>
                  </a:lnTo>
                  <a:lnTo>
                    <a:pt x="244656" y="412621"/>
                  </a:lnTo>
                  <a:lnTo>
                    <a:pt x="94192" y="425101"/>
                  </a:lnTo>
                  <a:lnTo>
                    <a:pt x="0" y="43598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363061"/>
              <a:ext cx="6145984" cy="647332"/>
            </a:xfrm>
            <a:custGeom>
              <a:avLst/>
              <a:pathLst>
                <a:path w="6145984" h="647332">
                  <a:moveTo>
                    <a:pt x="0" y="0"/>
                  </a:moveTo>
                  <a:lnTo>
                    <a:pt x="94192" y="22988"/>
                  </a:lnTo>
                  <a:lnTo>
                    <a:pt x="244656" y="58459"/>
                  </a:lnTo>
                  <a:lnTo>
                    <a:pt x="395120" y="92693"/>
                  </a:lnTo>
                  <a:lnTo>
                    <a:pt x="545584" y="125751"/>
                  </a:lnTo>
                  <a:lnTo>
                    <a:pt x="696048" y="157771"/>
                  </a:lnTo>
                  <a:lnTo>
                    <a:pt x="846512" y="188996"/>
                  </a:lnTo>
                  <a:lnTo>
                    <a:pt x="996976" y="219793"/>
                  </a:lnTo>
                  <a:lnTo>
                    <a:pt x="1147440" y="250625"/>
                  </a:lnTo>
                  <a:lnTo>
                    <a:pt x="1297904" y="281989"/>
                  </a:lnTo>
                  <a:lnTo>
                    <a:pt x="1448369" y="314336"/>
                  </a:lnTo>
                  <a:lnTo>
                    <a:pt x="1598833" y="348555"/>
                  </a:lnTo>
                  <a:lnTo>
                    <a:pt x="1749297" y="383601"/>
                  </a:lnTo>
                  <a:lnTo>
                    <a:pt x="1899761" y="417737"/>
                  </a:lnTo>
                  <a:lnTo>
                    <a:pt x="2050225" y="450156"/>
                  </a:lnTo>
                  <a:lnTo>
                    <a:pt x="2200689" y="486975"/>
                  </a:lnTo>
                  <a:lnTo>
                    <a:pt x="2351153" y="523082"/>
                  </a:lnTo>
                  <a:lnTo>
                    <a:pt x="2501617" y="552211"/>
                  </a:lnTo>
                  <a:lnTo>
                    <a:pt x="2652081" y="572539"/>
                  </a:lnTo>
                  <a:lnTo>
                    <a:pt x="2802545" y="584940"/>
                  </a:lnTo>
                  <a:lnTo>
                    <a:pt x="2953009" y="594551"/>
                  </a:lnTo>
                  <a:lnTo>
                    <a:pt x="3103473" y="605836"/>
                  </a:lnTo>
                  <a:lnTo>
                    <a:pt x="3253937" y="610766"/>
                  </a:lnTo>
                  <a:lnTo>
                    <a:pt x="3404401" y="612097"/>
                  </a:lnTo>
                  <a:lnTo>
                    <a:pt x="3554865" y="617787"/>
                  </a:lnTo>
                  <a:lnTo>
                    <a:pt x="3705329" y="626611"/>
                  </a:lnTo>
                  <a:lnTo>
                    <a:pt x="3855793" y="633224"/>
                  </a:lnTo>
                  <a:lnTo>
                    <a:pt x="4006257" y="638785"/>
                  </a:lnTo>
                  <a:lnTo>
                    <a:pt x="4156721" y="643992"/>
                  </a:lnTo>
                  <a:lnTo>
                    <a:pt x="4307185" y="646849"/>
                  </a:lnTo>
                  <a:lnTo>
                    <a:pt x="4457649" y="647332"/>
                  </a:lnTo>
                  <a:lnTo>
                    <a:pt x="4608114" y="645910"/>
                  </a:lnTo>
                  <a:lnTo>
                    <a:pt x="4758578" y="642960"/>
                  </a:lnTo>
                  <a:lnTo>
                    <a:pt x="4909042" y="638849"/>
                  </a:lnTo>
                  <a:lnTo>
                    <a:pt x="5059506" y="633914"/>
                  </a:lnTo>
                  <a:lnTo>
                    <a:pt x="5209970" y="628350"/>
                  </a:lnTo>
                  <a:lnTo>
                    <a:pt x="5360434" y="622238"/>
                  </a:lnTo>
                  <a:lnTo>
                    <a:pt x="5510898" y="615573"/>
                  </a:lnTo>
                  <a:lnTo>
                    <a:pt x="5661362" y="608288"/>
                  </a:lnTo>
                  <a:lnTo>
                    <a:pt x="5811826" y="600276"/>
                  </a:lnTo>
                  <a:lnTo>
                    <a:pt x="5962290" y="591404"/>
                  </a:lnTo>
                  <a:lnTo>
                    <a:pt x="6112754" y="581527"/>
                  </a:lnTo>
                  <a:lnTo>
                    <a:pt x="6145984" y="5790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65908"/>
              <a:ext cx="6145984" cy="508916"/>
            </a:xfrm>
            <a:custGeom>
              <a:avLst/>
              <a:pathLst>
                <a:path w="6145984" h="508916">
                  <a:moveTo>
                    <a:pt x="6145984" y="508916"/>
                  </a:moveTo>
                  <a:lnTo>
                    <a:pt x="6112754" y="506303"/>
                  </a:lnTo>
                  <a:lnTo>
                    <a:pt x="5962290" y="495398"/>
                  </a:lnTo>
                  <a:lnTo>
                    <a:pt x="5811826" y="485272"/>
                  </a:lnTo>
                  <a:lnTo>
                    <a:pt x="5661362" y="475780"/>
                  </a:lnTo>
                  <a:lnTo>
                    <a:pt x="5510898" y="466789"/>
                  </a:lnTo>
                  <a:lnTo>
                    <a:pt x="5360434" y="458190"/>
                  </a:lnTo>
                  <a:lnTo>
                    <a:pt x="5209970" y="449918"/>
                  </a:lnTo>
                  <a:lnTo>
                    <a:pt x="5059506" y="441965"/>
                  </a:lnTo>
                  <a:lnTo>
                    <a:pt x="4909042" y="434414"/>
                  </a:lnTo>
                  <a:lnTo>
                    <a:pt x="4758578" y="427458"/>
                  </a:lnTo>
                  <a:lnTo>
                    <a:pt x="4608114" y="421434"/>
                  </a:lnTo>
                  <a:lnTo>
                    <a:pt x="4457649" y="416087"/>
                  </a:lnTo>
                  <a:lnTo>
                    <a:pt x="4307185" y="410600"/>
                  </a:lnTo>
                  <a:lnTo>
                    <a:pt x="4156721" y="405192"/>
                  </a:lnTo>
                  <a:lnTo>
                    <a:pt x="4006257" y="399604"/>
                  </a:lnTo>
                  <a:lnTo>
                    <a:pt x="3855793" y="393377"/>
                  </a:lnTo>
                  <a:lnTo>
                    <a:pt x="3705329" y="387444"/>
                  </a:lnTo>
                  <a:lnTo>
                    <a:pt x="3554865" y="381117"/>
                  </a:lnTo>
                  <a:lnTo>
                    <a:pt x="3404401" y="374989"/>
                  </a:lnTo>
                  <a:lnTo>
                    <a:pt x="3253937" y="373136"/>
                  </a:lnTo>
                  <a:lnTo>
                    <a:pt x="3103473" y="371473"/>
                  </a:lnTo>
                  <a:lnTo>
                    <a:pt x="2953009" y="361523"/>
                  </a:lnTo>
                  <a:lnTo>
                    <a:pt x="2802545" y="347845"/>
                  </a:lnTo>
                  <a:lnTo>
                    <a:pt x="2652081" y="334222"/>
                  </a:lnTo>
                  <a:lnTo>
                    <a:pt x="2501617" y="315025"/>
                  </a:lnTo>
                  <a:lnTo>
                    <a:pt x="2351153" y="283413"/>
                  </a:lnTo>
                  <a:lnTo>
                    <a:pt x="2200689" y="246082"/>
                  </a:lnTo>
                  <a:lnTo>
                    <a:pt x="2050225" y="210631"/>
                  </a:lnTo>
                  <a:lnTo>
                    <a:pt x="1899761" y="178767"/>
                  </a:lnTo>
                  <a:lnTo>
                    <a:pt x="1749297" y="146414"/>
                  </a:lnTo>
                  <a:lnTo>
                    <a:pt x="1598833" y="115132"/>
                  </a:lnTo>
                  <a:lnTo>
                    <a:pt x="1448369" y="86443"/>
                  </a:lnTo>
                  <a:lnTo>
                    <a:pt x="1297904" y="61433"/>
                  </a:lnTo>
                  <a:lnTo>
                    <a:pt x="1147440" y="40257"/>
                  </a:lnTo>
                  <a:lnTo>
                    <a:pt x="996976" y="23192"/>
                  </a:lnTo>
                  <a:lnTo>
                    <a:pt x="846512" y="10595"/>
                  </a:lnTo>
                  <a:lnTo>
                    <a:pt x="696048" y="2789"/>
                  </a:lnTo>
                  <a:lnTo>
                    <a:pt x="545584" y="0"/>
                  </a:lnTo>
                  <a:lnTo>
                    <a:pt x="395120" y="2329"/>
                  </a:lnTo>
                  <a:lnTo>
                    <a:pt x="244656" y="9774"/>
                  </a:lnTo>
                  <a:lnTo>
                    <a:pt x="94192" y="22253"/>
                  </a:lnTo>
                  <a:lnTo>
                    <a:pt x="0" y="331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581054"/>
              <a:ext cx="6145984" cy="527434"/>
            </a:xfrm>
            <a:custGeom>
              <a:avLst/>
              <a:pathLst>
                <a:path w="6145984" h="527434">
                  <a:moveTo>
                    <a:pt x="0" y="0"/>
                  </a:moveTo>
                  <a:lnTo>
                    <a:pt x="94192" y="6051"/>
                  </a:lnTo>
                  <a:lnTo>
                    <a:pt x="244656" y="17546"/>
                  </a:lnTo>
                  <a:lnTo>
                    <a:pt x="395120" y="30941"/>
                  </a:lnTo>
                  <a:lnTo>
                    <a:pt x="545584" y="46306"/>
                  </a:lnTo>
                  <a:lnTo>
                    <a:pt x="696048" y="63711"/>
                  </a:lnTo>
                  <a:lnTo>
                    <a:pt x="846512" y="83226"/>
                  </a:lnTo>
                  <a:lnTo>
                    <a:pt x="996976" y="104923"/>
                  </a:lnTo>
                  <a:lnTo>
                    <a:pt x="1147440" y="128871"/>
                  </a:lnTo>
                  <a:lnTo>
                    <a:pt x="1297904" y="155141"/>
                  </a:lnTo>
                  <a:lnTo>
                    <a:pt x="1448369" y="183820"/>
                  </a:lnTo>
                  <a:lnTo>
                    <a:pt x="1598833" y="215274"/>
                  </a:lnTo>
                  <a:lnTo>
                    <a:pt x="1749297" y="248438"/>
                  </a:lnTo>
                  <a:lnTo>
                    <a:pt x="1899761" y="281683"/>
                  </a:lnTo>
                  <a:lnTo>
                    <a:pt x="2050225" y="313824"/>
                  </a:lnTo>
                  <a:lnTo>
                    <a:pt x="2200689" y="349959"/>
                  </a:lnTo>
                  <a:lnTo>
                    <a:pt x="2351153" y="386678"/>
                  </a:lnTo>
                  <a:lnTo>
                    <a:pt x="2501617" y="417048"/>
                  </a:lnTo>
                  <a:lnTo>
                    <a:pt x="2652081" y="436811"/>
                  </a:lnTo>
                  <a:lnTo>
                    <a:pt x="2802545" y="449822"/>
                  </a:lnTo>
                  <a:lnTo>
                    <a:pt x="2953009" y="461467"/>
                  </a:lnTo>
                  <a:lnTo>
                    <a:pt x="3103473" y="472085"/>
                  </a:lnTo>
                  <a:lnTo>
                    <a:pt x="3253937" y="475382"/>
                  </a:lnTo>
                  <a:lnTo>
                    <a:pt x="3404401" y="476973"/>
                  </a:lnTo>
                  <a:lnTo>
                    <a:pt x="3554865" y="482882"/>
                  </a:lnTo>
                  <a:lnTo>
                    <a:pt x="3705329" y="490458"/>
                  </a:lnTo>
                  <a:lnTo>
                    <a:pt x="3855793" y="496731"/>
                  </a:lnTo>
                  <a:lnTo>
                    <a:pt x="4006257" y="502625"/>
                  </a:lnTo>
                  <a:lnTo>
                    <a:pt x="4156721" y="508022"/>
                  </a:lnTo>
                  <a:lnTo>
                    <a:pt x="4307185" y="512155"/>
                  </a:lnTo>
                  <a:lnTo>
                    <a:pt x="4457649" y="515140"/>
                  </a:lnTo>
                  <a:lnTo>
                    <a:pt x="4608114" y="517102"/>
                  </a:lnTo>
                  <a:lnTo>
                    <a:pt x="4758578" y="518639"/>
                  </a:lnTo>
                  <a:lnTo>
                    <a:pt x="4909042" y="520062"/>
                  </a:lnTo>
                  <a:lnTo>
                    <a:pt x="5059506" y="521370"/>
                  </a:lnTo>
                  <a:lnTo>
                    <a:pt x="5209970" y="522564"/>
                  </a:lnTo>
                  <a:lnTo>
                    <a:pt x="5360434" y="523645"/>
                  </a:lnTo>
                  <a:lnTo>
                    <a:pt x="5510898" y="524611"/>
                  </a:lnTo>
                  <a:lnTo>
                    <a:pt x="5661362" y="525464"/>
                  </a:lnTo>
                  <a:lnTo>
                    <a:pt x="5811826" y="526204"/>
                  </a:lnTo>
                  <a:lnTo>
                    <a:pt x="5962290" y="526831"/>
                  </a:lnTo>
                  <a:lnTo>
                    <a:pt x="6112754" y="527346"/>
                  </a:lnTo>
                  <a:lnTo>
                    <a:pt x="6145984" y="52743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14713"/>
              <a:ext cx="6145984" cy="559614"/>
            </a:xfrm>
            <a:custGeom>
              <a:avLst/>
              <a:pathLst>
                <a:path w="6145984" h="559614">
                  <a:moveTo>
                    <a:pt x="0" y="0"/>
                  </a:moveTo>
                  <a:lnTo>
                    <a:pt x="94192" y="1738"/>
                  </a:lnTo>
                  <a:lnTo>
                    <a:pt x="244656" y="5343"/>
                  </a:lnTo>
                  <a:lnTo>
                    <a:pt x="395120" y="9795"/>
                  </a:lnTo>
                  <a:lnTo>
                    <a:pt x="545584" y="15149"/>
                  </a:lnTo>
                  <a:lnTo>
                    <a:pt x="696048" y="21531"/>
                  </a:lnTo>
                  <a:lnTo>
                    <a:pt x="846512" y="29159"/>
                  </a:lnTo>
                  <a:lnTo>
                    <a:pt x="996976" y="38359"/>
                  </a:lnTo>
                  <a:lnTo>
                    <a:pt x="1147440" y="49545"/>
                  </a:lnTo>
                  <a:lnTo>
                    <a:pt x="1297904" y="63158"/>
                  </a:lnTo>
                  <a:lnTo>
                    <a:pt x="1448369" y="79632"/>
                  </a:lnTo>
                  <a:lnTo>
                    <a:pt x="1598833" y="101023"/>
                  </a:lnTo>
                  <a:lnTo>
                    <a:pt x="1749297" y="126215"/>
                  </a:lnTo>
                  <a:lnTo>
                    <a:pt x="1899761" y="152530"/>
                  </a:lnTo>
                  <a:lnTo>
                    <a:pt x="2050225" y="178333"/>
                  </a:lnTo>
                  <a:lnTo>
                    <a:pt x="2200689" y="211338"/>
                  </a:lnTo>
                  <a:lnTo>
                    <a:pt x="2351153" y="245387"/>
                  </a:lnTo>
                  <a:lnTo>
                    <a:pt x="2501617" y="271603"/>
                  </a:lnTo>
                  <a:lnTo>
                    <a:pt x="2652081" y="288963"/>
                  </a:lnTo>
                  <a:lnTo>
                    <a:pt x="2802545" y="299429"/>
                  </a:lnTo>
                  <a:lnTo>
                    <a:pt x="2953009" y="306600"/>
                  </a:lnTo>
                  <a:lnTo>
                    <a:pt x="3103473" y="313148"/>
                  </a:lnTo>
                  <a:lnTo>
                    <a:pt x="3253937" y="311800"/>
                  </a:lnTo>
                  <a:lnTo>
                    <a:pt x="3404401" y="306943"/>
                  </a:lnTo>
                  <a:lnTo>
                    <a:pt x="3554865" y="307547"/>
                  </a:lnTo>
                  <a:lnTo>
                    <a:pt x="3705329" y="310676"/>
                  </a:lnTo>
                  <a:lnTo>
                    <a:pt x="3855793" y="311547"/>
                  </a:lnTo>
                  <a:lnTo>
                    <a:pt x="4006257" y="313468"/>
                  </a:lnTo>
                  <a:lnTo>
                    <a:pt x="4156721" y="317223"/>
                  </a:lnTo>
                  <a:lnTo>
                    <a:pt x="4307185" y="319462"/>
                  </a:lnTo>
                  <a:lnTo>
                    <a:pt x="4457649" y="320112"/>
                  </a:lnTo>
                  <a:lnTo>
                    <a:pt x="4608114" y="319532"/>
                  </a:lnTo>
                  <a:lnTo>
                    <a:pt x="4758578" y="317723"/>
                  </a:lnTo>
                  <a:lnTo>
                    <a:pt x="4909042" y="314833"/>
                  </a:lnTo>
                  <a:lnTo>
                    <a:pt x="5059506" y="311163"/>
                  </a:lnTo>
                  <a:lnTo>
                    <a:pt x="5209970" y="306888"/>
                  </a:lnTo>
                  <a:lnTo>
                    <a:pt x="5360434" y="302083"/>
                  </a:lnTo>
                  <a:lnTo>
                    <a:pt x="5510898" y="296745"/>
                  </a:lnTo>
                  <a:lnTo>
                    <a:pt x="5661362" y="290821"/>
                  </a:lnTo>
                  <a:lnTo>
                    <a:pt x="5811826" y="284220"/>
                  </a:lnTo>
                  <a:lnTo>
                    <a:pt x="5962290" y="276826"/>
                  </a:lnTo>
                  <a:lnTo>
                    <a:pt x="6112754" y="268517"/>
                  </a:lnTo>
                  <a:lnTo>
                    <a:pt x="6145984" y="266452"/>
                  </a:lnTo>
                  <a:lnTo>
                    <a:pt x="6145984" y="559614"/>
                  </a:lnTo>
                  <a:lnTo>
                    <a:pt x="6112754" y="557230"/>
                  </a:lnTo>
                  <a:lnTo>
                    <a:pt x="5962290" y="547226"/>
                  </a:lnTo>
                  <a:lnTo>
                    <a:pt x="5811826" y="537878"/>
                  </a:lnTo>
                  <a:lnTo>
                    <a:pt x="5661362" y="529055"/>
                  </a:lnTo>
                  <a:lnTo>
                    <a:pt x="5510898" y="520636"/>
                  </a:lnTo>
                  <a:lnTo>
                    <a:pt x="5360434" y="512522"/>
                  </a:lnTo>
                  <a:lnTo>
                    <a:pt x="5209970" y="504651"/>
                  </a:lnTo>
                  <a:lnTo>
                    <a:pt x="5059506" y="497015"/>
                  </a:lnTo>
                  <a:lnTo>
                    <a:pt x="4909042" y="489682"/>
                  </a:lnTo>
                  <a:lnTo>
                    <a:pt x="4758578" y="482819"/>
                  </a:lnTo>
                  <a:lnTo>
                    <a:pt x="4608114" y="476720"/>
                  </a:lnTo>
                  <a:lnTo>
                    <a:pt x="4457649" y="471335"/>
                  </a:lnTo>
                  <a:lnTo>
                    <a:pt x="4307185" y="466275"/>
                  </a:lnTo>
                  <a:lnTo>
                    <a:pt x="4156721" y="461788"/>
                  </a:lnTo>
                  <a:lnTo>
                    <a:pt x="4006257" y="457697"/>
                  </a:lnTo>
                  <a:lnTo>
                    <a:pt x="3855793" y="455190"/>
                  </a:lnTo>
                  <a:lnTo>
                    <a:pt x="3705329" y="454917"/>
                  </a:lnTo>
                  <a:lnTo>
                    <a:pt x="3554865" y="453988"/>
                  </a:lnTo>
                  <a:lnTo>
                    <a:pt x="3404401" y="452999"/>
                  </a:lnTo>
                  <a:lnTo>
                    <a:pt x="3253937" y="457396"/>
                  </a:lnTo>
                  <a:lnTo>
                    <a:pt x="3103473" y="461623"/>
                  </a:lnTo>
                  <a:lnTo>
                    <a:pt x="2953009" y="456251"/>
                  </a:lnTo>
                  <a:lnTo>
                    <a:pt x="2802545" y="445497"/>
                  </a:lnTo>
                  <a:lnTo>
                    <a:pt x="2652081" y="433953"/>
                  </a:lnTo>
                  <a:lnTo>
                    <a:pt x="2501617" y="417590"/>
                  </a:lnTo>
                  <a:lnTo>
                    <a:pt x="2351153" y="389186"/>
                  </a:lnTo>
                  <a:lnTo>
                    <a:pt x="2200689" y="354059"/>
                  </a:lnTo>
                  <a:lnTo>
                    <a:pt x="2050225" y="322259"/>
                  </a:lnTo>
                  <a:lnTo>
                    <a:pt x="1899761" y="296945"/>
                  </a:lnTo>
                  <a:lnTo>
                    <a:pt x="1749297" y="272201"/>
                  </a:lnTo>
                  <a:lnTo>
                    <a:pt x="1598833" y="250327"/>
                  </a:lnTo>
                  <a:lnTo>
                    <a:pt x="1448369" y="233809"/>
                  </a:lnTo>
                  <a:lnTo>
                    <a:pt x="1297904" y="223800"/>
                  </a:lnTo>
                  <a:lnTo>
                    <a:pt x="1147440" y="219165"/>
                  </a:lnTo>
                  <a:lnTo>
                    <a:pt x="996976" y="220112"/>
                  </a:lnTo>
                  <a:lnTo>
                    <a:pt x="846512" y="226949"/>
                  </a:lnTo>
                  <a:lnTo>
                    <a:pt x="696048" y="239959"/>
                  </a:lnTo>
                  <a:lnTo>
                    <a:pt x="545584" y="259336"/>
                  </a:lnTo>
                  <a:lnTo>
                    <a:pt x="395120" y="285167"/>
                  </a:lnTo>
                  <a:lnTo>
                    <a:pt x="244656" y="317444"/>
                  </a:lnTo>
                  <a:lnTo>
                    <a:pt x="94192" y="356094"/>
                  </a:lnTo>
                  <a:lnTo>
                    <a:pt x="0" y="38420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14713"/>
              <a:ext cx="6145984" cy="320112"/>
            </a:xfrm>
            <a:custGeom>
              <a:avLst/>
              <a:pathLst>
                <a:path w="6145984" h="320112">
                  <a:moveTo>
                    <a:pt x="0" y="0"/>
                  </a:moveTo>
                  <a:lnTo>
                    <a:pt x="94192" y="1738"/>
                  </a:lnTo>
                  <a:lnTo>
                    <a:pt x="244656" y="5343"/>
                  </a:lnTo>
                  <a:lnTo>
                    <a:pt x="395120" y="9795"/>
                  </a:lnTo>
                  <a:lnTo>
                    <a:pt x="545584" y="15149"/>
                  </a:lnTo>
                  <a:lnTo>
                    <a:pt x="696048" y="21531"/>
                  </a:lnTo>
                  <a:lnTo>
                    <a:pt x="846512" y="29159"/>
                  </a:lnTo>
                  <a:lnTo>
                    <a:pt x="996976" y="38359"/>
                  </a:lnTo>
                  <a:lnTo>
                    <a:pt x="1147440" y="49545"/>
                  </a:lnTo>
                  <a:lnTo>
                    <a:pt x="1297904" y="63158"/>
                  </a:lnTo>
                  <a:lnTo>
                    <a:pt x="1448369" y="79632"/>
                  </a:lnTo>
                  <a:lnTo>
                    <a:pt x="1598833" y="101023"/>
                  </a:lnTo>
                  <a:lnTo>
                    <a:pt x="1749297" y="126215"/>
                  </a:lnTo>
                  <a:lnTo>
                    <a:pt x="1899761" y="152530"/>
                  </a:lnTo>
                  <a:lnTo>
                    <a:pt x="2050225" y="178333"/>
                  </a:lnTo>
                  <a:lnTo>
                    <a:pt x="2200689" y="211338"/>
                  </a:lnTo>
                  <a:lnTo>
                    <a:pt x="2351153" y="245387"/>
                  </a:lnTo>
                  <a:lnTo>
                    <a:pt x="2501617" y="271603"/>
                  </a:lnTo>
                  <a:lnTo>
                    <a:pt x="2652081" y="288963"/>
                  </a:lnTo>
                  <a:lnTo>
                    <a:pt x="2802545" y="299429"/>
                  </a:lnTo>
                  <a:lnTo>
                    <a:pt x="2953009" y="306600"/>
                  </a:lnTo>
                  <a:lnTo>
                    <a:pt x="3103473" y="313148"/>
                  </a:lnTo>
                  <a:lnTo>
                    <a:pt x="3253937" y="311800"/>
                  </a:lnTo>
                  <a:lnTo>
                    <a:pt x="3404401" y="306943"/>
                  </a:lnTo>
                  <a:lnTo>
                    <a:pt x="3554865" y="307547"/>
                  </a:lnTo>
                  <a:lnTo>
                    <a:pt x="3705329" y="310676"/>
                  </a:lnTo>
                  <a:lnTo>
                    <a:pt x="3855793" y="311547"/>
                  </a:lnTo>
                  <a:lnTo>
                    <a:pt x="4006257" y="313468"/>
                  </a:lnTo>
                  <a:lnTo>
                    <a:pt x="4156721" y="317223"/>
                  </a:lnTo>
                  <a:lnTo>
                    <a:pt x="4307185" y="319462"/>
                  </a:lnTo>
                  <a:lnTo>
                    <a:pt x="4457649" y="320112"/>
                  </a:lnTo>
                  <a:lnTo>
                    <a:pt x="4608114" y="319532"/>
                  </a:lnTo>
                  <a:lnTo>
                    <a:pt x="4758578" y="317723"/>
                  </a:lnTo>
                  <a:lnTo>
                    <a:pt x="4909042" y="314833"/>
                  </a:lnTo>
                  <a:lnTo>
                    <a:pt x="5059506" y="311163"/>
                  </a:lnTo>
                  <a:lnTo>
                    <a:pt x="5209970" y="306888"/>
                  </a:lnTo>
                  <a:lnTo>
                    <a:pt x="5360434" y="302083"/>
                  </a:lnTo>
                  <a:lnTo>
                    <a:pt x="5510898" y="296745"/>
                  </a:lnTo>
                  <a:lnTo>
                    <a:pt x="5661362" y="290821"/>
                  </a:lnTo>
                  <a:lnTo>
                    <a:pt x="5811826" y="284220"/>
                  </a:lnTo>
                  <a:lnTo>
                    <a:pt x="5962290" y="276826"/>
                  </a:lnTo>
                  <a:lnTo>
                    <a:pt x="6112754" y="268517"/>
                  </a:lnTo>
                  <a:lnTo>
                    <a:pt x="6145984" y="2664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33879"/>
              <a:ext cx="6145984" cy="340448"/>
            </a:xfrm>
            <a:custGeom>
              <a:avLst/>
              <a:pathLst>
                <a:path w="6145984" h="340448">
                  <a:moveTo>
                    <a:pt x="6145984" y="340448"/>
                  </a:moveTo>
                  <a:lnTo>
                    <a:pt x="6112754" y="338065"/>
                  </a:lnTo>
                  <a:lnTo>
                    <a:pt x="5962290" y="328061"/>
                  </a:lnTo>
                  <a:lnTo>
                    <a:pt x="5811826" y="318713"/>
                  </a:lnTo>
                  <a:lnTo>
                    <a:pt x="5661362" y="309890"/>
                  </a:lnTo>
                  <a:lnTo>
                    <a:pt x="5510898" y="301470"/>
                  </a:lnTo>
                  <a:lnTo>
                    <a:pt x="5360434" y="293356"/>
                  </a:lnTo>
                  <a:lnTo>
                    <a:pt x="5209970" y="285486"/>
                  </a:lnTo>
                  <a:lnTo>
                    <a:pt x="5059506" y="277850"/>
                  </a:lnTo>
                  <a:lnTo>
                    <a:pt x="4909042" y="270517"/>
                  </a:lnTo>
                  <a:lnTo>
                    <a:pt x="4758578" y="263654"/>
                  </a:lnTo>
                  <a:lnTo>
                    <a:pt x="4608114" y="257554"/>
                  </a:lnTo>
                  <a:lnTo>
                    <a:pt x="4457649" y="252169"/>
                  </a:lnTo>
                  <a:lnTo>
                    <a:pt x="4307185" y="247109"/>
                  </a:lnTo>
                  <a:lnTo>
                    <a:pt x="4156721" y="242622"/>
                  </a:lnTo>
                  <a:lnTo>
                    <a:pt x="4006257" y="238532"/>
                  </a:lnTo>
                  <a:lnTo>
                    <a:pt x="3855793" y="236025"/>
                  </a:lnTo>
                  <a:lnTo>
                    <a:pt x="3705329" y="235752"/>
                  </a:lnTo>
                  <a:lnTo>
                    <a:pt x="3554865" y="234822"/>
                  </a:lnTo>
                  <a:lnTo>
                    <a:pt x="3404401" y="233834"/>
                  </a:lnTo>
                  <a:lnTo>
                    <a:pt x="3253937" y="238231"/>
                  </a:lnTo>
                  <a:lnTo>
                    <a:pt x="3103473" y="242457"/>
                  </a:lnTo>
                  <a:lnTo>
                    <a:pt x="2953009" y="237085"/>
                  </a:lnTo>
                  <a:lnTo>
                    <a:pt x="2802545" y="226331"/>
                  </a:lnTo>
                  <a:lnTo>
                    <a:pt x="2652081" y="214788"/>
                  </a:lnTo>
                  <a:lnTo>
                    <a:pt x="2501617" y="198424"/>
                  </a:lnTo>
                  <a:lnTo>
                    <a:pt x="2351153" y="170020"/>
                  </a:lnTo>
                  <a:lnTo>
                    <a:pt x="2200689" y="134893"/>
                  </a:lnTo>
                  <a:lnTo>
                    <a:pt x="2050225" y="103093"/>
                  </a:lnTo>
                  <a:lnTo>
                    <a:pt x="1899761" y="77780"/>
                  </a:lnTo>
                  <a:lnTo>
                    <a:pt x="1749297" y="53035"/>
                  </a:lnTo>
                  <a:lnTo>
                    <a:pt x="1598833" y="31161"/>
                  </a:lnTo>
                  <a:lnTo>
                    <a:pt x="1448369" y="14644"/>
                  </a:lnTo>
                  <a:lnTo>
                    <a:pt x="1297904" y="4634"/>
                  </a:lnTo>
                  <a:lnTo>
                    <a:pt x="1147440" y="0"/>
                  </a:lnTo>
                  <a:lnTo>
                    <a:pt x="996976" y="946"/>
                  </a:lnTo>
                  <a:lnTo>
                    <a:pt x="846512" y="7784"/>
                  </a:lnTo>
                  <a:lnTo>
                    <a:pt x="696048" y="20794"/>
                  </a:lnTo>
                  <a:lnTo>
                    <a:pt x="545584" y="40170"/>
                  </a:lnTo>
                  <a:lnTo>
                    <a:pt x="395120" y="66001"/>
                  </a:lnTo>
                  <a:lnTo>
                    <a:pt x="244656" y="98279"/>
                  </a:lnTo>
                  <a:lnTo>
                    <a:pt x="94192" y="136929"/>
                  </a:lnTo>
                  <a:lnTo>
                    <a:pt x="0" y="1650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42768"/>
              <a:ext cx="6145984" cy="284978"/>
            </a:xfrm>
            <a:custGeom>
              <a:avLst/>
              <a:pathLst>
                <a:path w="6145984" h="284978">
                  <a:moveTo>
                    <a:pt x="0" y="64049"/>
                  </a:moveTo>
                  <a:lnTo>
                    <a:pt x="94192" y="50862"/>
                  </a:lnTo>
                  <a:lnTo>
                    <a:pt x="244656" y="33339"/>
                  </a:lnTo>
                  <a:lnTo>
                    <a:pt x="395120" y="19426"/>
                  </a:lnTo>
                  <a:lnTo>
                    <a:pt x="545584" y="9188"/>
                  </a:lnTo>
                  <a:lnTo>
                    <a:pt x="696048" y="2690"/>
                  </a:lnTo>
                  <a:lnTo>
                    <a:pt x="846512" y="0"/>
                  </a:lnTo>
                  <a:lnTo>
                    <a:pt x="996976" y="1181"/>
                  </a:lnTo>
                  <a:lnTo>
                    <a:pt x="1147440" y="6301"/>
                  </a:lnTo>
                  <a:lnTo>
                    <a:pt x="1297904" y="15424"/>
                  </a:lnTo>
                  <a:lnTo>
                    <a:pt x="1448369" y="28666"/>
                  </a:lnTo>
                  <a:lnTo>
                    <a:pt x="1598833" y="47621"/>
                  </a:lnTo>
                  <a:lnTo>
                    <a:pt x="1749297" y="71153"/>
                  </a:lnTo>
                  <a:lnTo>
                    <a:pt x="1899761" y="96683"/>
                  </a:lnTo>
                  <a:lnTo>
                    <a:pt x="2050225" y="122241"/>
                  </a:lnTo>
                  <a:lnTo>
                    <a:pt x="2200689" y="154644"/>
                  </a:lnTo>
                  <a:lnTo>
                    <a:pt x="2351153" y="189232"/>
                  </a:lnTo>
                  <a:lnTo>
                    <a:pt x="2501617" y="216542"/>
                  </a:lnTo>
                  <a:lnTo>
                    <a:pt x="2652081" y="233404"/>
                  </a:lnTo>
                  <a:lnTo>
                    <a:pt x="2802545" y="244409"/>
                  </a:lnTo>
                  <a:lnTo>
                    <a:pt x="2953009" y="253371"/>
                  </a:lnTo>
                  <a:lnTo>
                    <a:pt x="3103473" y="259331"/>
                  </a:lnTo>
                  <a:lnTo>
                    <a:pt x="3253937" y="256544"/>
                  </a:lnTo>
                  <a:lnTo>
                    <a:pt x="3404401" y="251917"/>
                  </a:lnTo>
                  <a:lnTo>
                    <a:pt x="3554865" y="252713"/>
                  </a:lnTo>
                  <a:lnTo>
                    <a:pt x="3705329" y="254742"/>
                  </a:lnTo>
                  <a:lnTo>
                    <a:pt x="3855793" y="255314"/>
                  </a:lnTo>
                  <a:lnTo>
                    <a:pt x="4006257" y="257528"/>
                  </a:lnTo>
                  <a:lnTo>
                    <a:pt x="4156721" y="261451"/>
                  </a:lnTo>
                  <a:lnTo>
                    <a:pt x="4307185" y="264814"/>
                  </a:lnTo>
                  <a:lnTo>
                    <a:pt x="4457649" y="267669"/>
                  </a:lnTo>
                  <a:lnTo>
                    <a:pt x="4608114" y="270071"/>
                  </a:lnTo>
                  <a:lnTo>
                    <a:pt x="4758578" y="272217"/>
                  </a:lnTo>
                  <a:lnTo>
                    <a:pt x="4909042" y="274203"/>
                  </a:lnTo>
                  <a:lnTo>
                    <a:pt x="5059506" y="276035"/>
                  </a:lnTo>
                  <a:lnTo>
                    <a:pt x="5209970" y="277715"/>
                  </a:lnTo>
                  <a:lnTo>
                    <a:pt x="5360434" y="279248"/>
                  </a:lnTo>
                  <a:lnTo>
                    <a:pt x="5510898" y="280636"/>
                  </a:lnTo>
                  <a:lnTo>
                    <a:pt x="5661362" y="281884"/>
                  </a:lnTo>
                  <a:lnTo>
                    <a:pt x="5811826" y="282994"/>
                  </a:lnTo>
                  <a:lnTo>
                    <a:pt x="5962290" y="283972"/>
                  </a:lnTo>
                  <a:lnTo>
                    <a:pt x="6112754" y="284819"/>
                  </a:lnTo>
                  <a:lnTo>
                    <a:pt x="6145984" y="28497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956127"/>
              <a:ext cx="6145984" cy="2136918"/>
            </a:xfrm>
            <a:custGeom>
              <a:avLst/>
              <a:pathLst>
                <a:path w="6145984" h="2136918">
                  <a:moveTo>
                    <a:pt x="0" y="0"/>
                  </a:moveTo>
                  <a:lnTo>
                    <a:pt x="94192" y="67275"/>
                  </a:lnTo>
                  <a:lnTo>
                    <a:pt x="244656" y="167885"/>
                  </a:lnTo>
                  <a:lnTo>
                    <a:pt x="395120" y="261537"/>
                  </a:lnTo>
                  <a:lnTo>
                    <a:pt x="545584" y="348208"/>
                  </a:lnTo>
                  <a:lnTo>
                    <a:pt x="696048" y="428011"/>
                  </a:lnTo>
                  <a:lnTo>
                    <a:pt x="846512" y="501247"/>
                  </a:lnTo>
                  <a:lnTo>
                    <a:pt x="996976" y="568430"/>
                  </a:lnTo>
                  <a:lnTo>
                    <a:pt x="1147440" y="630250"/>
                  </a:lnTo>
                  <a:lnTo>
                    <a:pt x="1297904" y="687452"/>
                  </a:lnTo>
                  <a:lnTo>
                    <a:pt x="1448369" y="740715"/>
                  </a:lnTo>
                  <a:lnTo>
                    <a:pt x="1598833" y="792587"/>
                  </a:lnTo>
                  <a:lnTo>
                    <a:pt x="1749297" y="843109"/>
                  </a:lnTo>
                  <a:lnTo>
                    <a:pt x="1899761" y="890953"/>
                  </a:lnTo>
                  <a:lnTo>
                    <a:pt x="2050225" y="935820"/>
                  </a:lnTo>
                  <a:lnTo>
                    <a:pt x="2200689" y="981089"/>
                  </a:lnTo>
                  <a:lnTo>
                    <a:pt x="2351153" y="1022303"/>
                  </a:lnTo>
                  <a:lnTo>
                    <a:pt x="2501617" y="1057831"/>
                  </a:lnTo>
                  <a:lnTo>
                    <a:pt x="2652081" y="1089056"/>
                  </a:lnTo>
                  <a:lnTo>
                    <a:pt x="2802545" y="1113310"/>
                  </a:lnTo>
                  <a:lnTo>
                    <a:pt x="2953009" y="1134932"/>
                  </a:lnTo>
                  <a:lnTo>
                    <a:pt x="3103473" y="1162379"/>
                  </a:lnTo>
                  <a:lnTo>
                    <a:pt x="3253937" y="1188306"/>
                  </a:lnTo>
                  <a:lnTo>
                    <a:pt x="3404401" y="1211089"/>
                  </a:lnTo>
                  <a:lnTo>
                    <a:pt x="3554865" y="1237834"/>
                  </a:lnTo>
                  <a:lnTo>
                    <a:pt x="3705329" y="1269518"/>
                  </a:lnTo>
                  <a:lnTo>
                    <a:pt x="3855793" y="1300155"/>
                  </a:lnTo>
                  <a:lnTo>
                    <a:pt x="4006257" y="1330672"/>
                  </a:lnTo>
                  <a:lnTo>
                    <a:pt x="4156721" y="1362257"/>
                  </a:lnTo>
                  <a:lnTo>
                    <a:pt x="4307185" y="1391730"/>
                  </a:lnTo>
                  <a:lnTo>
                    <a:pt x="4457649" y="1418304"/>
                  </a:lnTo>
                  <a:lnTo>
                    <a:pt x="4608114" y="1442057"/>
                  </a:lnTo>
                  <a:lnTo>
                    <a:pt x="4758578" y="1462638"/>
                  </a:lnTo>
                  <a:lnTo>
                    <a:pt x="4909042" y="1480360"/>
                  </a:lnTo>
                  <a:lnTo>
                    <a:pt x="5059506" y="1495829"/>
                  </a:lnTo>
                  <a:lnTo>
                    <a:pt x="5209970" y="1509402"/>
                  </a:lnTo>
                  <a:lnTo>
                    <a:pt x="5360434" y="1521235"/>
                  </a:lnTo>
                  <a:lnTo>
                    <a:pt x="5510898" y="1531332"/>
                  </a:lnTo>
                  <a:lnTo>
                    <a:pt x="5661362" y="1539589"/>
                  </a:lnTo>
                  <a:lnTo>
                    <a:pt x="5811826" y="1545832"/>
                  </a:lnTo>
                  <a:lnTo>
                    <a:pt x="5962290" y="1549840"/>
                  </a:lnTo>
                  <a:lnTo>
                    <a:pt x="6112754" y="1551370"/>
                  </a:lnTo>
                  <a:lnTo>
                    <a:pt x="6145984" y="1551107"/>
                  </a:lnTo>
                  <a:lnTo>
                    <a:pt x="6145984" y="2136918"/>
                  </a:lnTo>
                  <a:lnTo>
                    <a:pt x="6112754" y="2128292"/>
                  </a:lnTo>
                  <a:lnTo>
                    <a:pt x="5962290" y="2090166"/>
                  </a:lnTo>
                  <a:lnTo>
                    <a:pt x="5811826" y="2052705"/>
                  </a:lnTo>
                  <a:lnTo>
                    <a:pt x="5661362" y="2015639"/>
                  </a:lnTo>
                  <a:lnTo>
                    <a:pt x="5510898" y="1978720"/>
                  </a:lnTo>
                  <a:lnTo>
                    <a:pt x="5360434" y="1941745"/>
                  </a:lnTo>
                  <a:lnTo>
                    <a:pt x="5209970" y="1904581"/>
                  </a:lnTo>
                  <a:lnTo>
                    <a:pt x="5059506" y="1867208"/>
                  </a:lnTo>
                  <a:lnTo>
                    <a:pt x="4909042" y="1829751"/>
                  </a:lnTo>
                  <a:lnTo>
                    <a:pt x="4758578" y="1792542"/>
                  </a:lnTo>
                  <a:lnTo>
                    <a:pt x="4608114" y="1756157"/>
                  </a:lnTo>
                  <a:lnTo>
                    <a:pt x="4457649" y="1720484"/>
                  </a:lnTo>
                  <a:lnTo>
                    <a:pt x="4307185" y="1685098"/>
                  </a:lnTo>
                  <a:lnTo>
                    <a:pt x="4156721" y="1651133"/>
                  </a:lnTo>
                  <a:lnTo>
                    <a:pt x="4006257" y="1618877"/>
                  </a:lnTo>
                  <a:lnTo>
                    <a:pt x="3855793" y="1587189"/>
                  </a:lnTo>
                  <a:lnTo>
                    <a:pt x="3705329" y="1557748"/>
                  </a:lnTo>
                  <a:lnTo>
                    <a:pt x="3554865" y="1530459"/>
                  </a:lnTo>
                  <a:lnTo>
                    <a:pt x="3404401" y="1502944"/>
                  </a:lnTo>
                  <a:lnTo>
                    <a:pt x="3253937" y="1479243"/>
                  </a:lnTo>
                  <a:lnTo>
                    <a:pt x="3103473" y="1459068"/>
                  </a:lnTo>
                  <a:lnTo>
                    <a:pt x="2953009" y="1433971"/>
                  </a:lnTo>
                  <a:lnTo>
                    <a:pt x="2802545" y="1405189"/>
                  </a:lnTo>
                  <a:lnTo>
                    <a:pt x="2652081" y="1378782"/>
                  </a:lnTo>
                  <a:lnTo>
                    <a:pt x="2501617" y="1349549"/>
                  </a:lnTo>
                  <a:lnTo>
                    <a:pt x="2351153" y="1309649"/>
                  </a:lnTo>
                  <a:lnTo>
                    <a:pt x="2200689" y="1266280"/>
                  </a:lnTo>
                  <a:lnTo>
                    <a:pt x="2050225" y="1223420"/>
                  </a:lnTo>
                  <a:lnTo>
                    <a:pt x="1899761" y="1179530"/>
                  </a:lnTo>
                  <a:lnTo>
                    <a:pt x="1749297" y="1134824"/>
                  </a:lnTo>
                  <a:lnTo>
                    <a:pt x="1598833" y="1090932"/>
                  </a:lnTo>
                  <a:lnTo>
                    <a:pt x="1448369" y="1048799"/>
                  </a:lnTo>
                  <a:lnTo>
                    <a:pt x="1297904" y="1008455"/>
                  </a:lnTo>
                  <a:lnTo>
                    <a:pt x="1147440" y="969193"/>
                  </a:lnTo>
                  <a:lnTo>
                    <a:pt x="996976" y="931617"/>
                  </a:lnTo>
                  <a:lnTo>
                    <a:pt x="846512" y="896481"/>
                  </a:lnTo>
                  <a:lnTo>
                    <a:pt x="696048" y="864485"/>
                  </a:lnTo>
                  <a:lnTo>
                    <a:pt x="545584" y="836154"/>
                  </a:lnTo>
                  <a:lnTo>
                    <a:pt x="395120" y="811799"/>
                  </a:lnTo>
                  <a:lnTo>
                    <a:pt x="244656" y="791540"/>
                  </a:lnTo>
                  <a:lnTo>
                    <a:pt x="94192" y="775367"/>
                  </a:lnTo>
                  <a:lnTo>
                    <a:pt x="0" y="76774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956127"/>
              <a:ext cx="6145984" cy="1551370"/>
            </a:xfrm>
            <a:custGeom>
              <a:avLst/>
              <a:pathLst>
                <a:path w="6145984" h="1551370">
                  <a:moveTo>
                    <a:pt x="0" y="0"/>
                  </a:moveTo>
                  <a:lnTo>
                    <a:pt x="94192" y="67275"/>
                  </a:lnTo>
                  <a:lnTo>
                    <a:pt x="244656" y="167885"/>
                  </a:lnTo>
                  <a:lnTo>
                    <a:pt x="395120" y="261537"/>
                  </a:lnTo>
                  <a:lnTo>
                    <a:pt x="545584" y="348208"/>
                  </a:lnTo>
                  <a:lnTo>
                    <a:pt x="696048" y="428011"/>
                  </a:lnTo>
                  <a:lnTo>
                    <a:pt x="846512" y="501247"/>
                  </a:lnTo>
                  <a:lnTo>
                    <a:pt x="996976" y="568430"/>
                  </a:lnTo>
                  <a:lnTo>
                    <a:pt x="1147440" y="630250"/>
                  </a:lnTo>
                  <a:lnTo>
                    <a:pt x="1297904" y="687452"/>
                  </a:lnTo>
                  <a:lnTo>
                    <a:pt x="1448369" y="740715"/>
                  </a:lnTo>
                  <a:lnTo>
                    <a:pt x="1598833" y="792587"/>
                  </a:lnTo>
                  <a:lnTo>
                    <a:pt x="1749297" y="843109"/>
                  </a:lnTo>
                  <a:lnTo>
                    <a:pt x="1899761" y="890953"/>
                  </a:lnTo>
                  <a:lnTo>
                    <a:pt x="2050225" y="935820"/>
                  </a:lnTo>
                  <a:lnTo>
                    <a:pt x="2200689" y="981089"/>
                  </a:lnTo>
                  <a:lnTo>
                    <a:pt x="2351153" y="1022303"/>
                  </a:lnTo>
                  <a:lnTo>
                    <a:pt x="2501617" y="1057831"/>
                  </a:lnTo>
                  <a:lnTo>
                    <a:pt x="2652081" y="1089056"/>
                  </a:lnTo>
                  <a:lnTo>
                    <a:pt x="2802545" y="1113310"/>
                  </a:lnTo>
                  <a:lnTo>
                    <a:pt x="2953009" y="1134932"/>
                  </a:lnTo>
                  <a:lnTo>
                    <a:pt x="3103473" y="1162379"/>
                  </a:lnTo>
                  <a:lnTo>
                    <a:pt x="3253937" y="1188306"/>
                  </a:lnTo>
                  <a:lnTo>
                    <a:pt x="3404401" y="1211089"/>
                  </a:lnTo>
                  <a:lnTo>
                    <a:pt x="3554865" y="1237834"/>
                  </a:lnTo>
                  <a:lnTo>
                    <a:pt x="3705329" y="1269518"/>
                  </a:lnTo>
                  <a:lnTo>
                    <a:pt x="3855793" y="1300155"/>
                  </a:lnTo>
                  <a:lnTo>
                    <a:pt x="4006257" y="1330672"/>
                  </a:lnTo>
                  <a:lnTo>
                    <a:pt x="4156721" y="1362257"/>
                  </a:lnTo>
                  <a:lnTo>
                    <a:pt x="4307185" y="1391730"/>
                  </a:lnTo>
                  <a:lnTo>
                    <a:pt x="4457649" y="1418304"/>
                  </a:lnTo>
                  <a:lnTo>
                    <a:pt x="4608114" y="1442057"/>
                  </a:lnTo>
                  <a:lnTo>
                    <a:pt x="4758578" y="1462638"/>
                  </a:lnTo>
                  <a:lnTo>
                    <a:pt x="4909042" y="1480360"/>
                  </a:lnTo>
                  <a:lnTo>
                    <a:pt x="5059506" y="1495829"/>
                  </a:lnTo>
                  <a:lnTo>
                    <a:pt x="5209970" y="1509402"/>
                  </a:lnTo>
                  <a:lnTo>
                    <a:pt x="5360434" y="1521235"/>
                  </a:lnTo>
                  <a:lnTo>
                    <a:pt x="5510898" y="1531332"/>
                  </a:lnTo>
                  <a:lnTo>
                    <a:pt x="5661362" y="1539589"/>
                  </a:lnTo>
                  <a:lnTo>
                    <a:pt x="5811826" y="1545832"/>
                  </a:lnTo>
                  <a:lnTo>
                    <a:pt x="5962290" y="1549840"/>
                  </a:lnTo>
                  <a:lnTo>
                    <a:pt x="6112754" y="1551370"/>
                  </a:lnTo>
                  <a:lnTo>
                    <a:pt x="6145984" y="15511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723869"/>
              <a:ext cx="6145984" cy="1369176"/>
            </a:xfrm>
            <a:custGeom>
              <a:avLst/>
              <a:pathLst>
                <a:path w="6145984" h="1369176">
                  <a:moveTo>
                    <a:pt x="6145984" y="1369176"/>
                  </a:moveTo>
                  <a:lnTo>
                    <a:pt x="6112754" y="1360549"/>
                  </a:lnTo>
                  <a:lnTo>
                    <a:pt x="5962290" y="1322424"/>
                  </a:lnTo>
                  <a:lnTo>
                    <a:pt x="5811826" y="1284963"/>
                  </a:lnTo>
                  <a:lnTo>
                    <a:pt x="5661362" y="1247897"/>
                  </a:lnTo>
                  <a:lnTo>
                    <a:pt x="5510898" y="1210978"/>
                  </a:lnTo>
                  <a:lnTo>
                    <a:pt x="5360434" y="1174002"/>
                  </a:lnTo>
                  <a:lnTo>
                    <a:pt x="5209970" y="1136839"/>
                  </a:lnTo>
                  <a:lnTo>
                    <a:pt x="5059506" y="1099465"/>
                  </a:lnTo>
                  <a:lnTo>
                    <a:pt x="4909042" y="1062009"/>
                  </a:lnTo>
                  <a:lnTo>
                    <a:pt x="4758578" y="1024799"/>
                  </a:lnTo>
                  <a:lnTo>
                    <a:pt x="4608114" y="988414"/>
                  </a:lnTo>
                  <a:lnTo>
                    <a:pt x="4457649" y="952742"/>
                  </a:lnTo>
                  <a:lnTo>
                    <a:pt x="4307185" y="917355"/>
                  </a:lnTo>
                  <a:lnTo>
                    <a:pt x="4156721" y="883390"/>
                  </a:lnTo>
                  <a:lnTo>
                    <a:pt x="4006257" y="851135"/>
                  </a:lnTo>
                  <a:lnTo>
                    <a:pt x="3855793" y="819446"/>
                  </a:lnTo>
                  <a:lnTo>
                    <a:pt x="3705329" y="790005"/>
                  </a:lnTo>
                  <a:lnTo>
                    <a:pt x="3554865" y="762717"/>
                  </a:lnTo>
                  <a:lnTo>
                    <a:pt x="3404401" y="735202"/>
                  </a:lnTo>
                  <a:lnTo>
                    <a:pt x="3253937" y="711501"/>
                  </a:lnTo>
                  <a:lnTo>
                    <a:pt x="3103473" y="691325"/>
                  </a:lnTo>
                  <a:lnTo>
                    <a:pt x="2953009" y="666228"/>
                  </a:lnTo>
                  <a:lnTo>
                    <a:pt x="2802545" y="637446"/>
                  </a:lnTo>
                  <a:lnTo>
                    <a:pt x="2652081" y="611040"/>
                  </a:lnTo>
                  <a:lnTo>
                    <a:pt x="2501617" y="581806"/>
                  </a:lnTo>
                  <a:lnTo>
                    <a:pt x="2351153" y="541907"/>
                  </a:lnTo>
                  <a:lnTo>
                    <a:pt x="2200689" y="498538"/>
                  </a:lnTo>
                  <a:lnTo>
                    <a:pt x="2050225" y="455677"/>
                  </a:lnTo>
                  <a:lnTo>
                    <a:pt x="1899761" y="411788"/>
                  </a:lnTo>
                  <a:lnTo>
                    <a:pt x="1749297" y="367082"/>
                  </a:lnTo>
                  <a:lnTo>
                    <a:pt x="1598833" y="323189"/>
                  </a:lnTo>
                  <a:lnTo>
                    <a:pt x="1448369" y="281057"/>
                  </a:lnTo>
                  <a:lnTo>
                    <a:pt x="1297904" y="240712"/>
                  </a:lnTo>
                  <a:lnTo>
                    <a:pt x="1147440" y="201450"/>
                  </a:lnTo>
                  <a:lnTo>
                    <a:pt x="996976" y="163874"/>
                  </a:lnTo>
                  <a:lnTo>
                    <a:pt x="846512" y="128739"/>
                  </a:lnTo>
                  <a:lnTo>
                    <a:pt x="696048" y="96743"/>
                  </a:lnTo>
                  <a:lnTo>
                    <a:pt x="545584" y="68412"/>
                  </a:lnTo>
                  <a:lnTo>
                    <a:pt x="395120" y="44056"/>
                  </a:lnTo>
                  <a:lnTo>
                    <a:pt x="244656" y="23798"/>
                  </a:lnTo>
                  <a:lnTo>
                    <a:pt x="94192" y="762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339998"/>
              <a:ext cx="6145984" cy="1460142"/>
            </a:xfrm>
            <a:custGeom>
              <a:avLst/>
              <a:pathLst>
                <a:path w="6145984" h="1460142">
                  <a:moveTo>
                    <a:pt x="0" y="0"/>
                  </a:moveTo>
                  <a:lnTo>
                    <a:pt x="94192" y="37450"/>
                  </a:lnTo>
                  <a:lnTo>
                    <a:pt x="244656" y="95841"/>
                  </a:lnTo>
                  <a:lnTo>
                    <a:pt x="395120" y="152796"/>
                  </a:lnTo>
                  <a:lnTo>
                    <a:pt x="545584" y="208310"/>
                  </a:lnTo>
                  <a:lnTo>
                    <a:pt x="696048" y="262377"/>
                  </a:lnTo>
                  <a:lnTo>
                    <a:pt x="846512" y="314993"/>
                  </a:lnTo>
                  <a:lnTo>
                    <a:pt x="996976" y="366152"/>
                  </a:lnTo>
                  <a:lnTo>
                    <a:pt x="1147440" y="415850"/>
                  </a:lnTo>
                  <a:lnTo>
                    <a:pt x="1297904" y="464082"/>
                  </a:lnTo>
                  <a:lnTo>
                    <a:pt x="1448369" y="510886"/>
                  </a:lnTo>
                  <a:lnTo>
                    <a:pt x="1598833" y="557888"/>
                  </a:lnTo>
                  <a:lnTo>
                    <a:pt x="1749297" y="605095"/>
                  </a:lnTo>
                  <a:lnTo>
                    <a:pt x="1899761" y="651370"/>
                  </a:lnTo>
                  <a:lnTo>
                    <a:pt x="2050225" y="695749"/>
                  </a:lnTo>
                  <a:lnTo>
                    <a:pt x="2200689" y="739813"/>
                  </a:lnTo>
                  <a:lnTo>
                    <a:pt x="2351153" y="782105"/>
                  </a:lnTo>
                  <a:lnTo>
                    <a:pt x="2501617" y="819819"/>
                  </a:lnTo>
                  <a:lnTo>
                    <a:pt x="2652081" y="850048"/>
                  </a:lnTo>
                  <a:lnTo>
                    <a:pt x="2802545" y="875378"/>
                  </a:lnTo>
                  <a:lnTo>
                    <a:pt x="2953009" y="900580"/>
                  </a:lnTo>
                  <a:lnTo>
                    <a:pt x="3103473" y="926852"/>
                  </a:lnTo>
                  <a:lnTo>
                    <a:pt x="3253937" y="949903"/>
                  </a:lnTo>
                  <a:lnTo>
                    <a:pt x="3404401" y="973145"/>
                  </a:lnTo>
                  <a:lnTo>
                    <a:pt x="3554865" y="1000275"/>
                  </a:lnTo>
                  <a:lnTo>
                    <a:pt x="3705329" y="1029762"/>
                  </a:lnTo>
                  <a:lnTo>
                    <a:pt x="3855793" y="1059800"/>
                  </a:lnTo>
                  <a:lnTo>
                    <a:pt x="4006257" y="1090903"/>
                  </a:lnTo>
                  <a:lnTo>
                    <a:pt x="4156721" y="1122824"/>
                  </a:lnTo>
                  <a:lnTo>
                    <a:pt x="4307185" y="1154543"/>
                  </a:lnTo>
                  <a:lnTo>
                    <a:pt x="4457649" y="1185523"/>
                  </a:lnTo>
                  <a:lnTo>
                    <a:pt x="4608114" y="1215236"/>
                  </a:lnTo>
                  <a:lnTo>
                    <a:pt x="4758578" y="1243718"/>
                  </a:lnTo>
                  <a:lnTo>
                    <a:pt x="4909042" y="1271184"/>
                  </a:lnTo>
                  <a:lnTo>
                    <a:pt x="5059506" y="1297647"/>
                  </a:lnTo>
                  <a:lnTo>
                    <a:pt x="5209970" y="1323121"/>
                  </a:lnTo>
                  <a:lnTo>
                    <a:pt x="5360434" y="1347618"/>
                  </a:lnTo>
                  <a:lnTo>
                    <a:pt x="5510898" y="1371155"/>
                  </a:lnTo>
                  <a:lnTo>
                    <a:pt x="5661362" y="1393743"/>
                  </a:lnTo>
                  <a:lnTo>
                    <a:pt x="5811826" y="1415397"/>
                  </a:lnTo>
                  <a:lnTo>
                    <a:pt x="5962290" y="1436132"/>
                  </a:lnTo>
                  <a:lnTo>
                    <a:pt x="6112754" y="1455960"/>
                  </a:lnTo>
                  <a:lnTo>
                    <a:pt x="6145984" y="1460142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658343"/>
              <a:ext cx="6145984" cy="2362788"/>
            </a:xfrm>
            <a:custGeom>
              <a:avLst/>
              <a:pathLst>
                <a:path w="6145984" h="2362788">
                  <a:moveTo>
                    <a:pt x="0" y="0"/>
                  </a:moveTo>
                  <a:lnTo>
                    <a:pt x="94192" y="66910"/>
                  </a:lnTo>
                  <a:lnTo>
                    <a:pt x="244656" y="166237"/>
                  </a:lnTo>
                  <a:lnTo>
                    <a:pt x="395120" y="257858"/>
                  </a:lnTo>
                  <a:lnTo>
                    <a:pt x="545584" y="341704"/>
                  </a:lnTo>
                  <a:lnTo>
                    <a:pt x="696048" y="417852"/>
                  </a:lnTo>
                  <a:lnTo>
                    <a:pt x="846512" y="486582"/>
                  </a:lnTo>
                  <a:lnTo>
                    <a:pt x="996976" y="548399"/>
                  </a:lnTo>
                  <a:lnTo>
                    <a:pt x="1147440" y="604001"/>
                  </a:lnTo>
                  <a:lnTo>
                    <a:pt x="1297904" y="654138"/>
                  </a:lnTo>
                  <a:lnTo>
                    <a:pt x="1448369" y="699475"/>
                  </a:lnTo>
                  <a:lnTo>
                    <a:pt x="1598833" y="742053"/>
                  </a:lnTo>
                  <a:lnTo>
                    <a:pt x="1749297" y="782480"/>
                  </a:lnTo>
                  <a:lnTo>
                    <a:pt x="1899761" y="820535"/>
                  </a:lnTo>
                  <a:lnTo>
                    <a:pt x="2050225" y="856995"/>
                  </a:lnTo>
                  <a:lnTo>
                    <a:pt x="2200689" y="894872"/>
                  </a:lnTo>
                  <a:lnTo>
                    <a:pt x="2351153" y="930314"/>
                  </a:lnTo>
                  <a:lnTo>
                    <a:pt x="2501617" y="963286"/>
                  </a:lnTo>
                  <a:lnTo>
                    <a:pt x="2652081" y="999287"/>
                  </a:lnTo>
                  <a:lnTo>
                    <a:pt x="2802545" y="1033655"/>
                  </a:lnTo>
                  <a:lnTo>
                    <a:pt x="2953009" y="1065580"/>
                  </a:lnTo>
                  <a:lnTo>
                    <a:pt x="3103473" y="1102232"/>
                  </a:lnTo>
                  <a:lnTo>
                    <a:pt x="3253937" y="1140458"/>
                  </a:lnTo>
                  <a:lnTo>
                    <a:pt x="3404401" y="1176548"/>
                  </a:lnTo>
                  <a:lnTo>
                    <a:pt x="3554865" y="1215848"/>
                  </a:lnTo>
                  <a:lnTo>
                    <a:pt x="3705329" y="1260468"/>
                  </a:lnTo>
                  <a:lnTo>
                    <a:pt x="3855793" y="1304903"/>
                  </a:lnTo>
                  <a:lnTo>
                    <a:pt x="4006257" y="1349464"/>
                  </a:lnTo>
                  <a:lnTo>
                    <a:pt x="4156721" y="1395200"/>
                  </a:lnTo>
                  <a:lnTo>
                    <a:pt x="4307185" y="1438860"/>
                  </a:lnTo>
                  <a:lnTo>
                    <a:pt x="4457649" y="1479404"/>
                  </a:lnTo>
                  <a:lnTo>
                    <a:pt x="4608114" y="1516719"/>
                  </a:lnTo>
                  <a:lnTo>
                    <a:pt x="4758578" y="1550309"/>
                  </a:lnTo>
                  <a:lnTo>
                    <a:pt x="4909042" y="1580506"/>
                  </a:lnTo>
                  <a:lnTo>
                    <a:pt x="5059506" y="1607961"/>
                  </a:lnTo>
                  <a:lnTo>
                    <a:pt x="5209970" y="1633055"/>
                  </a:lnTo>
                  <a:lnTo>
                    <a:pt x="5360434" y="1655956"/>
                  </a:lnTo>
                  <a:lnTo>
                    <a:pt x="5510898" y="1676672"/>
                  </a:lnTo>
                  <a:lnTo>
                    <a:pt x="5661362" y="1695094"/>
                  </a:lnTo>
                  <a:lnTo>
                    <a:pt x="5811826" y="1711033"/>
                  </a:lnTo>
                  <a:lnTo>
                    <a:pt x="5962290" y="1724257"/>
                  </a:lnTo>
                  <a:lnTo>
                    <a:pt x="6112754" y="1734507"/>
                  </a:lnTo>
                  <a:lnTo>
                    <a:pt x="6145984" y="1736057"/>
                  </a:lnTo>
                  <a:lnTo>
                    <a:pt x="6145984" y="2362788"/>
                  </a:lnTo>
                  <a:lnTo>
                    <a:pt x="6112754" y="2351728"/>
                  </a:lnTo>
                  <a:lnTo>
                    <a:pt x="5962290" y="2302326"/>
                  </a:lnTo>
                  <a:lnTo>
                    <a:pt x="5811826" y="2253312"/>
                  </a:lnTo>
                  <a:lnTo>
                    <a:pt x="5661362" y="2204396"/>
                  </a:lnTo>
                  <a:lnTo>
                    <a:pt x="5510898" y="2155312"/>
                  </a:lnTo>
                  <a:lnTo>
                    <a:pt x="5360434" y="2105839"/>
                  </a:lnTo>
                  <a:lnTo>
                    <a:pt x="5209970" y="2055837"/>
                  </a:lnTo>
                  <a:lnTo>
                    <a:pt x="5059506" y="2005280"/>
                  </a:lnTo>
                  <a:lnTo>
                    <a:pt x="4909042" y="1954303"/>
                  </a:lnTo>
                  <a:lnTo>
                    <a:pt x="4758578" y="1903257"/>
                  </a:lnTo>
                  <a:lnTo>
                    <a:pt x="4608114" y="1852759"/>
                  </a:lnTo>
                  <a:lnTo>
                    <a:pt x="4457649" y="1802692"/>
                  </a:lnTo>
                  <a:lnTo>
                    <a:pt x="4307185" y="1752720"/>
                  </a:lnTo>
                  <a:lnTo>
                    <a:pt x="4156721" y="1704254"/>
                  </a:lnTo>
                  <a:lnTo>
                    <a:pt x="4006257" y="1657801"/>
                  </a:lnTo>
                  <a:lnTo>
                    <a:pt x="3855793" y="1611987"/>
                  </a:lnTo>
                  <a:lnTo>
                    <a:pt x="3705329" y="1568831"/>
                  </a:lnTo>
                  <a:lnTo>
                    <a:pt x="3554865" y="1528914"/>
                  </a:lnTo>
                  <a:lnTo>
                    <a:pt x="3404401" y="1488790"/>
                  </a:lnTo>
                  <a:lnTo>
                    <a:pt x="3253937" y="1451717"/>
                  </a:lnTo>
                  <a:lnTo>
                    <a:pt x="3103473" y="1419645"/>
                  </a:lnTo>
                  <a:lnTo>
                    <a:pt x="2953009" y="1385508"/>
                  </a:lnTo>
                  <a:lnTo>
                    <a:pt x="2802545" y="1345922"/>
                  </a:lnTo>
                  <a:lnTo>
                    <a:pt x="2652081" y="1309252"/>
                  </a:lnTo>
                  <a:lnTo>
                    <a:pt x="2501617" y="1275381"/>
                  </a:lnTo>
                  <a:lnTo>
                    <a:pt x="2351153" y="1237732"/>
                  </a:lnTo>
                  <a:lnTo>
                    <a:pt x="2200689" y="1199984"/>
                  </a:lnTo>
                  <a:lnTo>
                    <a:pt x="2050225" y="1164684"/>
                  </a:lnTo>
                  <a:lnTo>
                    <a:pt x="1899761" y="1129270"/>
                  </a:lnTo>
                  <a:lnTo>
                    <a:pt x="1749297" y="1094572"/>
                  </a:lnTo>
                  <a:lnTo>
                    <a:pt x="1598833" y="1061238"/>
                  </a:lnTo>
                  <a:lnTo>
                    <a:pt x="1448369" y="1029079"/>
                  </a:lnTo>
                  <a:lnTo>
                    <a:pt x="1297904" y="997563"/>
                  </a:lnTo>
                  <a:lnTo>
                    <a:pt x="1147440" y="966619"/>
                  </a:lnTo>
                  <a:lnTo>
                    <a:pt x="996976" y="936956"/>
                  </a:lnTo>
                  <a:lnTo>
                    <a:pt x="846512" y="909424"/>
                  </a:lnTo>
                  <a:lnTo>
                    <a:pt x="696048" y="884815"/>
                  </a:lnTo>
                  <a:lnTo>
                    <a:pt x="545584" y="863734"/>
                  </a:lnTo>
                  <a:lnTo>
                    <a:pt x="395120" y="846556"/>
                  </a:lnTo>
                  <a:lnTo>
                    <a:pt x="244656" y="833456"/>
                  </a:lnTo>
                  <a:lnTo>
                    <a:pt x="94192" y="824463"/>
                  </a:lnTo>
                  <a:lnTo>
                    <a:pt x="0" y="82137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658343"/>
              <a:ext cx="6145984" cy="1736057"/>
            </a:xfrm>
            <a:custGeom>
              <a:avLst/>
              <a:pathLst>
                <a:path w="6145984" h="1736057">
                  <a:moveTo>
                    <a:pt x="0" y="0"/>
                  </a:moveTo>
                  <a:lnTo>
                    <a:pt x="94192" y="66910"/>
                  </a:lnTo>
                  <a:lnTo>
                    <a:pt x="244656" y="166237"/>
                  </a:lnTo>
                  <a:lnTo>
                    <a:pt x="395120" y="257858"/>
                  </a:lnTo>
                  <a:lnTo>
                    <a:pt x="545584" y="341704"/>
                  </a:lnTo>
                  <a:lnTo>
                    <a:pt x="696048" y="417852"/>
                  </a:lnTo>
                  <a:lnTo>
                    <a:pt x="846512" y="486582"/>
                  </a:lnTo>
                  <a:lnTo>
                    <a:pt x="996976" y="548399"/>
                  </a:lnTo>
                  <a:lnTo>
                    <a:pt x="1147440" y="604001"/>
                  </a:lnTo>
                  <a:lnTo>
                    <a:pt x="1297904" y="654138"/>
                  </a:lnTo>
                  <a:lnTo>
                    <a:pt x="1448369" y="699475"/>
                  </a:lnTo>
                  <a:lnTo>
                    <a:pt x="1598833" y="742053"/>
                  </a:lnTo>
                  <a:lnTo>
                    <a:pt x="1749297" y="782480"/>
                  </a:lnTo>
                  <a:lnTo>
                    <a:pt x="1899761" y="820535"/>
                  </a:lnTo>
                  <a:lnTo>
                    <a:pt x="2050225" y="856995"/>
                  </a:lnTo>
                  <a:lnTo>
                    <a:pt x="2200689" y="894872"/>
                  </a:lnTo>
                  <a:lnTo>
                    <a:pt x="2351153" y="930314"/>
                  </a:lnTo>
                  <a:lnTo>
                    <a:pt x="2501617" y="963286"/>
                  </a:lnTo>
                  <a:lnTo>
                    <a:pt x="2652081" y="999287"/>
                  </a:lnTo>
                  <a:lnTo>
                    <a:pt x="2802545" y="1033655"/>
                  </a:lnTo>
                  <a:lnTo>
                    <a:pt x="2953009" y="1065580"/>
                  </a:lnTo>
                  <a:lnTo>
                    <a:pt x="3103473" y="1102232"/>
                  </a:lnTo>
                  <a:lnTo>
                    <a:pt x="3253937" y="1140458"/>
                  </a:lnTo>
                  <a:lnTo>
                    <a:pt x="3404401" y="1176548"/>
                  </a:lnTo>
                  <a:lnTo>
                    <a:pt x="3554865" y="1215848"/>
                  </a:lnTo>
                  <a:lnTo>
                    <a:pt x="3705329" y="1260468"/>
                  </a:lnTo>
                  <a:lnTo>
                    <a:pt x="3855793" y="1304903"/>
                  </a:lnTo>
                  <a:lnTo>
                    <a:pt x="4006257" y="1349464"/>
                  </a:lnTo>
                  <a:lnTo>
                    <a:pt x="4156721" y="1395200"/>
                  </a:lnTo>
                  <a:lnTo>
                    <a:pt x="4307185" y="1438860"/>
                  </a:lnTo>
                  <a:lnTo>
                    <a:pt x="4457649" y="1479404"/>
                  </a:lnTo>
                  <a:lnTo>
                    <a:pt x="4608114" y="1516719"/>
                  </a:lnTo>
                  <a:lnTo>
                    <a:pt x="4758578" y="1550309"/>
                  </a:lnTo>
                  <a:lnTo>
                    <a:pt x="4909042" y="1580506"/>
                  </a:lnTo>
                  <a:lnTo>
                    <a:pt x="5059506" y="1607961"/>
                  </a:lnTo>
                  <a:lnTo>
                    <a:pt x="5209970" y="1633055"/>
                  </a:lnTo>
                  <a:lnTo>
                    <a:pt x="5360434" y="1655956"/>
                  </a:lnTo>
                  <a:lnTo>
                    <a:pt x="5510898" y="1676672"/>
                  </a:lnTo>
                  <a:lnTo>
                    <a:pt x="5661362" y="1695094"/>
                  </a:lnTo>
                  <a:lnTo>
                    <a:pt x="5811826" y="1711033"/>
                  </a:lnTo>
                  <a:lnTo>
                    <a:pt x="5962290" y="1724257"/>
                  </a:lnTo>
                  <a:lnTo>
                    <a:pt x="6112754" y="1734507"/>
                  </a:lnTo>
                  <a:lnTo>
                    <a:pt x="6145984" y="17360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479714"/>
              <a:ext cx="6145984" cy="1541417"/>
            </a:xfrm>
            <a:custGeom>
              <a:avLst/>
              <a:pathLst>
                <a:path w="6145984" h="1541417">
                  <a:moveTo>
                    <a:pt x="6145984" y="1541417"/>
                  </a:moveTo>
                  <a:lnTo>
                    <a:pt x="6112754" y="1530357"/>
                  </a:lnTo>
                  <a:lnTo>
                    <a:pt x="5962290" y="1480955"/>
                  </a:lnTo>
                  <a:lnTo>
                    <a:pt x="5811826" y="1431941"/>
                  </a:lnTo>
                  <a:lnTo>
                    <a:pt x="5661362" y="1383026"/>
                  </a:lnTo>
                  <a:lnTo>
                    <a:pt x="5510898" y="1333941"/>
                  </a:lnTo>
                  <a:lnTo>
                    <a:pt x="5360434" y="1284469"/>
                  </a:lnTo>
                  <a:lnTo>
                    <a:pt x="5209970" y="1234467"/>
                  </a:lnTo>
                  <a:lnTo>
                    <a:pt x="5059506" y="1183910"/>
                  </a:lnTo>
                  <a:lnTo>
                    <a:pt x="4909042" y="1132933"/>
                  </a:lnTo>
                  <a:lnTo>
                    <a:pt x="4758578" y="1081887"/>
                  </a:lnTo>
                  <a:lnTo>
                    <a:pt x="4608114" y="1031389"/>
                  </a:lnTo>
                  <a:lnTo>
                    <a:pt x="4457649" y="981322"/>
                  </a:lnTo>
                  <a:lnTo>
                    <a:pt x="4307185" y="931349"/>
                  </a:lnTo>
                  <a:lnTo>
                    <a:pt x="4156721" y="882883"/>
                  </a:lnTo>
                  <a:lnTo>
                    <a:pt x="4006257" y="836430"/>
                  </a:lnTo>
                  <a:lnTo>
                    <a:pt x="3855793" y="790616"/>
                  </a:lnTo>
                  <a:lnTo>
                    <a:pt x="3705329" y="747460"/>
                  </a:lnTo>
                  <a:lnTo>
                    <a:pt x="3554865" y="707544"/>
                  </a:lnTo>
                  <a:lnTo>
                    <a:pt x="3404401" y="667420"/>
                  </a:lnTo>
                  <a:lnTo>
                    <a:pt x="3253937" y="630346"/>
                  </a:lnTo>
                  <a:lnTo>
                    <a:pt x="3103473" y="598275"/>
                  </a:lnTo>
                  <a:lnTo>
                    <a:pt x="2953009" y="564137"/>
                  </a:lnTo>
                  <a:lnTo>
                    <a:pt x="2802545" y="524551"/>
                  </a:lnTo>
                  <a:lnTo>
                    <a:pt x="2652081" y="487882"/>
                  </a:lnTo>
                  <a:lnTo>
                    <a:pt x="2501617" y="454011"/>
                  </a:lnTo>
                  <a:lnTo>
                    <a:pt x="2351153" y="416361"/>
                  </a:lnTo>
                  <a:lnTo>
                    <a:pt x="2200689" y="378614"/>
                  </a:lnTo>
                  <a:lnTo>
                    <a:pt x="2050225" y="343313"/>
                  </a:lnTo>
                  <a:lnTo>
                    <a:pt x="1899761" y="307899"/>
                  </a:lnTo>
                  <a:lnTo>
                    <a:pt x="1749297" y="273202"/>
                  </a:lnTo>
                  <a:lnTo>
                    <a:pt x="1598833" y="239867"/>
                  </a:lnTo>
                  <a:lnTo>
                    <a:pt x="1448369" y="207708"/>
                  </a:lnTo>
                  <a:lnTo>
                    <a:pt x="1297904" y="176193"/>
                  </a:lnTo>
                  <a:lnTo>
                    <a:pt x="1147440" y="145249"/>
                  </a:lnTo>
                  <a:lnTo>
                    <a:pt x="996976" y="115585"/>
                  </a:lnTo>
                  <a:lnTo>
                    <a:pt x="846512" y="88053"/>
                  </a:lnTo>
                  <a:lnTo>
                    <a:pt x="696048" y="63444"/>
                  </a:lnTo>
                  <a:lnTo>
                    <a:pt x="545584" y="42363"/>
                  </a:lnTo>
                  <a:lnTo>
                    <a:pt x="395120" y="25186"/>
                  </a:lnTo>
                  <a:lnTo>
                    <a:pt x="244656" y="12086"/>
                  </a:lnTo>
                  <a:lnTo>
                    <a:pt x="94192" y="309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069028"/>
              <a:ext cx="6145984" cy="1638737"/>
            </a:xfrm>
            <a:custGeom>
              <a:avLst/>
              <a:pathLst>
                <a:path w="6145984" h="1638737">
                  <a:moveTo>
                    <a:pt x="0" y="0"/>
                  </a:moveTo>
                  <a:lnTo>
                    <a:pt x="94192" y="35001"/>
                  </a:lnTo>
                  <a:lnTo>
                    <a:pt x="244656" y="89162"/>
                  </a:lnTo>
                  <a:lnTo>
                    <a:pt x="395120" y="141522"/>
                  </a:lnTo>
                  <a:lnTo>
                    <a:pt x="545584" y="192034"/>
                  </a:lnTo>
                  <a:lnTo>
                    <a:pt x="696048" y="240648"/>
                  </a:lnTo>
                  <a:lnTo>
                    <a:pt x="846512" y="287317"/>
                  </a:lnTo>
                  <a:lnTo>
                    <a:pt x="996976" y="331992"/>
                  </a:lnTo>
                  <a:lnTo>
                    <a:pt x="1147440" y="374625"/>
                  </a:lnTo>
                  <a:lnTo>
                    <a:pt x="1297904" y="415166"/>
                  </a:lnTo>
                  <a:lnTo>
                    <a:pt x="1448369" y="453592"/>
                  </a:lnTo>
                  <a:lnTo>
                    <a:pt x="1598833" y="490960"/>
                  </a:lnTo>
                  <a:lnTo>
                    <a:pt x="1749297" y="527841"/>
                  </a:lnTo>
                  <a:lnTo>
                    <a:pt x="1899761" y="564217"/>
                  </a:lnTo>
                  <a:lnTo>
                    <a:pt x="2050225" y="600154"/>
                  </a:lnTo>
                  <a:lnTo>
                    <a:pt x="2200689" y="636743"/>
                  </a:lnTo>
                  <a:lnTo>
                    <a:pt x="2351153" y="673338"/>
                  </a:lnTo>
                  <a:lnTo>
                    <a:pt x="2501617" y="708648"/>
                  </a:lnTo>
                  <a:lnTo>
                    <a:pt x="2652081" y="743584"/>
                  </a:lnTo>
                  <a:lnTo>
                    <a:pt x="2802545" y="779103"/>
                  </a:lnTo>
                  <a:lnTo>
                    <a:pt x="2953009" y="814859"/>
                  </a:lnTo>
                  <a:lnTo>
                    <a:pt x="3103473" y="850253"/>
                  </a:lnTo>
                  <a:lnTo>
                    <a:pt x="3253937" y="885402"/>
                  </a:lnTo>
                  <a:lnTo>
                    <a:pt x="3404401" y="921984"/>
                  </a:lnTo>
                  <a:lnTo>
                    <a:pt x="3554865" y="961696"/>
                  </a:lnTo>
                  <a:lnTo>
                    <a:pt x="3705329" y="1003964"/>
                  </a:lnTo>
                  <a:lnTo>
                    <a:pt x="3855793" y="1047760"/>
                  </a:lnTo>
                  <a:lnTo>
                    <a:pt x="4006257" y="1092947"/>
                  </a:lnTo>
                  <a:lnTo>
                    <a:pt x="4156721" y="1139042"/>
                  </a:lnTo>
                  <a:lnTo>
                    <a:pt x="4307185" y="1185104"/>
                  </a:lnTo>
                  <a:lnTo>
                    <a:pt x="4457649" y="1230363"/>
                  </a:lnTo>
                  <a:lnTo>
                    <a:pt x="4608114" y="1274054"/>
                  </a:lnTo>
                  <a:lnTo>
                    <a:pt x="4758578" y="1316098"/>
                  </a:lnTo>
                  <a:lnTo>
                    <a:pt x="4909042" y="1356720"/>
                  </a:lnTo>
                  <a:lnTo>
                    <a:pt x="5059506" y="1395935"/>
                  </a:lnTo>
                  <a:lnTo>
                    <a:pt x="5209970" y="1433761"/>
                  </a:lnTo>
                  <a:lnTo>
                    <a:pt x="5360434" y="1470213"/>
                  </a:lnTo>
                  <a:lnTo>
                    <a:pt x="5510898" y="1505307"/>
                  </a:lnTo>
                  <a:lnTo>
                    <a:pt x="5661362" y="1539060"/>
                  </a:lnTo>
                  <a:lnTo>
                    <a:pt x="5811826" y="1571487"/>
                  </a:lnTo>
                  <a:lnTo>
                    <a:pt x="5962290" y="1602606"/>
                  </a:lnTo>
                  <a:lnTo>
                    <a:pt x="6112754" y="1632432"/>
                  </a:lnTo>
                  <a:lnTo>
                    <a:pt x="6145984" y="163873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3515411"/>
              <a:ext cx="6145984" cy="1832724"/>
            </a:xfrm>
            <a:custGeom>
              <a:avLst/>
              <a:pathLst>
                <a:path w="6145984" h="1832724">
                  <a:moveTo>
                    <a:pt x="0" y="0"/>
                  </a:moveTo>
                  <a:lnTo>
                    <a:pt x="94192" y="76674"/>
                  </a:lnTo>
                  <a:lnTo>
                    <a:pt x="244656" y="192201"/>
                  </a:lnTo>
                  <a:lnTo>
                    <a:pt x="395120" y="300679"/>
                  </a:lnTo>
                  <a:lnTo>
                    <a:pt x="545584" y="402068"/>
                  </a:lnTo>
                  <a:lnTo>
                    <a:pt x="696048" y="496414"/>
                  </a:lnTo>
                  <a:lnTo>
                    <a:pt x="846512" y="583889"/>
                  </a:lnTo>
                  <a:lnTo>
                    <a:pt x="996976" y="664807"/>
                  </a:lnTo>
                  <a:lnTo>
                    <a:pt x="1147440" y="739600"/>
                  </a:lnTo>
                  <a:lnTo>
                    <a:pt x="1297904" y="808732"/>
                  </a:lnTo>
                  <a:lnTo>
                    <a:pt x="1448369" y="872608"/>
                  </a:lnTo>
                  <a:lnTo>
                    <a:pt x="1598833" y="932287"/>
                  </a:lnTo>
                  <a:lnTo>
                    <a:pt x="1749297" y="988220"/>
                  </a:lnTo>
                  <a:lnTo>
                    <a:pt x="1899761" y="1040513"/>
                  </a:lnTo>
                  <a:lnTo>
                    <a:pt x="2050225" y="1089828"/>
                  </a:lnTo>
                  <a:lnTo>
                    <a:pt x="2200689" y="1137274"/>
                  </a:lnTo>
                  <a:lnTo>
                    <a:pt x="2351153" y="1180562"/>
                  </a:lnTo>
                  <a:lnTo>
                    <a:pt x="2501617" y="1220166"/>
                  </a:lnTo>
                  <a:lnTo>
                    <a:pt x="2652081" y="1256285"/>
                  </a:lnTo>
                  <a:lnTo>
                    <a:pt x="2802545" y="1286195"/>
                  </a:lnTo>
                  <a:lnTo>
                    <a:pt x="2953009" y="1313089"/>
                  </a:lnTo>
                  <a:lnTo>
                    <a:pt x="3103473" y="1343324"/>
                  </a:lnTo>
                  <a:lnTo>
                    <a:pt x="3253937" y="1372243"/>
                  </a:lnTo>
                  <a:lnTo>
                    <a:pt x="3404401" y="1396917"/>
                  </a:lnTo>
                  <a:lnTo>
                    <a:pt x="3554865" y="1420204"/>
                  </a:lnTo>
                  <a:lnTo>
                    <a:pt x="3705329" y="1444786"/>
                  </a:lnTo>
                  <a:lnTo>
                    <a:pt x="3855793" y="1466644"/>
                  </a:lnTo>
                  <a:lnTo>
                    <a:pt x="4006257" y="1483847"/>
                  </a:lnTo>
                  <a:lnTo>
                    <a:pt x="4156721" y="1497336"/>
                  </a:lnTo>
                  <a:lnTo>
                    <a:pt x="4307185" y="1507144"/>
                  </a:lnTo>
                  <a:lnTo>
                    <a:pt x="4457649" y="1512764"/>
                  </a:lnTo>
                  <a:lnTo>
                    <a:pt x="4608114" y="1514285"/>
                  </a:lnTo>
                  <a:lnTo>
                    <a:pt x="4758578" y="1513048"/>
                  </a:lnTo>
                  <a:lnTo>
                    <a:pt x="4909042" y="1510166"/>
                  </a:lnTo>
                  <a:lnTo>
                    <a:pt x="5059506" y="1506027"/>
                  </a:lnTo>
                  <a:lnTo>
                    <a:pt x="5209970" y="1500854"/>
                  </a:lnTo>
                  <a:lnTo>
                    <a:pt x="5360434" y="1494738"/>
                  </a:lnTo>
                  <a:lnTo>
                    <a:pt x="5510898" y="1487668"/>
                  </a:lnTo>
                  <a:lnTo>
                    <a:pt x="5661362" y="1479565"/>
                  </a:lnTo>
                  <a:lnTo>
                    <a:pt x="5811826" y="1470297"/>
                  </a:lnTo>
                  <a:lnTo>
                    <a:pt x="5962290" y="1459707"/>
                  </a:lnTo>
                  <a:lnTo>
                    <a:pt x="6112754" y="1447620"/>
                  </a:lnTo>
                  <a:lnTo>
                    <a:pt x="6145984" y="1444582"/>
                  </a:lnTo>
                  <a:lnTo>
                    <a:pt x="6145984" y="1832724"/>
                  </a:lnTo>
                  <a:lnTo>
                    <a:pt x="6112754" y="1829872"/>
                  </a:lnTo>
                  <a:lnTo>
                    <a:pt x="5962290" y="1817712"/>
                  </a:lnTo>
                  <a:lnTo>
                    <a:pt x="5811826" y="1806137"/>
                  </a:lnTo>
                  <a:lnTo>
                    <a:pt x="5661362" y="1794982"/>
                  </a:lnTo>
                  <a:lnTo>
                    <a:pt x="5510898" y="1784096"/>
                  </a:lnTo>
                  <a:lnTo>
                    <a:pt x="5360434" y="1773356"/>
                  </a:lnTo>
                  <a:lnTo>
                    <a:pt x="5209970" y="1762688"/>
                  </a:lnTo>
                  <a:lnTo>
                    <a:pt x="5059506" y="1752092"/>
                  </a:lnTo>
                  <a:lnTo>
                    <a:pt x="4909042" y="1741663"/>
                  </a:lnTo>
                  <a:lnTo>
                    <a:pt x="4758578" y="1731633"/>
                  </a:lnTo>
                  <a:lnTo>
                    <a:pt x="4608114" y="1722399"/>
                  </a:lnTo>
                  <a:lnTo>
                    <a:pt x="4457649" y="1712980"/>
                  </a:lnTo>
                  <a:lnTo>
                    <a:pt x="4307185" y="1701522"/>
                  </a:lnTo>
                  <a:lnTo>
                    <a:pt x="4156721" y="1688738"/>
                  </a:lnTo>
                  <a:lnTo>
                    <a:pt x="4006257" y="1674803"/>
                  </a:lnTo>
                  <a:lnTo>
                    <a:pt x="3855793" y="1656825"/>
                  </a:lnTo>
                  <a:lnTo>
                    <a:pt x="3705329" y="1635759"/>
                  </a:lnTo>
                  <a:lnTo>
                    <a:pt x="3554865" y="1614090"/>
                  </a:lnTo>
                  <a:lnTo>
                    <a:pt x="3404401" y="1590293"/>
                  </a:lnTo>
                  <a:lnTo>
                    <a:pt x="3253937" y="1565010"/>
                  </a:lnTo>
                  <a:lnTo>
                    <a:pt x="3103473" y="1539902"/>
                  </a:lnTo>
                  <a:lnTo>
                    <a:pt x="2953009" y="1511224"/>
                  </a:lnTo>
                  <a:lnTo>
                    <a:pt x="2802545" y="1479585"/>
                  </a:lnTo>
                  <a:lnTo>
                    <a:pt x="2652081" y="1448250"/>
                  </a:lnTo>
                  <a:lnTo>
                    <a:pt x="2501617" y="1413451"/>
                  </a:lnTo>
                  <a:lnTo>
                    <a:pt x="2351153" y="1370949"/>
                  </a:lnTo>
                  <a:lnTo>
                    <a:pt x="2200689" y="1326234"/>
                  </a:lnTo>
                  <a:lnTo>
                    <a:pt x="2050225" y="1280384"/>
                  </a:lnTo>
                  <a:lnTo>
                    <a:pt x="1899761" y="1231716"/>
                  </a:lnTo>
                  <a:lnTo>
                    <a:pt x="1749297" y="1181503"/>
                  </a:lnTo>
                  <a:lnTo>
                    <a:pt x="1598833" y="1129963"/>
                  </a:lnTo>
                  <a:lnTo>
                    <a:pt x="1448369" y="1076736"/>
                  </a:lnTo>
                  <a:lnTo>
                    <a:pt x="1297904" y="1021419"/>
                  </a:lnTo>
                  <a:lnTo>
                    <a:pt x="1147440" y="964174"/>
                  </a:lnTo>
                  <a:lnTo>
                    <a:pt x="996976" y="905445"/>
                  </a:lnTo>
                  <a:lnTo>
                    <a:pt x="846512" y="845760"/>
                  </a:lnTo>
                  <a:lnTo>
                    <a:pt x="696048" y="785609"/>
                  </a:lnTo>
                  <a:lnTo>
                    <a:pt x="545584" y="725367"/>
                  </a:lnTo>
                  <a:lnTo>
                    <a:pt x="395120" y="665268"/>
                  </a:lnTo>
                  <a:lnTo>
                    <a:pt x="244656" y="605418"/>
                  </a:lnTo>
                  <a:lnTo>
                    <a:pt x="94192" y="545836"/>
                  </a:lnTo>
                  <a:lnTo>
                    <a:pt x="0" y="50868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515411"/>
              <a:ext cx="6145984" cy="1514285"/>
            </a:xfrm>
            <a:custGeom>
              <a:avLst/>
              <a:pathLst>
                <a:path w="6145984" h="1514285">
                  <a:moveTo>
                    <a:pt x="0" y="0"/>
                  </a:moveTo>
                  <a:lnTo>
                    <a:pt x="94192" y="76674"/>
                  </a:lnTo>
                  <a:lnTo>
                    <a:pt x="244656" y="192201"/>
                  </a:lnTo>
                  <a:lnTo>
                    <a:pt x="395120" y="300679"/>
                  </a:lnTo>
                  <a:lnTo>
                    <a:pt x="545584" y="402068"/>
                  </a:lnTo>
                  <a:lnTo>
                    <a:pt x="696048" y="496414"/>
                  </a:lnTo>
                  <a:lnTo>
                    <a:pt x="846512" y="583889"/>
                  </a:lnTo>
                  <a:lnTo>
                    <a:pt x="996976" y="664807"/>
                  </a:lnTo>
                  <a:lnTo>
                    <a:pt x="1147440" y="739600"/>
                  </a:lnTo>
                  <a:lnTo>
                    <a:pt x="1297904" y="808732"/>
                  </a:lnTo>
                  <a:lnTo>
                    <a:pt x="1448369" y="872608"/>
                  </a:lnTo>
                  <a:lnTo>
                    <a:pt x="1598833" y="932287"/>
                  </a:lnTo>
                  <a:lnTo>
                    <a:pt x="1749297" y="988220"/>
                  </a:lnTo>
                  <a:lnTo>
                    <a:pt x="1899761" y="1040513"/>
                  </a:lnTo>
                  <a:lnTo>
                    <a:pt x="2050225" y="1089828"/>
                  </a:lnTo>
                  <a:lnTo>
                    <a:pt x="2200689" y="1137274"/>
                  </a:lnTo>
                  <a:lnTo>
                    <a:pt x="2351153" y="1180562"/>
                  </a:lnTo>
                  <a:lnTo>
                    <a:pt x="2501617" y="1220166"/>
                  </a:lnTo>
                  <a:lnTo>
                    <a:pt x="2652081" y="1256285"/>
                  </a:lnTo>
                  <a:lnTo>
                    <a:pt x="2802545" y="1286195"/>
                  </a:lnTo>
                  <a:lnTo>
                    <a:pt x="2953009" y="1313089"/>
                  </a:lnTo>
                  <a:lnTo>
                    <a:pt x="3103473" y="1343324"/>
                  </a:lnTo>
                  <a:lnTo>
                    <a:pt x="3253937" y="1372243"/>
                  </a:lnTo>
                  <a:lnTo>
                    <a:pt x="3404401" y="1396917"/>
                  </a:lnTo>
                  <a:lnTo>
                    <a:pt x="3554865" y="1420204"/>
                  </a:lnTo>
                  <a:lnTo>
                    <a:pt x="3705329" y="1444786"/>
                  </a:lnTo>
                  <a:lnTo>
                    <a:pt x="3855793" y="1466644"/>
                  </a:lnTo>
                  <a:lnTo>
                    <a:pt x="4006257" y="1483847"/>
                  </a:lnTo>
                  <a:lnTo>
                    <a:pt x="4156721" y="1497336"/>
                  </a:lnTo>
                  <a:lnTo>
                    <a:pt x="4307185" y="1507144"/>
                  </a:lnTo>
                  <a:lnTo>
                    <a:pt x="4457649" y="1512764"/>
                  </a:lnTo>
                  <a:lnTo>
                    <a:pt x="4608114" y="1514285"/>
                  </a:lnTo>
                  <a:lnTo>
                    <a:pt x="4758578" y="1513048"/>
                  </a:lnTo>
                  <a:lnTo>
                    <a:pt x="4909042" y="1510166"/>
                  </a:lnTo>
                  <a:lnTo>
                    <a:pt x="5059506" y="1506027"/>
                  </a:lnTo>
                  <a:lnTo>
                    <a:pt x="5209970" y="1500854"/>
                  </a:lnTo>
                  <a:lnTo>
                    <a:pt x="5360434" y="1494738"/>
                  </a:lnTo>
                  <a:lnTo>
                    <a:pt x="5510898" y="1487668"/>
                  </a:lnTo>
                  <a:lnTo>
                    <a:pt x="5661362" y="1479565"/>
                  </a:lnTo>
                  <a:lnTo>
                    <a:pt x="5811826" y="1470297"/>
                  </a:lnTo>
                  <a:lnTo>
                    <a:pt x="5962290" y="1459707"/>
                  </a:lnTo>
                  <a:lnTo>
                    <a:pt x="6112754" y="1447620"/>
                  </a:lnTo>
                  <a:lnTo>
                    <a:pt x="6145984" y="14445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024095"/>
              <a:ext cx="6145984" cy="1324039"/>
            </a:xfrm>
            <a:custGeom>
              <a:avLst/>
              <a:pathLst>
                <a:path w="6145984" h="1324039">
                  <a:moveTo>
                    <a:pt x="6145984" y="1324039"/>
                  </a:moveTo>
                  <a:lnTo>
                    <a:pt x="6112754" y="1321187"/>
                  </a:lnTo>
                  <a:lnTo>
                    <a:pt x="5962290" y="1309027"/>
                  </a:lnTo>
                  <a:lnTo>
                    <a:pt x="5811826" y="1297452"/>
                  </a:lnTo>
                  <a:lnTo>
                    <a:pt x="5661362" y="1286297"/>
                  </a:lnTo>
                  <a:lnTo>
                    <a:pt x="5510898" y="1275411"/>
                  </a:lnTo>
                  <a:lnTo>
                    <a:pt x="5360434" y="1264671"/>
                  </a:lnTo>
                  <a:lnTo>
                    <a:pt x="5209970" y="1254004"/>
                  </a:lnTo>
                  <a:lnTo>
                    <a:pt x="5059506" y="1243407"/>
                  </a:lnTo>
                  <a:lnTo>
                    <a:pt x="4909042" y="1232978"/>
                  </a:lnTo>
                  <a:lnTo>
                    <a:pt x="4758578" y="1222948"/>
                  </a:lnTo>
                  <a:lnTo>
                    <a:pt x="4608114" y="1213714"/>
                  </a:lnTo>
                  <a:lnTo>
                    <a:pt x="4457649" y="1204295"/>
                  </a:lnTo>
                  <a:lnTo>
                    <a:pt x="4307185" y="1192837"/>
                  </a:lnTo>
                  <a:lnTo>
                    <a:pt x="4156721" y="1180053"/>
                  </a:lnTo>
                  <a:lnTo>
                    <a:pt x="4006257" y="1166118"/>
                  </a:lnTo>
                  <a:lnTo>
                    <a:pt x="3855793" y="1148140"/>
                  </a:lnTo>
                  <a:lnTo>
                    <a:pt x="3705329" y="1127074"/>
                  </a:lnTo>
                  <a:lnTo>
                    <a:pt x="3554865" y="1105405"/>
                  </a:lnTo>
                  <a:lnTo>
                    <a:pt x="3404401" y="1081608"/>
                  </a:lnTo>
                  <a:lnTo>
                    <a:pt x="3253937" y="1056325"/>
                  </a:lnTo>
                  <a:lnTo>
                    <a:pt x="3103473" y="1031217"/>
                  </a:lnTo>
                  <a:lnTo>
                    <a:pt x="2953009" y="1002539"/>
                  </a:lnTo>
                  <a:lnTo>
                    <a:pt x="2802545" y="970901"/>
                  </a:lnTo>
                  <a:lnTo>
                    <a:pt x="2652081" y="939565"/>
                  </a:lnTo>
                  <a:lnTo>
                    <a:pt x="2501617" y="904766"/>
                  </a:lnTo>
                  <a:lnTo>
                    <a:pt x="2351153" y="862265"/>
                  </a:lnTo>
                  <a:lnTo>
                    <a:pt x="2200689" y="817549"/>
                  </a:lnTo>
                  <a:lnTo>
                    <a:pt x="2050225" y="771699"/>
                  </a:lnTo>
                  <a:lnTo>
                    <a:pt x="1899761" y="723031"/>
                  </a:lnTo>
                  <a:lnTo>
                    <a:pt x="1749297" y="672818"/>
                  </a:lnTo>
                  <a:lnTo>
                    <a:pt x="1598833" y="621278"/>
                  </a:lnTo>
                  <a:lnTo>
                    <a:pt x="1448369" y="568051"/>
                  </a:lnTo>
                  <a:lnTo>
                    <a:pt x="1297904" y="512734"/>
                  </a:lnTo>
                  <a:lnTo>
                    <a:pt x="1147440" y="455489"/>
                  </a:lnTo>
                  <a:lnTo>
                    <a:pt x="996976" y="396760"/>
                  </a:lnTo>
                  <a:lnTo>
                    <a:pt x="846512" y="337075"/>
                  </a:lnTo>
                  <a:lnTo>
                    <a:pt x="696048" y="276924"/>
                  </a:lnTo>
                  <a:lnTo>
                    <a:pt x="545584" y="216683"/>
                  </a:lnTo>
                  <a:lnTo>
                    <a:pt x="395120" y="156583"/>
                  </a:lnTo>
                  <a:lnTo>
                    <a:pt x="244656" y="96733"/>
                  </a:lnTo>
                  <a:lnTo>
                    <a:pt x="94192" y="3715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3769753"/>
              <a:ext cx="6145984" cy="1384404"/>
            </a:xfrm>
            <a:custGeom>
              <a:avLst/>
              <a:pathLst>
                <a:path w="6145984" h="1384404">
                  <a:moveTo>
                    <a:pt x="0" y="0"/>
                  </a:moveTo>
                  <a:lnTo>
                    <a:pt x="94192" y="56913"/>
                  </a:lnTo>
                  <a:lnTo>
                    <a:pt x="244656" y="144467"/>
                  </a:lnTo>
                  <a:lnTo>
                    <a:pt x="395120" y="228631"/>
                  </a:lnTo>
                  <a:lnTo>
                    <a:pt x="545584" y="309375"/>
                  </a:lnTo>
                  <a:lnTo>
                    <a:pt x="696048" y="386669"/>
                  </a:lnTo>
                  <a:lnTo>
                    <a:pt x="846512" y="460482"/>
                  </a:lnTo>
                  <a:lnTo>
                    <a:pt x="996976" y="530784"/>
                  </a:lnTo>
                  <a:lnTo>
                    <a:pt x="1147440" y="597544"/>
                  </a:lnTo>
                  <a:lnTo>
                    <a:pt x="1297904" y="660733"/>
                  </a:lnTo>
                  <a:lnTo>
                    <a:pt x="1448369" y="720330"/>
                  </a:lnTo>
                  <a:lnTo>
                    <a:pt x="1598833" y="776783"/>
                  </a:lnTo>
                  <a:lnTo>
                    <a:pt x="1749297" y="830519"/>
                  </a:lnTo>
                  <a:lnTo>
                    <a:pt x="1899761" y="881772"/>
                  </a:lnTo>
                  <a:lnTo>
                    <a:pt x="2050225" y="930764"/>
                  </a:lnTo>
                  <a:lnTo>
                    <a:pt x="2200689" y="977411"/>
                  </a:lnTo>
                  <a:lnTo>
                    <a:pt x="2351153" y="1021413"/>
                  </a:lnTo>
                  <a:lnTo>
                    <a:pt x="2501617" y="1062466"/>
                  </a:lnTo>
                  <a:lnTo>
                    <a:pt x="2652081" y="1097925"/>
                  </a:lnTo>
                  <a:lnTo>
                    <a:pt x="2802545" y="1128548"/>
                  </a:lnTo>
                  <a:lnTo>
                    <a:pt x="2953009" y="1157814"/>
                  </a:lnTo>
                  <a:lnTo>
                    <a:pt x="3103473" y="1187271"/>
                  </a:lnTo>
                  <a:lnTo>
                    <a:pt x="3253937" y="1214284"/>
                  </a:lnTo>
                  <a:lnTo>
                    <a:pt x="3404401" y="1239262"/>
                  </a:lnTo>
                  <a:lnTo>
                    <a:pt x="3554865" y="1262805"/>
                  </a:lnTo>
                  <a:lnTo>
                    <a:pt x="3705329" y="1285930"/>
                  </a:lnTo>
                  <a:lnTo>
                    <a:pt x="3855793" y="1307392"/>
                  </a:lnTo>
                  <a:lnTo>
                    <a:pt x="4006257" y="1324983"/>
                  </a:lnTo>
                  <a:lnTo>
                    <a:pt x="4156721" y="1338695"/>
                  </a:lnTo>
                  <a:lnTo>
                    <a:pt x="4307185" y="1349991"/>
                  </a:lnTo>
                  <a:lnTo>
                    <a:pt x="4457649" y="1358530"/>
                  </a:lnTo>
                  <a:lnTo>
                    <a:pt x="4608114" y="1364000"/>
                  </a:lnTo>
                  <a:lnTo>
                    <a:pt x="4758578" y="1367998"/>
                  </a:lnTo>
                  <a:lnTo>
                    <a:pt x="4909042" y="1371572"/>
                  </a:lnTo>
                  <a:lnTo>
                    <a:pt x="5059506" y="1374717"/>
                  </a:lnTo>
                  <a:lnTo>
                    <a:pt x="5209970" y="1377429"/>
                  </a:lnTo>
                  <a:lnTo>
                    <a:pt x="5360434" y="1379704"/>
                  </a:lnTo>
                  <a:lnTo>
                    <a:pt x="5510898" y="1381540"/>
                  </a:lnTo>
                  <a:lnTo>
                    <a:pt x="5661362" y="1382931"/>
                  </a:lnTo>
                  <a:lnTo>
                    <a:pt x="5811826" y="1383875"/>
                  </a:lnTo>
                  <a:lnTo>
                    <a:pt x="5962290" y="1384367"/>
                  </a:lnTo>
                  <a:lnTo>
                    <a:pt x="6112754" y="1384404"/>
                  </a:lnTo>
                  <a:lnTo>
                    <a:pt x="6145984" y="138431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3572313"/>
              <a:ext cx="6145984" cy="1757702"/>
            </a:xfrm>
            <a:custGeom>
              <a:avLst/>
              <a:pathLst>
                <a:path w="6145984" h="1757702">
                  <a:moveTo>
                    <a:pt x="0" y="0"/>
                  </a:moveTo>
                  <a:lnTo>
                    <a:pt x="94192" y="69688"/>
                  </a:lnTo>
                  <a:lnTo>
                    <a:pt x="244656" y="175125"/>
                  </a:lnTo>
                  <a:lnTo>
                    <a:pt x="395120" y="274580"/>
                  </a:lnTo>
                  <a:lnTo>
                    <a:pt x="545584" y="368005"/>
                  </a:lnTo>
                  <a:lnTo>
                    <a:pt x="696048" y="455439"/>
                  </a:lnTo>
                  <a:lnTo>
                    <a:pt x="846512" y="537046"/>
                  </a:lnTo>
                  <a:lnTo>
                    <a:pt x="996976" y="613132"/>
                  </a:lnTo>
                  <a:lnTo>
                    <a:pt x="1147440" y="684114"/>
                  </a:lnTo>
                  <a:lnTo>
                    <a:pt x="1297904" y="750447"/>
                  </a:lnTo>
                  <a:lnTo>
                    <a:pt x="1448369" y="812544"/>
                  </a:lnTo>
                  <a:lnTo>
                    <a:pt x="1598833" y="872195"/>
                  </a:lnTo>
                  <a:lnTo>
                    <a:pt x="1749297" y="929832"/>
                  </a:lnTo>
                  <a:lnTo>
                    <a:pt x="1899761" y="985017"/>
                  </a:lnTo>
                  <a:lnTo>
                    <a:pt x="2050225" y="1038170"/>
                  </a:lnTo>
                  <a:lnTo>
                    <a:pt x="2200689" y="1094195"/>
                  </a:lnTo>
                  <a:lnTo>
                    <a:pt x="2351153" y="1148107"/>
                  </a:lnTo>
                  <a:lnTo>
                    <a:pt x="2501617" y="1195163"/>
                  </a:lnTo>
                  <a:lnTo>
                    <a:pt x="2652081" y="1235737"/>
                  </a:lnTo>
                  <a:lnTo>
                    <a:pt x="2802545" y="1269070"/>
                  </a:lnTo>
                  <a:lnTo>
                    <a:pt x="2953009" y="1297694"/>
                  </a:lnTo>
                  <a:lnTo>
                    <a:pt x="3103473" y="1326510"/>
                  </a:lnTo>
                  <a:lnTo>
                    <a:pt x="3253937" y="1350255"/>
                  </a:lnTo>
                  <a:lnTo>
                    <a:pt x="3404401" y="1368767"/>
                  </a:lnTo>
                  <a:lnTo>
                    <a:pt x="3554865" y="1387648"/>
                  </a:lnTo>
                  <a:lnTo>
                    <a:pt x="3705329" y="1407656"/>
                  </a:lnTo>
                  <a:lnTo>
                    <a:pt x="3855793" y="1424122"/>
                  </a:lnTo>
                  <a:lnTo>
                    <a:pt x="4006257" y="1436997"/>
                  </a:lnTo>
                  <a:lnTo>
                    <a:pt x="4156721" y="1447305"/>
                  </a:lnTo>
                  <a:lnTo>
                    <a:pt x="4307185" y="1453927"/>
                  </a:lnTo>
                  <a:lnTo>
                    <a:pt x="4457649" y="1456626"/>
                  </a:lnTo>
                  <a:lnTo>
                    <a:pt x="4608114" y="1455753"/>
                  </a:lnTo>
                  <a:lnTo>
                    <a:pt x="4758578" y="1452494"/>
                  </a:lnTo>
                  <a:lnTo>
                    <a:pt x="4909042" y="1447778"/>
                  </a:lnTo>
                  <a:lnTo>
                    <a:pt x="5059506" y="1441989"/>
                  </a:lnTo>
                  <a:lnTo>
                    <a:pt x="5209970" y="1435345"/>
                  </a:lnTo>
                  <a:lnTo>
                    <a:pt x="5360434" y="1427935"/>
                  </a:lnTo>
                  <a:lnTo>
                    <a:pt x="5510898" y="1419747"/>
                  </a:lnTo>
                  <a:lnTo>
                    <a:pt x="5661362" y="1410701"/>
                  </a:lnTo>
                  <a:lnTo>
                    <a:pt x="5811826" y="1400665"/>
                  </a:lnTo>
                  <a:lnTo>
                    <a:pt x="5962290" y="1389482"/>
                  </a:lnTo>
                  <a:lnTo>
                    <a:pt x="6112754" y="1376980"/>
                  </a:lnTo>
                  <a:lnTo>
                    <a:pt x="6145984" y="1373889"/>
                  </a:lnTo>
                  <a:lnTo>
                    <a:pt x="6145984" y="1757702"/>
                  </a:lnTo>
                  <a:lnTo>
                    <a:pt x="6112754" y="1754969"/>
                  </a:lnTo>
                  <a:lnTo>
                    <a:pt x="5962290" y="1743495"/>
                  </a:lnTo>
                  <a:lnTo>
                    <a:pt x="5811826" y="1732759"/>
                  </a:lnTo>
                  <a:lnTo>
                    <a:pt x="5661362" y="1722600"/>
                  </a:lnTo>
                  <a:lnTo>
                    <a:pt x="5510898" y="1712869"/>
                  </a:lnTo>
                  <a:lnTo>
                    <a:pt x="5360434" y="1703446"/>
                  </a:lnTo>
                  <a:lnTo>
                    <a:pt x="5209970" y="1694259"/>
                  </a:lnTo>
                  <a:lnTo>
                    <a:pt x="5059506" y="1685309"/>
                  </a:lnTo>
                  <a:lnTo>
                    <a:pt x="4909042" y="1676693"/>
                  </a:lnTo>
                  <a:lnTo>
                    <a:pt x="4758578" y="1668641"/>
                  </a:lnTo>
                  <a:lnTo>
                    <a:pt x="4608114" y="1661545"/>
                  </a:lnTo>
                  <a:lnTo>
                    <a:pt x="4457649" y="1654609"/>
                  </a:lnTo>
                  <a:lnTo>
                    <a:pt x="4307185" y="1646136"/>
                  </a:lnTo>
                  <a:lnTo>
                    <a:pt x="4156721" y="1636571"/>
                  </a:lnTo>
                  <a:lnTo>
                    <a:pt x="4006257" y="1625824"/>
                  </a:lnTo>
                  <a:lnTo>
                    <a:pt x="3855793" y="1612182"/>
                  </a:lnTo>
                  <a:lnTo>
                    <a:pt x="3705329" y="1596499"/>
                  </a:lnTo>
                  <a:lnTo>
                    <a:pt x="3554865" y="1579371"/>
                  </a:lnTo>
                  <a:lnTo>
                    <a:pt x="3404401" y="1559986"/>
                  </a:lnTo>
                  <a:lnTo>
                    <a:pt x="3253937" y="1540872"/>
                  </a:lnTo>
                  <a:lnTo>
                    <a:pt x="3103473" y="1520896"/>
                  </a:lnTo>
                  <a:lnTo>
                    <a:pt x="2953009" y="1493619"/>
                  </a:lnTo>
                  <a:lnTo>
                    <a:pt x="2802545" y="1460304"/>
                  </a:lnTo>
                  <a:lnTo>
                    <a:pt x="2652081" y="1425561"/>
                  </a:lnTo>
                  <a:lnTo>
                    <a:pt x="2501617" y="1386292"/>
                  </a:lnTo>
                  <a:lnTo>
                    <a:pt x="2351153" y="1336371"/>
                  </a:lnTo>
                  <a:lnTo>
                    <a:pt x="2200689" y="1281047"/>
                  </a:lnTo>
                  <a:lnTo>
                    <a:pt x="2050225" y="1226600"/>
                  </a:lnTo>
                  <a:lnTo>
                    <a:pt x="1899761" y="1174088"/>
                  </a:lnTo>
                  <a:lnTo>
                    <a:pt x="1749297" y="1120959"/>
                  </a:lnTo>
                  <a:lnTo>
                    <a:pt x="1598833" y="1067666"/>
                  </a:lnTo>
                  <a:lnTo>
                    <a:pt x="1448369" y="1014395"/>
                  </a:lnTo>
                  <a:lnTo>
                    <a:pt x="1297904" y="960762"/>
                  </a:lnTo>
                  <a:lnTo>
                    <a:pt x="1147440" y="906183"/>
                  </a:lnTo>
                  <a:lnTo>
                    <a:pt x="996976" y="851086"/>
                  </a:lnTo>
                  <a:lnTo>
                    <a:pt x="846512" y="795997"/>
                  </a:lnTo>
                  <a:lnTo>
                    <a:pt x="696048" y="741409"/>
                  </a:lnTo>
                  <a:lnTo>
                    <a:pt x="545584" y="687698"/>
                  </a:lnTo>
                  <a:lnTo>
                    <a:pt x="395120" y="635102"/>
                  </a:lnTo>
                  <a:lnTo>
                    <a:pt x="244656" y="583733"/>
                  </a:lnTo>
                  <a:lnTo>
                    <a:pt x="94192" y="533617"/>
                  </a:lnTo>
                  <a:lnTo>
                    <a:pt x="0" y="50301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572313"/>
              <a:ext cx="6145984" cy="1456626"/>
            </a:xfrm>
            <a:custGeom>
              <a:avLst/>
              <a:pathLst>
                <a:path w="6145984" h="1456626">
                  <a:moveTo>
                    <a:pt x="0" y="0"/>
                  </a:moveTo>
                  <a:lnTo>
                    <a:pt x="94192" y="69688"/>
                  </a:lnTo>
                  <a:lnTo>
                    <a:pt x="244656" y="175125"/>
                  </a:lnTo>
                  <a:lnTo>
                    <a:pt x="395120" y="274580"/>
                  </a:lnTo>
                  <a:lnTo>
                    <a:pt x="545584" y="368005"/>
                  </a:lnTo>
                  <a:lnTo>
                    <a:pt x="696048" y="455439"/>
                  </a:lnTo>
                  <a:lnTo>
                    <a:pt x="846512" y="537046"/>
                  </a:lnTo>
                  <a:lnTo>
                    <a:pt x="996976" y="613132"/>
                  </a:lnTo>
                  <a:lnTo>
                    <a:pt x="1147440" y="684114"/>
                  </a:lnTo>
                  <a:lnTo>
                    <a:pt x="1297904" y="750447"/>
                  </a:lnTo>
                  <a:lnTo>
                    <a:pt x="1448369" y="812544"/>
                  </a:lnTo>
                  <a:lnTo>
                    <a:pt x="1598833" y="872195"/>
                  </a:lnTo>
                  <a:lnTo>
                    <a:pt x="1749297" y="929832"/>
                  </a:lnTo>
                  <a:lnTo>
                    <a:pt x="1899761" y="985017"/>
                  </a:lnTo>
                  <a:lnTo>
                    <a:pt x="2050225" y="1038170"/>
                  </a:lnTo>
                  <a:lnTo>
                    <a:pt x="2200689" y="1094195"/>
                  </a:lnTo>
                  <a:lnTo>
                    <a:pt x="2351153" y="1148107"/>
                  </a:lnTo>
                  <a:lnTo>
                    <a:pt x="2501617" y="1195163"/>
                  </a:lnTo>
                  <a:lnTo>
                    <a:pt x="2652081" y="1235737"/>
                  </a:lnTo>
                  <a:lnTo>
                    <a:pt x="2802545" y="1269070"/>
                  </a:lnTo>
                  <a:lnTo>
                    <a:pt x="2953009" y="1297694"/>
                  </a:lnTo>
                  <a:lnTo>
                    <a:pt x="3103473" y="1326510"/>
                  </a:lnTo>
                  <a:lnTo>
                    <a:pt x="3253937" y="1350255"/>
                  </a:lnTo>
                  <a:lnTo>
                    <a:pt x="3404401" y="1368767"/>
                  </a:lnTo>
                  <a:lnTo>
                    <a:pt x="3554865" y="1387648"/>
                  </a:lnTo>
                  <a:lnTo>
                    <a:pt x="3705329" y="1407656"/>
                  </a:lnTo>
                  <a:lnTo>
                    <a:pt x="3855793" y="1424122"/>
                  </a:lnTo>
                  <a:lnTo>
                    <a:pt x="4006257" y="1436997"/>
                  </a:lnTo>
                  <a:lnTo>
                    <a:pt x="4156721" y="1447305"/>
                  </a:lnTo>
                  <a:lnTo>
                    <a:pt x="4307185" y="1453927"/>
                  </a:lnTo>
                  <a:lnTo>
                    <a:pt x="4457649" y="1456626"/>
                  </a:lnTo>
                  <a:lnTo>
                    <a:pt x="4608114" y="1455753"/>
                  </a:lnTo>
                  <a:lnTo>
                    <a:pt x="4758578" y="1452494"/>
                  </a:lnTo>
                  <a:lnTo>
                    <a:pt x="4909042" y="1447778"/>
                  </a:lnTo>
                  <a:lnTo>
                    <a:pt x="5059506" y="1441989"/>
                  </a:lnTo>
                  <a:lnTo>
                    <a:pt x="5209970" y="1435345"/>
                  </a:lnTo>
                  <a:lnTo>
                    <a:pt x="5360434" y="1427935"/>
                  </a:lnTo>
                  <a:lnTo>
                    <a:pt x="5510898" y="1419747"/>
                  </a:lnTo>
                  <a:lnTo>
                    <a:pt x="5661362" y="1410701"/>
                  </a:lnTo>
                  <a:lnTo>
                    <a:pt x="5811826" y="1400665"/>
                  </a:lnTo>
                  <a:lnTo>
                    <a:pt x="5962290" y="1389482"/>
                  </a:lnTo>
                  <a:lnTo>
                    <a:pt x="6112754" y="1376980"/>
                  </a:lnTo>
                  <a:lnTo>
                    <a:pt x="6145984" y="13738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075325"/>
              <a:ext cx="6145984" cy="1254690"/>
            </a:xfrm>
            <a:custGeom>
              <a:avLst/>
              <a:pathLst>
                <a:path w="6145984" h="1254690">
                  <a:moveTo>
                    <a:pt x="6145984" y="1254690"/>
                  </a:moveTo>
                  <a:lnTo>
                    <a:pt x="6112754" y="1251957"/>
                  </a:lnTo>
                  <a:lnTo>
                    <a:pt x="5962290" y="1240483"/>
                  </a:lnTo>
                  <a:lnTo>
                    <a:pt x="5811826" y="1229748"/>
                  </a:lnTo>
                  <a:lnTo>
                    <a:pt x="5661362" y="1219589"/>
                  </a:lnTo>
                  <a:lnTo>
                    <a:pt x="5510898" y="1209857"/>
                  </a:lnTo>
                  <a:lnTo>
                    <a:pt x="5360434" y="1200434"/>
                  </a:lnTo>
                  <a:lnTo>
                    <a:pt x="5209970" y="1191248"/>
                  </a:lnTo>
                  <a:lnTo>
                    <a:pt x="5059506" y="1182298"/>
                  </a:lnTo>
                  <a:lnTo>
                    <a:pt x="4909042" y="1173681"/>
                  </a:lnTo>
                  <a:lnTo>
                    <a:pt x="4758578" y="1165629"/>
                  </a:lnTo>
                  <a:lnTo>
                    <a:pt x="4608114" y="1158534"/>
                  </a:lnTo>
                  <a:lnTo>
                    <a:pt x="4457649" y="1151597"/>
                  </a:lnTo>
                  <a:lnTo>
                    <a:pt x="4307185" y="1143124"/>
                  </a:lnTo>
                  <a:lnTo>
                    <a:pt x="4156721" y="1133560"/>
                  </a:lnTo>
                  <a:lnTo>
                    <a:pt x="4006257" y="1122812"/>
                  </a:lnTo>
                  <a:lnTo>
                    <a:pt x="3855793" y="1109171"/>
                  </a:lnTo>
                  <a:lnTo>
                    <a:pt x="3705329" y="1093488"/>
                  </a:lnTo>
                  <a:lnTo>
                    <a:pt x="3554865" y="1076359"/>
                  </a:lnTo>
                  <a:lnTo>
                    <a:pt x="3404401" y="1056974"/>
                  </a:lnTo>
                  <a:lnTo>
                    <a:pt x="3253937" y="1037860"/>
                  </a:lnTo>
                  <a:lnTo>
                    <a:pt x="3103473" y="1017884"/>
                  </a:lnTo>
                  <a:lnTo>
                    <a:pt x="2953009" y="990608"/>
                  </a:lnTo>
                  <a:lnTo>
                    <a:pt x="2802545" y="957292"/>
                  </a:lnTo>
                  <a:lnTo>
                    <a:pt x="2652081" y="922550"/>
                  </a:lnTo>
                  <a:lnTo>
                    <a:pt x="2501617" y="883280"/>
                  </a:lnTo>
                  <a:lnTo>
                    <a:pt x="2351153" y="833359"/>
                  </a:lnTo>
                  <a:lnTo>
                    <a:pt x="2200689" y="778036"/>
                  </a:lnTo>
                  <a:lnTo>
                    <a:pt x="2050225" y="723589"/>
                  </a:lnTo>
                  <a:lnTo>
                    <a:pt x="1899761" y="671077"/>
                  </a:lnTo>
                  <a:lnTo>
                    <a:pt x="1749297" y="617948"/>
                  </a:lnTo>
                  <a:lnTo>
                    <a:pt x="1598833" y="564654"/>
                  </a:lnTo>
                  <a:lnTo>
                    <a:pt x="1448369" y="511384"/>
                  </a:lnTo>
                  <a:lnTo>
                    <a:pt x="1297904" y="457751"/>
                  </a:lnTo>
                  <a:lnTo>
                    <a:pt x="1147440" y="403172"/>
                  </a:lnTo>
                  <a:lnTo>
                    <a:pt x="996976" y="348074"/>
                  </a:lnTo>
                  <a:lnTo>
                    <a:pt x="846512" y="292986"/>
                  </a:lnTo>
                  <a:lnTo>
                    <a:pt x="696048" y="238397"/>
                  </a:lnTo>
                  <a:lnTo>
                    <a:pt x="545584" y="184687"/>
                  </a:lnTo>
                  <a:lnTo>
                    <a:pt x="395120" y="132091"/>
                  </a:lnTo>
                  <a:lnTo>
                    <a:pt x="244656" y="80722"/>
                  </a:lnTo>
                  <a:lnTo>
                    <a:pt x="94192" y="3060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3823819"/>
              <a:ext cx="6145984" cy="1315207"/>
            </a:xfrm>
            <a:custGeom>
              <a:avLst/>
              <a:pathLst>
                <a:path w="6145984" h="1315207">
                  <a:moveTo>
                    <a:pt x="0" y="0"/>
                  </a:moveTo>
                  <a:lnTo>
                    <a:pt x="94192" y="50147"/>
                  </a:lnTo>
                  <a:lnTo>
                    <a:pt x="244656" y="127924"/>
                  </a:lnTo>
                  <a:lnTo>
                    <a:pt x="395120" y="203335"/>
                  </a:lnTo>
                  <a:lnTo>
                    <a:pt x="545584" y="276346"/>
                  </a:lnTo>
                  <a:lnTo>
                    <a:pt x="696048" y="346918"/>
                  </a:lnTo>
                  <a:lnTo>
                    <a:pt x="846512" y="415016"/>
                  </a:lnTo>
                  <a:lnTo>
                    <a:pt x="996976" y="480603"/>
                  </a:lnTo>
                  <a:lnTo>
                    <a:pt x="1147440" y="543643"/>
                  </a:lnTo>
                  <a:lnTo>
                    <a:pt x="1297904" y="604099"/>
                  </a:lnTo>
                  <a:lnTo>
                    <a:pt x="1448369" y="661964"/>
                  </a:lnTo>
                  <a:lnTo>
                    <a:pt x="1598833" y="718425"/>
                  </a:lnTo>
                  <a:lnTo>
                    <a:pt x="1749297" y="773890"/>
                  </a:lnTo>
                  <a:lnTo>
                    <a:pt x="1899761" y="828047"/>
                  </a:lnTo>
                  <a:lnTo>
                    <a:pt x="2050225" y="880880"/>
                  </a:lnTo>
                  <a:lnTo>
                    <a:pt x="2200689" y="936115"/>
                  </a:lnTo>
                  <a:lnTo>
                    <a:pt x="2351153" y="990733"/>
                  </a:lnTo>
                  <a:lnTo>
                    <a:pt x="2501617" y="1039222"/>
                  </a:lnTo>
                  <a:lnTo>
                    <a:pt x="2652081" y="1079143"/>
                  </a:lnTo>
                  <a:lnTo>
                    <a:pt x="2802545" y="1113181"/>
                  </a:lnTo>
                  <a:lnTo>
                    <a:pt x="2953009" y="1144151"/>
                  </a:lnTo>
                  <a:lnTo>
                    <a:pt x="3103473" y="1172197"/>
                  </a:lnTo>
                  <a:lnTo>
                    <a:pt x="3253937" y="1194057"/>
                  </a:lnTo>
                  <a:lnTo>
                    <a:pt x="3404401" y="1212871"/>
                  </a:lnTo>
                  <a:lnTo>
                    <a:pt x="3554865" y="1232004"/>
                  </a:lnTo>
                  <a:lnTo>
                    <a:pt x="3705329" y="1250572"/>
                  </a:lnTo>
                  <a:lnTo>
                    <a:pt x="3855793" y="1266646"/>
                  </a:lnTo>
                  <a:lnTo>
                    <a:pt x="4006257" y="1279905"/>
                  </a:lnTo>
                  <a:lnTo>
                    <a:pt x="4156721" y="1290432"/>
                  </a:lnTo>
                  <a:lnTo>
                    <a:pt x="4307185" y="1298526"/>
                  </a:lnTo>
                  <a:lnTo>
                    <a:pt x="4457649" y="1304112"/>
                  </a:lnTo>
                  <a:lnTo>
                    <a:pt x="4608114" y="1307143"/>
                  </a:lnTo>
                  <a:lnTo>
                    <a:pt x="4758578" y="1309061"/>
                  </a:lnTo>
                  <a:lnTo>
                    <a:pt x="4909042" y="1310730"/>
                  </a:lnTo>
                  <a:lnTo>
                    <a:pt x="5059506" y="1312143"/>
                  </a:lnTo>
                  <a:lnTo>
                    <a:pt x="5209970" y="1313296"/>
                  </a:lnTo>
                  <a:lnTo>
                    <a:pt x="5360434" y="1314184"/>
                  </a:lnTo>
                  <a:lnTo>
                    <a:pt x="5510898" y="1314802"/>
                  </a:lnTo>
                  <a:lnTo>
                    <a:pt x="5661362" y="1315145"/>
                  </a:lnTo>
                  <a:lnTo>
                    <a:pt x="5811826" y="1315207"/>
                  </a:lnTo>
                  <a:lnTo>
                    <a:pt x="5962290" y="1314983"/>
                  </a:lnTo>
                  <a:lnTo>
                    <a:pt x="6112754" y="1314469"/>
                  </a:lnTo>
                  <a:lnTo>
                    <a:pt x="6145984" y="131429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014403"/>
              <a:ext cx="6145984" cy="1313739"/>
            </a:xfrm>
            <a:custGeom>
              <a:avLst/>
              <a:pathLst>
                <a:path w="6145984" h="1313739">
                  <a:moveTo>
                    <a:pt x="0" y="0"/>
                  </a:moveTo>
                  <a:lnTo>
                    <a:pt x="94192" y="38142"/>
                  </a:lnTo>
                  <a:lnTo>
                    <a:pt x="244656" y="96883"/>
                  </a:lnTo>
                  <a:lnTo>
                    <a:pt x="395120" y="153419"/>
                  </a:lnTo>
                  <a:lnTo>
                    <a:pt x="545584" y="207778"/>
                  </a:lnTo>
                  <a:lnTo>
                    <a:pt x="696048" y="260073"/>
                  </a:lnTo>
                  <a:lnTo>
                    <a:pt x="846512" y="310526"/>
                  </a:lnTo>
                  <a:lnTo>
                    <a:pt x="996976" y="359493"/>
                  </a:lnTo>
                  <a:lnTo>
                    <a:pt x="1147440" y="407431"/>
                  </a:lnTo>
                  <a:lnTo>
                    <a:pt x="1297904" y="454833"/>
                  </a:lnTo>
                  <a:lnTo>
                    <a:pt x="1448369" y="502156"/>
                  </a:lnTo>
                  <a:lnTo>
                    <a:pt x="1598833" y="550970"/>
                  </a:lnTo>
                  <a:lnTo>
                    <a:pt x="1749297" y="600626"/>
                  </a:lnTo>
                  <a:lnTo>
                    <a:pt x="1899761" y="649433"/>
                  </a:lnTo>
                  <a:lnTo>
                    <a:pt x="2050225" y="696732"/>
                  </a:lnTo>
                  <a:lnTo>
                    <a:pt x="2200689" y="749654"/>
                  </a:lnTo>
                  <a:lnTo>
                    <a:pt x="2351153" y="801952"/>
                  </a:lnTo>
                  <a:lnTo>
                    <a:pt x="2501617" y="845730"/>
                  </a:lnTo>
                  <a:lnTo>
                    <a:pt x="2652081" y="880904"/>
                  </a:lnTo>
                  <a:lnTo>
                    <a:pt x="2802545" y="908339"/>
                  </a:lnTo>
                  <a:lnTo>
                    <a:pt x="2953009" y="930846"/>
                  </a:lnTo>
                  <a:lnTo>
                    <a:pt x="3103473" y="952071"/>
                  </a:lnTo>
                  <a:lnTo>
                    <a:pt x="3253937" y="965646"/>
                  </a:lnTo>
                  <a:lnTo>
                    <a:pt x="3404401" y="974071"/>
                  </a:lnTo>
                  <a:lnTo>
                    <a:pt x="3554865" y="985228"/>
                  </a:lnTo>
                  <a:lnTo>
                    <a:pt x="3705329" y="997516"/>
                  </a:lnTo>
                  <a:lnTo>
                    <a:pt x="3855793" y="1006275"/>
                  </a:lnTo>
                  <a:lnTo>
                    <a:pt x="4006257" y="1014074"/>
                  </a:lnTo>
                  <a:lnTo>
                    <a:pt x="4156721" y="1021977"/>
                  </a:lnTo>
                  <a:lnTo>
                    <a:pt x="4307185" y="1027128"/>
                  </a:lnTo>
                  <a:lnTo>
                    <a:pt x="4457649" y="1029375"/>
                  </a:lnTo>
                  <a:lnTo>
                    <a:pt x="4608114" y="1029095"/>
                  </a:lnTo>
                  <a:lnTo>
                    <a:pt x="4758578" y="1026889"/>
                  </a:lnTo>
                  <a:lnTo>
                    <a:pt x="4909042" y="1023302"/>
                  </a:lnTo>
                  <a:lnTo>
                    <a:pt x="5059506" y="1018693"/>
                  </a:lnTo>
                  <a:lnTo>
                    <a:pt x="5209970" y="1013266"/>
                  </a:lnTo>
                  <a:lnTo>
                    <a:pt x="5360434" y="1007105"/>
                  </a:lnTo>
                  <a:lnTo>
                    <a:pt x="5510898" y="1000206"/>
                  </a:lnTo>
                  <a:lnTo>
                    <a:pt x="5661362" y="992495"/>
                  </a:lnTo>
                  <a:lnTo>
                    <a:pt x="5811826" y="983859"/>
                  </a:lnTo>
                  <a:lnTo>
                    <a:pt x="5962290" y="974154"/>
                  </a:lnTo>
                  <a:lnTo>
                    <a:pt x="6112754" y="963226"/>
                  </a:lnTo>
                  <a:lnTo>
                    <a:pt x="6145984" y="960508"/>
                  </a:lnTo>
                  <a:lnTo>
                    <a:pt x="6145984" y="1313739"/>
                  </a:lnTo>
                  <a:lnTo>
                    <a:pt x="6112754" y="1311097"/>
                  </a:lnTo>
                  <a:lnTo>
                    <a:pt x="5962290" y="1299958"/>
                  </a:lnTo>
                  <a:lnTo>
                    <a:pt x="5811826" y="1289491"/>
                  </a:lnTo>
                  <a:lnTo>
                    <a:pt x="5661362" y="1279542"/>
                  </a:lnTo>
                  <a:lnTo>
                    <a:pt x="5510898" y="1269971"/>
                  </a:lnTo>
                  <a:lnTo>
                    <a:pt x="5360434" y="1260663"/>
                  </a:lnTo>
                  <a:lnTo>
                    <a:pt x="5209970" y="1251549"/>
                  </a:lnTo>
                  <a:lnTo>
                    <a:pt x="5059506" y="1242625"/>
                  </a:lnTo>
                  <a:lnTo>
                    <a:pt x="4909042" y="1233977"/>
                  </a:lnTo>
                  <a:lnTo>
                    <a:pt x="4758578" y="1225813"/>
                  </a:lnTo>
                  <a:lnTo>
                    <a:pt x="4608114" y="1218490"/>
                  </a:lnTo>
                  <a:lnTo>
                    <a:pt x="4457649" y="1211582"/>
                  </a:lnTo>
                  <a:lnTo>
                    <a:pt x="4307185" y="1204022"/>
                  </a:lnTo>
                  <a:lnTo>
                    <a:pt x="4156721" y="1196162"/>
                  </a:lnTo>
                  <a:lnTo>
                    <a:pt x="4006257" y="1187855"/>
                  </a:lnTo>
                  <a:lnTo>
                    <a:pt x="3855793" y="1179350"/>
                  </a:lnTo>
                  <a:lnTo>
                    <a:pt x="3705329" y="1171311"/>
                  </a:lnTo>
                  <a:lnTo>
                    <a:pt x="3554865" y="1161674"/>
                  </a:lnTo>
                  <a:lnTo>
                    <a:pt x="3404401" y="1150053"/>
                  </a:lnTo>
                  <a:lnTo>
                    <a:pt x="3253937" y="1141074"/>
                  </a:lnTo>
                  <a:lnTo>
                    <a:pt x="3103473" y="1130967"/>
                  </a:lnTo>
                  <a:lnTo>
                    <a:pt x="2953009" y="1111159"/>
                  </a:lnTo>
                  <a:lnTo>
                    <a:pt x="2802545" y="1084336"/>
                  </a:lnTo>
                  <a:lnTo>
                    <a:pt x="2652081" y="1055602"/>
                  </a:lnTo>
                  <a:lnTo>
                    <a:pt x="2501617" y="1021630"/>
                  </a:lnTo>
                  <a:lnTo>
                    <a:pt x="2351153" y="975215"/>
                  </a:lnTo>
                  <a:lnTo>
                    <a:pt x="2200689" y="921617"/>
                  </a:lnTo>
                  <a:lnTo>
                    <a:pt x="2050225" y="870148"/>
                  </a:lnTo>
                  <a:lnTo>
                    <a:pt x="1899761" y="823438"/>
                  </a:lnTo>
                  <a:lnTo>
                    <a:pt x="1749297" y="776524"/>
                  </a:lnTo>
                  <a:lnTo>
                    <a:pt x="1598833" y="730865"/>
                  </a:lnTo>
                  <a:lnTo>
                    <a:pt x="1448369" y="687924"/>
                  </a:lnTo>
                  <a:lnTo>
                    <a:pt x="1297904" y="648390"/>
                  </a:lnTo>
                  <a:lnTo>
                    <a:pt x="1147440" y="611806"/>
                  </a:lnTo>
                  <a:lnTo>
                    <a:pt x="996976" y="578486"/>
                  </a:lnTo>
                  <a:lnTo>
                    <a:pt x="846512" y="548844"/>
                  </a:lnTo>
                  <a:lnTo>
                    <a:pt x="696048" y="523256"/>
                  </a:lnTo>
                  <a:lnTo>
                    <a:pt x="545584" y="501998"/>
                  </a:lnTo>
                  <a:lnTo>
                    <a:pt x="395120" y="485214"/>
                  </a:lnTo>
                  <a:lnTo>
                    <a:pt x="244656" y="472933"/>
                  </a:lnTo>
                  <a:lnTo>
                    <a:pt x="94192" y="465105"/>
                  </a:lnTo>
                  <a:lnTo>
                    <a:pt x="0" y="46293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014403"/>
              <a:ext cx="6145984" cy="1029375"/>
            </a:xfrm>
            <a:custGeom>
              <a:avLst/>
              <a:pathLst>
                <a:path w="6145984" h="1029375">
                  <a:moveTo>
                    <a:pt x="0" y="0"/>
                  </a:moveTo>
                  <a:lnTo>
                    <a:pt x="94192" y="38142"/>
                  </a:lnTo>
                  <a:lnTo>
                    <a:pt x="244656" y="96883"/>
                  </a:lnTo>
                  <a:lnTo>
                    <a:pt x="395120" y="153419"/>
                  </a:lnTo>
                  <a:lnTo>
                    <a:pt x="545584" y="207778"/>
                  </a:lnTo>
                  <a:lnTo>
                    <a:pt x="696048" y="260073"/>
                  </a:lnTo>
                  <a:lnTo>
                    <a:pt x="846512" y="310526"/>
                  </a:lnTo>
                  <a:lnTo>
                    <a:pt x="996976" y="359493"/>
                  </a:lnTo>
                  <a:lnTo>
                    <a:pt x="1147440" y="407431"/>
                  </a:lnTo>
                  <a:lnTo>
                    <a:pt x="1297904" y="454833"/>
                  </a:lnTo>
                  <a:lnTo>
                    <a:pt x="1448369" y="502156"/>
                  </a:lnTo>
                  <a:lnTo>
                    <a:pt x="1598833" y="550970"/>
                  </a:lnTo>
                  <a:lnTo>
                    <a:pt x="1749297" y="600626"/>
                  </a:lnTo>
                  <a:lnTo>
                    <a:pt x="1899761" y="649433"/>
                  </a:lnTo>
                  <a:lnTo>
                    <a:pt x="2050225" y="696732"/>
                  </a:lnTo>
                  <a:lnTo>
                    <a:pt x="2200689" y="749654"/>
                  </a:lnTo>
                  <a:lnTo>
                    <a:pt x="2351153" y="801952"/>
                  </a:lnTo>
                  <a:lnTo>
                    <a:pt x="2501617" y="845730"/>
                  </a:lnTo>
                  <a:lnTo>
                    <a:pt x="2652081" y="880904"/>
                  </a:lnTo>
                  <a:lnTo>
                    <a:pt x="2802545" y="908339"/>
                  </a:lnTo>
                  <a:lnTo>
                    <a:pt x="2953009" y="930846"/>
                  </a:lnTo>
                  <a:lnTo>
                    <a:pt x="3103473" y="952071"/>
                  </a:lnTo>
                  <a:lnTo>
                    <a:pt x="3253937" y="965646"/>
                  </a:lnTo>
                  <a:lnTo>
                    <a:pt x="3404401" y="974071"/>
                  </a:lnTo>
                  <a:lnTo>
                    <a:pt x="3554865" y="985228"/>
                  </a:lnTo>
                  <a:lnTo>
                    <a:pt x="3705329" y="997516"/>
                  </a:lnTo>
                  <a:lnTo>
                    <a:pt x="3855793" y="1006275"/>
                  </a:lnTo>
                  <a:lnTo>
                    <a:pt x="4006257" y="1014074"/>
                  </a:lnTo>
                  <a:lnTo>
                    <a:pt x="4156721" y="1021977"/>
                  </a:lnTo>
                  <a:lnTo>
                    <a:pt x="4307185" y="1027128"/>
                  </a:lnTo>
                  <a:lnTo>
                    <a:pt x="4457649" y="1029375"/>
                  </a:lnTo>
                  <a:lnTo>
                    <a:pt x="4608114" y="1029095"/>
                  </a:lnTo>
                  <a:lnTo>
                    <a:pt x="4758578" y="1026889"/>
                  </a:lnTo>
                  <a:lnTo>
                    <a:pt x="4909042" y="1023302"/>
                  </a:lnTo>
                  <a:lnTo>
                    <a:pt x="5059506" y="1018693"/>
                  </a:lnTo>
                  <a:lnTo>
                    <a:pt x="5209970" y="1013266"/>
                  </a:lnTo>
                  <a:lnTo>
                    <a:pt x="5360434" y="1007105"/>
                  </a:lnTo>
                  <a:lnTo>
                    <a:pt x="5510898" y="1000206"/>
                  </a:lnTo>
                  <a:lnTo>
                    <a:pt x="5661362" y="992495"/>
                  </a:lnTo>
                  <a:lnTo>
                    <a:pt x="5811826" y="983859"/>
                  </a:lnTo>
                  <a:lnTo>
                    <a:pt x="5962290" y="974154"/>
                  </a:lnTo>
                  <a:lnTo>
                    <a:pt x="6112754" y="963226"/>
                  </a:lnTo>
                  <a:lnTo>
                    <a:pt x="6145984" y="9605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477333"/>
              <a:ext cx="6145984" cy="850808"/>
            </a:xfrm>
            <a:custGeom>
              <a:avLst/>
              <a:pathLst>
                <a:path w="6145984" h="850808">
                  <a:moveTo>
                    <a:pt x="6145984" y="850808"/>
                  </a:moveTo>
                  <a:lnTo>
                    <a:pt x="6112754" y="848166"/>
                  </a:lnTo>
                  <a:lnTo>
                    <a:pt x="5962290" y="837028"/>
                  </a:lnTo>
                  <a:lnTo>
                    <a:pt x="5811826" y="826560"/>
                  </a:lnTo>
                  <a:lnTo>
                    <a:pt x="5661362" y="816611"/>
                  </a:lnTo>
                  <a:lnTo>
                    <a:pt x="5510898" y="807040"/>
                  </a:lnTo>
                  <a:lnTo>
                    <a:pt x="5360434" y="797732"/>
                  </a:lnTo>
                  <a:lnTo>
                    <a:pt x="5209970" y="788618"/>
                  </a:lnTo>
                  <a:lnTo>
                    <a:pt x="5059506" y="779694"/>
                  </a:lnTo>
                  <a:lnTo>
                    <a:pt x="4909042" y="771046"/>
                  </a:lnTo>
                  <a:lnTo>
                    <a:pt x="4758578" y="762882"/>
                  </a:lnTo>
                  <a:lnTo>
                    <a:pt x="4608114" y="755559"/>
                  </a:lnTo>
                  <a:lnTo>
                    <a:pt x="4457649" y="748651"/>
                  </a:lnTo>
                  <a:lnTo>
                    <a:pt x="4307185" y="741091"/>
                  </a:lnTo>
                  <a:lnTo>
                    <a:pt x="4156721" y="733231"/>
                  </a:lnTo>
                  <a:lnTo>
                    <a:pt x="4006257" y="724924"/>
                  </a:lnTo>
                  <a:lnTo>
                    <a:pt x="3855793" y="716419"/>
                  </a:lnTo>
                  <a:lnTo>
                    <a:pt x="3705329" y="708380"/>
                  </a:lnTo>
                  <a:lnTo>
                    <a:pt x="3554865" y="698743"/>
                  </a:lnTo>
                  <a:lnTo>
                    <a:pt x="3404401" y="687122"/>
                  </a:lnTo>
                  <a:lnTo>
                    <a:pt x="3253937" y="678143"/>
                  </a:lnTo>
                  <a:lnTo>
                    <a:pt x="3103473" y="668036"/>
                  </a:lnTo>
                  <a:lnTo>
                    <a:pt x="2953009" y="648228"/>
                  </a:lnTo>
                  <a:lnTo>
                    <a:pt x="2802545" y="621405"/>
                  </a:lnTo>
                  <a:lnTo>
                    <a:pt x="2652081" y="592671"/>
                  </a:lnTo>
                  <a:lnTo>
                    <a:pt x="2501617" y="558699"/>
                  </a:lnTo>
                  <a:lnTo>
                    <a:pt x="2351153" y="512284"/>
                  </a:lnTo>
                  <a:lnTo>
                    <a:pt x="2200689" y="458686"/>
                  </a:lnTo>
                  <a:lnTo>
                    <a:pt x="2050225" y="407217"/>
                  </a:lnTo>
                  <a:lnTo>
                    <a:pt x="1899761" y="360507"/>
                  </a:lnTo>
                  <a:lnTo>
                    <a:pt x="1749297" y="313593"/>
                  </a:lnTo>
                  <a:lnTo>
                    <a:pt x="1598833" y="267935"/>
                  </a:lnTo>
                  <a:lnTo>
                    <a:pt x="1448369" y="224993"/>
                  </a:lnTo>
                  <a:lnTo>
                    <a:pt x="1297904" y="185459"/>
                  </a:lnTo>
                  <a:lnTo>
                    <a:pt x="1147440" y="148875"/>
                  </a:lnTo>
                  <a:lnTo>
                    <a:pt x="996976" y="115555"/>
                  </a:lnTo>
                  <a:lnTo>
                    <a:pt x="846512" y="85913"/>
                  </a:lnTo>
                  <a:lnTo>
                    <a:pt x="696048" y="60325"/>
                  </a:lnTo>
                  <a:lnTo>
                    <a:pt x="545584" y="39067"/>
                  </a:lnTo>
                  <a:lnTo>
                    <a:pt x="395120" y="22283"/>
                  </a:lnTo>
                  <a:lnTo>
                    <a:pt x="244656" y="10002"/>
                  </a:lnTo>
                  <a:lnTo>
                    <a:pt x="94192" y="21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245868"/>
              <a:ext cx="6145984" cy="905696"/>
            </a:xfrm>
            <a:custGeom>
              <a:avLst/>
              <a:pathLst>
                <a:path w="6145984" h="905696">
                  <a:moveTo>
                    <a:pt x="0" y="0"/>
                  </a:moveTo>
                  <a:lnTo>
                    <a:pt x="94192" y="20158"/>
                  </a:lnTo>
                  <a:lnTo>
                    <a:pt x="244656" y="53442"/>
                  </a:lnTo>
                  <a:lnTo>
                    <a:pt x="395120" y="87851"/>
                  </a:lnTo>
                  <a:lnTo>
                    <a:pt x="545584" y="123423"/>
                  </a:lnTo>
                  <a:lnTo>
                    <a:pt x="696048" y="160199"/>
                  </a:lnTo>
                  <a:lnTo>
                    <a:pt x="846512" y="198219"/>
                  </a:lnTo>
                  <a:lnTo>
                    <a:pt x="996976" y="237524"/>
                  </a:lnTo>
                  <a:lnTo>
                    <a:pt x="1147440" y="278153"/>
                  </a:lnTo>
                  <a:lnTo>
                    <a:pt x="1297904" y="320146"/>
                  </a:lnTo>
                  <a:lnTo>
                    <a:pt x="1448369" y="363575"/>
                  </a:lnTo>
                  <a:lnTo>
                    <a:pt x="1598833" y="409452"/>
                  </a:lnTo>
                  <a:lnTo>
                    <a:pt x="1749297" y="457109"/>
                  </a:lnTo>
                  <a:lnTo>
                    <a:pt x="1899761" y="504970"/>
                  </a:lnTo>
                  <a:lnTo>
                    <a:pt x="2050225" y="551975"/>
                  </a:lnTo>
                  <a:lnTo>
                    <a:pt x="2200689" y="604170"/>
                  </a:lnTo>
                  <a:lnTo>
                    <a:pt x="2351153" y="657118"/>
                  </a:lnTo>
                  <a:lnTo>
                    <a:pt x="2501617" y="702215"/>
                  </a:lnTo>
                  <a:lnTo>
                    <a:pt x="2652081" y="736788"/>
                  </a:lnTo>
                  <a:lnTo>
                    <a:pt x="2802545" y="764872"/>
                  </a:lnTo>
                  <a:lnTo>
                    <a:pt x="2953009" y="789537"/>
                  </a:lnTo>
                  <a:lnTo>
                    <a:pt x="3103473" y="810054"/>
                  </a:lnTo>
                  <a:lnTo>
                    <a:pt x="3253937" y="821894"/>
                  </a:lnTo>
                  <a:lnTo>
                    <a:pt x="3404401" y="830596"/>
                  </a:lnTo>
                  <a:lnTo>
                    <a:pt x="3554865" y="841986"/>
                  </a:lnTo>
                  <a:lnTo>
                    <a:pt x="3705329" y="852948"/>
                  </a:lnTo>
                  <a:lnTo>
                    <a:pt x="3855793" y="861347"/>
                  </a:lnTo>
                  <a:lnTo>
                    <a:pt x="4006257" y="869499"/>
                  </a:lnTo>
                  <a:lnTo>
                    <a:pt x="4156721" y="877604"/>
                  </a:lnTo>
                  <a:lnTo>
                    <a:pt x="4307185" y="884110"/>
                  </a:lnTo>
                  <a:lnTo>
                    <a:pt x="4457649" y="889013"/>
                  </a:lnTo>
                  <a:lnTo>
                    <a:pt x="4608114" y="892327"/>
                  </a:lnTo>
                  <a:lnTo>
                    <a:pt x="4758578" y="894885"/>
                  </a:lnTo>
                  <a:lnTo>
                    <a:pt x="4909042" y="897174"/>
                  </a:lnTo>
                  <a:lnTo>
                    <a:pt x="5059506" y="899194"/>
                  </a:lnTo>
                  <a:lnTo>
                    <a:pt x="5209970" y="900942"/>
                  </a:lnTo>
                  <a:lnTo>
                    <a:pt x="5360434" y="902419"/>
                  </a:lnTo>
                  <a:lnTo>
                    <a:pt x="5510898" y="903623"/>
                  </a:lnTo>
                  <a:lnTo>
                    <a:pt x="5661362" y="904553"/>
                  </a:lnTo>
                  <a:lnTo>
                    <a:pt x="5811826" y="905210"/>
                  </a:lnTo>
                  <a:lnTo>
                    <a:pt x="5962290" y="905591"/>
                  </a:lnTo>
                  <a:lnTo>
                    <a:pt x="6112754" y="905696"/>
                  </a:lnTo>
                  <a:lnTo>
                    <a:pt x="6145984" y="90565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616052"/>
              <a:ext cx="6145984" cy="527716"/>
            </a:xfrm>
            <a:custGeom>
              <a:avLst/>
              <a:pathLst>
                <a:path w="6145984" h="527716">
                  <a:moveTo>
                    <a:pt x="0" y="0"/>
                  </a:moveTo>
                  <a:lnTo>
                    <a:pt x="94192" y="31472"/>
                  </a:lnTo>
                  <a:lnTo>
                    <a:pt x="244656" y="77532"/>
                  </a:lnTo>
                  <a:lnTo>
                    <a:pt x="395120" y="119348"/>
                  </a:lnTo>
                  <a:lnTo>
                    <a:pt x="545584" y="156938"/>
                  </a:lnTo>
                  <a:lnTo>
                    <a:pt x="696048" y="190392"/>
                  </a:lnTo>
                  <a:lnTo>
                    <a:pt x="846512" y="219911"/>
                  </a:lnTo>
                  <a:lnTo>
                    <a:pt x="996976" y="245813"/>
                  </a:lnTo>
                  <a:lnTo>
                    <a:pt x="1147440" y="268516"/>
                  </a:lnTo>
                  <a:lnTo>
                    <a:pt x="1297904" y="288470"/>
                  </a:lnTo>
                  <a:lnTo>
                    <a:pt x="1448369" y="306050"/>
                  </a:lnTo>
                  <a:lnTo>
                    <a:pt x="1598833" y="321215"/>
                  </a:lnTo>
                  <a:lnTo>
                    <a:pt x="1749297" y="333689"/>
                  </a:lnTo>
                  <a:lnTo>
                    <a:pt x="1899761" y="343383"/>
                  </a:lnTo>
                  <a:lnTo>
                    <a:pt x="2050225" y="350769"/>
                  </a:lnTo>
                  <a:lnTo>
                    <a:pt x="2200689" y="357912"/>
                  </a:lnTo>
                  <a:lnTo>
                    <a:pt x="2351153" y="362283"/>
                  </a:lnTo>
                  <a:lnTo>
                    <a:pt x="2501617" y="363034"/>
                  </a:lnTo>
                  <a:lnTo>
                    <a:pt x="2652081" y="362097"/>
                  </a:lnTo>
                  <a:lnTo>
                    <a:pt x="2802545" y="357129"/>
                  </a:lnTo>
                  <a:lnTo>
                    <a:pt x="2953009" y="348330"/>
                  </a:lnTo>
                  <a:lnTo>
                    <a:pt x="3103473" y="338824"/>
                  </a:lnTo>
                  <a:lnTo>
                    <a:pt x="3253937" y="325333"/>
                  </a:lnTo>
                  <a:lnTo>
                    <a:pt x="3404401" y="307995"/>
                  </a:lnTo>
                  <a:lnTo>
                    <a:pt x="3554865" y="291754"/>
                  </a:lnTo>
                  <a:lnTo>
                    <a:pt x="3705329" y="273578"/>
                  </a:lnTo>
                  <a:lnTo>
                    <a:pt x="3855793" y="252236"/>
                  </a:lnTo>
                  <a:lnTo>
                    <a:pt x="4006257" y="234424"/>
                  </a:lnTo>
                  <a:lnTo>
                    <a:pt x="4156721" y="221637"/>
                  </a:lnTo>
                  <a:lnTo>
                    <a:pt x="4307185" y="208728"/>
                  </a:lnTo>
                  <a:lnTo>
                    <a:pt x="4457649" y="195965"/>
                  </a:lnTo>
                  <a:lnTo>
                    <a:pt x="4608114" y="184076"/>
                  </a:lnTo>
                  <a:lnTo>
                    <a:pt x="4758578" y="171847"/>
                  </a:lnTo>
                  <a:lnTo>
                    <a:pt x="4909042" y="158630"/>
                  </a:lnTo>
                  <a:lnTo>
                    <a:pt x="5059506" y="144783"/>
                  </a:lnTo>
                  <a:lnTo>
                    <a:pt x="5209970" y="130521"/>
                  </a:lnTo>
                  <a:lnTo>
                    <a:pt x="5360434" y="115945"/>
                  </a:lnTo>
                  <a:lnTo>
                    <a:pt x="5510898" y="101074"/>
                  </a:lnTo>
                  <a:lnTo>
                    <a:pt x="5661362" y="85861"/>
                  </a:lnTo>
                  <a:lnTo>
                    <a:pt x="5811826" y="70224"/>
                  </a:lnTo>
                  <a:lnTo>
                    <a:pt x="5962290" y="54050"/>
                  </a:lnTo>
                  <a:lnTo>
                    <a:pt x="6112754" y="37219"/>
                  </a:lnTo>
                  <a:lnTo>
                    <a:pt x="6145984" y="33329"/>
                  </a:lnTo>
                  <a:lnTo>
                    <a:pt x="6145984" y="364033"/>
                  </a:lnTo>
                  <a:lnTo>
                    <a:pt x="6112754" y="362904"/>
                  </a:lnTo>
                  <a:lnTo>
                    <a:pt x="5962290" y="359077"/>
                  </a:lnTo>
                  <a:lnTo>
                    <a:pt x="5811826" y="356365"/>
                  </a:lnTo>
                  <a:lnTo>
                    <a:pt x="5661362" y="354603"/>
                  </a:lnTo>
                  <a:lnTo>
                    <a:pt x="5510898" y="353635"/>
                  </a:lnTo>
                  <a:lnTo>
                    <a:pt x="5360434" y="353333"/>
                  </a:lnTo>
                  <a:lnTo>
                    <a:pt x="5209970" y="353609"/>
                  </a:lnTo>
                  <a:lnTo>
                    <a:pt x="5059506" y="354435"/>
                  </a:lnTo>
                  <a:lnTo>
                    <a:pt x="4909042" y="355870"/>
                  </a:lnTo>
                  <a:lnTo>
                    <a:pt x="4758578" y="358085"/>
                  </a:lnTo>
                  <a:lnTo>
                    <a:pt x="4608114" y="361393"/>
                  </a:lnTo>
                  <a:lnTo>
                    <a:pt x="4457649" y="366552"/>
                  </a:lnTo>
                  <a:lnTo>
                    <a:pt x="4307185" y="374341"/>
                  </a:lnTo>
                  <a:lnTo>
                    <a:pt x="4156721" y="384714"/>
                  </a:lnTo>
                  <a:lnTo>
                    <a:pt x="4006257" y="397122"/>
                  </a:lnTo>
                  <a:lnTo>
                    <a:pt x="3855793" y="414273"/>
                  </a:lnTo>
                  <a:lnTo>
                    <a:pt x="3705329" y="436290"/>
                  </a:lnTo>
                  <a:lnTo>
                    <a:pt x="3554865" y="456948"/>
                  </a:lnTo>
                  <a:lnTo>
                    <a:pt x="3404401" y="472755"/>
                  </a:lnTo>
                  <a:lnTo>
                    <a:pt x="3253937" y="489574"/>
                  </a:lnTo>
                  <a:lnTo>
                    <a:pt x="3103473" y="506312"/>
                  </a:lnTo>
                  <a:lnTo>
                    <a:pt x="2953009" y="517145"/>
                  </a:lnTo>
                  <a:lnTo>
                    <a:pt x="2802545" y="521902"/>
                  </a:lnTo>
                  <a:lnTo>
                    <a:pt x="2652081" y="525654"/>
                  </a:lnTo>
                  <a:lnTo>
                    <a:pt x="2501617" y="527716"/>
                  </a:lnTo>
                  <a:lnTo>
                    <a:pt x="2351153" y="524497"/>
                  </a:lnTo>
                  <a:lnTo>
                    <a:pt x="2200689" y="518909"/>
                  </a:lnTo>
                  <a:lnTo>
                    <a:pt x="2050225" y="513125"/>
                  </a:lnTo>
                  <a:lnTo>
                    <a:pt x="1899761" y="506292"/>
                  </a:lnTo>
                  <a:lnTo>
                    <a:pt x="1749297" y="498369"/>
                  </a:lnTo>
                  <a:lnTo>
                    <a:pt x="1598833" y="489637"/>
                  </a:lnTo>
                  <a:lnTo>
                    <a:pt x="1448369" y="479970"/>
                  </a:lnTo>
                  <a:lnTo>
                    <a:pt x="1297904" y="469684"/>
                  </a:lnTo>
                  <a:lnTo>
                    <a:pt x="1147440" y="459857"/>
                  </a:lnTo>
                  <a:lnTo>
                    <a:pt x="996976" y="450840"/>
                  </a:lnTo>
                  <a:lnTo>
                    <a:pt x="846512" y="443030"/>
                  </a:lnTo>
                  <a:lnTo>
                    <a:pt x="696048" y="436792"/>
                  </a:lnTo>
                  <a:lnTo>
                    <a:pt x="545584" y="432394"/>
                  </a:lnTo>
                  <a:lnTo>
                    <a:pt x="395120" y="429984"/>
                  </a:lnTo>
                  <a:lnTo>
                    <a:pt x="244656" y="429599"/>
                  </a:lnTo>
                  <a:lnTo>
                    <a:pt x="94192" y="431206"/>
                  </a:lnTo>
                  <a:lnTo>
                    <a:pt x="0" y="43340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616052"/>
              <a:ext cx="6145984" cy="363034"/>
            </a:xfrm>
            <a:custGeom>
              <a:avLst/>
              <a:pathLst>
                <a:path w="6145984" h="363034">
                  <a:moveTo>
                    <a:pt x="0" y="0"/>
                  </a:moveTo>
                  <a:lnTo>
                    <a:pt x="94192" y="31472"/>
                  </a:lnTo>
                  <a:lnTo>
                    <a:pt x="244656" y="77532"/>
                  </a:lnTo>
                  <a:lnTo>
                    <a:pt x="395120" y="119348"/>
                  </a:lnTo>
                  <a:lnTo>
                    <a:pt x="545584" y="156938"/>
                  </a:lnTo>
                  <a:lnTo>
                    <a:pt x="696048" y="190392"/>
                  </a:lnTo>
                  <a:lnTo>
                    <a:pt x="846512" y="219911"/>
                  </a:lnTo>
                  <a:lnTo>
                    <a:pt x="996976" y="245813"/>
                  </a:lnTo>
                  <a:lnTo>
                    <a:pt x="1147440" y="268516"/>
                  </a:lnTo>
                  <a:lnTo>
                    <a:pt x="1297904" y="288470"/>
                  </a:lnTo>
                  <a:lnTo>
                    <a:pt x="1448369" y="306050"/>
                  </a:lnTo>
                  <a:lnTo>
                    <a:pt x="1598833" y="321215"/>
                  </a:lnTo>
                  <a:lnTo>
                    <a:pt x="1749297" y="333689"/>
                  </a:lnTo>
                  <a:lnTo>
                    <a:pt x="1899761" y="343383"/>
                  </a:lnTo>
                  <a:lnTo>
                    <a:pt x="2050225" y="350769"/>
                  </a:lnTo>
                  <a:lnTo>
                    <a:pt x="2200689" y="357912"/>
                  </a:lnTo>
                  <a:lnTo>
                    <a:pt x="2351153" y="362283"/>
                  </a:lnTo>
                  <a:lnTo>
                    <a:pt x="2501617" y="363034"/>
                  </a:lnTo>
                  <a:lnTo>
                    <a:pt x="2652081" y="362097"/>
                  </a:lnTo>
                  <a:lnTo>
                    <a:pt x="2802545" y="357129"/>
                  </a:lnTo>
                  <a:lnTo>
                    <a:pt x="2953009" y="348330"/>
                  </a:lnTo>
                  <a:lnTo>
                    <a:pt x="3103473" y="338824"/>
                  </a:lnTo>
                  <a:lnTo>
                    <a:pt x="3253937" y="325333"/>
                  </a:lnTo>
                  <a:lnTo>
                    <a:pt x="3404401" y="307995"/>
                  </a:lnTo>
                  <a:lnTo>
                    <a:pt x="3554865" y="291754"/>
                  </a:lnTo>
                  <a:lnTo>
                    <a:pt x="3705329" y="273578"/>
                  </a:lnTo>
                  <a:lnTo>
                    <a:pt x="3855793" y="252236"/>
                  </a:lnTo>
                  <a:lnTo>
                    <a:pt x="4006257" y="234424"/>
                  </a:lnTo>
                  <a:lnTo>
                    <a:pt x="4156721" y="221637"/>
                  </a:lnTo>
                  <a:lnTo>
                    <a:pt x="4307185" y="208728"/>
                  </a:lnTo>
                  <a:lnTo>
                    <a:pt x="4457649" y="195965"/>
                  </a:lnTo>
                  <a:lnTo>
                    <a:pt x="4608114" y="184076"/>
                  </a:lnTo>
                  <a:lnTo>
                    <a:pt x="4758578" y="171847"/>
                  </a:lnTo>
                  <a:lnTo>
                    <a:pt x="4909042" y="158630"/>
                  </a:lnTo>
                  <a:lnTo>
                    <a:pt x="5059506" y="144783"/>
                  </a:lnTo>
                  <a:lnTo>
                    <a:pt x="5209970" y="130521"/>
                  </a:lnTo>
                  <a:lnTo>
                    <a:pt x="5360434" y="115945"/>
                  </a:lnTo>
                  <a:lnTo>
                    <a:pt x="5510898" y="101074"/>
                  </a:lnTo>
                  <a:lnTo>
                    <a:pt x="5661362" y="85861"/>
                  </a:lnTo>
                  <a:lnTo>
                    <a:pt x="5811826" y="70224"/>
                  </a:lnTo>
                  <a:lnTo>
                    <a:pt x="5962290" y="54050"/>
                  </a:lnTo>
                  <a:lnTo>
                    <a:pt x="6112754" y="37219"/>
                  </a:lnTo>
                  <a:lnTo>
                    <a:pt x="6145984" y="333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69385"/>
              <a:ext cx="6145984" cy="174382"/>
            </a:xfrm>
            <a:custGeom>
              <a:avLst/>
              <a:pathLst>
                <a:path w="6145984" h="174382">
                  <a:moveTo>
                    <a:pt x="6145984" y="10699"/>
                  </a:moveTo>
                  <a:lnTo>
                    <a:pt x="6112754" y="9571"/>
                  </a:lnTo>
                  <a:lnTo>
                    <a:pt x="5962290" y="5743"/>
                  </a:lnTo>
                  <a:lnTo>
                    <a:pt x="5811826" y="3032"/>
                  </a:lnTo>
                  <a:lnTo>
                    <a:pt x="5661362" y="1269"/>
                  </a:lnTo>
                  <a:lnTo>
                    <a:pt x="5510898" y="301"/>
                  </a:lnTo>
                  <a:lnTo>
                    <a:pt x="5360434" y="0"/>
                  </a:lnTo>
                  <a:lnTo>
                    <a:pt x="5209970" y="275"/>
                  </a:lnTo>
                  <a:lnTo>
                    <a:pt x="5059506" y="1102"/>
                  </a:lnTo>
                  <a:lnTo>
                    <a:pt x="4909042" y="2536"/>
                  </a:lnTo>
                  <a:lnTo>
                    <a:pt x="4758578" y="4752"/>
                  </a:lnTo>
                  <a:lnTo>
                    <a:pt x="4608114" y="8059"/>
                  </a:lnTo>
                  <a:lnTo>
                    <a:pt x="4457649" y="13219"/>
                  </a:lnTo>
                  <a:lnTo>
                    <a:pt x="4307185" y="21008"/>
                  </a:lnTo>
                  <a:lnTo>
                    <a:pt x="4156721" y="31380"/>
                  </a:lnTo>
                  <a:lnTo>
                    <a:pt x="4006257" y="43789"/>
                  </a:lnTo>
                  <a:lnTo>
                    <a:pt x="3855793" y="60939"/>
                  </a:lnTo>
                  <a:lnTo>
                    <a:pt x="3705329" y="82956"/>
                  </a:lnTo>
                  <a:lnTo>
                    <a:pt x="3554865" y="103615"/>
                  </a:lnTo>
                  <a:lnTo>
                    <a:pt x="3404401" y="119421"/>
                  </a:lnTo>
                  <a:lnTo>
                    <a:pt x="3253937" y="136240"/>
                  </a:lnTo>
                  <a:lnTo>
                    <a:pt x="3103473" y="152978"/>
                  </a:lnTo>
                  <a:lnTo>
                    <a:pt x="2953009" y="163811"/>
                  </a:lnTo>
                  <a:lnTo>
                    <a:pt x="2802545" y="168568"/>
                  </a:lnTo>
                  <a:lnTo>
                    <a:pt x="2652081" y="172321"/>
                  </a:lnTo>
                  <a:lnTo>
                    <a:pt x="2501617" y="174382"/>
                  </a:lnTo>
                  <a:lnTo>
                    <a:pt x="2351153" y="171163"/>
                  </a:lnTo>
                  <a:lnTo>
                    <a:pt x="2200689" y="165575"/>
                  </a:lnTo>
                  <a:lnTo>
                    <a:pt x="2050225" y="159792"/>
                  </a:lnTo>
                  <a:lnTo>
                    <a:pt x="1899761" y="152958"/>
                  </a:lnTo>
                  <a:lnTo>
                    <a:pt x="1749297" y="145036"/>
                  </a:lnTo>
                  <a:lnTo>
                    <a:pt x="1598833" y="136304"/>
                  </a:lnTo>
                  <a:lnTo>
                    <a:pt x="1448369" y="126637"/>
                  </a:lnTo>
                  <a:lnTo>
                    <a:pt x="1297904" y="116350"/>
                  </a:lnTo>
                  <a:lnTo>
                    <a:pt x="1147440" y="106524"/>
                  </a:lnTo>
                  <a:lnTo>
                    <a:pt x="996976" y="97507"/>
                  </a:lnTo>
                  <a:lnTo>
                    <a:pt x="846512" y="89696"/>
                  </a:lnTo>
                  <a:lnTo>
                    <a:pt x="696048" y="83459"/>
                  </a:lnTo>
                  <a:lnTo>
                    <a:pt x="545584" y="79061"/>
                  </a:lnTo>
                  <a:lnTo>
                    <a:pt x="395120" y="76650"/>
                  </a:lnTo>
                  <a:lnTo>
                    <a:pt x="244656" y="76266"/>
                  </a:lnTo>
                  <a:lnTo>
                    <a:pt x="94192" y="77873"/>
                  </a:lnTo>
                  <a:lnTo>
                    <a:pt x="0" y="800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814733"/>
              <a:ext cx="6145984" cy="246694"/>
            </a:xfrm>
            <a:custGeom>
              <a:avLst/>
              <a:pathLst>
                <a:path w="6145984" h="246694">
                  <a:moveTo>
                    <a:pt x="0" y="18022"/>
                  </a:moveTo>
                  <a:lnTo>
                    <a:pt x="94192" y="32658"/>
                  </a:lnTo>
                  <a:lnTo>
                    <a:pt x="244656" y="54884"/>
                  </a:lnTo>
                  <a:lnTo>
                    <a:pt x="395120" y="75984"/>
                  </a:lnTo>
                  <a:lnTo>
                    <a:pt x="545584" y="95985"/>
                  </a:lnTo>
                  <a:lnTo>
                    <a:pt x="696048" y="114911"/>
                  </a:lnTo>
                  <a:lnTo>
                    <a:pt x="846512" y="132789"/>
                  </a:lnTo>
                  <a:lnTo>
                    <a:pt x="996976" y="149645"/>
                  </a:lnTo>
                  <a:lnTo>
                    <a:pt x="1147440" y="165505"/>
                  </a:lnTo>
                  <a:lnTo>
                    <a:pt x="1297904" y="180396"/>
                  </a:lnTo>
                  <a:lnTo>
                    <a:pt x="1448369" y="194329"/>
                  </a:lnTo>
                  <a:lnTo>
                    <a:pt x="1598833" y="206745"/>
                  </a:lnTo>
                  <a:lnTo>
                    <a:pt x="1749297" y="217348"/>
                  </a:lnTo>
                  <a:lnTo>
                    <a:pt x="1899761" y="226156"/>
                  </a:lnTo>
                  <a:lnTo>
                    <a:pt x="2050225" y="233266"/>
                  </a:lnTo>
                  <a:lnTo>
                    <a:pt x="2200689" y="239729"/>
                  </a:lnTo>
                  <a:lnTo>
                    <a:pt x="2351153" y="244709"/>
                  </a:lnTo>
                  <a:lnTo>
                    <a:pt x="2501617" y="246694"/>
                  </a:lnTo>
                  <a:lnTo>
                    <a:pt x="2652081" y="245194"/>
                  </a:lnTo>
                  <a:lnTo>
                    <a:pt x="2802545" y="240834"/>
                  </a:lnTo>
                  <a:lnTo>
                    <a:pt x="2953009" y="234056"/>
                  </a:lnTo>
                  <a:lnTo>
                    <a:pt x="3103473" y="223886"/>
                  </a:lnTo>
                  <a:lnTo>
                    <a:pt x="3253937" y="208772"/>
                  </a:lnTo>
                  <a:lnTo>
                    <a:pt x="3404401" y="191694"/>
                  </a:lnTo>
                  <a:lnTo>
                    <a:pt x="3554865" y="175670"/>
                  </a:lnTo>
                  <a:lnTo>
                    <a:pt x="3705329" y="156252"/>
                  </a:lnTo>
                  <a:lnTo>
                    <a:pt x="3855793" y="134573"/>
                  </a:lnTo>
                  <a:lnTo>
                    <a:pt x="4006257" y="117092"/>
                  </a:lnTo>
                  <a:lnTo>
                    <a:pt x="4156721" y="104494"/>
                  </a:lnTo>
                  <a:lnTo>
                    <a:pt x="4307185" y="92854"/>
                  </a:lnTo>
                  <a:lnTo>
                    <a:pt x="4457649" y="82577"/>
                  </a:lnTo>
                  <a:lnTo>
                    <a:pt x="4608114" y="74053"/>
                  </a:lnTo>
                  <a:lnTo>
                    <a:pt x="4758578" y="66285"/>
                  </a:lnTo>
                  <a:lnTo>
                    <a:pt x="4909042" y="58569"/>
                  </a:lnTo>
                  <a:lnTo>
                    <a:pt x="5059506" y="50928"/>
                  </a:lnTo>
                  <a:lnTo>
                    <a:pt x="5209970" y="43384"/>
                  </a:lnTo>
                  <a:lnTo>
                    <a:pt x="5360434" y="35958"/>
                  </a:lnTo>
                  <a:lnTo>
                    <a:pt x="5510898" y="28673"/>
                  </a:lnTo>
                  <a:lnTo>
                    <a:pt x="5661362" y="21551"/>
                  </a:lnTo>
                  <a:lnTo>
                    <a:pt x="5811826" y="14613"/>
                  </a:lnTo>
                  <a:lnTo>
                    <a:pt x="5962290" y="7882"/>
                  </a:lnTo>
                  <a:lnTo>
                    <a:pt x="6112754" y="138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275132"/>
              <a:ext cx="6145984" cy="814264"/>
            </a:xfrm>
            <a:custGeom>
              <a:avLst/>
              <a:pathLst>
                <a:path w="6145984" h="814264">
                  <a:moveTo>
                    <a:pt x="0" y="229525"/>
                  </a:moveTo>
                  <a:lnTo>
                    <a:pt x="94192" y="256910"/>
                  </a:lnTo>
                  <a:lnTo>
                    <a:pt x="244656" y="295755"/>
                  </a:lnTo>
                  <a:lnTo>
                    <a:pt x="395120" y="329629"/>
                  </a:lnTo>
                  <a:lnTo>
                    <a:pt x="545584" y="358525"/>
                  </a:lnTo>
                  <a:lnTo>
                    <a:pt x="696048" y="382538"/>
                  </a:lnTo>
                  <a:lnTo>
                    <a:pt x="846512" y="401906"/>
                  </a:lnTo>
                  <a:lnTo>
                    <a:pt x="996976" y="417030"/>
                  </a:lnTo>
                  <a:lnTo>
                    <a:pt x="1147440" y="428445"/>
                  </a:lnTo>
                  <a:lnTo>
                    <a:pt x="1297904" y="436728"/>
                  </a:lnTo>
                  <a:lnTo>
                    <a:pt x="1448369" y="442368"/>
                  </a:lnTo>
                  <a:lnTo>
                    <a:pt x="1598833" y="445904"/>
                  </a:lnTo>
                  <a:lnTo>
                    <a:pt x="1749297" y="447174"/>
                  </a:lnTo>
                  <a:lnTo>
                    <a:pt x="1899761" y="445902"/>
                  </a:lnTo>
                  <a:lnTo>
                    <a:pt x="2050225" y="442654"/>
                  </a:lnTo>
                  <a:lnTo>
                    <a:pt x="2200689" y="441452"/>
                  </a:lnTo>
                  <a:lnTo>
                    <a:pt x="2351153" y="438857"/>
                  </a:lnTo>
                  <a:lnTo>
                    <a:pt x="2501617" y="433124"/>
                  </a:lnTo>
                  <a:lnTo>
                    <a:pt x="2652081" y="430470"/>
                  </a:lnTo>
                  <a:lnTo>
                    <a:pt x="2802545" y="427183"/>
                  </a:lnTo>
                  <a:lnTo>
                    <a:pt x="2953009" y="418835"/>
                  </a:lnTo>
                  <a:lnTo>
                    <a:pt x="3103473" y="407995"/>
                  </a:lnTo>
                  <a:lnTo>
                    <a:pt x="3253937" y="394268"/>
                  </a:lnTo>
                  <a:lnTo>
                    <a:pt x="3404401" y="376218"/>
                  </a:lnTo>
                  <a:lnTo>
                    <a:pt x="3554865" y="358659"/>
                  </a:lnTo>
                  <a:lnTo>
                    <a:pt x="3705329" y="338945"/>
                  </a:lnTo>
                  <a:lnTo>
                    <a:pt x="3855793" y="315509"/>
                  </a:lnTo>
                  <a:lnTo>
                    <a:pt x="4006257" y="295498"/>
                  </a:lnTo>
                  <a:lnTo>
                    <a:pt x="4156721" y="280386"/>
                  </a:lnTo>
                  <a:lnTo>
                    <a:pt x="4307185" y="264071"/>
                  </a:lnTo>
                  <a:lnTo>
                    <a:pt x="4457649" y="246903"/>
                  </a:lnTo>
                  <a:lnTo>
                    <a:pt x="4608114" y="229868"/>
                  </a:lnTo>
                  <a:lnTo>
                    <a:pt x="4758578" y="211840"/>
                  </a:lnTo>
                  <a:lnTo>
                    <a:pt x="4909042" y="192247"/>
                  </a:lnTo>
                  <a:lnTo>
                    <a:pt x="5059506" y="171572"/>
                  </a:lnTo>
                  <a:lnTo>
                    <a:pt x="5209970" y="150106"/>
                  </a:lnTo>
                  <a:lnTo>
                    <a:pt x="5360434" y="127988"/>
                  </a:lnTo>
                  <a:lnTo>
                    <a:pt x="5510898" y="105242"/>
                  </a:lnTo>
                  <a:lnTo>
                    <a:pt x="5661362" y="81808"/>
                  </a:lnTo>
                  <a:lnTo>
                    <a:pt x="5811826" y="57572"/>
                  </a:lnTo>
                  <a:lnTo>
                    <a:pt x="5962290" y="32388"/>
                  </a:lnTo>
                  <a:lnTo>
                    <a:pt x="6112754" y="6090"/>
                  </a:lnTo>
                  <a:lnTo>
                    <a:pt x="6145984" y="0"/>
                  </a:lnTo>
                  <a:lnTo>
                    <a:pt x="6145984" y="446174"/>
                  </a:lnTo>
                  <a:lnTo>
                    <a:pt x="6112754" y="445493"/>
                  </a:lnTo>
                  <a:lnTo>
                    <a:pt x="5962290" y="443919"/>
                  </a:lnTo>
                  <a:lnTo>
                    <a:pt x="5811826" y="443624"/>
                  </a:lnTo>
                  <a:lnTo>
                    <a:pt x="5661362" y="444384"/>
                  </a:lnTo>
                  <a:lnTo>
                    <a:pt x="5510898" y="445989"/>
                  </a:lnTo>
                  <a:lnTo>
                    <a:pt x="5360434" y="448263"/>
                  </a:lnTo>
                  <a:lnTo>
                    <a:pt x="5209970" y="451089"/>
                  </a:lnTo>
                  <a:lnTo>
                    <a:pt x="5059506" y="454427"/>
                  </a:lnTo>
                  <a:lnTo>
                    <a:pt x="4909042" y="458356"/>
                  </a:lnTo>
                  <a:lnTo>
                    <a:pt x="4758578" y="463106"/>
                  </a:lnTo>
                  <a:lnTo>
                    <a:pt x="4608114" y="469098"/>
                  </a:lnTo>
                  <a:lnTo>
                    <a:pt x="4457649" y="477054"/>
                  </a:lnTo>
                  <a:lnTo>
                    <a:pt x="4307185" y="487510"/>
                  </a:lnTo>
                  <a:lnTo>
                    <a:pt x="4156721" y="500404"/>
                  </a:lnTo>
                  <a:lnTo>
                    <a:pt x="4006257" y="515005"/>
                  </a:lnTo>
                  <a:lnTo>
                    <a:pt x="3855793" y="534124"/>
                  </a:lnTo>
                  <a:lnTo>
                    <a:pt x="3705329" y="558471"/>
                  </a:lnTo>
                  <a:lnTo>
                    <a:pt x="3554865" y="581533"/>
                  </a:lnTo>
                  <a:lnTo>
                    <a:pt x="3404401" y="598506"/>
                  </a:lnTo>
                  <a:lnTo>
                    <a:pt x="3253937" y="615856"/>
                  </a:lnTo>
                  <a:lnTo>
                    <a:pt x="3103473" y="633963"/>
                  </a:lnTo>
                  <a:lnTo>
                    <a:pt x="2953009" y="646593"/>
                  </a:lnTo>
                  <a:lnTo>
                    <a:pt x="2802545" y="649488"/>
                  </a:lnTo>
                  <a:lnTo>
                    <a:pt x="2652081" y="651136"/>
                  </a:lnTo>
                  <a:lnTo>
                    <a:pt x="2501617" y="655307"/>
                  </a:lnTo>
                  <a:lnTo>
                    <a:pt x="2351153" y="657710"/>
                  </a:lnTo>
                  <a:lnTo>
                    <a:pt x="2200689" y="658663"/>
                  </a:lnTo>
                  <a:lnTo>
                    <a:pt x="2050225" y="661700"/>
                  </a:lnTo>
                  <a:lnTo>
                    <a:pt x="1899761" y="665692"/>
                  </a:lnTo>
                  <a:lnTo>
                    <a:pt x="1749297" y="669355"/>
                  </a:lnTo>
                  <a:lnTo>
                    <a:pt x="1598833" y="673134"/>
                  </a:lnTo>
                  <a:lnTo>
                    <a:pt x="1448369" y="677016"/>
                  </a:lnTo>
                  <a:lnTo>
                    <a:pt x="1297904" y="681215"/>
                  </a:lnTo>
                  <a:lnTo>
                    <a:pt x="1147440" y="686596"/>
                  </a:lnTo>
                  <a:lnTo>
                    <a:pt x="996976" y="693646"/>
                  </a:lnTo>
                  <a:lnTo>
                    <a:pt x="846512" y="702930"/>
                  </a:lnTo>
                  <a:lnTo>
                    <a:pt x="696048" y="714972"/>
                  </a:lnTo>
                  <a:lnTo>
                    <a:pt x="545584" y="730162"/>
                  </a:lnTo>
                  <a:lnTo>
                    <a:pt x="395120" y="748727"/>
                  </a:lnTo>
                  <a:lnTo>
                    <a:pt x="244656" y="770752"/>
                  </a:lnTo>
                  <a:lnTo>
                    <a:pt x="94192" y="796218"/>
                  </a:lnTo>
                  <a:lnTo>
                    <a:pt x="0" y="81426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275132"/>
              <a:ext cx="6145984" cy="447174"/>
            </a:xfrm>
            <a:custGeom>
              <a:avLst/>
              <a:pathLst>
                <a:path w="6145984" h="447174">
                  <a:moveTo>
                    <a:pt x="0" y="229525"/>
                  </a:moveTo>
                  <a:lnTo>
                    <a:pt x="94192" y="256910"/>
                  </a:lnTo>
                  <a:lnTo>
                    <a:pt x="244656" y="295755"/>
                  </a:lnTo>
                  <a:lnTo>
                    <a:pt x="395120" y="329629"/>
                  </a:lnTo>
                  <a:lnTo>
                    <a:pt x="545584" y="358525"/>
                  </a:lnTo>
                  <a:lnTo>
                    <a:pt x="696048" y="382538"/>
                  </a:lnTo>
                  <a:lnTo>
                    <a:pt x="846512" y="401906"/>
                  </a:lnTo>
                  <a:lnTo>
                    <a:pt x="996976" y="417030"/>
                  </a:lnTo>
                  <a:lnTo>
                    <a:pt x="1147440" y="428445"/>
                  </a:lnTo>
                  <a:lnTo>
                    <a:pt x="1297904" y="436728"/>
                  </a:lnTo>
                  <a:lnTo>
                    <a:pt x="1448369" y="442368"/>
                  </a:lnTo>
                  <a:lnTo>
                    <a:pt x="1598833" y="445904"/>
                  </a:lnTo>
                  <a:lnTo>
                    <a:pt x="1749297" y="447174"/>
                  </a:lnTo>
                  <a:lnTo>
                    <a:pt x="1899761" y="445902"/>
                  </a:lnTo>
                  <a:lnTo>
                    <a:pt x="2050225" y="442654"/>
                  </a:lnTo>
                  <a:lnTo>
                    <a:pt x="2200689" y="441452"/>
                  </a:lnTo>
                  <a:lnTo>
                    <a:pt x="2351153" y="438857"/>
                  </a:lnTo>
                  <a:lnTo>
                    <a:pt x="2501617" y="433124"/>
                  </a:lnTo>
                  <a:lnTo>
                    <a:pt x="2652081" y="430470"/>
                  </a:lnTo>
                  <a:lnTo>
                    <a:pt x="2802545" y="427183"/>
                  </a:lnTo>
                  <a:lnTo>
                    <a:pt x="2953009" y="418835"/>
                  </a:lnTo>
                  <a:lnTo>
                    <a:pt x="3103473" y="407995"/>
                  </a:lnTo>
                  <a:lnTo>
                    <a:pt x="3253937" y="394268"/>
                  </a:lnTo>
                  <a:lnTo>
                    <a:pt x="3404401" y="376218"/>
                  </a:lnTo>
                  <a:lnTo>
                    <a:pt x="3554865" y="358659"/>
                  </a:lnTo>
                  <a:lnTo>
                    <a:pt x="3705329" y="338945"/>
                  </a:lnTo>
                  <a:lnTo>
                    <a:pt x="3855793" y="315509"/>
                  </a:lnTo>
                  <a:lnTo>
                    <a:pt x="4006257" y="295498"/>
                  </a:lnTo>
                  <a:lnTo>
                    <a:pt x="4156721" y="280386"/>
                  </a:lnTo>
                  <a:lnTo>
                    <a:pt x="4307185" y="264071"/>
                  </a:lnTo>
                  <a:lnTo>
                    <a:pt x="4457649" y="246903"/>
                  </a:lnTo>
                  <a:lnTo>
                    <a:pt x="4608114" y="229868"/>
                  </a:lnTo>
                  <a:lnTo>
                    <a:pt x="4758578" y="211840"/>
                  </a:lnTo>
                  <a:lnTo>
                    <a:pt x="4909042" y="192247"/>
                  </a:lnTo>
                  <a:lnTo>
                    <a:pt x="5059506" y="171572"/>
                  </a:lnTo>
                  <a:lnTo>
                    <a:pt x="5209970" y="150106"/>
                  </a:lnTo>
                  <a:lnTo>
                    <a:pt x="5360434" y="127988"/>
                  </a:lnTo>
                  <a:lnTo>
                    <a:pt x="5510898" y="105242"/>
                  </a:lnTo>
                  <a:lnTo>
                    <a:pt x="5661362" y="81808"/>
                  </a:lnTo>
                  <a:lnTo>
                    <a:pt x="5811826" y="57572"/>
                  </a:lnTo>
                  <a:lnTo>
                    <a:pt x="5962290" y="32388"/>
                  </a:lnTo>
                  <a:lnTo>
                    <a:pt x="6112754" y="609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18757"/>
              <a:ext cx="6145984" cy="370639"/>
            </a:xfrm>
            <a:custGeom>
              <a:avLst/>
              <a:pathLst>
                <a:path w="6145984" h="370639">
                  <a:moveTo>
                    <a:pt x="6145984" y="2549"/>
                  </a:moveTo>
                  <a:lnTo>
                    <a:pt x="6112754" y="1868"/>
                  </a:lnTo>
                  <a:lnTo>
                    <a:pt x="5962290" y="294"/>
                  </a:lnTo>
                  <a:lnTo>
                    <a:pt x="5811826" y="0"/>
                  </a:lnTo>
                  <a:lnTo>
                    <a:pt x="5661362" y="759"/>
                  </a:lnTo>
                  <a:lnTo>
                    <a:pt x="5510898" y="2364"/>
                  </a:lnTo>
                  <a:lnTo>
                    <a:pt x="5360434" y="4638"/>
                  </a:lnTo>
                  <a:lnTo>
                    <a:pt x="5209970" y="7464"/>
                  </a:lnTo>
                  <a:lnTo>
                    <a:pt x="5059506" y="10802"/>
                  </a:lnTo>
                  <a:lnTo>
                    <a:pt x="4909042" y="14731"/>
                  </a:lnTo>
                  <a:lnTo>
                    <a:pt x="4758578" y="19481"/>
                  </a:lnTo>
                  <a:lnTo>
                    <a:pt x="4608114" y="25473"/>
                  </a:lnTo>
                  <a:lnTo>
                    <a:pt x="4457649" y="33429"/>
                  </a:lnTo>
                  <a:lnTo>
                    <a:pt x="4307185" y="43885"/>
                  </a:lnTo>
                  <a:lnTo>
                    <a:pt x="4156721" y="56779"/>
                  </a:lnTo>
                  <a:lnTo>
                    <a:pt x="4006257" y="71380"/>
                  </a:lnTo>
                  <a:lnTo>
                    <a:pt x="3855793" y="90499"/>
                  </a:lnTo>
                  <a:lnTo>
                    <a:pt x="3705329" y="114846"/>
                  </a:lnTo>
                  <a:lnTo>
                    <a:pt x="3554865" y="137908"/>
                  </a:lnTo>
                  <a:lnTo>
                    <a:pt x="3404401" y="154881"/>
                  </a:lnTo>
                  <a:lnTo>
                    <a:pt x="3253937" y="172231"/>
                  </a:lnTo>
                  <a:lnTo>
                    <a:pt x="3103473" y="190338"/>
                  </a:lnTo>
                  <a:lnTo>
                    <a:pt x="2953009" y="202968"/>
                  </a:lnTo>
                  <a:lnTo>
                    <a:pt x="2802545" y="205863"/>
                  </a:lnTo>
                  <a:lnTo>
                    <a:pt x="2652081" y="207511"/>
                  </a:lnTo>
                  <a:lnTo>
                    <a:pt x="2501617" y="211682"/>
                  </a:lnTo>
                  <a:lnTo>
                    <a:pt x="2351153" y="214085"/>
                  </a:lnTo>
                  <a:lnTo>
                    <a:pt x="2200689" y="215038"/>
                  </a:lnTo>
                  <a:lnTo>
                    <a:pt x="2050225" y="218075"/>
                  </a:lnTo>
                  <a:lnTo>
                    <a:pt x="1899761" y="222067"/>
                  </a:lnTo>
                  <a:lnTo>
                    <a:pt x="1749297" y="225730"/>
                  </a:lnTo>
                  <a:lnTo>
                    <a:pt x="1598833" y="229509"/>
                  </a:lnTo>
                  <a:lnTo>
                    <a:pt x="1448369" y="233391"/>
                  </a:lnTo>
                  <a:lnTo>
                    <a:pt x="1297904" y="237590"/>
                  </a:lnTo>
                  <a:lnTo>
                    <a:pt x="1147440" y="242971"/>
                  </a:lnTo>
                  <a:lnTo>
                    <a:pt x="996976" y="250021"/>
                  </a:lnTo>
                  <a:lnTo>
                    <a:pt x="846512" y="259305"/>
                  </a:lnTo>
                  <a:lnTo>
                    <a:pt x="696048" y="271347"/>
                  </a:lnTo>
                  <a:lnTo>
                    <a:pt x="545584" y="286537"/>
                  </a:lnTo>
                  <a:lnTo>
                    <a:pt x="395120" y="305102"/>
                  </a:lnTo>
                  <a:lnTo>
                    <a:pt x="244656" y="327127"/>
                  </a:lnTo>
                  <a:lnTo>
                    <a:pt x="94192" y="352593"/>
                  </a:lnTo>
                  <a:lnTo>
                    <a:pt x="0" y="3706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498219"/>
              <a:ext cx="6145984" cy="336605"/>
            </a:xfrm>
            <a:custGeom>
              <a:avLst/>
              <a:pathLst>
                <a:path w="6145984" h="336605">
                  <a:moveTo>
                    <a:pt x="0" y="298807"/>
                  </a:moveTo>
                  <a:lnTo>
                    <a:pt x="94192" y="303477"/>
                  </a:lnTo>
                  <a:lnTo>
                    <a:pt x="244656" y="310166"/>
                  </a:lnTo>
                  <a:lnTo>
                    <a:pt x="395120" y="316091"/>
                  </a:lnTo>
                  <a:lnTo>
                    <a:pt x="545584" y="321256"/>
                  </a:lnTo>
                  <a:lnTo>
                    <a:pt x="696048" y="325668"/>
                  </a:lnTo>
                  <a:lnTo>
                    <a:pt x="846512" y="329331"/>
                  </a:lnTo>
                  <a:lnTo>
                    <a:pt x="996976" y="332251"/>
                  </a:lnTo>
                  <a:lnTo>
                    <a:pt x="1147440" y="334434"/>
                  </a:lnTo>
                  <a:lnTo>
                    <a:pt x="1297904" y="335884"/>
                  </a:lnTo>
                  <a:lnTo>
                    <a:pt x="1448369" y="336605"/>
                  </a:lnTo>
                  <a:lnTo>
                    <a:pt x="1598833" y="336432"/>
                  </a:lnTo>
                  <a:lnTo>
                    <a:pt x="1749297" y="335177"/>
                  </a:lnTo>
                  <a:lnTo>
                    <a:pt x="1899761" y="332710"/>
                  </a:lnTo>
                  <a:lnTo>
                    <a:pt x="2050225" y="329090"/>
                  </a:lnTo>
                  <a:lnTo>
                    <a:pt x="2200689" y="326970"/>
                  </a:lnTo>
                  <a:lnTo>
                    <a:pt x="2351153" y="325196"/>
                  </a:lnTo>
                  <a:lnTo>
                    <a:pt x="2501617" y="321129"/>
                  </a:lnTo>
                  <a:lnTo>
                    <a:pt x="2652081" y="317716"/>
                  </a:lnTo>
                  <a:lnTo>
                    <a:pt x="2802545" y="315248"/>
                  </a:lnTo>
                  <a:lnTo>
                    <a:pt x="2953009" y="309627"/>
                  </a:lnTo>
                  <a:lnTo>
                    <a:pt x="3103473" y="297892"/>
                  </a:lnTo>
                  <a:lnTo>
                    <a:pt x="3253937" y="281975"/>
                  </a:lnTo>
                  <a:lnTo>
                    <a:pt x="3404401" y="264275"/>
                  </a:lnTo>
                  <a:lnTo>
                    <a:pt x="3554865" y="247009"/>
                  </a:lnTo>
                  <a:lnTo>
                    <a:pt x="3705329" y="225621"/>
                  </a:lnTo>
                  <a:lnTo>
                    <a:pt x="3855793" y="201730"/>
                  </a:lnTo>
                  <a:lnTo>
                    <a:pt x="4006257" y="182164"/>
                  </a:lnTo>
                  <a:lnTo>
                    <a:pt x="4156721" y="167308"/>
                  </a:lnTo>
                  <a:lnTo>
                    <a:pt x="4307185" y="152703"/>
                  </a:lnTo>
                  <a:lnTo>
                    <a:pt x="4457649" y="138891"/>
                  </a:lnTo>
                  <a:lnTo>
                    <a:pt x="4608114" y="126396"/>
                  </a:lnTo>
                  <a:lnTo>
                    <a:pt x="4758578" y="114386"/>
                  </a:lnTo>
                  <a:lnTo>
                    <a:pt x="4909042" y="102214"/>
                  </a:lnTo>
                  <a:lnTo>
                    <a:pt x="5059506" y="89913"/>
                  </a:lnTo>
                  <a:lnTo>
                    <a:pt x="5209970" y="77511"/>
                  </a:lnTo>
                  <a:lnTo>
                    <a:pt x="5360434" y="65039"/>
                  </a:lnTo>
                  <a:lnTo>
                    <a:pt x="5510898" y="52528"/>
                  </a:lnTo>
                  <a:lnTo>
                    <a:pt x="5661362" y="40009"/>
                  </a:lnTo>
                  <a:lnTo>
                    <a:pt x="5811826" y="27511"/>
                  </a:lnTo>
                  <a:lnTo>
                    <a:pt x="5962290" y="15066"/>
                  </a:lnTo>
                  <a:lnTo>
                    <a:pt x="6112754" y="270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271036"/>
              <a:ext cx="6145984" cy="947228"/>
            </a:xfrm>
            <a:custGeom>
              <a:avLst/>
              <a:pathLst>
                <a:path w="6145984" h="947228">
                  <a:moveTo>
                    <a:pt x="0" y="0"/>
                  </a:moveTo>
                  <a:lnTo>
                    <a:pt x="94192" y="14615"/>
                  </a:lnTo>
                  <a:lnTo>
                    <a:pt x="244656" y="37899"/>
                  </a:lnTo>
                  <a:lnTo>
                    <a:pt x="395120" y="61115"/>
                  </a:lnTo>
                  <a:lnTo>
                    <a:pt x="545584" y="84313"/>
                  </a:lnTo>
                  <a:lnTo>
                    <a:pt x="696048" y="107627"/>
                  </a:lnTo>
                  <a:lnTo>
                    <a:pt x="846512" y="131314"/>
                  </a:lnTo>
                  <a:lnTo>
                    <a:pt x="996976" y="155767"/>
                  </a:lnTo>
                  <a:lnTo>
                    <a:pt x="1147440" y="181493"/>
                  </a:lnTo>
                  <a:lnTo>
                    <a:pt x="1297904" y="209034"/>
                  </a:lnTo>
                  <a:lnTo>
                    <a:pt x="1448369" y="238889"/>
                  </a:lnTo>
                  <a:lnTo>
                    <a:pt x="1598833" y="272452"/>
                  </a:lnTo>
                  <a:lnTo>
                    <a:pt x="1749297" y="308688"/>
                  </a:lnTo>
                  <a:lnTo>
                    <a:pt x="1899761" y="345552"/>
                  </a:lnTo>
                  <a:lnTo>
                    <a:pt x="2050225" y="382220"/>
                  </a:lnTo>
                  <a:lnTo>
                    <a:pt x="2200689" y="428000"/>
                  </a:lnTo>
                  <a:lnTo>
                    <a:pt x="2351153" y="475871"/>
                  </a:lnTo>
                  <a:lnTo>
                    <a:pt x="2501617" y="516158"/>
                  </a:lnTo>
                  <a:lnTo>
                    <a:pt x="2652081" y="550955"/>
                  </a:lnTo>
                  <a:lnTo>
                    <a:pt x="2802545" y="580975"/>
                  </a:lnTo>
                  <a:lnTo>
                    <a:pt x="2953009" y="606012"/>
                  </a:lnTo>
                  <a:lnTo>
                    <a:pt x="3103473" y="629138"/>
                  </a:lnTo>
                  <a:lnTo>
                    <a:pt x="3253937" y="646562"/>
                  </a:lnTo>
                  <a:lnTo>
                    <a:pt x="3404401" y="659033"/>
                  </a:lnTo>
                  <a:lnTo>
                    <a:pt x="3554865" y="672874"/>
                  </a:lnTo>
                  <a:lnTo>
                    <a:pt x="3705329" y="688046"/>
                  </a:lnTo>
                  <a:lnTo>
                    <a:pt x="3855793" y="699707"/>
                  </a:lnTo>
                  <a:lnTo>
                    <a:pt x="4006257" y="708479"/>
                  </a:lnTo>
                  <a:lnTo>
                    <a:pt x="4156721" y="715009"/>
                  </a:lnTo>
                  <a:lnTo>
                    <a:pt x="4307185" y="717566"/>
                  </a:lnTo>
                  <a:lnTo>
                    <a:pt x="4457649" y="716360"/>
                  </a:lnTo>
                  <a:lnTo>
                    <a:pt x="4608114" y="712163"/>
                  </a:lnTo>
                  <a:lnTo>
                    <a:pt x="4758578" y="705520"/>
                  </a:lnTo>
                  <a:lnTo>
                    <a:pt x="4909042" y="696846"/>
                  </a:lnTo>
                  <a:lnTo>
                    <a:pt x="5059506" y="686528"/>
                  </a:lnTo>
                  <a:lnTo>
                    <a:pt x="5209970" y="674795"/>
                  </a:lnTo>
                  <a:lnTo>
                    <a:pt x="5360434" y="661748"/>
                  </a:lnTo>
                  <a:lnTo>
                    <a:pt x="5510898" y="647388"/>
                  </a:lnTo>
                  <a:lnTo>
                    <a:pt x="5661362" y="631648"/>
                  </a:lnTo>
                  <a:lnTo>
                    <a:pt x="5811826" y="614413"/>
                  </a:lnTo>
                  <a:lnTo>
                    <a:pt x="5962290" y="595542"/>
                  </a:lnTo>
                  <a:lnTo>
                    <a:pt x="6112754" y="574877"/>
                  </a:lnTo>
                  <a:lnTo>
                    <a:pt x="6145984" y="569882"/>
                  </a:lnTo>
                  <a:lnTo>
                    <a:pt x="6145984" y="947228"/>
                  </a:lnTo>
                  <a:lnTo>
                    <a:pt x="6112754" y="946497"/>
                  </a:lnTo>
                  <a:lnTo>
                    <a:pt x="5962290" y="943590"/>
                  </a:lnTo>
                  <a:lnTo>
                    <a:pt x="5811826" y="940912"/>
                  </a:lnTo>
                  <a:lnTo>
                    <a:pt x="5661362" y="938292"/>
                  </a:lnTo>
                  <a:lnTo>
                    <a:pt x="5510898" y="935571"/>
                  </a:lnTo>
                  <a:lnTo>
                    <a:pt x="5360434" y="932617"/>
                  </a:lnTo>
                  <a:lnTo>
                    <a:pt x="5209970" y="929347"/>
                  </a:lnTo>
                  <a:lnTo>
                    <a:pt x="5059506" y="925749"/>
                  </a:lnTo>
                  <a:lnTo>
                    <a:pt x="4909042" y="921904"/>
                  </a:lnTo>
                  <a:lnTo>
                    <a:pt x="4758578" y="918026"/>
                  </a:lnTo>
                  <a:lnTo>
                    <a:pt x="4608114" y="914488"/>
                  </a:lnTo>
                  <a:lnTo>
                    <a:pt x="4457649" y="911007"/>
                  </a:lnTo>
                  <a:lnTo>
                    <a:pt x="4307185" y="906537"/>
                  </a:lnTo>
                  <a:lnTo>
                    <a:pt x="4156721" y="901086"/>
                  </a:lnTo>
                  <a:lnTo>
                    <a:pt x="4006257" y="894124"/>
                  </a:lnTo>
                  <a:lnTo>
                    <a:pt x="3855793" y="884598"/>
                  </a:lnTo>
                  <a:lnTo>
                    <a:pt x="3705329" y="873707"/>
                  </a:lnTo>
                  <a:lnTo>
                    <a:pt x="3554865" y="861367"/>
                  </a:lnTo>
                  <a:lnTo>
                    <a:pt x="3404401" y="847030"/>
                  </a:lnTo>
                  <a:lnTo>
                    <a:pt x="3253937" y="833967"/>
                  </a:lnTo>
                  <a:lnTo>
                    <a:pt x="3103473" y="820248"/>
                  </a:lnTo>
                  <a:lnTo>
                    <a:pt x="2953009" y="798637"/>
                  </a:lnTo>
                  <a:lnTo>
                    <a:pt x="2802545" y="768987"/>
                  </a:lnTo>
                  <a:lnTo>
                    <a:pt x="2652081" y="737581"/>
                  </a:lnTo>
                  <a:lnTo>
                    <a:pt x="2501617" y="704066"/>
                  </a:lnTo>
                  <a:lnTo>
                    <a:pt x="2351153" y="660963"/>
                  </a:lnTo>
                  <a:lnTo>
                    <a:pt x="2200689" y="611704"/>
                  </a:lnTo>
                  <a:lnTo>
                    <a:pt x="2050225" y="567476"/>
                  </a:lnTo>
                  <a:lnTo>
                    <a:pt x="1899761" y="531437"/>
                  </a:lnTo>
                  <a:lnTo>
                    <a:pt x="1749297" y="496595"/>
                  </a:lnTo>
                  <a:lnTo>
                    <a:pt x="1598833" y="464629"/>
                  </a:lnTo>
                  <a:lnTo>
                    <a:pt x="1448369" y="437340"/>
                  </a:lnTo>
                  <a:lnTo>
                    <a:pt x="1297904" y="415805"/>
                  </a:lnTo>
                  <a:lnTo>
                    <a:pt x="1147440" y="399820"/>
                  </a:lnTo>
                  <a:lnTo>
                    <a:pt x="996976" y="389711"/>
                  </a:lnTo>
                  <a:lnTo>
                    <a:pt x="846512" y="385902"/>
                  </a:lnTo>
                  <a:lnTo>
                    <a:pt x="696048" y="388779"/>
                  </a:lnTo>
                  <a:lnTo>
                    <a:pt x="545584" y="398621"/>
                  </a:lnTo>
                  <a:lnTo>
                    <a:pt x="395120" y="415563"/>
                  </a:lnTo>
                  <a:lnTo>
                    <a:pt x="244656" y="439622"/>
                  </a:lnTo>
                  <a:lnTo>
                    <a:pt x="94192" y="470728"/>
                  </a:lnTo>
                  <a:lnTo>
                    <a:pt x="0" y="49453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271036"/>
              <a:ext cx="6145984" cy="717566"/>
            </a:xfrm>
            <a:custGeom>
              <a:avLst/>
              <a:pathLst>
                <a:path w="6145984" h="717566">
                  <a:moveTo>
                    <a:pt x="0" y="0"/>
                  </a:moveTo>
                  <a:lnTo>
                    <a:pt x="94192" y="14615"/>
                  </a:lnTo>
                  <a:lnTo>
                    <a:pt x="244656" y="37899"/>
                  </a:lnTo>
                  <a:lnTo>
                    <a:pt x="395120" y="61115"/>
                  </a:lnTo>
                  <a:lnTo>
                    <a:pt x="545584" y="84313"/>
                  </a:lnTo>
                  <a:lnTo>
                    <a:pt x="696048" y="107627"/>
                  </a:lnTo>
                  <a:lnTo>
                    <a:pt x="846512" y="131314"/>
                  </a:lnTo>
                  <a:lnTo>
                    <a:pt x="996976" y="155767"/>
                  </a:lnTo>
                  <a:lnTo>
                    <a:pt x="1147440" y="181493"/>
                  </a:lnTo>
                  <a:lnTo>
                    <a:pt x="1297904" y="209034"/>
                  </a:lnTo>
                  <a:lnTo>
                    <a:pt x="1448369" y="238889"/>
                  </a:lnTo>
                  <a:lnTo>
                    <a:pt x="1598833" y="272452"/>
                  </a:lnTo>
                  <a:lnTo>
                    <a:pt x="1749297" y="308688"/>
                  </a:lnTo>
                  <a:lnTo>
                    <a:pt x="1899761" y="345552"/>
                  </a:lnTo>
                  <a:lnTo>
                    <a:pt x="2050225" y="382220"/>
                  </a:lnTo>
                  <a:lnTo>
                    <a:pt x="2200689" y="428000"/>
                  </a:lnTo>
                  <a:lnTo>
                    <a:pt x="2351153" y="475871"/>
                  </a:lnTo>
                  <a:lnTo>
                    <a:pt x="2501617" y="516158"/>
                  </a:lnTo>
                  <a:lnTo>
                    <a:pt x="2652081" y="550955"/>
                  </a:lnTo>
                  <a:lnTo>
                    <a:pt x="2802545" y="580975"/>
                  </a:lnTo>
                  <a:lnTo>
                    <a:pt x="2953009" y="606012"/>
                  </a:lnTo>
                  <a:lnTo>
                    <a:pt x="3103473" y="629138"/>
                  </a:lnTo>
                  <a:lnTo>
                    <a:pt x="3253937" y="646562"/>
                  </a:lnTo>
                  <a:lnTo>
                    <a:pt x="3404401" y="659033"/>
                  </a:lnTo>
                  <a:lnTo>
                    <a:pt x="3554865" y="672874"/>
                  </a:lnTo>
                  <a:lnTo>
                    <a:pt x="3705329" y="688046"/>
                  </a:lnTo>
                  <a:lnTo>
                    <a:pt x="3855793" y="699707"/>
                  </a:lnTo>
                  <a:lnTo>
                    <a:pt x="4006257" y="708479"/>
                  </a:lnTo>
                  <a:lnTo>
                    <a:pt x="4156721" y="715009"/>
                  </a:lnTo>
                  <a:lnTo>
                    <a:pt x="4307185" y="717566"/>
                  </a:lnTo>
                  <a:lnTo>
                    <a:pt x="4457649" y="716360"/>
                  </a:lnTo>
                  <a:lnTo>
                    <a:pt x="4608114" y="712163"/>
                  </a:lnTo>
                  <a:lnTo>
                    <a:pt x="4758578" y="705520"/>
                  </a:lnTo>
                  <a:lnTo>
                    <a:pt x="4909042" y="696846"/>
                  </a:lnTo>
                  <a:lnTo>
                    <a:pt x="5059506" y="686528"/>
                  </a:lnTo>
                  <a:lnTo>
                    <a:pt x="5209970" y="674795"/>
                  </a:lnTo>
                  <a:lnTo>
                    <a:pt x="5360434" y="661748"/>
                  </a:lnTo>
                  <a:lnTo>
                    <a:pt x="5510898" y="647388"/>
                  </a:lnTo>
                  <a:lnTo>
                    <a:pt x="5661362" y="631648"/>
                  </a:lnTo>
                  <a:lnTo>
                    <a:pt x="5811826" y="614413"/>
                  </a:lnTo>
                  <a:lnTo>
                    <a:pt x="5962290" y="595542"/>
                  </a:lnTo>
                  <a:lnTo>
                    <a:pt x="6112754" y="574877"/>
                  </a:lnTo>
                  <a:lnTo>
                    <a:pt x="6145984" y="5698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656938"/>
              <a:ext cx="6145984" cy="561326"/>
            </a:xfrm>
            <a:custGeom>
              <a:avLst/>
              <a:pathLst>
                <a:path w="6145984" h="561326">
                  <a:moveTo>
                    <a:pt x="6145984" y="561326"/>
                  </a:moveTo>
                  <a:lnTo>
                    <a:pt x="6112754" y="560595"/>
                  </a:lnTo>
                  <a:lnTo>
                    <a:pt x="5962290" y="557688"/>
                  </a:lnTo>
                  <a:lnTo>
                    <a:pt x="5811826" y="555010"/>
                  </a:lnTo>
                  <a:lnTo>
                    <a:pt x="5661362" y="552390"/>
                  </a:lnTo>
                  <a:lnTo>
                    <a:pt x="5510898" y="549668"/>
                  </a:lnTo>
                  <a:lnTo>
                    <a:pt x="5360434" y="546714"/>
                  </a:lnTo>
                  <a:lnTo>
                    <a:pt x="5209970" y="543445"/>
                  </a:lnTo>
                  <a:lnTo>
                    <a:pt x="5059506" y="539846"/>
                  </a:lnTo>
                  <a:lnTo>
                    <a:pt x="4909042" y="536002"/>
                  </a:lnTo>
                  <a:lnTo>
                    <a:pt x="4758578" y="532124"/>
                  </a:lnTo>
                  <a:lnTo>
                    <a:pt x="4608114" y="528586"/>
                  </a:lnTo>
                  <a:lnTo>
                    <a:pt x="4457649" y="525105"/>
                  </a:lnTo>
                  <a:lnTo>
                    <a:pt x="4307185" y="520635"/>
                  </a:lnTo>
                  <a:lnTo>
                    <a:pt x="4156721" y="515184"/>
                  </a:lnTo>
                  <a:lnTo>
                    <a:pt x="4006257" y="508222"/>
                  </a:lnTo>
                  <a:lnTo>
                    <a:pt x="3855793" y="498696"/>
                  </a:lnTo>
                  <a:lnTo>
                    <a:pt x="3705329" y="487805"/>
                  </a:lnTo>
                  <a:lnTo>
                    <a:pt x="3554865" y="475465"/>
                  </a:lnTo>
                  <a:lnTo>
                    <a:pt x="3404401" y="461128"/>
                  </a:lnTo>
                  <a:lnTo>
                    <a:pt x="3253937" y="448065"/>
                  </a:lnTo>
                  <a:lnTo>
                    <a:pt x="3103473" y="434346"/>
                  </a:lnTo>
                  <a:lnTo>
                    <a:pt x="2953009" y="412735"/>
                  </a:lnTo>
                  <a:lnTo>
                    <a:pt x="2802545" y="383085"/>
                  </a:lnTo>
                  <a:lnTo>
                    <a:pt x="2652081" y="351679"/>
                  </a:lnTo>
                  <a:lnTo>
                    <a:pt x="2501617" y="318164"/>
                  </a:lnTo>
                  <a:lnTo>
                    <a:pt x="2351153" y="275061"/>
                  </a:lnTo>
                  <a:lnTo>
                    <a:pt x="2200689" y="225802"/>
                  </a:lnTo>
                  <a:lnTo>
                    <a:pt x="2050225" y="181573"/>
                  </a:lnTo>
                  <a:lnTo>
                    <a:pt x="1899761" y="145535"/>
                  </a:lnTo>
                  <a:lnTo>
                    <a:pt x="1749297" y="110693"/>
                  </a:lnTo>
                  <a:lnTo>
                    <a:pt x="1598833" y="78727"/>
                  </a:lnTo>
                  <a:lnTo>
                    <a:pt x="1448369" y="51438"/>
                  </a:lnTo>
                  <a:lnTo>
                    <a:pt x="1297904" y="29903"/>
                  </a:lnTo>
                  <a:lnTo>
                    <a:pt x="1147440" y="13918"/>
                  </a:lnTo>
                  <a:lnTo>
                    <a:pt x="996976" y="3809"/>
                  </a:lnTo>
                  <a:lnTo>
                    <a:pt x="846512" y="0"/>
                  </a:lnTo>
                  <a:lnTo>
                    <a:pt x="696048" y="2877"/>
                  </a:lnTo>
                  <a:lnTo>
                    <a:pt x="545584" y="12719"/>
                  </a:lnTo>
                  <a:lnTo>
                    <a:pt x="395120" y="29661"/>
                  </a:lnTo>
                  <a:lnTo>
                    <a:pt x="244656" y="53720"/>
                  </a:lnTo>
                  <a:lnTo>
                    <a:pt x="94192" y="84826"/>
                  </a:lnTo>
                  <a:lnTo>
                    <a:pt x="0" y="1086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509376"/>
              <a:ext cx="6145984" cy="575344"/>
            </a:xfrm>
            <a:custGeom>
              <a:avLst/>
              <a:pathLst>
                <a:path w="6145984" h="575344">
                  <a:moveTo>
                    <a:pt x="0" y="8928"/>
                  </a:moveTo>
                  <a:lnTo>
                    <a:pt x="94192" y="4332"/>
                  </a:lnTo>
                  <a:lnTo>
                    <a:pt x="244656" y="421"/>
                  </a:lnTo>
                  <a:lnTo>
                    <a:pt x="395120" y="0"/>
                  </a:lnTo>
                  <a:lnTo>
                    <a:pt x="545584" y="3127"/>
                  </a:lnTo>
                  <a:lnTo>
                    <a:pt x="696048" y="9864"/>
                  </a:lnTo>
                  <a:lnTo>
                    <a:pt x="846512" y="20268"/>
                  </a:lnTo>
                  <a:lnTo>
                    <a:pt x="996976" y="34399"/>
                  </a:lnTo>
                  <a:lnTo>
                    <a:pt x="1147440" y="52317"/>
                  </a:lnTo>
                  <a:lnTo>
                    <a:pt x="1297904" y="74080"/>
                  </a:lnTo>
                  <a:lnTo>
                    <a:pt x="1448369" y="99775"/>
                  </a:lnTo>
                  <a:lnTo>
                    <a:pt x="1598833" y="130201"/>
                  </a:lnTo>
                  <a:lnTo>
                    <a:pt x="1749297" y="164302"/>
                  </a:lnTo>
                  <a:lnTo>
                    <a:pt x="1899761" y="200155"/>
                  </a:lnTo>
                  <a:lnTo>
                    <a:pt x="2050225" y="236508"/>
                  </a:lnTo>
                  <a:lnTo>
                    <a:pt x="2200689" y="281512"/>
                  </a:lnTo>
                  <a:lnTo>
                    <a:pt x="2351153" y="330078"/>
                  </a:lnTo>
                  <a:lnTo>
                    <a:pt x="2501617" y="371772"/>
                  </a:lnTo>
                  <a:lnTo>
                    <a:pt x="2652081" y="405928"/>
                  </a:lnTo>
                  <a:lnTo>
                    <a:pt x="2802545" y="436641"/>
                  </a:lnTo>
                  <a:lnTo>
                    <a:pt x="2953009" y="463985"/>
                  </a:lnTo>
                  <a:lnTo>
                    <a:pt x="3103473" y="486353"/>
                  </a:lnTo>
                  <a:lnTo>
                    <a:pt x="3253937" y="501925"/>
                  </a:lnTo>
                  <a:lnTo>
                    <a:pt x="3404401" y="514692"/>
                  </a:lnTo>
                  <a:lnTo>
                    <a:pt x="3554865" y="528781"/>
                  </a:lnTo>
                  <a:lnTo>
                    <a:pt x="3705329" y="542537"/>
                  </a:lnTo>
                  <a:lnTo>
                    <a:pt x="3855793" y="553813"/>
                  </a:lnTo>
                  <a:lnTo>
                    <a:pt x="4006257" y="562962"/>
                  </a:lnTo>
                  <a:lnTo>
                    <a:pt x="4156721" y="569708"/>
                  </a:lnTo>
                  <a:lnTo>
                    <a:pt x="4307185" y="573712"/>
                  </a:lnTo>
                  <a:lnTo>
                    <a:pt x="4457649" y="575344"/>
                  </a:lnTo>
                  <a:lnTo>
                    <a:pt x="4608114" y="574986"/>
                  </a:lnTo>
                  <a:lnTo>
                    <a:pt x="4758578" y="573434"/>
                  </a:lnTo>
                  <a:lnTo>
                    <a:pt x="4909042" y="571035"/>
                  </a:lnTo>
                  <a:lnTo>
                    <a:pt x="5059506" y="567798"/>
                  </a:lnTo>
                  <a:lnTo>
                    <a:pt x="5209970" y="563732"/>
                  </a:lnTo>
                  <a:lnTo>
                    <a:pt x="5360434" y="558843"/>
                  </a:lnTo>
                  <a:lnTo>
                    <a:pt x="5510898" y="553140"/>
                  </a:lnTo>
                  <a:lnTo>
                    <a:pt x="5661362" y="546630"/>
                  </a:lnTo>
                  <a:lnTo>
                    <a:pt x="5811826" y="539323"/>
                  </a:lnTo>
                  <a:lnTo>
                    <a:pt x="5962290" y="531226"/>
                  </a:lnTo>
                  <a:lnTo>
                    <a:pt x="6112754" y="522347"/>
                  </a:lnTo>
                  <a:lnTo>
                    <a:pt x="6145984" y="52021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320764"/>
              <a:ext cx="6145984" cy="883010"/>
            </a:xfrm>
            <a:custGeom>
              <a:avLst/>
              <a:pathLst>
                <a:path w="6145984" h="883010">
                  <a:moveTo>
                    <a:pt x="0" y="0"/>
                  </a:moveTo>
                  <a:lnTo>
                    <a:pt x="94192" y="17677"/>
                  </a:lnTo>
                  <a:lnTo>
                    <a:pt x="244656" y="45322"/>
                  </a:lnTo>
                  <a:lnTo>
                    <a:pt x="395120" y="72377"/>
                  </a:lnTo>
                  <a:lnTo>
                    <a:pt x="545584" y="98895"/>
                  </a:lnTo>
                  <a:lnTo>
                    <a:pt x="696048" y="125011"/>
                  </a:lnTo>
                  <a:lnTo>
                    <a:pt x="846512" y="150980"/>
                  </a:lnTo>
                  <a:lnTo>
                    <a:pt x="996976" y="177190"/>
                  </a:lnTo>
                  <a:lnTo>
                    <a:pt x="1147440" y="204135"/>
                  </a:lnTo>
                  <a:lnTo>
                    <a:pt x="1297904" y="232346"/>
                  </a:lnTo>
                  <a:lnTo>
                    <a:pt x="1448369" y="262309"/>
                  </a:lnTo>
                  <a:lnTo>
                    <a:pt x="1598833" y="295323"/>
                  </a:lnTo>
                  <a:lnTo>
                    <a:pt x="1749297" y="330393"/>
                  </a:lnTo>
                  <a:lnTo>
                    <a:pt x="1899761" y="365584"/>
                  </a:lnTo>
                  <a:lnTo>
                    <a:pt x="2050225" y="400081"/>
                  </a:lnTo>
                  <a:lnTo>
                    <a:pt x="2200689" y="441988"/>
                  </a:lnTo>
                  <a:lnTo>
                    <a:pt x="2351153" y="484719"/>
                  </a:lnTo>
                  <a:lnTo>
                    <a:pt x="2501617" y="519555"/>
                  </a:lnTo>
                  <a:lnTo>
                    <a:pt x="2652081" y="545873"/>
                  </a:lnTo>
                  <a:lnTo>
                    <a:pt x="2802545" y="564940"/>
                  </a:lnTo>
                  <a:lnTo>
                    <a:pt x="2953009" y="580359"/>
                  </a:lnTo>
                  <a:lnTo>
                    <a:pt x="3103473" y="596609"/>
                  </a:lnTo>
                  <a:lnTo>
                    <a:pt x="3253937" y="607015"/>
                  </a:lnTo>
                  <a:lnTo>
                    <a:pt x="3404401" y="613263"/>
                  </a:lnTo>
                  <a:lnTo>
                    <a:pt x="3554865" y="622618"/>
                  </a:lnTo>
                  <a:lnTo>
                    <a:pt x="3705329" y="634970"/>
                  </a:lnTo>
                  <a:lnTo>
                    <a:pt x="3855793" y="644805"/>
                  </a:lnTo>
                  <a:lnTo>
                    <a:pt x="4006257" y="652192"/>
                  </a:lnTo>
                  <a:lnTo>
                    <a:pt x="4156721" y="657763"/>
                  </a:lnTo>
                  <a:lnTo>
                    <a:pt x="4307185" y="660076"/>
                  </a:lnTo>
                  <a:lnTo>
                    <a:pt x="4457649" y="659052"/>
                  </a:lnTo>
                  <a:lnTo>
                    <a:pt x="4608114" y="655153"/>
                  </a:lnTo>
                  <a:lnTo>
                    <a:pt x="4758578" y="648833"/>
                  </a:lnTo>
                  <a:lnTo>
                    <a:pt x="4909042" y="640543"/>
                  </a:lnTo>
                  <a:lnTo>
                    <a:pt x="5059506" y="630661"/>
                  </a:lnTo>
                  <a:lnTo>
                    <a:pt x="5209970" y="619410"/>
                  </a:lnTo>
                  <a:lnTo>
                    <a:pt x="5360434" y="606889"/>
                  </a:lnTo>
                  <a:lnTo>
                    <a:pt x="5510898" y="593104"/>
                  </a:lnTo>
                  <a:lnTo>
                    <a:pt x="5661362" y="577990"/>
                  </a:lnTo>
                  <a:lnTo>
                    <a:pt x="5811826" y="561441"/>
                  </a:lnTo>
                  <a:lnTo>
                    <a:pt x="5962290" y="543322"/>
                  </a:lnTo>
                  <a:lnTo>
                    <a:pt x="6112754" y="523482"/>
                  </a:lnTo>
                  <a:lnTo>
                    <a:pt x="6145984" y="518688"/>
                  </a:lnTo>
                  <a:lnTo>
                    <a:pt x="6145984" y="883010"/>
                  </a:lnTo>
                  <a:lnTo>
                    <a:pt x="6112754" y="882276"/>
                  </a:lnTo>
                  <a:lnTo>
                    <a:pt x="5962290" y="879356"/>
                  </a:lnTo>
                  <a:lnTo>
                    <a:pt x="5811826" y="876671"/>
                  </a:lnTo>
                  <a:lnTo>
                    <a:pt x="5661362" y="874051"/>
                  </a:lnTo>
                  <a:lnTo>
                    <a:pt x="5510898" y="871340"/>
                  </a:lnTo>
                  <a:lnTo>
                    <a:pt x="5360434" y="868409"/>
                  </a:lnTo>
                  <a:lnTo>
                    <a:pt x="5209970" y="865176"/>
                  </a:lnTo>
                  <a:lnTo>
                    <a:pt x="5059506" y="861625"/>
                  </a:lnTo>
                  <a:lnTo>
                    <a:pt x="4909042" y="857833"/>
                  </a:lnTo>
                  <a:lnTo>
                    <a:pt x="4758578" y="854004"/>
                  </a:lnTo>
                  <a:lnTo>
                    <a:pt x="4608114" y="850495"/>
                  </a:lnTo>
                  <a:lnTo>
                    <a:pt x="4457649" y="846981"/>
                  </a:lnTo>
                  <a:lnTo>
                    <a:pt x="4307185" y="842525"/>
                  </a:lnTo>
                  <a:lnTo>
                    <a:pt x="4156721" y="837418"/>
                  </a:lnTo>
                  <a:lnTo>
                    <a:pt x="4006257" y="831430"/>
                  </a:lnTo>
                  <a:lnTo>
                    <a:pt x="3855793" y="823314"/>
                  </a:lnTo>
                  <a:lnTo>
                    <a:pt x="3705329" y="814223"/>
                  </a:lnTo>
                  <a:lnTo>
                    <a:pt x="3554865" y="804605"/>
                  </a:lnTo>
                  <a:lnTo>
                    <a:pt x="3404401" y="794771"/>
                  </a:lnTo>
                  <a:lnTo>
                    <a:pt x="3253937" y="787952"/>
                  </a:lnTo>
                  <a:lnTo>
                    <a:pt x="3103473" y="781123"/>
                  </a:lnTo>
                  <a:lnTo>
                    <a:pt x="2953009" y="766335"/>
                  </a:lnTo>
                  <a:lnTo>
                    <a:pt x="2802545" y="746462"/>
                  </a:lnTo>
                  <a:lnTo>
                    <a:pt x="2652081" y="726057"/>
                  </a:lnTo>
                  <a:lnTo>
                    <a:pt x="2501617" y="700978"/>
                  </a:lnTo>
                  <a:lnTo>
                    <a:pt x="2351153" y="663422"/>
                  </a:lnTo>
                  <a:lnTo>
                    <a:pt x="2200689" y="619352"/>
                  </a:lnTo>
                  <a:lnTo>
                    <a:pt x="2050225" y="578942"/>
                  </a:lnTo>
                  <a:lnTo>
                    <a:pt x="1899761" y="545053"/>
                  </a:lnTo>
                  <a:lnTo>
                    <a:pt x="1749297" y="511814"/>
                  </a:lnTo>
                  <a:lnTo>
                    <a:pt x="1598833" y="480867"/>
                  </a:lnTo>
                  <a:lnTo>
                    <a:pt x="1448369" y="453909"/>
                  </a:lnTo>
                  <a:lnTo>
                    <a:pt x="1297904" y="431980"/>
                  </a:lnTo>
                  <a:lnTo>
                    <a:pt x="1147440" y="414927"/>
                  </a:lnTo>
                  <a:lnTo>
                    <a:pt x="996976" y="403060"/>
                  </a:lnTo>
                  <a:lnTo>
                    <a:pt x="846512" y="396781"/>
                  </a:lnTo>
                  <a:lnTo>
                    <a:pt x="696048" y="396459"/>
                  </a:lnTo>
                  <a:lnTo>
                    <a:pt x="545584" y="402353"/>
                  </a:lnTo>
                  <a:lnTo>
                    <a:pt x="395120" y="414591"/>
                  </a:lnTo>
                  <a:lnTo>
                    <a:pt x="244656" y="433180"/>
                  </a:lnTo>
                  <a:lnTo>
                    <a:pt x="94192" y="458047"/>
                  </a:lnTo>
                  <a:lnTo>
                    <a:pt x="0" y="47746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320764"/>
              <a:ext cx="6145984" cy="660076"/>
            </a:xfrm>
            <a:custGeom>
              <a:avLst/>
              <a:pathLst>
                <a:path w="6145984" h="660076">
                  <a:moveTo>
                    <a:pt x="0" y="0"/>
                  </a:moveTo>
                  <a:lnTo>
                    <a:pt x="94192" y="17677"/>
                  </a:lnTo>
                  <a:lnTo>
                    <a:pt x="244656" y="45322"/>
                  </a:lnTo>
                  <a:lnTo>
                    <a:pt x="395120" y="72377"/>
                  </a:lnTo>
                  <a:lnTo>
                    <a:pt x="545584" y="98895"/>
                  </a:lnTo>
                  <a:lnTo>
                    <a:pt x="696048" y="125011"/>
                  </a:lnTo>
                  <a:lnTo>
                    <a:pt x="846512" y="150980"/>
                  </a:lnTo>
                  <a:lnTo>
                    <a:pt x="996976" y="177190"/>
                  </a:lnTo>
                  <a:lnTo>
                    <a:pt x="1147440" y="204135"/>
                  </a:lnTo>
                  <a:lnTo>
                    <a:pt x="1297904" y="232346"/>
                  </a:lnTo>
                  <a:lnTo>
                    <a:pt x="1448369" y="262309"/>
                  </a:lnTo>
                  <a:lnTo>
                    <a:pt x="1598833" y="295323"/>
                  </a:lnTo>
                  <a:lnTo>
                    <a:pt x="1749297" y="330393"/>
                  </a:lnTo>
                  <a:lnTo>
                    <a:pt x="1899761" y="365584"/>
                  </a:lnTo>
                  <a:lnTo>
                    <a:pt x="2050225" y="400081"/>
                  </a:lnTo>
                  <a:lnTo>
                    <a:pt x="2200689" y="441988"/>
                  </a:lnTo>
                  <a:lnTo>
                    <a:pt x="2351153" y="484719"/>
                  </a:lnTo>
                  <a:lnTo>
                    <a:pt x="2501617" y="519555"/>
                  </a:lnTo>
                  <a:lnTo>
                    <a:pt x="2652081" y="545873"/>
                  </a:lnTo>
                  <a:lnTo>
                    <a:pt x="2802545" y="564940"/>
                  </a:lnTo>
                  <a:lnTo>
                    <a:pt x="2953009" y="580359"/>
                  </a:lnTo>
                  <a:lnTo>
                    <a:pt x="3103473" y="596609"/>
                  </a:lnTo>
                  <a:lnTo>
                    <a:pt x="3253937" y="607015"/>
                  </a:lnTo>
                  <a:lnTo>
                    <a:pt x="3404401" y="613263"/>
                  </a:lnTo>
                  <a:lnTo>
                    <a:pt x="3554865" y="622618"/>
                  </a:lnTo>
                  <a:lnTo>
                    <a:pt x="3705329" y="634970"/>
                  </a:lnTo>
                  <a:lnTo>
                    <a:pt x="3855793" y="644805"/>
                  </a:lnTo>
                  <a:lnTo>
                    <a:pt x="4006257" y="652192"/>
                  </a:lnTo>
                  <a:lnTo>
                    <a:pt x="4156721" y="657763"/>
                  </a:lnTo>
                  <a:lnTo>
                    <a:pt x="4307185" y="660076"/>
                  </a:lnTo>
                  <a:lnTo>
                    <a:pt x="4457649" y="659052"/>
                  </a:lnTo>
                  <a:lnTo>
                    <a:pt x="4608114" y="655153"/>
                  </a:lnTo>
                  <a:lnTo>
                    <a:pt x="4758578" y="648833"/>
                  </a:lnTo>
                  <a:lnTo>
                    <a:pt x="4909042" y="640543"/>
                  </a:lnTo>
                  <a:lnTo>
                    <a:pt x="5059506" y="630661"/>
                  </a:lnTo>
                  <a:lnTo>
                    <a:pt x="5209970" y="619410"/>
                  </a:lnTo>
                  <a:lnTo>
                    <a:pt x="5360434" y="606889"/>
                  </a:lnTo>
                  <a:lnTo>
                    <a:pt x="5510898" y="593104"/>
                  </a:lnTo>
                  <a:lnTo>
                    <a:pt x="5661362" y="577990"/>
                  </a:lnTo>
                  <a:lnTo>
                    <a:pt x="5811826" y="561441"/>
                  </a:lnTo>
                  <a:lnTo>
                    <a:pt x="5962290" y="543322"/>
                  </a:lnTo>
                  <a:lnTo>
                    <a:pt x="6112754" y="523482"/>
                  </a:lnTo>
                  <a:lnTo>
                    <a:pt x="6145984" y="5186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17223"/>
              <a:ext cx="6145984" cy="486550"/>
            </a:xfrm>
            <a:custGeom>
              <a:avLst/>
              <a:pathLst>
                <a:path w="6145984" h="486550">
                  <a:moveTo>
                    <a:pt x="6145984" y="486550"/>
                  </a:moveTo>
                  <a:lnTo>
                    <a:pt x="6112754" y="485816"/>
                  </a:lnTo>
                  <a:lnTo>
                    <a:pt x="5962290" y="482897"/>
                  </a:lnTo>
                  <a:lnTo>
                    <a:pt x="5811826" y="480212"/>
                  </a:lnTo>
                  <a:lnTo>
                    <a:pt x="5661362" y="477591"/>
                  </a:lnTo>
                  <a:lnTo>
                    <a:pt x="5510898" y="474880"/>
                  </a:lnTo>
                  <a:lnTo>
                    <a:pt x="5360434" y="471950"/>
                  </a:lnTo>
                  <a:lnTo>
                    <a:pt x="5209970" y="468717"/>
                  </a:lnTo>
                  <a:lnTo>
                    <a:pt x="5059506" y="465165"/>
                  </a:lnTo>
                  <a:lnTo>
                    <a:pt x="4909042" y="461374"/>
                  </a:lnTo>
                  <a:lnTo>
                    <a:pt x="4758578" y="457545"/>
                  </a:lnTo>
                  <a:lnTo>
                    <a:pt x="4608114" y="454036"/>
                  </a:lnTo>
                  <a:lnTo>
                    <a:pt x="4457649" y="450522"/>
                  </a:lnTo>
                  <a:lnTo>
                    <a:pt x="4307185" y="446065"/>
                  </a:lnTo>
                  <a:lnTo>
                    <a:pt x="4156721" y="440958"/>
                  </a:lnTo>
                  <a:lnTo>
                    <a:pt x="4006257" y="434971"/>
                  </a:lnTo>
                  <a:lnTo>
                    <a:pt x="3855793" y="426855"/>
                  </a:lnTo>
                  <a:lnTo>
                    <a:pt x="3705329" y="417764"/>
                  </a:lnTo>
                  <a:lnTo>
                    <a:pt x="3554865" y="408145"/>
                  </a:lnTo>
                  <a:lnTo>
                    <a:pt x="3404401" y="398312"/>
                  </a:lnTo>
                  <a:lnTo>
                    <a:pt x="3253937" y="391492"/>
                  </a:lnTo>
                  <a:lnTo>
                    <a:pt x="3103473" y="384664"/>
                  </a:lnTo>
                  <a:lnTo>
                    <a:pt x="2953009" y="369876"/>
                  </a:lnTo>
                  <a:lnTo>
                    <a:pt x="2802545" y="350003"/>
                  </a:lnTo>
                  <a:lnTo>
                    <a:pt x="2652081" y="329597"/>
                  </a:lnTo>
                  <a:lnTo>
                    <a:pt x="2501617" y="304518"/>
                  </a:lnTo>
                  <a:lnTo>
                    <a:pt x="2351153" y="266963"/>
                  </a:lnTo>
                  <a:lnTo>
                    <a:pt x="2200689" y="222892"/>
                  </a:lnTo>
                  <a:lnTo>
                    <a:pt x="2050225" y="182483"/>
                  </a:lnTo>
                  <a:lnTo>
                    <a:pt x="1899761" y="148593"/>
                  </a:lnTo>
                  <a:lnTo>
                    <a:pt x="1749297" y="115355"/>
                  </a:lnTo>
                  <a:lnTo>
                    <a:pt x="1598833" y="84407"/>
                  </a:lnTo>
                  <a:lnTo>
                    <a:pt x="1448369" y="57450"/>
                  </a:lnTo>
                  <a:lnTo>
                    <a:pt x="1297904" y="35521"/>
                  </a:lnTo>
                  <a:lnTo>
                    <a:pt x="1147440" y="18468"/>
                  </a:lnTo>
                  <a:lnTo>
                    <a:pt x="996976" y="6600"/>
                  </a:lnTo>
                  <a:lnTo>
                    <a:pt x="846512" y="322"/>
                  </a:lnTo>
                  <a:lnTo>
                    <a:pt x="696048" y="0"/>
                  </a:lnTo>
                  <a:lnTo>
                    <a:pt x="545584" y="5894"/>
                  </a:lnTo>
                  <a:lnTo>
                    <a:pt x="395120" y="18131"/>
                  </a:lnTo>
                  <a:lnTo>
                    <a:pt x="244656" y="36721"/>
                  </a:lnTo>
                  <a:lnTo>
                    <a:pt x="94192" y="61588"/>
                  </a:lnTo>
                  <a:lnTo>
                    <a:pt x="0" y="810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558627"/>
              <a:ext cx="6145984" cy="515154"/>
            </a:xfrm>
            <a:custGeom>
              <a:avLst/>
              <a:pathLst>
                <a:path w="6145984" h="515154">
                  <a:moveTo>
                    <a:pt x="0" y="870"/>
                  </a:moveTo>
                  <a:lnTo>
                    <a:pt x="94192" y="0"/>
                  </a:lnTo>
                  <a:lnTo>
                    <a:pt x="244656" y="1388"/>
                  </a:lnTo>
                  <a:lnTo>
                    <a:pt x="395120" y="5621"/>
                  </a:lnTo>
                  <a:lnTo>
                    <a:pt x="545584" y="12761"/>
                  </a:lnTo>
                  <a:lnTo>
                    <a:pt x="696048" y="22872"/>
                  </a:lnTo>
                  <a:lnTo>
                    <a:pt x="846512" y="36018"/>
                  </a:lnTo>
                  <a:lnTo>
                    <a:pt x="996976" y="52262"/>
                  </a:lnTo>
                  <a:lnTo>
                    <a:pt x="1147440" y="71668"/>
                  </a:lnTo>
                  <a:lnTo>
                    <a:pt x="1297904" y="94300"/>
                  </a:lnTo>
                  <a:lnTo>
                    <a:pt x="1448369" y="120246"/>
                  </a:lnTo>
                  <a:lnTo>
                    <a:pt x="1598833" y="150232"/>
                  </a:lnTo>
                  <a:lnTo>
                    <a:pt x="1749297" y="183241"/>
                  </a:lnTo>
                  <a:lnTo>
                    <a:pt x="1899761" y="217455"/>
                  </a:lnTo>
                  <a:lnTo>
                    <a:pt x="2050225" y="251649"/>
                  </a:lnTo>
                  <a:lnTo>
                    <a:pt x="2200689" y="292807"/>
                  </a:lnTo>
                  <a:lnTo>
                    <a:pt x="2351153" y="336208"/>
                  </a:lnTo>
                  <a:lnTo>
                    <a:pt x="2501617" y="372404"/>
                  </a:lnTo>
                  <a:lnTo>
                    <a:pt x="2652081" y="398102"/>
                  </a:lnTo>
                  <a:lnTo>
                    <a:pt x="2802545" y="417838"/>
                  </a:lnTo>
                  <a:lnTo>
                    <a:pt x="2953009" y="435484"/>
                  </a:lnTo>
                  <a:lnTo>
                    <a:pt x="3103473" y="451003"/>
                  </a:lnTo>
                  <a:lnTo>
                    <a:pt x="3253937" y="459621"/>
                  </a:lnTo>
                  <a:lnTo>
                    <a:pt x="3404401" y="466154"/>
                  </a:lnTo>
                  <a:lnTo>
                    <a:pt x="3554865" y="475749"/>
                  </a:lnTo>
                  <a:lnTo>
                    <a:pt x="3705329" y="486734"/>
                  </a:lnTo>
                  <a:lnTo>
                    <a:pt x="3855793" y="496197"/>
                  </a:lnTo>
                  <a:lnTo>
                    <a:pt x="4006257" y="503948"/>
                  </a:lnTo>
                  <a:lnTo>
                    <a:pt x="4156721" y="509727"/>
                  </a:lnTo>
                  <a:lnTo>
                    <a:pt x="4307185" y="513438"/>
                  </a:lnTo>
                  <a:lnTo>
                    <a:pt x="4457649" y="515154"/>
                  </a:lnTo>
                  <a:lnTo>
                    <a:pt x="4608114" y="514962"/>
                  </a:lnTo>
                  <a:lnTo>
                    <a:pt x="4758578" y="513556"/>
                  </a:lnTo>
                  <a:lnTo>
                    <a:pt x="4909042" y="511325"/>
                  </a:lnTo>
                  <a:lnTo>
                    <a:pt x="5059506" y="508280"/>
                  </a:lnTo>
                  <a:lnTo>
                    <a:pt x="5209970" y="504430"/>
                  </a:lnTo>
                  <a:lnTo>
                    <a:pt x="5360434" y="499786"/>
                  </a:lnTo>
                  <a:lnTo>
                    <a:pt x="5510898" y="494359"/>
                  </a:lnTo>
                  <a:lnTo>
                    <a:pt x="5661362" y="488158"/>
                  </a:lnTo>
                  <a:lnTo>
                    <a:pt x="5811826" y="481193"/>
                  </a:lnTo>
                  <a:lnTo>
                    <a:pt x="5962290" y="473476"/>
                  </a:lnTo>
                  <a:lnTo>
                    <a:pt x="6112754" y="465016"/>
                  </a:lnTo>
                  <a:lnTo>
                    <a:pt x="6145984" y="46298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689000"/>
              <a:ext cx="6145984" cy="512568"/>
            </a:xfrm>
            <a:custGeom>
              <a:avLst/>
              <a:pathLst>
                <a:path w="6145984" h="512568">
                  <a:moveTo>
                    <a:pt x="0" y="1333"/>
                  </a:moveTo>
                  <a:lnTo>
                    <a:pt x="94192" y="409"/>
                  </a:lnTo>
                  <a:lnTo>
                    <a:pt x="244656" y="0"/>
                  </a:lnTo>
                  <a:lnTo>
                    <a:pt x="395120" y="662"/>
                  </a:lnTo>
                  <a:lnTo>
                    <a:pt x="545584" y="2449"/>
                  </a:lnTo>
                  <a:lnTo>
                    <a:pt x="696048" y="5485"/>
                  </a:lnTo>
                  <a:lnTo>
                    <a:pt x="846512" y="9997"/>
                  </a:lnTo>
                  <a:lnTo>
                    <a:pt x="996976" y="16333"/>
                  </a:lnTo>
                  <a:lnTo>
                    <a:pt x="1147440" y="24932"/>
                  </a:lnTo>
                  <a:lnTo>
                    <a:pt x="1297904" y="36266"/>
                  </a:lnTo>
                  <a:lnTo>
                    <a:pt x="1448369" y="50798"/>
                  </a:lnTo>
                  <a:lnTo>
                    <a:pt x="1598833" y="70712"/>
                  </a:lnTo>
                  <a:lnTo>
                    <a:pt x="1749297" y="94967"/>
                  </a:lnTo>
                  <a:lnTo>
                    <a:pt x="1899761" y="120908"/>
                  </a:lnTo>
                  <a:lnTo>
                    <a:pt x="2050225" y="147037"/>
                  </a:lnTo>
                  <a:lnTo>
                    <a:pt x="2200689" y="182178"/>
                  </a:lnTo>
                  <a:lnTo>
                    <a:pt x="2351153" y="219203"/>
                  </a:lnTo>
                  <a:lnTo>
                    <a:pt x="2501617" y="247812"/>
                  </a:lnTo>
                  <a:lnTo>
                    <a:pt x="2652081" y="266783"/>
                  </a:lnTo>
                  <a:lnTo>
                    <a:pt x="2802545" y="278441"/>
                  </a:lnTo>
                  <a:lnTo>
                    <a:pt x="2953009" y="286722"/>
                  </a:lnTo>
                  <a:lnTo>
                    <a:pt x="3103473" y="294827"/>
                  </a:lnTo>
                  <a:lnTo>
                    <a:pt x="3253937" y="295115"/>
                  </a:lnTo>
                  <a:lnTo>
                    <a:pt x="3404401" y="291751"/>
                  </a:lnTo>
                  <a:lnTo>
                    <a:pt x="3554865" y="293917"/>
                  </a:lnTo>
                  <a:lnTo>
                    <a:pt x="3705329" y="299727"/>
                  </a:lnTo>
                  <a:lnTo>
                    <a:pt x="3855793" y="303563"/>
                  </a:lnTo>
                  <a:lnTo>
                    <a:pt x="4006257" y="307177"/>
                  </a:lnTo>
                  <a:lnTo>
                    <a:pt x="4156721" y="311290"/>
                  </a:lnTo>
                  <a:lnTo>
                    <a:pt x="4307185" y="313353"/>
                  </a:lnTo>
                  <a:lnTo>
                    <a:pt x="4457649" y="313045"/>
                  </a:lnTo>
                  <a:lnTo>
                    <a:pt x="4608114" y="310525"/>
                  </a:lnTo>
                  <a:lnTo>
                    <a:pt x="4758578" y="305824"/>
                  </a:lnTo>
                  <a:lnTo>
                    <a:pt x="4909042" y="299213"/>
                  </a:lnTo>
                  <a:lnTo>
                    <a:pt x="5059506" y="291032"/>
                  </a:lnTo>
                  <a:lnTo>
                    <a:pt x="5209970" y="281485"/>
                  </a:lnTo>
                  <a:lnTo>
                    <a:pt x="5360434" y="270663"/>
                  </a:lnTo>
                  <a:lnTo>
                    <a:pt x="5510898" y="258579"/>
                  </a:lnTo>
                  <a:lnTo>
                    <a:pt x="5661362" y="245183"/>
                  </a:lnTo>
                  <a:lnTo>
                    <a:pt x="5811826" y="230386"/>
                  </a:lnTo>
                  <a:lnTo>
                    <a:pt x="5962290" y="214076"/>
                  </a:lnTo>
                  <a:lnTo>
                    <a:pt x="6112754" y="196129"/>
                  </a:lnTo>
                  <a:lnTo>
                    <a:pt x="6145984" y="191776"/>
                  </a:lnTo>
                  <a:lnTo>
                    <a:pt x="6145984" y="512568"/>
                  </a:lnTo>
                  <a:lnTo>
                    <a:pt x="6112754" y="512053"/>
                  </a:lnTo>
                  <a:lnTo>
                    <a:pt x="5962290" y="509961"/>
                  </a:lnTo>
                  <a:lnTo>
                    <a:pt x="5811826" y="507952"/>
                  </a:lnTo>
                  <a:lnTo>
                    <a:pt x="5661362" y="505870"/>
                  </a:lnTo>
                  <a:lnTo>
                    <a:pt x="5510898" y="503571"/>
                  </a:lnTo>
                  <a:lnTo>
                    <a:pt x="5360434" y="500936"/>
                  </a:lnTo>
                  <a:lnTo>
                    <a:pt x="5209970" y="497886"/>
                  </a:lnTo>
                  <a:lnTo>
                    <a:pt x="5059506" y="494400"/>
                  </a:lnTo>
                  <a:lnTo>
                    <a:pt x="4909042" y="490541"/>
                  </a:lnTo>
                  <a:lnTo>
                    <a:pt x="4758578" y="486480"/>
                  </a:lnTo>
                  <a:lnTo>
                    <a:pt x="4608114" y="482527"/>
                  </a:lnTo>
                  <a:lnTo>
                    <a:pt x="4457649" y="478520"/>
                  </a:lnTo>
                  <a:lnTo>
                    <a:pt x="4307185" y="474002"/>
                  </a:lnTo>
                  <a:lnTo>
                    <a:pt x="4156721" y="469479"/>
                  </a:lnTo>
                  <a:lnTo>
                    <a:pt x="4006257" y="465000"/>
                  </a:lnTo>
                  <a:lnTo>
                    <a:pt x="3855793" y="460744"/>
                  </a:lnTo>
                  <a:lnTo>
                    <a:pt x="3705329" y="457563"/>
                  </a:lnTo>
                  <a:lnTo>
                    <a:pt x="3554865" y="454160"/>
                  </a:lnTo>
                  <a:lnTo>
                    <a:pt x="3404401" y="451572"/>
                  </a:lnTo>
                  <a:lnTo>
                    <a:pt x="3253937" y="454433"/>
                  </a:lnTo>
                  <a:lnTo>
                    <a:pt x="3103473" y="457295"/>
                  </a:lnTo>
                  <a:lnTo>
                    <a:pt x="2953009" y="450477"/>
                  </a:lnTo>
                  <a:lnTo>
                    <a:pt x="2802545" y="438275"/>
                  </a:lnTo>
                  <a:lnTo>
                    <a:pt x="2652081" y="425439"/>
                  </a:lnTo>
                  <a:lnTo>
                    <a:pt x="2501617" y="407558"/>
                  </a:lnTo>
                  <a:lnTo>
                    <a:pt x="2351153" y="376554"/>
                  </a:lnTo>
                  <a:lnTo>
                    <a:pt x="2200689" y="338349"/>
                  </a:lnTo>
                  <a:lnTo>
                    <a:pt x="2050225" y="304528"/>
                  </a:lnTo>
                  <a:lnTo>
                    <a:pt x="1899761" y="278934"/>
                  </a:lnTo>
                  <a:lnTo>
                    <a:pt x="1749297" y="254712"/>
                  </a:lnTo>
                  <a:lnTo>
                    <a:pt x="1598833" y="234087"/>
                  </a:lnTo>
                  <a:lnTo>
                    <a:pt x="1448369" y="219506"/>
                  </a:lnTo>
                  <a:lnTo>
                    <a:pt x="1297904" y="212049"/>
                  </a:lnTo>
                  <a:lnTo>
                    <a:pt x="1147440" y="210538"/>
                  </a:lnTo>
                  <a:lnTo>
                    <a:pt x="996976" y="215215"/>
                  </a:lnTo>
                  <a:lnTo>
                    <a:pt x="846512" y="226429"/>
                  </a:lnTo>
                  <a:lnTo>
                    <a:pt x="696048" y="244500"/>
                  </a:lnTo>
                  <a:lnTo>
                    <a:pt x="545584" y="269650"/>
                  </a:lnTo>
                  <a:lnTo>
                    <a:pt x="395120" y="301988"/>
                  </a:lnTo>
                  <a:lnTo>
                    <a:pt x="244656" y="341516"/>
                  </a:lnTo>
                  <a:lnTo>
                    <a:pt x="94192" y="388163"/>
                  </a:lnTo>
                  <a:lnTo>
                    <a:pt x="0" y="42175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89000"/>
              <a:ext cx="6145984" cy="313353"/>
            </a:xfrm>
            <a:custGeom>
              <a:avLst/>
              <a:pathLst>
                <a:path w="6145984" h="313353">
                  <a:moveTo>
                    <a:pt x="0" y="1333"/>
                  </a:moveTo>
                  <a:lnTo>
                    <a:pt x="94192" y="409"/>
                  </a:lnTo>
                  <a:lnTo>
                    <a:pt x="244656" y="0"/>
                  </a:lnTo>
                  <a:lnTo>
                    <a:pt x="395120" y="662"/>
                  </a:lnTo>
                  <a:lnTo>
                    <a:pt x="545584" y="2449"/>
                  </a:lnTo>
                  <a:lnTo>
                    <a:pt x="696048" y="5485"/>
                  </a:lnTo>
                  <a:lnTo>
                    <a:pt x="846512" y="9997"/>
                  </a:lnTo>
                  <a:lnTo>
                    <a:pt x="996976" y="16333"/>
                  </a:lnTo>
                  <a:lnTo>
                    <a:pt x="1147440" y="24932"/>
                  </a:lnTo>
                  <a:lnTo>
                    <a:pt x="1297904" y="36266"/>
                  </a:lnTo>
                  <a:lnTo>
                    <a:pt x="1448369" y="50798"/>
                  </a:lnTo>
                  <a:lnTo>
                    <a:pt x="1598833" y="70712"/>
                  </a:lnTo>
                  <a:lnTo>
                    <a:pt x="1749297" y="94967"/>
                  </a:lnTo>
                  <a:lnTo>
                    <a:pt x="1899761" y="120908"/>
                  </a:lnTo>
                  <a:lnTo>
                    <a:pt x="2050225" y="147037"/>
                  </a:lnTo>
                  <a:lnTo>
                    <a:pt x="2200689" y="182178"/>
                  </a:lnTo>
                  <a:lnTo>
                    <a:pt x="2351153" y="219203"/>
                  </a:lnTo>
                  <a:lnTo>
                    <a:pt x="2501617" y="247812"/>
                  </a:lnTo>
                  <a:lnTo>
                    <a:pt x="2652081" y="266783"/>
                  </a:lnTo>
                  <a:lnTo>
                    <a:pt x="2802545" y="278441"/>
                  </a:lnTo>
                  <a:lnTo>
                    <a:pt x="2953009" y="286722"/>
                  </a:lnTo>
                  <a:lnTo>
                    <a:pt x="3103473" y="294827"/>
                  </a:lnTo>
                  <a:lnTo>
                    <a:pt x="3253937" y="295115"/>
                  </a:lnTo>
                  <a:lnTo>
                    <a:pt x="3404401" y="291751"/>
                  </a:lnTo>
                  <a:lnTo>
                    <a:pt x="3554865" y="293917"/>
                  </a:lnTo>
                  <a:lnTo>
                    <a:pt x="3705329" y="299727"/>
                  </a:lnTo>
                  <a:lnTo>
                    <a:pt x="3855793" y="303563"/>
                  </a:lnTo>
                  <a:lnTo>
                    <a:pt x="4006257" y="307177"/>
                  </a:lnTo>
                  <a:lnTo>
                    <a:pt x="4156721" y="311290"/>
                  </a:lnTo>
                  <a:lnTo>
                    <a:pt x="4307185" y="313353"/>
                  </a:lnTo>
                  <a:lnTo>
                    <a:pt x="4457649" y="313045"/>
                  </a:lnTo>
                  <a:lnTo>
                    <a:pt x="4608114" y="310525"/>
                  </a:lnTo>
                  <a:lnTo>
                    <a:pt x="4758578" y="305824"/>
                  </a:lnTo>
                  <a:lnTo>
                    <a:pt x="4909042" y="299213"/>
                  </a:lnTo>
                  <a:lnTo>
                    <a:pt x="5059506" y="291032"/>
                  </a:lnTo>
                  <a:lnTo>
                    <a:pt x="5209970" y="281485"/>
                  </a:lnTo>
                  <a:lnTo>
                    <a:pt x="5360434" y="270663"/>
                  </a:lnTo>
                  <a:lnTo>
                    <a:pt x="5510898" y="258579"/>
                  </a:lnTo>
                  <a:lnTo>
                    <a:pt x="5661362" y="245183"/>
                  </a:lnTo>
                  <a:lnTo>
                    <a:pt x="5811826" y="230386"/>
                  </a:lnTo>
                  <a:lnTo>
                    <a:pt x="5962290" y="214076"/>
                  </a:lnTo>
                  <a:lnTo>
                    <a:pt x="6112754" y="196129"/>
                  </a:lnTo>
                  <a:lnTo>
                    <a:pt x="6145984" y="1917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99539"/>
              <a:ext cx="6145984" cy="302029"/>
            </a:xfrm>
            <a:custGeom>
              <a:avLst/>
              <a:pathLst>
                <a:path w="6145984" h="302029">
                  <a:moveTo>
                    <a:pt x="6145984" y="302029"/>
                  </a:moveTo>
                  <a:lnTo>
                    <a:pt x="6112754" y="301514"/>
                  </a:lnTo>
                  <a:lnTo>
                    <a:pt x="5962290" y="299422"/>
                  </a:lnTo>
                  <a:lnTo>
                    <a:pt x="5811826" y="297413"/>
                  </a:lnTo>
                  <a:lnTo>
                    <a:pt x="5661362" y="295331"/>
                  </a:lnTo>
                  <a:lnTo>
                    <a:pt x="5510898" y="293032"/>
                  </a:lnTo>
                  <a:lnTo>
                    <a:pt x="5360434" y="290397"/>
                  </a:lnTo>
                  <a:lnTo>
                    <a:pt x="5209970" y="287347"/>
                  </a:lnTo>
                  <a:lnTo>
                    <a:pt x="5059506" y="283861"/>
                  </a:lnTo>
                  <a:lnTo>
                    <a:pt x="4909042" y="280002"/>
                  </a:lnTo>
                  <a:lnTo>
                    <a:pt x="4758578" y="275941"/>
                  </a:lnTo>
                  <a:lnTo>
                    <a:pt x="4608114" y="271988"/>
                  </a:lnTo>
                  <a:lnTo>
                    <a:pt x="4457649" y="267982"/>
                  </a:lnTo>
                  <a:lnTo>
                    <a:pt x="4307185" y="263463"/>
                  </a:lnTo>
                  <a:lnTo>
                    <a:pt x="4156721" y="258940"/>
                  </a:lnTo>
                  <a:lnTo>
                    <a:pt x="4006257" y="254461"/>
                  </a:lnTo>
                  <a:lnTo>
                    <a:pt x="3855793" y="250205"/>
                  </a:lnTo>
                  <a:lnTo>
                    <a:pt x="3705329" y="247024"/>
                  </a:lnTo>
                  <a:lnTo>
                    <a:pt x="3554865" y="243621"/>
                  </a:lnTo>
                  <a:lnTo>
                    <a:pt x="3404401" y="241033"/>
                  </a:lnTo>
                  <a:lnTo>
                    <a:pt x="3253937" y="243894"/>
                  </a:lnTo>
                  <a:lnTo>
                    <a:pt x="3103473" y="246756"/>
                  </a:lnTo>
                  <a:lnTo>
                    <a:pt x="2953009" y="239938"/>
                  </a:lnTo>
                  <a:lnTo>
                    <a:pt x="2802545" y="227736"/>
                  </a:lnTo>
                  <a:lnTo>
                    <a:pt x="2652081" y="214900"/>
                  </a:lnTo>
                  <a:lnTo>
                    <a:pt x="2501617" y="197019"/>
                  </a:lnTo>
                  <a:lnTo>
                    <a:pt x="2351153" y="166015"/>
                  </a:lnTo>
                  <a:lnTo>
                    <a:pt x="2200689" y="127810"/>
                  </a:lnTo>
                  <a:lnTo>
                    <a:pt x="2050225" y="93989"/>
                  </a:lnTo>
                  <a:lnTo>
                    <a:pt x="1899761" y="68395"/>
                  </a:lnTo>
                  <a:lnTo>
                    <a:pt x="1749297" y="44173"/>
                  </a:lnTo>
                  <a:lnTo>
                    <a:pt x="1598833" y="23548"/>
                  </a:lnTo>
                  <a:lnTo>
                    <a:pt x="1448369" y="8967"/>
                  </a:lnTo>
                  <a:lnTo>
                    <a:pt x="1297904" y="1510"/>
                  </a:lnTo>
                  <a:lnTo>
                    <a:pt x="1147440" y="0"/>
                  </a:lnTo>
                  <a:lnTo>
                    <a:pt x="996976" y="4677"/>
                  </a:lnTo>
                  <a:lnTo>
                    <a:pt x="846512" y="15890"/>
                  </a:lnTo>
                  <a:lnTo>
                    <a:pt x="696048" y="33961"/>
                  </a:lnTo>
                  <a:lnTo>
                    <a:pt x="545584" y="59111"/>
                  </a:lnTo>
                  <a:lnTo>
                    <a:pt x="395120" y="91449"/>
                  </a:lnTo>
                  <a:lnTo>
                    <a:pt x="244656" y="130977"/>
                  </a:lnTo>
                  <a:lnTo>
                    <a:pt x="94192" y="177624"/>
                  </a:lnTo>
                  <a:lnTo>
                    <a:pt x="0" y="2112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04775"/>
              <a:ext cx="6145984" cy="280751"/>
            </a:xfrm>
            <a:custGeom>
              <a:avLst/>
              <a:pathLst>
                <a:path w="6145984" h="280751">
                  <a:moveTo>
                    <a:pt x="0" y="95767"/>
                  </a:moveTo>
                  <a:lnTo>
                    <a:pt x="94192" y="78512"/>
                  </a:lnTo>
                  <a:lnTo>
                    <a:pt x="244656" y="54983"/>
                  </a:lnTo>
                  <a:lnTo>
                    <a:pt x="395120" y="35550"/>
                  </a:lnTo>
                  <a:lnTo>
                    <a:pt x="545584" y="20275"/>
                  </a:lnTo>
                  <a:lnTo>
                    <a:pt x="696048" y="9218"/>
                  </a:lnTo>
                  <a:lnTo>
                    <a:pt x="846512" y="2439"/>
                  </a:lnTo>
                  <a:lnTo>
                    <a:pt x="996976" y="0"/>
                  </a:lnTo>
                  <a:lnTo>
                    <a:pt x="1147440" y="1961"/>
                  </a:lnTo>
                  <a:lnTo>
                    <a:pt x="1297904" y="8383"/>
                  </a:lnTo>
                  <a:lnTo>
                    <a:pt x="1448369" y="19377"/>
                  </a:lnTo>
                  <a:lnTo>
                    <a:pt x="1598833" y="36625"/>
                  </a:lnTo>
                  <a:lnTo>
                    <a:pt x="1749297" y="59065"/>
                  </a:lnTo>
                  <a:lnTo>
                    <a:pt x="1899761" y="84146"/>
                  </a:lnTo>
                  <a:lnTo>
                    <a:pt x="2050225" y="110008"/>
                  </a:lnTo>
                  <a:lnTo>
                    <a:pt x="2200689" y="144489"/>
                  </a:lnTo>
                  <a:lnTo>
                    <a:pt x="2351153" y="182104"/>
                  </a:lnTo>
                  <a:lnTo>
                    <a:pt x="2501617" y="211910"/>
                  </a:lnTo>
                  <a:lnTo>
                    <a:pt x="2652081" y="230336"/>
                  </a:lnTo>
                  <a:lnTo>
                    <a:pt x="2802545" y="242584"/>
                  </a:lnTo>
                  <a:lnTo>
                    <a:pt x="2953009" y="252825"/>
                  </a:lnTo>
                  <a:lnTo>
                    <a:pt x="3103473" y="260286"/>
                  </a:lnTo>
                  <a:lnTo>
                    <a:pt x="3253937" y="258999"/>
                  </a:lnTo>
                  <a:lnTo>
                    <a:pt x="3404401" y="255887"/>
                  </a:lnTo>
                  <a:lnTo>
                    <a:pt x="3554865" y="258264"/>
                  </a:lnTo>
                  <a:lnTo>
                    <a:pt x="3705329" y="262870"/>
                  </a:lnTo>
                  <a:lnTo>
                    <a:pt x="3855793" y="266378"/>
                  </a:lnTo>
                  <a:lnTo>
                    <a:pt x="4006257" y="270314"/>
                  </a:lnTo>
                  <a:lnTo>
                    <a:pt x="4156721" y="274610"/>
                  </a:lnTo>
                  <a:lnTo>
                    <a:pt x="4307185" y="277903"/>
                  </a:lnTo>
                  <a:lnTo>
                    <a:pt x="4457649" y="280008"/>
                  </a:lnTo>
                  <a:lnTo>
                    <a:pt x="4608114" y="280751"/>
                  </a:lnTo>
                  <a:lnTo>
                    <a:pt x="4758578" y="280377"/>
                  </a:lnTo>
                  <a:lnTo>
                    <a:pt x="4909042" y="279102"/>
                  </a:lnTo>
                  <a:lnTo>
                    <a:pt x="5059506" y="276942"/>
                  </a:lnTo>
                  <a:lnTo>
                    <a:pt x="5209970" y="273911"/>
                  </a:lnTo>
                  <a:lnTo>
                    <a:pt x="5360434" y="270025"/>
                  </a:lnTo>
                  <a:lnTo>
                    <a:pt x="5510898" y="265300"/>
                  </a:lnTo>
                  <a:lnTo>
                    <a:pt x="5661362" y="259752"/>
                  </a:lnTo>
                  <a:lnTo>
                    <a:pt x="5811826" y="253394"/>
                  </a:lnTo>
                  <a:lnTo>
                    <a:pt x="5962290" y="246244"/>
                  </a:lnTo>
                  <a:lnTo>
                    <a:pt x="6112754" y="238316"/>
                  </a:lnTo>
                  <a:lnTo>
                    <a:pt x="6145984" y="23639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2026-09-08T12:03:57Z</dcterms:modified>
  <cp:category/>
</cp:coreProperties>
</file>